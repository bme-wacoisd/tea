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lesson. Everything else supports this core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Baldwin is a model for HOW to teach, not just WHAT to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(what it IS vs. what it is NOT) is crucial. Many teachers get stuck in the "not"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topic is the same; the entry point changes. This is differentiation (adjusting instruction for different learners)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open minds; lectures close them. But questions must eventually lead somewhere.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 create empathy. Empathy creates understanding. This is how "light bulbs" turn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is worth posting in a classroom. The "is not" column addresses common fears.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"Primary sources" = original documents/texts from the time period. Spell out terms 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about developing professional identity, not just following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teacher makes some of these mistakes. Awareness helps you catch and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before group work. This frames what they should discuss.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 actively. Ask "Why?" and "What if?" to push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summary, then transition to individual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365D"/>
                </a:solidFill>
              </a:defRPr>
            </a:pPr>
            <a:r>
              <a:t>Teaching Civil Rights Through James Baldwin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A5568"/>
                </a:solidFill>
              </a:defRPr>
            </a:pPr>
            <a:r>
              <a:t>How to Help Students of All Ages Connect with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The Big Idea (Don't Miss This)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The goal of teaching civil rights is not memorizing facts—it's helping students see themselves as part of an ongoing story.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When a student connects historical struggles to their own sense of fairness, something clicks. That "light bulb moment" is what we're after.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James Baldwin's writing shows us how: make it personal, make it present, make it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Who Was James Baldwin?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James Baldwin (1924-1987): An American writer who grew up in Harlem, New York.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He wrote essays, novels, and speeches about race and justice. His words still appear in classrooms today because he did something special: he made big historical ideas feel personal and immediate.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Why does this matter for you?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His approach—connecting abstract history to real human experience—is exactly what good teaching looks 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The Core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Here's the insight that changes everything:</a:t>
            </a:r>
          </a:p>
          <a:p>
            <a:pPr>
              <a:spcAft>
                <a:spcPts val="800"/>
              </a:spcAft>
              <a:defRPr i="1" sz="1800">
                <a:solidFill>
                  <a:srgbClr val="2D3748"/>
                </a:solidFill>
              </a:defRPr>
            </a:pPr>
            <a:r>
              <a:t>""History is not the past. It is the present.""</a:t>
            </a:r>
          </a:p>
          <a:p>
            <a:pPr>
              <a:spcAft>
                <a:spcPts val="800"/>
              </a:spcAft>
              <a:defRPr i="1" sz="1800">
                <a:solidFill>
                  <a:srgbClr val="2D3748"/>
                </a:solidFill>
              </a:defRPr>
            </a:pPr>
            <a:r>
              <a:t>"— James Baldwin"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What this means for teaching: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vil rights isn't a chapter in a textbook—it's happening now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ur students live in a world shaped by this history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aching civil rights = helping students understand their world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What it does NOT mean: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's not about making students feel guilty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's not about memorizing names and dates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's not about "getting through" required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First Principle: Start Where They Are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They Already Understand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Build From There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Pre-K to 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Fairness, kindness, "that's not fair!"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"What makes something fair for everyone?"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3rd to 5th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Rules exist, rules can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"Who decides the rules? Can rules be wrong?"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6th to 8th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Injustice exists, people fight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"What gives movements power?"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9th to 12th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Systems, power,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"How do Baldwin's words apply today?"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Building from first principles means: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Starting with what students already understand, then building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Questions vs. Answers: A Key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Two ways to start a civil rights lesson: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❌ Answer-first approach: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"The Civil Rights Movement was a period from 1954-1968 when African Americans fought for equal rights..."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✅ Question-first approach: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"Think about a time something felt unfair to you. What did you want to happen?"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Why questions work better: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udents engage their own thinking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nors what they already know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eates genuine curiosity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rks at EVERY grade level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This is NOT: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oiding the hard facts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tting students believe whatever they want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ing wishy-washy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The Power of Stories (Baldwin's Secret)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Abstract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Concrete (Story)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"Schools were segregated"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"Ruby Bridges, age 6, walked past angry crowds to attend first grade"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"People protested"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"John Lewis, age 23, was beaten on a bridge for marching"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"Laws changed"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"Claudette Colvin, age 15, refused to give up her bus seat—9 months before Rosa Parks"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Baldwin didn't write reports. He wrote stories about real people.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That's his teaching secret: Individual stories make abstract history concrete.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Example transformation: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Connection moment: When students hear about a 6-year-old or a 15-year-old, they think: "That could be me."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What Teaching Civil Rights IS and IS NOT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Teaching Civil Rights IS...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Teaching Civil Rights is NOT...</a:t>
                      </a:r>
                    </a:p>
                  </a:txBody>
                  <a:tcPr>
                    <a:solidFill>
                      <a:srgbClr val="2C52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Helping students understand our shared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Making any student feel personally guilty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Connecting past to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Staying stuck in the past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Developmentally appropriate honesty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Traumatizing young children with graphic details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Building empathy and critical thinking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Telling students what to think politically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Ongoing 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One-and-done checkbox lesson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Your developing intuition: As you gain experience, you'll sense where that line is for your specific students.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Adapting for Different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Differentiation means adjusting HOW you teach, not WHETHER you teach.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For students who need more support: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re visuals, fewer words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cabulary pre-teaching (define terms before using them)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er partnerships during discussions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ntence starters: "I think... because..."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For students ready for more challenge: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iginal Baldwin texts (primary sources—the actual documents from history)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oss-curricular connections (How does this connect to art? Music? Science?)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adership roles: "Can you help explain this to your group?"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Key insight: Everyone can engage with civil rights. You adjust the complexity, never the importance.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Building Your Teaching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Rules help you start. Intuition helps you grow.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As you practice teaching civil rights, you'll develop gut feelings about: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en to push deeper vs. when to pause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ich stories resonate with which students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w much context different ages need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en a discussion is productive vs. spinning wheels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Developing your taste: What kind of civil rights teacher do YOU want to be?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avy on stories? Heavy on analysis?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scussion-based? Project-based?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rrent events focus? Historical focus?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There's no single right answer. But there ARE informed choices you'll make.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Common Pitfalls (Learn from Others' Mistakes)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Oversimplifying: "Good guys won, bad guys lost" → Misses the ongoing nature of the work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Avoiding discomfort: Skipping hard topics → Students sense the avoidance, lose trust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Assuming sameness: "All students come in knowing nothing" → Disrespects their experiences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Overcorrecting: Making it so heavy students shut down → Misses the hope in the history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The balanced approach: Honest about difficulty, clear about progress, open to student responses.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Making Connections: The Whole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Before we break into groups, here's what I want you to take away: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1. Civil rights teaching is about connection, not coverage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2. Baldwin's approach works: personal stories + present relevance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3. Adjust for age and readiness, but never skip the topic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4. Your own teaching style will emerge through practice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The light bulb moment we want for YOUR future students: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"This history is MY history. I'm part of this story."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Group Discussion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Now you'll work in groups to apply these ideas.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Instructions: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ad each prompt on your computer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scuss with your group verbally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mmarize key points on paper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• ll visit each group to hear your thinking and help you go deeper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What I'm looking for: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Connections between today's ideas and your own future teaching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Key takeaways: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1. The goal is connection, not just content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2. Start where students are, build from there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3. Stories &gt; abstractions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4. Adjust complexity, not importance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5. Your teaching intuition will develop over time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Baldwin's charge to us: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"The purpose of education... is to create in a person the ability to look at the world for himself."</a:t>
            </a:r>
          </a:p>
          <a:p>
            <a:pPr>
              <a:spcAft>
                <a:spcPts val="800"/>
              </a:spcAft>
              <a:defRPr sz="1800">
                <a:solidFill>
                  <a:srgbClr val="2D3748"/>
                </a:solidFill>
              </a:defRPr>
            </a:pPr>
            <a:r>
              <a:t>Next: Complete the quiz on Google Classroom.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
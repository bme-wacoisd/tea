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insight. Teaching civil rights isn't about facts and dates—it's about helping students feel part of an ongoing story. Baldwin showed us how: personal stories + present relevance.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Born in Harlem. His approach—connecting abstract history to real human experience—is exactly what good teaching looks like. He's a model for HOW to teach, not just WHAT to teach.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changes everything. Civil rights isn't a chapter to get through—it's happening now. Your students live in a world shaped by this history. When we teach civil rights, we help them understand their world.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topic, different entry points. This is differentiation in action. You adjust complexity, never importance.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Questions open minds; lectures close them. Questions work at EVERY grade level. They honor what students already know and create genuine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was Baldwin's secret—individual stories make abstract history concrete. Stories create empathy. Empathy creates understanding. That's when light bulbs turn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IS NOT column addresses common fears teachers have. Worth posting in a classroom.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Everyone can engage with civil rights. You adjust complexity, never importance. "Primary sources" means original documents from the time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Rules help you start. Intuition helps you grow. This is about developing your professional identity—heavy on stories or analysis? Discussion-based or project-based? There's no single right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teacher makes some of these. Awareness helps you catch and correct. The balanced approach: honest about difficulty, clear about progress, open to student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before group work. This frames what they should discuss in their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Circulate actively. Ask "Why?" and "What if?" to push thinking. Look for connections between today's ideas and their future teaching.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summary, then transition to individual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365D"/>
                </a:solidFill>
              </a:defRPr>
            </a:pPr>
            <a:r>
              <a:t>Teaching Civil Rights Through James Baldwin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4A5568"/>
                </a:solidFill>
              </a:defRPr>
            </a:pPr>
            <a:r>
              <a:t>Helping Students Connect with History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The Big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Connection &gt; Coverage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When students see themselves in history, everything clicks.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James Baldwin (1924-1987)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Writer. Essayist. Teacher (in his own way).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Made big ideas feel personal.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His Key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i="1" sz="1800">
                <a:solidFill>
                  <a:srgbClr val="2D3748"/>
                </a:solidFill>
              </a:defRPr>
            </a:pPr>
            <a:r>
              <a:t>"History is not the past. It is the present."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Start Where They Are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280160"/>
          <a:ext cx="10058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Age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They Already Get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Build From There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Pre-K to 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Fairness, "that's not fair!"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"What makes something fair for everyone?"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3rd to 5th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Rules exist, rules can change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"Who decides rules? Can rules be wrong?"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6th to 8th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Injustice exists, people fight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"What gives movements power?"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9th to 12th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Systems, power, complexity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"How do Baldwin's words apply today?"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Questions &gt;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❌ "The Civil Rights Movement was a period from 1954-1968..."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✅ "Think about a time something felt unfair. What did you want to happen?"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Stories &gt; Abstractions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280160"/>
          <a:ext cx="10058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Don't Say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Say Instead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"Schools were segregated"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"Ruby Bridges, age 6, walked past angry crowds"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"People protested"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"John Lewis, age 23, was beaten on a bridge"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"Laws changed"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"Claudette Colvin, age 15, refused her seat"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56616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They think: "That could be me."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What It IS vs. IS NOT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280160"/>
          <a:ext cx="10058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IS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IS NOT</a:t>
                      </a:r>
                    </a:p>
                  </a:txBody>
                  <a:tcPr>
                    <a:solidFill>
                      <a:srgbClr val="2C52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Understanding shared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Making anyone feel guilty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Connecting past to present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Staying stuck in the past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Age-appropriate honesty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Traumatizing with graphic details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Building empathy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Telling students what to think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Ongoing conversation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One-and-done checkbox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Adapting for Learners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Need more support: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More visuals, fewer words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Pre-teach vocabulary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Sentence starters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Ready for more: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Original Baldwin texts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Cross-curricular connections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Leadership roles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Building Your Intuition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Over time, you'll sense: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When to push deeper vs. pause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Which stories resonate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How much context different ages need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What kind of civil rights teacher do YOU want to be?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Oversimplifying: "Good guys won, bad guys lost"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Avoiding discomfort: Students sense it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Assuming sameness: Disrespects their experiences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Overcorrecting: So heavy students shut down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1. Connection, not coverage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2. Personal stories + present relevance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3. Adjust for age, never skip the topic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4. Your style emerges through practice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Group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Instructions: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Read prompts on your device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Discuss verbally with your group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• Summarize key points on paper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I'll visit each group to hear your thinking.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365D"/>
                </a:solidFill>
              </a:defRPr>
            </a:pPr>
            <a: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772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i="1" sz="1800">
                <a:solidFill>
                  <a:srgbClr val="2D3748"/>
                </a:solidFill>
              </a:defRPr>
            </a:pPr>
            <a:r>
              <a:t>"The purpose of education... is to create in a person the ability to look at the world for himself." — James Baldwin</a:t>
            </a:r>
          </a:p>
          <a:p>
            <a:pPr>
              <a:spcAft>
                <a:spcPts val="800"/>
              </a:spcAft>
              <a:defRPr sz="1800">
                <a:solidFill>
                  <a:srgbClr val="2D3748"/>
                </a:solidFill>
              </a:defRPr>
            </a:pPr>
            <a:r>
              <a:t>Next: Complete the quiz on Google Classroom.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
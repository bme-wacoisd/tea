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4" r:id="rId5"/>
    <p:sldId id="268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enis, Sierra" userId="S::sveenis@rti.org::200c9325-9a6d-4db1-8535-3c88a644c387" providerId="AD" clId="Web-{26833256-5D99-B838-51D9-CDD068F59D23}"/>
    <pc:docChg chg="modSld">
      <pc:chgData name="Veenis, Sierra" userId="S::sveenis@rti.org::200c9325-9a6d-4db1-8535-3c88a644c387" providerId="AD" clId="Web-{26833256-5D99-B838-51D9-CDD068F59D23}" dt="2023-07-14T23:17:07.063" v="1" actId="20577"/>
      <pc:docMkLst>
        <pc:docMk/>
      </pc:docMkLst>
      <pc:sldChg chg="modSp">
        <pc:chgData name="Veenis, Sierra" userId="S::sveenis@rti.org::200c9325-9a6d-4db1-8535-3c88a644c387" providerId="AD" clId="Web-{26833256-5D99-B838-51D9-CDD068F59D23}" dt="2023-07-14T23:17:07.063" v="1" actId="20577"/>
        <pc:sldMkLst>
          <pc:docMk/>
          <pc:sldMk cId="2772527113" sldId="259"/>
        </pc:sldMkLst>
        <pc:spChg chg="mod">
          <ac:chgData name="Veenis, Sierra" userId="S::sveenis@rti.org::200c9325-9a6d-4db1-8535-3c88a644c387" providerId="AD" clId="Web-{26833256-5D99-B838-51D9-CDD068F59D23}" dt="2023-07-14T23:17:07.063" v="1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  <pc:docChgLst>
    <pc:chgData name="Mills, Nicole" userId="635ffad0-149b-4734-875d-ab8f60d68deb" providerId="ADAL" clId="{E4ECCD8F-338B-492C-8E8B-16765839EB1C}"/>
    <pc:docChg chg="custSel addSld delSld modSld sldOrd">
      <pc:chgData name="Mills, Nicole" userId="635ffad0-149b-4734-875d-ab8f60d68deb" providerId="ADAL" clId="{E4ECCD8F-338B-492C-8E8B-16765839EB1C}" dt="2023-01-11T17:01:08.765" v="196" actId="20577"/>
      <pc:docMkLst>
        <pc:docMk/>
      </pc:docMkLst>
      <pc:sldChg chg="modSp mod">
        <pc:chgData name="Mills, Nicole" userId="635ffad0-149b-4734-875d-ab8f60d68deb" providerId="ADAL" clId="{E4ECCD8F-338B-492C-8E8B-16765839EB1C}" dt="2023-01-11T16:36:56.325" v="5" actId="20577"/>
        <pc:sldMkLst>
          <pc:docMk/>
          <pc:sldMk cId="1482277026" sldId="256"/>
        </pc:sldMkLst>
        <pc:spChg chg="mod">
          <ac:chgData name="Mills, Nicole" userId="635ffad0-149b-4734-875d-ab8f60d68deb" providerId="ADAL" clId="{E4ECCD8F-338B-492C-8E8B-16765839EB1C}" dt="2023-01-11T16:36:49.599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ills, Nicole" userId="635ffad0-149b-4734-875d-ab8f60d68deb" providerId="ADAL" clId="{E4ECCD8F-338B-492C-8E8B-16765839EB1C}" dt="2023-01-11T16:36:56.325" v="5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Mills, Nicole" userId="635ffad0-149b-4734-875d-ab8f60d68deb" providerId="ADAL" clId="{E4ECCD8F-338B-492C-8E8B-16765839EB1C}" dt="2023-01-11T16:38:34.148" v="43" actId="20577"/>
        <pc:sldMkLst>
          <pc:docMk/>
          <pc:sldMk cId="4071305681" sldId="258"/>
        </pc:sldMkLst>
        <pc:spChg chg="mod">
          <ac:chgData name="Mills, Nicole" userId="635ffad0-149b-4734-875d-ab8f60d68deb" providerId="ADAL" clId="{E4ECCD8F-338B-492C-8E8B-16765839EB1C}" dt="2023-01-11T16:38:34.148" v="43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Mills, Nicole" userId="635ffad0-149b-4734-875d-ab8f60d68deb" providerId="ADAL" clId="{E4ECCD8F-338B-492C-8E8B-16765839EB1C}" dt="2023-01-11T16:38:08.016" v="39" actId="20577"/>
        <pc:sldMkLst>
          <pc:docMk/>
          <pc:sldMk cId="2772527113" sldId="259"/>
        </pc:sldMkLst>
        <pc:spChg chg="mod">
          <ac:chgData name="Mills, Nicole" userId="635ffad0-149b-4734-875d-ab8f60d68deb" providerId="ADAL" clId="{E4ECCD8F-338B-492C-8E8B-16765839EB1C}" dt="2023-01-11T16:38:08.016" v="3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Mills, Nicole" userId="635ffad0-149b-4734-875d-ab8f60d68deb" providerId="ADAL" clId="{E4ECCD8F-338B-492C-8E8B-16765839EB1C}" dt="2023-01-11T16:39:29.791" v="58" actId="14734"/>
        <pc:sldMkLst>
          <pc:docMk/>
          <pc:sldMk cId="3493109116" sldId="264"/>
        </pc:sldMkLst>
        <pc:graphicFrameChg chg="mod modGraphic">
          <ac:chgData name="Mills, Nicole" userId="635ffad0-149b-4734-875d-ab8f60d68deb" providerId="ADAL" clId="{E4ECCD8F-338B-492C-8E8B-16765839EB1C}" dt="2023-01-11T16:39:29.791" v="58" actId="14734"/>
          <ac:graphicFrameMkLst>
            <pc:docMk/>
            <pc:sldMk cId="3493109116" sldId="264"/>
            <ac:graphicFrameMk id="3" creationId="{F2860C0F-BA53-412B-8826-DAA9A1B29BA9}"/>
          </ac:graphicFrameMkLst>
        </pc:graphicFrameChg>
      </pc:sldChg>
      <pc:sldChg chg="modSp mod">
        <pc:chgData name="Mills, Nicole" userId="635ffad0-149b-4734-875d-ab8f60d68deb" providerId="ADAL" clId="{E4ECCD8F-338B-492C-8E8B-16765839EB1C}" dt="2023-01-11T17:01:08.765" v="196" actId="20577"/>
        <pc:sldMkLst>
          <pc:docMk/>
          <pc:sldMk cId="2313533111" sldId="267"/>
        </pc:sldMkLst>
        <pc:spChg chg="mod">
          <ac:chgData name="Mills, Nicole" userId="635ffad0-149b-4734-875d-ab8f60d68deb" providerId="ADAL" clId="{E4ECCD8F-338B-492C-8E8B-16765839EB1C}" dt="2023-01-11T17:01:08.765" v="196" actId="20577"/>
          <ac:spMkLst>
            <pc:docMk/>
            <pc:sldMk cId="2313533111" sldId="267"/>
            <ac:spMk id="3" creationId="{49F2A5AF-3C0B-4968-A438-E435325199EA}"/>
          </ac:spMkLst>
        </pc:spChg>
      </pc:sldChg>
      <pc:sldChg chg="addSp delSp modSp mod">
        <pc:chgData name="Mills, Nicole" userId="635ffad0-149b-4734-875d-ab8f60d68deb" providerId="ADAL" clId="{E4ECCD8F-338B-492C-8E8B-16765839EB1C}" dt="2023-01-11T16:40:51.379" v="98" actId="14734"/>
        <pc:sldMkLst>
          <pc:docMk/>
          <pc:sldMk cId="1815750250" sldId="268"/>
        </pc:sldMkLst>
        <pc:spChg chg="mod">
          <ac:chgData name="Mills, Nicole" userId="635ffad0-149b-4734-875d-ab8f60d68deb" providerId="ADAL" clId="{E4ECCD8F-338B-492C-8E8B-16765839EB1C}" dt="2023-01-11T16:39:40.953" v="80" actId="20577"/>
          <ac:spMkLst>
            <pc:docMk/>
            <pc:sldMk cId="1815750250" sldId="268"/>
            <ac:spMk id="2" creationId="{9AFB837C-3E07-4129-B371-9F5CA97D5605}"/>
          </ac:spMkLst>
        </pc:spChg>
        <pc:spChg chg="del">
          <ac:chgData name="Mills, Nicole" userId="635ffad0-149b-4734-875d-ab8f60d68deb" providerId="ADAL" clId="{E4ECCD8F-338B-492C-8E8B-16765839EB1C}" dt="2023-01-11T16:39:43.061" v="81" actId="478"/>
          <ac:spMkLst>
            <pc:docMk/>
            <pc:sldMk cId="1815750250" sldId="268"/>
            <ac:spMk id="6" creationId="{D7FF49D8-B932-4D38-A62C-4C973617E4E5}"/>
          </ac:spMkLst>
        </pc:spChg>
        <pc:graphicFrameChg chg="add mod modGraphic">
          <ac:chgData name="Mills, Nicole" userId="635ffad0-149b-4734-875d-ab8f60d68deb" providerId="ADAL" clId="{E4ECCD8F-338B-492C-8E8B-16765839EB1C}" dt="2023-01-11T16:40:51.379" v="98" actId="14734"/>
          <ac:graphicFrameMkLst>
            <pc:docMk/>
            <pc:sldMk cId="1815750250" sldId="268"/>
            <ac:graphicFrameMk id="3" creationId="{F3D2CCAE-B8F9-4A9A-A951-2EF6AC1930C2}"/>
          </ac:graphicFrameMkLst>
        </pc:graphicFrameChg>
      </pc:sldChg>
      <pc:sldChg chg="del">
        <pc:chgData name="Mills, Nicole" userId="635ffad0-149b-4734-875d-ab8f60d68deb" providerId="ADAL" clId="{E4ECCD8F-338B-492C-8E8B-16765839EB1C}" dt="2023-01-11T16:59:54.269" v="163" actId="47"/>
        <pc:sldMkLst>
          <pc:docMk/>
          <pc:sldMk cId="2254463155" sldId="269"/>
        </pc:sldMkLst>
      </pc:sldChg>
      <pc:sldChg chg="del">
        <pc:chgData name="Mills, Nicole" userId="635ffad0-149b-4734-875d-ab8f60d68deb" providerId="ADAL" clId="{E4ECCD8F-338B-492C-8E8B-16765839EB1C}" dt="2023-01-11T17:00:02.381" v="164" actId="47"/>
        <pc:sldMkLst>
          <pc:docMk/>
          <pc:sldMk cId="1381754188" sldId="270"/>
        </pc:sldMkLst>
      </pc:sldChg>
      <pc:sldChg chg="del">
        <pc:chgData name="Mills, Nicole" userId="635ffad0-149b-4734-875d-ab8f60d68deb" providerId="ADAL" clId="{E4ECCD8F-338B-492C-8E8B-16765839EB1C}" dt="2023-01-11T17:00:03.554" v="165" actId="47"/>
        <pc:sldMkLst>
          <pc:docMk/>
          <pc:sldMk cId="3325659327" sldId="271"/>
        </pc:sldMkLst>
      </pc:sldChg>
      <pc:sldChg chg="del">
        <pc:chgData name="Mills, Nicole" userId="635ffad0-149b-4734-875d-ab8f60d68deb" providerId="ADAL" clId="{E4ECCD8F-338B-492C-8E8B-16765839EB1C}" dt="2023-01-11T17:00:04.695" v="166" actId="47"/>
        <pc:sldMkLst>
          <pc:docMk/>
          <pc:sldMk cId="3147981723" sldId="272"/>
        </pc:sldMkLst>
      </pc:sldChg>
      <pc:sldChg chg="del">
        <pc:chgData name="Mills, Nicole" userId="635ffad0-149b-4734-875d-ab8f60d68deb" providerId="ADAL" clId="{E4ECCD8F-338B-492C-8E8B-16765839EB1C}" dt="2023-01-11T17:00:05.704" v="167" actId="47"/>
        <pc:sldMkLst>
          <pc:docMk/>
          <pc:sldMk cId="2721551724" sldId="273"/>
        </pc:sldMkLst>
      </pc:sldChg>
      <pc:sldChg chg="del">
        <pc:chgData name="Mills, Nicole" userId="635ffad0-149b-4734-875d-ab8f60d68deb" providerId="ADAL" clId="{E4ECCD8F-338B-492C-8E8B-16765839EB1C}" dt="2023-01-11T17:00:06.637" v="168" actId="47"/>
        <pc:sldMkLst>
          <pc:docMk/>
          <pc:sldMk cId="1191312254" sldId="274"/>
        </pc:sldMkLst>
      </pc:sldChg>
      <pc:sldChg chg="del">
        <pc:chgData name="Mills, Nicole" userId="635ffad0-149b-4734-875d-ab8f60d68deb" providerId="ADAL" clId="{E4ECCD8F-338B-492C-8E8B-16765839EB1C}" dt="2023-01-11T17:00:07.559" v="169" actId="47"/>
        <pc:sldMkLst>
          <pc:docMk/>
          <pc:sldMk cId="3705699139" sldId="275"/>
        </pc:sldMkLst>
      </pc:sldChg>
      <pc:sldChg chg="addSp delSp modSp add mod ord">
        <pc:chgData name="Mills, Nicole" userId="635ffad0-149b-4734-875d-ab8f60d68deb" providerId="ADAL" clId="{E4ECCD8F-338B-492C-8E8B-16765839EB1C}" dt="2023-01-11T16:46:03.173" v="153" actId="1076"/>
        <pc:sldMkLst>
          <pc:docMk/>
          <pc:sldMk cId="3170912750" sldId="276"/>
        </pc:sldMkLst>
        <pc:spChg chg="mod">
          <ac:chgData name="Mills, Nicole" userId="635ffad0-149b-4734-875d-ab8f60d68deb" providerId="ADAL" clId="{E4ECCD8F-338B-492C-8E8B-16765839EB1C}" dt="2023-01-11T16:42:07.462" v="140" actId="20577"/>
          <ac:spMkLst>
            <pc:docMk/>
            <pc:sldMk cId="3170912750" sldId="276"/>
            <ac:spMk id="2" creationId="{9AFB837C-3E07-4129-B371-9F5CA97D5605}"/>
          </ac:spMkLst>
        </pc:spChg>
        <pc:spChg chg="del">
          <ac:chgData name="Mills, Nicole" userId="635ffad0-149b-4734-875d-ab8f60d68deb" providerId="ADAL" clId="{E4ECCD8F-338B-492C-8E8B-16765839EB1C}" dt="2023-01-11T16:42:12.687" v="141" actId="478"/>
          <ac:spMkLst>
            <pc:docMk/>
            <pc:sldMk cId="3170912750" sldId="276"/>
            <ac:spMk id="6" creationId="{D7FF49D8-B932-4D38-A62C-4C973617E4E5}"/>
          </ac:spMkLst>
        </pc:spChg>
        <pc:picChg chg="add mod">
          <ac:chgData name="Mills, Nicole" userId="635ffad0-149b-4734-875d-ab8f60d68deb" providerId="ADAL" clId="{E4ECCD8F-338B-492C-8E8B-16765839EB1C}" dt="2023-01-11T16:46:03.173" v="153" actId="1076"/>
          <ac:picMkLst>
            <pc:docMk/>
            <pc:sldMk cId="3170912750" sldId="276"/>
            <ac:picMk id="5" creationId="{BD724B07-89D0-4F49-A5B3-93369A6E2FE9}"/>
          </ac:picMkLst>
        </pc:picChg>
      </pc:sldChg>
      <pc:sldChg chg="addSp modSp add mod">
        <pc:chgData name="Mills, Nicole" userId="635ffad0-149b-4734-875d-ab8f60d68deb" providerId="ADAL" clId="{E4ECCD8F-338B-492C-8E8B-16765839EB1C}" dt="2023-01-11T16:48:46.867" v="156" actId="1076"/>
        <pc:sldMkLst>
          <pc:docMk/>
          <pc:sldMk cId="3166247851" sldId="277"/>
        </pc:sldMkLst>
        <pc:spChg chg="mod">
          <ac:chgData name="Mills, Nicole" userId="635ffad0-149b-4734-875d-ab8f60d68deb" providerId="ADAL" clId="{E4ECCD8F-338B-492C-8E8B-16765839EB1C}" dt="2023-01-11T16:42:18.235" v="144" actId="20577"/>
          <ac:spMkLst>
            <pc:docMk/>
            <pc:sldMk cId="3166247851" sldId="277"/>
            <ac:spMk id="2" creationId="{9AFB837C-3E07-4129-B371-9F5CA97D5605}"/>
          </ac:spMkLst>
        </pc:spChg>
        <pc:picChg chg="add mod">
          <ac:chgData name="Mills, Nicole" userId="635ffad0-149b-4734-875d-ab8f60d68deb" providerId="ADAL" clId="{E4ECCD8F-338B-492C-8E8B-16765839EB1C}" dt="2023-01-11T16:48:46.867" v="156" actId="1076"/>
          <ac:picMkLst>
            <pc:docMk/>
            <pc:sldMk cId="3166247851" sldId="277"/>
            <ac:picMk id="5" creationId="{8C8EF17F-9FC4-431B-B4A2-40738A3E32B6}"/>
          </ac:picMkLst>
        </pc:picChg>
      </pc:sldChg>
      <pc:sldChg chg="addSp modSp add mod">
        <pc:chgData name="Mills, Nicole" userId="635ffad0-149b-4734-875d-ab8f60d68deb" providerId="ADAL" clId="{E4ECCD8F-338B-492C-8E8B-16765839EB1C}" dt="2023-01-11T16:50:29.542" v="159" actId="1076"/>
        <pc:sldMkLst>
          <pc:docMk/>
          <pc:sldMk cId="3385397639" sldId="278"/>
        </pc:sldMkLst>
        <pc:spChg chg="mod">
          <ac:chgData name="Mills, Nicole" userId="635ffad0-149b-4734-875d-ab8f60d68deb" providerId="ADAL" clId="{E4ECCD8F-338B-492C-8E8B-16765839EB1C}" dt="2023-01-11T16:42:23.190" v="147" actId="20577"/>
          <ac:spMkLst>
            <pc:docMk/>
            <pc:sldMk cId="3385397639" sldId="278"/>
            <ac:spMk id="2" creationId="{9AFB837C-3E07-4129-B371-9F5CA97D5605}"/>
          </ac:spMkLst>
        </pc:spChg>
        <pc:picChg chg="add mod">
          <ac:chgData name="Mills, Nicole" userId="635ffad0-149b-4734-875d-ab8f60d68deb" providerId="ADAL" clId="{E4ECCD8F-338B-492C-8E8B-16765839EB1C}" dt="2023-01-11T16:50:29.542" v="159" actId="1076"/>
          <ac:picMkLst>
            <pc:docMk/>
            <pc:sldMk cId="3385397639" sldId="278"/>
            <ac:picMk id="2050" creationId="{5BC01DA3-44BD-42D8-BC93-66D46A23EC97}"/>
          </ac:picMkLst>
        </pc:picChg>
      </pc:sldChg>
      <pc:sldChg chg="addSp modSp add mod">
        <pc:chgData name="Mills, Nicole" userId="635ffad0-149b-4734-875d-ab8f60d68deb" providerId="ADAL" clId="{E4ECCD8F-338B-492C-8E8B-16765839EB1C}" dt="2023-01-11T16:58:58.739" v="162" actId="1076"/>
        <pc:sldMkLst>
          <pc:docMk/>
          <pc:sldMk cId="3042564142" sldId="279"/>
        </pc:sldMkLst>
        <pc:spChg chg="mod">
          <ac:chgData name="Mills, Nicole" userId="635ffad0-149b-4734-875d-ab8f60d68deb" providerId="ADAL" clId="{E4ECCD8F-338B-492C-8E8B-16765839EB1C}" dt="2023-01-11T16:42:27.643" v="150" actId="20577"/>
          <ac:spMkLst>
            <pc:docMk/>
            <pc:sldMk cId="3042564142" sldId="279"/>
            <ac:spMk id="2" creationId="{9AFB837C-3E07-4129-B371-9F5CA97D5605}"/>
          </ac:spMkLst>
        </pc:spChg>
        <pc:picChg chg="add mod">
          <ac:chgData name="Mills, Nicole" userId="635ffad0-149b-4734-875d-ab8f60d68deb" providerId="ADAL" clId="{E4ECCD8F-338B-492C-8E8B-16765839EB1C}" dt="2023-01-11T16:58:58.739" v="162" actId="1076"/>
          <ac:picMkLst>
            <pc:docMk/>
            <pc:sldMk cId="3042564142" sldId="279"/>
            <ac:picMk id="5" creationId="{C96B8C28-E4EB-4F63-8D81-BA15E6CF271D}"/>
          </ac:picMkLst>
        </pc:picChg>
      </pc:sldChg>
    </pc:docChg>
  </pc:docChgLst>
  <pc:docChgLst>
    <pc:chgData name="Mills, Nicole" userId="635ffad0-149b-4734-875d-ab8f60d68deb" providerId="ADAL" clId="{1B332D02-99EA-4584-97C8-500AB4AD3C33}"/>
    <pc:docChg chg="custSel addSld modSld">
      <pc:chgData name="Mills, Nicole" userId="635ffad0-149b-4734-875d-ab8f60d68deb" providerId="ADAL" clId="{1B332D02-99EA-4584-97C8-500AB4AD3C33}" dt="2023-01-05T13:28:50.053" v="458" actId="20577"/>
      <pc:docMkLst>
        <pc:docMk/>
      </pc:docMkLst>
      <pc:sldChg chg="modSp mod">
        <pc:chgData name="Mills, Nicole" userId="635ffad0-149b-4734-875d-ab8f60d68deb" providerId="ADAL" clId="{1B332D02-99EA-4584-97C8-500AB4AD3C33}" dt="2023-01-05T11:59:24.830" v="19" actId="20577"/>
        <pc:sldMkLst>
          <pc:docMk/>
          <pc:sldMk cId="1482277026" sldId="256"/>
        </pc:sldMkLst>
        <pc:spChg chg="mod">
          <ac:chgData name="Mills, Nicole" userId="635ffad0-149b-4734-875d-ab8f60d68deb" providerId="ADAL" clId="{1B332D02-99EA-4584-97C8-500AB4AD3C33}" dt="2023-01-05T11:59:17.646" v="2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ills, Nicole" userId="635ffad0-149b-4734-875d-ab8f60d68deb" providerId="ADAL" clId="{1B332D02-99EA-4584-97C8-500AB4AD3C33}" dt="2023-01-05T11:59:24.830" v="19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Mills, Nicole" userId="635ffad0-149b-4734-875d-ab8f60d68deb" providerId="ADAL" clId="{1B332D02-99EA-4584-97C8-500AB4AD3C33}" dt="2023-01-05T12:02:14.724" v="27"/>
        <pc:sldMkLst>
          <pc:docMk/>
          <pc:sldMk cId="4071305681" sldId="258"/>
        </pc:sldMkLst>
        <pc:spChg chg="mod">
          <ac:chgData name="Mills, Nicole" userId="635ffad0-149b-4734-875d-ab8f60d68deb" providerId="ADAL" clId="{1B332D02-99EA-4584-97C8-500AB4AD3C33}" dt="2023-01-05T12:02:14.724" v="2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Mills, Nicole" userId="635ffad0-149b-4734-875d-ab8f60d68deb" providerId="ADAL" clId="{1B332D02-99EA-4584-97C8-500AB4AD3C33}" dt="2023-01-05T12:02:03.295" v="26" actId="20577"/>
        <pc:sldMkLst>
          <pc:docMk/>
          <pc:sldMk cId="2772527113" sldId="259"/>
        </pc:sldMkLst>
        <pc:spChg chg="mod">
          <ac:chgData name="Mills, Nicole" userId="635ffad0-149b-4734-875d-ab8f60d68deb" providerId="ADAL" clId="{1B332D02-99EA-4584-97C8-500AB4AD3C33}" dt="2023-01-05T12:02:03.295" v="26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Mills, Nicole" userId="635ffad0-149b-4734-875d-ab8f60d68deb" providerId="ADAL" clId="{1B332D02-99EA-4584-97C8-500AB4AD3C33}" dt="2023-01-05T12:02:52.552" v="35" actId="403"/>
        <pc:sldMkLst>
          <pc:docMk/>
          <pc:sldMk cId="3493109116" sldId="264"/>
        </pc:sldMkLst>
        <pc:graphicFrameChg chg="mod modGraphic">
          <ac:chgData name="Mills, Nicole" userId="635ffad0-149b-4734-875d-ab8f60d68deb" providerId="ADAL" clId="{1B332D02-99EA-4584-97C8-500AB4AD3C33}" dt="2023-01-05T12:02:52.552" v="35" actId="403"/>
          <ac:graphicFrameMkLst>
            <pc:docMk/>
            <pc:sldMk cId="3493109116" sldId="264"/>
            <ac:graphicFrameMk id="3" creationId="{F2860C0F-BA53-412B-8826-DAA9A1B29BA9}"/>
          </ac:graphicFrameMkLst>
        </pc:graphicFrameChg>
      </pc:sldChg>
      <pc:sldChg chg="addSp delSp modSp mod delAnim">
        <pc:chgData name="Mills, Nicole" userId="635ffad0-149b-4734-875d-ab8f60d68deb" providerId="ADAL" clId="{1B332D02-99EA-4584-97C8-500AB4AD3C33}" dt="2023-01-05T13:07:14.940" v="144" actId="20577"/>
        <pc:sldMkLst>
          <pc:docMk/>
          <pc:sldMk cId="1936015983" sldId="266"/>
        </pc:sldMkLst>
        <pc:spChg chg="mod">
          <ac:chgData name="Mills, Nicole" userId="635ffad0-149b-4734-875d-ab8f60d68deb" providerId="ADAL" clId="{1B332D02-99EA-4584-97C8-500AB4AD3C33}" dt="2023-01-05T13:07:14.940" v="144" actId="20577"/>
          <ac:spMkLst>
            <pc:docMk/>
            <pc:sldMk cId="1936015983" sldId="266"/>
            <ac:spMk id="2" creationId="{9AFB837C-3E07-4129-B371-9F5CA97D5605}"/>
          </ac:spMkLst>
        </pc:spChg>
        <pc:spChg chg="add mod">
          <ac:chgData name="Mills, Nicole" userId="635ffad0-149b-4734-875d-ab8f60d68deb" providerId="ADAL" clId="{1B332D02-99EA-4584-97C8-500AB4AD3C33}" dt="2023-01-05T13:07:00.707" v="142" actId="20577"/>
          <ac:spMkLst>
            <pc:docMk/>
            <pc:sldMk cId="1936015983" sldId="266"/>
            <ac:spMk id="6" creationId="{0FF8D460-EF1C-4294-87F0-2081A67D40B1}"/>
          </ac:spMkLst>
        </pc:spChg>
        <pc:picChg chg="del">
          <ac:chgData name="Mills, Nicole" userId="635ffad0-149b-4734-875d-ab8f60d68deb" providerId="ADAL" clId="{1B332D02-99EA-4584-97C8-500AB4AD3C33}" dt="2023-01-05T13:06:12.198" v="134" actId="478"/>
          <ac:picMkLst>
            <pc:docMk/>
            <pc:sldMk cId="1936015983" sldId="266"/>
            <ac:picMk id="7" creationId="{F7D056D4-0C3A-4150-A5CC-092E54C1C8FD}"/>
          </ac:picMkLst>
        </pc:picChg>
      </pc:sldChg>
      <pc:sldChg chg="modSp mod">
        <pc:chgData name="Mills, Nicole" userId="635ffad0-149b-4734-875d-ab8f60d68deb" providerId="ADAL" clId="{1B332D02-99EA-4584-97C8-500AB4AD3C33}" dt="2023-01-05T13:28:50.053" v="458" actId="20577"/>
        <pc:sldMkLst>
          <pc:docMk/>
          <pc:sldMk cId="2313533111" sldId="267"/>
        </pc:sldMkLst>
        <pc:spChg chg="mod">
          <ac:chgData name="Mills, Nicole" userId="635ffad0-149b-4734-875d-ab8f60d68deb" providerId="ADAL" clId="{1B332D02-99EA-4584-97C8-500AB4AD3C33}" dt="2023-01-05T13:28:50.053" v="458" actId="20577"/>
          <ac:spMkLst>
            <pc:docMk/>
            <pc:sldMk cId="2313533111" sldId="267"/>
            <ac:spMk id="3" creationId="{49F2A5AF-3C0B-4968-A438-E435325199EA}"/>
          </ac:spMkLst>
        </pc:spChg>
      </pc:sldChg>
      <pc:sldChg chg="addSp modSp add mod">
        <pc:chgData name="Mills, Nicole" userId="635ffad0-149b-4734-875d-ab8f60d68deb" providerId="ADAL" clId="{1B332D02-99EA-4584-97C8-500AB4AD3C33}" dt="2023-01-05T13:22:59.737" v="340" actId="404"/>
        <pc:sldMkLst>
          <pc:docMk/>
          <pc:sldMk cId="687916227" sldId="268"/>
        </pc:sldMkLst>
        <pc:spChg chg="mod">
          <ac:chgData name="Mills, Nicole" userId="635ffad0-149b-4734-875d-ab8f60d68deb" providerId="ADAL" clId="{1B332D02-99EA-4584-97C8-500AB4AD3C33}" dt="2023-01-05T13:08:15.449" v="185" actId="1076"/>
          <ac:spMkLst>
            <pc:docMk/>
            <pc:sldMk cId="687916227" sldId="268"/>
            <ac:spMk id="2" creationId="{9AFB837C-3E07-4129-B371-9F5CA97D5605}"/>
          </ac:spMkLst>
        </pc:spChg>
        <pc:spChg chg="mod">
          <ac:chgData name="Mills, Nicole" userId="635ffad0-149b-4734-875d-ab8f60d68deb" providerId="ADAL" clId="{1B332D02-99EA-4584-97C8-500AB4AD3C33}" dt="2023-01-05T13:08:18.392" v="186" actId="1076"/>
          <ac:spMkLst>
            <pc:docMk/>
            <pc:sldMk cId="687916227" sldId="268"/>
            <ac:spMk id="6" creationId="{0FF8D460-EF1C-4294-87F0-2081A67D40B1}"/>
          </ac:spMkLst>
        </pc:spChg>
        <pc:spChg chg="add mod">
          <ac:chgData name="Mills, Nicole" userId="635ffad0-149b-4734-875d-ab8f60d68deb" providerId="ADAL" clId="{1B332D02-99EA-4584-97C8-500AB4AD3C33}" dt="2023-01-05T13:22:59.737" v="340" actId="404"/>
          <ac:spMkLst>
            <pc:docMk/>
            <pc:sldMk cId="687916227" sldId="268"/>
            <ac:spMk id="7" creationId="{43CC32DF-251F-4E66-9E04-B5B8A41A717E}"/>
          </ac:spMkLst>
        </pc:spChg>
        <pc:picChg chg="add mod">
          <ac:chgData name="Mills, Nicole" userId="635ffad0-149b-4734-875d-ab8f60d68deb" providerId="ADAL" clId="{1B332D02-99EA-4584-97C8-500AB4AD3C33}" dt="2023-01-05T13:08:32.078" v="189" actId="1076"/>
          <ac:picMkLst>
            <pc:docMk/>
            <pc:sldMk cId="687916227" sldId="268"/>
            <ac:picMk id="5" creationId="{542021F2-5A22-46A0-BD2A-7574D35B43CA}"/>
          </ac:picMkLst>
        </pc:picChg>
      </pc:sldChg>
      <pc:sldChg chg="addSp modSp add mod">
        <pc:chgData name="Mills, Nicole" userId="635ffad0-149b-4734-875d-ab8f60d68deb" providerId="ADAL" clId="{1B332D02-99EA-4584-97C8-500AB4AD3C33}" dt="2023-01-05T13:23:05.076" v="341"/>
        <pc:sldMkLst>
          <pc:docMk/>
          <pc:sldMk cId="3710952636" sldId="269"/>
        </pc:sldMkLst>
        <pc:spChg chg="mod">
          <ac:chgData name="Mills, Nicole" userId="635ffad0-149b-4734-875d-ab8f60d68deb" providerId="ADAL" clId="{1B332D02-99EA-4584-97C8-500AB4AD3C33}" dt="2023-01-05T13:08:45.380" v="208" actId="20577"/>
          <ac:spMkLst>
            <pc:docMk/>
            <pc:sldMk cId="3710952636" sldId="269"/>
            <ac:spMk id="2" creationId="{9AFB837C-3E07-4129-B371-9F5CA97D5605}"/>
          </ac:spMkLst>
        </pc:spChg>
        <pc:spChg chg="mod">
          <ac:chgData name="Mills, Nicole" userId="635ffad0-149b-4734-875d-ab8f60d68deb" providerId="ADAL" clId="{1B332D02-99EA-4584-97C8-500AB4AD3C33}" dt="2023-01-05T13:09:12.113" v="212" actId="14100"/>
          <ac:spMkLst>
            <pc:docMk/>
            <pc:sldMk cId="3710952636" sldId="269"/>
            <ac:spMk id="6" creationId="{0FF8D460-EF1C-4294-87F0-2081A67D40B1}"/>
          </ac:spMkLst>
        </pc:spChg>
        <pc:spChg chg="add mod">
          <ac:chgData name="Mills, Nicole" userId="635ffad0-149b-4734-875d-ab8f60d68deb" providerId="ADAL" clId="{1B332D02-99EA-4584-97C8-500AB4AD3C33}" dt="2023-01-05T13:23:05.076" v="341"/>
          <ac:spMkLst>
            <pc:docMk/>
            <pc:sldMk cId="3710952636" sldId="269"/>
            <ac:spMk id="7" creationId="{8BE4EAF1-F728-40F1-80BB-0D33F0A784F2}"/>
          </ac:spMkLst>
        </pc:spChg>
        <pc:picChg chg="mod">
          <ac:chgData name="Mills, Nicole" userId="635ffad0-149b-4734-875d-ab8f60d68deb" providerId="ADAL" clId="{1B332D02-99EA-4584-97C8-500AB4AD3C33}" dt="2023-01-05T13:09:16.439" v="213" actId="14100"/>
          <ac:picMkLst>
            <pc:docMk/>
            <pc:sldMk cId="3710952636" sldId="269"/>
            <ac:picMk id="5" creationId="{542021F2-5A22-46A0-BD2A-7574D35B43CA}"/>
          </ac:picMkLst>
        </pc:picChg>
      </pc:sldChg>
      <pc:sldChg chg="addSp delSp modSp add mod">
        <pc:chgData name="Mills, Nicole" userId="635ffad0-149b-4734-875d-ab8f60d68deb" providerId="ADAL" clId="{1B332D02-99EA-4584-97C8-500AB4AD3C33}" dt="2023-01-05T13:22:55.137" v="339" actId="404"/>
        <pc:sldMkLst>
          <pc:docMk/>
          <pc:sldMk cId="3082515101" sldId="270"/>
        </pc:sldMkLst>
        <pc:spChg chg="mod">
          <ac:chgData name="Mills, Nicole" userId="635ffad0-149b-4734-875d-ab8f60d68deb" providerId="ADAL" clId="{1B332D02-99EA-4584-97C8-500AB4AD3C33}" dt="2023-01-05T13:10:17.889" v="264" actId="14100"/>
          <ac:spMkLst>
            <pc:docMk/>
            <pc:sldMk cId="3082515101" sldId="270"/>
            <ac:spMk id="2" creationId="{9AFB837C-3E07-4129-B371-9F5CA97D5605}"/>
          </ac:spMkLst>
        </pc:spChg>
        <pc:spChg chg="mod">
          <ac:chgData name="Mills, Nicole" userId="635ffad0-149b-4734-875d-ab8f60d68deb" providerId="ADAL" clId="{1B332D02-99EA-4584-97C8-500AB4AD3C33}" dt="2023-01-05T13:10:28.639" v="267" actId="1076"/>
          <ac:spMkLst>
            <pc:docMk/>
            <pc:sldMk cId="3082515101" sldId="270"/>
            <ac:spMk id="6" creationId="{0FF8D460-EF1C-4294-87F0-2081A67D40B1}"/>
          </ac:spMkLst>
        </pc:spChg>
        <pc:spChg chg="add mod">
          <ac:chgData name="Mills, Nicole" userId="635ffad0-149b-4734-875d-ab8f60d68deb" providerId="ADAL" clId="{1B332D02-99EA-4584-97C8-500AB4AD3C33}" dt="2023-01-05T13:22:55.137" v="339" actId="404"/>
          <ac:spMkLst>
            <pc:docMk/>
            <pc:sldMk cId="3082515101" sldId="270"/>
            <ac:spMk id="8" creationId="{B18CF757-C940-4903-9E91-04B61B4952BE}"/>
          </ac:spMkLst>
        </pc:spChg>
        <pc:picChg chg="del">
          <ac:chgData name="Mills, Nicole" userId="635ffad0-149b-4734-875d-ab8f60d68deb" providerId="ADAL" clId="{1B332D02-99EA-4584-97C8-500AB4AD3C33}" dt="2023-01-05T13:10:00.697" v="258" actId="478"/>
          <ac:picMkLst>
            <pc:docMk/>
            <pc:sldMk cId="3082515101" sldId="270"/>
            <ac:picMk id="5" creationId="{542021F2-5A22-46A0-BD2A-7574D35B43CA}"/>
          </ac:picMkLst>
        </pc:picChg>
        <pc:picChg chg="add mod">
          <ac:chgData name="Mills, Nicole" userId="635ffad0-149b-4734-875d-ab8f60d68deb" providerId="ADAL" clId="{1B332D02-99EA-4584-97C8-500AB4AD3C33}" dt="2023-01-05T13:22:34.287" v="335" actId="1076"/>
          <ac:picMkLst>
            <pc:docMk/>
            <pc:sldMk cId="3082515101" sldId="270"/>
            <ac:picMk id="7" creationId="{A6AF8FCD-F890-4127-A784-50F7687E7F99}"/>
          </ac:picMkLst>
        </pc:picChg>
      </pc:sldChg>
      <pc:sldChg chg="addSp modSp add mod">
        <pc:chgData name="Mills, Nicole" userId="635ffad0-149b-4734-875d-ab8f60d68deb" providerId="ADAL" clId="{1B332D02-99EA-4584-97C8-500AB4AD3C33}" dt="2023-01-05T13:22:50.376" v="338" actId="404"/>
        <pc:sldMkLst>
          <pc:docMk/>
          <pc:sldMk cId="2866561618" sldId="271"/>
        </pc:sldMkLst>
        <pc:spChg chg="mod">
          <ac:chgData name="Mills, Nicole" userId="635ffad0-149b-4734-875d-ab8f60d68deb" providerId="ADAL" clId="{1B332D02-99EA-4584-97C8-500AB4AD3C33}" dt="2023-01-05T13:11:05.545" v="310" actId="20577"/>
          <ac:spMkLst>
            <pc:docMk/>
            <pc:sldMk cId="2866561618" sldId="271"/>
            <ac:spMk id="2" creationId="{9AFB837C-3E07-4129-B371-9F5CA97D5605}"/>
          </ac:spMkLst>
        </pc:spChg>
        <pc:spChg chg="mod">
          <ac:chgData name="Mills, Nicole" userId="635ffad0-149b-4734-875d-ab8f60d68deb" providerId="ADAL" clId="{1B332D02-99EA-4584-97C8-500AB4AD3C33}" dt="2023-01-05T13:11:17.181" v="311"/>
          <ac:spMkLst>
            <pc:docMk/>
            <pc:sldMk cId="2866561618" sldId="271"/>
            <ac:spMk id="6" creationId="{0FF8D460-EF1C-4294-87F0-2081A67D40B1}"/>
          </ac:spMkLst>
        </pc:spChg>
        <pc:spChg chg="add mod">
          <ac:chgData name="Mills, Nicole" userId="635ffad0-149b-4734-875d-ab8f60d68deb" providerId="ADAL" clId="{1B332D02-99EA-4584-97C8-500AB4AD3C33}" dt="2023-01-05T13:22:50.376" v="338" actId="404"/>
          <ac:spMkLst>
            <pc:docMk/>
            <pc:sldMk cId="2866561618" sldId="271"/>
            <ac:spMk id="8" creationId="{22FEEFD2-55EB-475E-9EE0-7FD35D91C997}"/>
          </ac:spMkLst>
        </pc:spChg>
        <pc:picChg chg="mod">
          <ac:chgData name="Mills, Nicole" userId="635ffad0-149b-4734-875d-ab8f60d68deb" providerId="ADAL" clId="{1B332D02-99EA-4584-97C8-500AB4AD3C33}" dt="2023-01-05T13:22:44.303" v="337" actId="1076"/>
          <ac:picMkLst>
            <pc:docMk/>
            <pc:sldMk cId="2866561618" sldId="271"/>
            <ac:picMk id="7" creationId="{A6AF8FCD-F890-4127-A784-50F7687E7F99}"/>
          </ac:picMkLst>
        </pc:picChg>
      </pc:sldChg>
      <pc:sldChg chg="delSp modSp add mod">
        <pc:chgData name="Mills, Nicole" userId="635ffad0-149b-4734-875d-ab8f60d68deb" providerId="ADAL" clId="{1B332D02-99EA-4584-97C8-500AB4AD3C33}" dt="2023-01-05T13:24:08.337" v="395" actId="478"/>
        <pc:sldMkLst>
          <pc:docMk/>
          <pc:sldMk cId="3902368305" sldId="272"/>
        </pc:sldMkLst>
        <pc:spChg chg="mod">
          <ac:chgData name="Mills, Nicole" userId="635ffad0-149b-4734-875d-ab8f60d68deb" providerId="ADAL" clId="{1B332D02-99EA-4584-97C8-500AB4AD3C33}" dt="2023-01-05T13:23:43.471" v="389" actId="20577"/>
          <ac:spMkLst>
            <pc:docMk/>
            <pc:sldMk cId="3902368305" sldId="272"/>
            <ac:spMk id="2" creationId="{9AFB837C-3E07-4129-B371-9F5CA97D5605}"/>
          </ac:spMkLst>
        </pc:spChg>
        <pc:spChg chg="mod">
          <ac:chgData name="Mills, Nicole" userId="635ffad0-149b-4734-875d-ab8f60d68deb" providerId="ADAL" clId="{1B332D02-99EA-4584-97C8-500AB4AD3C33}" dt="2023-01-05T13:24:02.570" v="394" actId="120"/>
          <ac:spMkLst>
            <pc:docMk/>
            <pc:sldMk cId="3902368305" sldId="272"/>
            <ac:spMk id="6" creationId="{0FF8D460-EF1C-4294-87F0-2081A67D40B1}"/>
          </ac:spMkLst>
        </pc:spChg>
        <pc:spChg chg="del">
          <ac:chgData name="Mills, Nicole" userId="635ffad0-149b-4734-875d-ab8f60d68deb" providerId="ADAL" clId="{1B332D02-99EA-4584-97C8-500AB4AD3C33}" dt="2023-01-05T13:24:08.337" v="395" actId="478"/>
          <ac:spMkLst>
            <pc:docMk/>
            <pc:sldMk cId="3902368305" sldId="272"/>
            <ac:spMk id="8" creationId="{22FEEFD2-55EB-475E-9EE0-7FD35D91C997}"/>
          </ac:spMkLst>
        </pc:spChg>
        <pc:picChg chg="del">
          <ac:chgData name="Mills, Nicole" userId="635ffad0-149b-4734-875d-ab8f60d68deb" providerId="ADAL" clId="{1B332D02-99EA-4584-97C8-500AB4AD3C33}" dt="2023-01-05T13:23:54.805" v="391" actId="478"/>
          <ac:picMkLst>
            <pc:docMk/>
            <pc:sldMk cId="3902368305" sldId="272"/>
            <ac:picMk id="7" creationId="{A6AF8FCD-F890-4127-A784-50F7687E7F99}"/>
          </ac:picMkLst>
        </pc:picChg>
      </pc:sldChg>
      <pc:sldChg chg="addSp delSp modSp add mod">
        <pc:chgData name="Mills, Nicole" userId="635ffad0-149b-4734-875d-ab8f60d68deb" providerId="ADAL" clId="{1B332D02-99EA-4584-97C8-500AB4AD3C33}" dt="2023-01-05T13:27:37.530" v="434" actId="1076"/>
        <pc:sldMkLst>
          <pc:docMk/>
          <pc:sldMk cId="565676143" sldId="273"/>
        </pc:sldMkLst>
        <pc:spChg chg="mod">
          <ac:chgData name="Mills, Nicole" userId="635ffad0-149b-4734-875d-ab8f60d68deb" providerId="ADAL" clId="{1B332D02-99EA-4584-97C8-500AB4AD3C33}" dt="2023-01-05T13:24:22.071" v="418" actId="20577"/>
          <ac:spMkLst>
            <pc:docMk/>
            <pc:sldMk cId="565676143" sldId="273"/>
            <ac:spMk id="2" creationId="{9AFB837C-3E07-4129-B371-9F5CA97D5605}"/>
          </ac:spMkLst>
        </pc:spChg>
        <pc:spChg chg="del">
          <ac:chgData name="Mills, Nicole" userId="635ffad0-149b-4734-875d-ab8f60d68deb" providerId="ADAL" clId="{1B332D02-99EA-4584-97C8-500AB4AD3C33}" dt="2023-01-05T13:24:24.435" v="419" actId="478"/>
          <ac:spMkLst>
            <pc:docMk/>
            <pc:sldMk cId="565676143" sldId="273"/>
            <ac:spMk id="6" creationId="{0FF8D460-EF1C-4294-87F0-2081A67D40B1}"/>
          </ac:spMkLst>
        </pc:spChg>
        <pc:picChg chg="add mod">
          <ac:chgData name="Mills, Nicole" userId="635ffad0-149b-4734-875d-ab8f60d68deb" providerId="ADAL" clId="{1B332D02-99EA-4584-97C8-500AB4AD3C33}" dt="2023-01-05T13:27:37.530" v="434" actId="1076"/>
          <ac:picMkLst>
            <pc:docMk/>
            <pc:sldMk cId="565676143" sldId="273"/>
            <ac:picMk id="5" creationId="{B6EC0650-40AE-47B0-B775-66C226B5223A}"/>
          </ac:picMkLst>
        </pc:picChg>
        <pc:picChg chg="add del mod">
          <ac:chgData name="Mills, Nicole" userId="635ffad0-149b-4734-875d-ab8f60d68deb" providerId="ADAL" clId="{1B332D02-99EA-4584-97C8-500AB4AD3C33}" dt="2023-01-05T13:27:31.782" v="432" actId="21"/>
          <ac:picMkLst>
            <pc:docMk/>
            <pc:sldMk cId="565676143" sldId="273"/>
            <ac:picMk id="7" creationId="{CAF28F7E-F564-4C9F-936F-AD4DF2943ED4}"/>
          </ac:picMkLst>
        </pc:picChg>
      </pc:sldChg>
      <pc:sldChg chg="addSp delSp modSp add mod">
        <pc:chgData name="Mills, Nicole" userId="635ffad0-149b-4734-875d-ab8f60d68deb" providerId="ADAL" clId="{1B332D02-99EA-4584-97C8-500AB4AD3C33}" dt="2023-01-05T13:27:49.994" v="440" actId="1076"/>
        <pc:sldMkLst>
          <pc:docMk/>
          <pc:sldMk cId="919562121" sldId="274"/>
        </pc:sldMkLst>
        <pc:picChg chg="del">
          <ac:chgData name="Mills, Nicole" userId="635ffad0-149b-4734-875d-ab8f60d68deb" providerId="ADAL" clId="{1B332D02-99EA-4584-97C8-500AB4AD3C33}" dt="2023-01-05T13:27:42.609" v="436" actId="478"/>
          <ac:picMkLst>
            <pc:docMk/>
            <pc:sldMk cId="919562121" sldId="274"/>
            <ac:picMk id="5" creationId="{B6EC0650-40AE-47B0-B775-66C226B5223A}"/>
          </ac:picMkLst>
        </pc:picChg>
        <pc:picChg chg="add mod">
          <ac:chgData name="Mills, Nicole" userId="635ffad0-149b-4734-875d-ab8f60d68deb" providerId="ADAL" clId="{1B332D02-99EA-4584-97C8-500AB4AD3C33}" dt="2023-01-05T13:27:49.994" v="440" actId="1076"/>
          <ac:picMkLst>
            <pc:docMk/>
            <pc:sldMk cId="919562121" sldId="274"/>
            <ac:picMk id="6" creationId="{25EC3DFD-949F-44FF-B967-7C69B4913C92}"/>
          </ac:picMkLst>
        </pc:picChg>
      </pc:sldChg>
    </pc:docChg>
  </pc:docChgLst>
  <pc:docChgLst>
    <pc:chgData name="Mills, Nicole" userId="635ffad0-149b-4734-875d-ab8f60d68deb" providerId="ADAL" clId="{68815E23-D9BD-4821-AC22-4EB0FCB9CA2E}"/>
    <pc:docChg chg="custSel addSld modSld">
      <pc:chgData name="Mills, Nicole" userId="635ffad0-149b-4734-875d-ab8f60d68deb" providerId="ADAL" clId="{68815E23-D9BD-4821-AC22-4EB0FCB9CA2E}" dt="2022-12-02T20:02:57.548" v="71" actId="20577"/>
      <pc:docMkLst>
        <pc:docMk/>
      </pc:docMkLst>
      <pc:sldChg chg="modSp mod">
        <pc:chgData name="Mills, Nicole" userId="635ffad0-149b-4734-875d-ab8f60d68deb" providerId="ADAL" clId="{68815E23-D9BD-4821-AC22-4EB0FCB9CA2E}" dt="2022-12-02T19:58:55.768" v="3" actId="20577"/>
        <pc:sldMkLst>
          <pc:docMk/>
          <pc:sldMk cId="1482277026" sldId="256"/>
        </pc:sldMkLst>
        <pc:spChg chg="mod">
          <ac:chgData name="Mills, Nicole" userId="635ffad0-149b-4734-875d-ab8f60d68deb" providerId="ADAL" clId="{68815E23-D9BD-4821-AC22-4EB0FCB9CA2E}" dt="2022-12-02T19:58:55.768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ills, Nicole" userId="635ffad0-149b-4734-875d-ab8f60d68deb" providerId="ADAL" clId="{68815E23-D9BD-4821-AC22-4EB0FCB9CA2E}" dt="2022-12-02T19:58:53.188" v="1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Mills, Nicole" userId="635ffad0-149b-4734-875d-ab8f60d68deb" providerId="ADAL" clId="{68815E23-D9BD-4821-AC22-4EB0FCB9CA2E}" dt="2022-12-02T20:00:32.020" v="55" actId="20577"/>
        <pc:sldMkLst>
          <pc:docMk/>
          <pc:sldMk cId="4071305681" sldId="258"/>
        </pc:sldMkLst>
        <pc:spChg chg="mod">
          <ac:chgData name="Mills, Nicole" userId="635ffad0-149b-4734-875d-ab8f60d68deb" providerId="ADAL" clId="{68815E23-D9BD-4821-AC22-4EB0FCB9CA2E}" dt="2022-12-02T20:00:32.020" v="55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Mills, Nicole" userId="635ffad0-149b-4734-875d-ab8f60d68deb" providerId="ADAL" clId="{68815E23-D9BD-4821-AC22-4EB0FCB9CA2E}" dt="2022-12-02T19:59:12.009" v="10" actId="20577"/>
        <pc:sldMkLst>
          <pc:docMk/>
          <pc:sldMk cId="2772527113" sldId="259"/>
        </pc:sldMkLst>
        <pc:spChg chg="mod">
          <ac:chgData name="Mills, Nicole" userId="635ffad0-149b-4734-875d-ab8f60d68deb" providerId="ADAL" clId="{68815E23-D9BD-4821-AC22-4EB0FCB9CA2E}" dt="2022-12-02T19:59:12.009" v="10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addSp delSp modSp mod delAnim">
        <pc:chgData name="Mills, Nicole" userId="635ffad0-149b-4734-875d-ab8f60d68deb" providerId="ADAL" clId="{68815E23-D9BD-4821-AC22-4EB0FCB9CA2E}" dt="2022-12-02T20:00:11.120" v="52" actId="1076"/>
        <pc:sldMkLst>
          <pc:docMk/>
          <pc:sldMk cId="3493109116" sldId="264"/>
        </pc:sldMkLst>
        <pc:spChg chg="mod">
          <ac:chgData name="Mills, Nicole" userId="635ffad0-149b-4734-875d-ab8f60d68deb" providerId="ADAL" clId="{68815E23-D9BD-4821-AC22-4EB0FCB9CA2E}" dt="2022-12-02T19:59:30.889" v="22" actId="20577"/>
          <ac:spMkLst>
            <pc:docMk/>
            <pc:sldMk cId="3493109116" sldId="264"/>
            <ac:spMk id="2" creationId="{D7836664-70C0-47BA-9BFF-496A04EBBFDE}"/>
          </ac:spMkLst>
        </pc:spChg>
        <pc:graphicFrameChg chg="add mod modGraphic">
          <ac:chgData name="Mills, Nicole" userId="635ffad0-149b-4734-875d-ab8f60d68deb" providerId="ADAL" clId="{68815E23-D9BD-4821-AC22-4EB0FCB9CA2E}" dt="2022-12-02T20:00:11.120" v="52" actId="1076"/>
          <ac:graphicFrameMkLst>
            <pc:docMk/>
            <pc:sldMk cId="3493109116" sldId="264"/>
            <ac:graphicFrameMk id="3" creationId="{F2860C0F-BA53-412B-8826-DAA9A1B29BA9}"/>
          </ac:graphicFrameMkLst>
        </pc:graphicFrameChg>
        <pc:picChg chg="del">
          <ac:chgData name="Mills, Nicole" userId="635ffad0-149b-4734-875d-ab8f60d68deb" providerId="ADAL" clId="{68815E23-D9BD-4821-AC22-4EB0FCB9CA2E}" dt="2022-12-02T19:59:32.599" v="23" actId="478"/>
          <ac:picMkLst>
            <pc:docMk/>
            <pc:sldMk cId="3493109116" sldId="264"/>
            <ac:picMk id="8" creationId="{30ACBC68-CBED-4EAE-ADF7-C74881DE47A9}"/>
          </ac:picMkLst>
        </pc:picChg>
      </pc:sldChg>
      <pc:sldChg chg="addSp delSp modSp mod modAnim">
        <pc:chgData name="Mills, Nicole" userId="635ffad0-149b-4734-875d-ab8f60d68deb" providerId="ADAL" clId="{68815E23-D9BD-4821-AC22-4EB0FCB9CA2E}" dt="2022-12-02T20:02:21.537" v="67" actId="1076"/>
        <pc:sldMkLst>
          <pc:docMk/>
          <pc:sldMk cId="1936015983" sldId="266"/>
        </pc:sldMkLst>
        <pc:spChg chg="mod">
          <ac:chgData name="Mills, Nicole" userId="635ffad0-149b-4734-875d-ab8f60d68deb" providerId="ADAL" clId="{68815E23-D9BD-4821-AC22-4EB0FCB9CA2E}" dt="2022-12-02T20:01:56.224" v="61" actId="20577"/>
          <ac:spMkLst>
            <pc:docMk/>
            <pc:sldMk cId="1936015983" sldId="266"/>
            <ac:spMk id="2" creationId="{9AFB837C-3E07-4129-B371-9F5CA97D5605}"/>
          </ac:spMkLst>
        </pc:spChg>
        <pc:spChg chg="del">
          <ac:chgData name="Mills, Nicole" userId="635ffad0-149b-4734-875d-ab8f60d68deb" providerId="ADAL" clId="{68815E23-D9BD-4821-AC22-4EB0FCB9CA2E}" dt="2022-12-02T20:01:59.269" v="62" actId="478"/>
          <ac:spMkLst>
            <pc:docMk/>
            <pc:sldMk cId="1936015983" sldId="266"/>
            <ac:spMk id="3" creationId="{49F2A5AF-3C0B-4968-A438-E435325199EA}"/>
          </ac:spMkLst>
        </pc:spChg>
        <pc:spChg chg="add del mod">
          <ac:chgData name="Mills, Nicole" userId="635ffad0-149b-4734-875d-ab8f60d68deb" providerId="ADAL" clId="{68815E23-D9BD-4821-AC22-4EB0FCB9CA2E}" dt="2022-12-02T20:02:02.987" v="63" actId="478"/>
          <ac:spMkLst>
            <pc:docMk/>
            <pc:sldMk cId="1936015983" sldId="266"/>
            <ac:spMk id="6" creationId="{9942CCE9-E455-4AE7-98D9-9E58C4FB375A}"/>
          </ac:spMkLst>
        </pc:spChg>
        <pc:picChg chg="add mod">
          <ac:chgData name="Mills, Nicole" userId="635ffad0-149b-4734-875d-ab8f60d68deb" providerId="ADAL" clId="{68815E23-D9BD-4821-AC22-4EB0FCB9CA2E}" dt="2022-12-02T20:02:21.537" v="67" actId="1076"/>
          <ac:picMkLst>
            <pc:docMk/>
            <pc:sldMk cId="1936015983" sldId="266"/>
            <ac:picMk id="7" creationId="{F7D056D4-0C3A-4150-A5CC-092E54C1C8FD}"/>
          </ac:picMkLst>
        </pc:picChg>
      </pc:sldChg>
      <pc:sldChg chg="modSp add mod">
        <pc:chgData name="Mills, Nicole" userId="635ffad0-149b-4734-875d-ab8f60d68deb" providerId="ADAL" clId="{68815E23-D9BD-4821-AC22-4EB0FCB9CA2E}" dt="2022-12-02T20:02:57.548" v="71" actId="20577"/>
        <pc:sldMkLst>
          <pc:docMk/>
          <pc:sldMk cId="2313533111" sldId="267"/>
        </pc:sldMkLst>
        <pc:spChg chg="mod">
          <ac:chgData name="Mills, Nicole" userId="635ffad0-149b-4734-875d-ab8f60d68deb" providerId="ADAL" clId="{68815E23-D9BD-4821-AC22-4EB0FCB9CA2E}" dt="2022-12-02T20:02:57.548" v="71" actId="20577"/>
          <ac:spMkLst>
            <pc:docMk/>
            <pc:sldMk cId="2313533111" sldId="267"/>
            <ac:spMk id="3" creationId="{49F2A5AF-3C0B-4968-A438-E435325199EA}"/>
          </ac:spMkLst>
        </pc:spChg>
      </pc:sldChg>
    </pc:docChg>
  </pc:docChgLst>
  <pc:docChgLst>
    <pc:chgData name="Veenis, Sierra" userId="200c9325-9a6d-4db1-8535-3c88a644c387" providerId="ADAL" clId="{EE5F33EB-EB9A-4145-9CA6-A0AA77FE82D1}"/>
    <pc:docChg chg="custSel modSld">
      <pc:chgData name="Veenis, Sierra" userId="200c9325-9a6d-4db1-8535-3c88a644c387" providerId="ADAL" clId="{EE5F33EB-EB9A-4145-9CA6-A0AA77FE82D1}" dt="2023-07-14T23:54:56.883" v="32"/>
      <pc:docMkLst>
        <pc:docMk/>
      </pc:docMkLst>
      <pc:sldChg chg="addSp delSp modSp mod">
        <pc:chgData name="Veenis, Sierra" userId="200c9325-9a6d-4db1-8535-3c88a644c387" providerId="ADAL" clId="{EE5F33EB-EB9A-4145-9CA6-A0AA77FE82D1}" dt="2023-07-14T23:51:18.591" v="8" actId="478"/>
        <pc:sldMkLst>
          <pc:docMk/>
          <pc:sldMk cId="1482277026" sldId="256"/>
        </pc:sldMkLst>
        <pc:spChg chg="mod">
          <ac:chgData name="Veenis, Sierra" userId="200c9325-9a6d-4db1-8535-3c88a644c387" providerId="ADAL" clId="{EE5F33EB-EB9A-4145-9CA6-A0AA77FE82D1}" dt="2023-07-14T23:50:42.688" v="0" actId="1076"/>
          <ac:spMkLst>
            <pc:docMk/>
            <pc:sldMk cId="1482277026" sldId="256"/>
            <ac:spMk id="2" creationId="{BFFCF5BD-F8FF-4A67-A8B6-EBB21E79279B}"/>
          </ac:spMkLst>
        </pc:spChg>
        <pc:spChg chg="add del mod">
          <ac:chgData name="Veenis, Sierra" userId="200c9325-9a6d-4db1-8535-3c88a644c387" providerId="ADAL" clId="{EE5F33EB-EB9A-4145-9CA6-A0AA77FE82D1}" dt="2023-07-14T23:51:18.591" v="8" actId="478"/>
          <ac:spMkLst>
            <pc:docMk/>
            <pc:sldMk cId="1482277026" sldId="256"/>
            <ac:spMk id="4" creationId="{FD0EEDDD-3DDC-4909-AF99-60870B25C0CC}"/>
          </ac:spMkLst>
        </pc:spChg>
        <pc:spChg chg="add mod">
          <ac:chgData name="Veenis, Sierra" userId="200c9325-9a6d-4db1-8535-3c88a644c387" providerId="ADAL" clId="{EE5F33EB-EB9A-4145-9CA6-A0AA77FE82D1}" dt="2023-07-14T23:51:15.042" v="7" actId="14100"/>
          <ac:spMkLst>
            <pc:docMk/>
            <pc:sldMk cId="1482277026" sldId="256"/>
            <ac:spMk id="5" creationId="{CF2AFAA9-17C6-BCAB-9BBE-C93D3A997C62}"/>
          </ac:spMkLst>
        </pc:spChg>
      </pc:sldChg>
      <pc:sldChg chg="addSp delSp modSp mod">
        <pc:chgData name="Veenis, Sierra" userId="200c9325-9a6d-4db1-8535-3c88a644c387" providerId="ADAL" clId="{EE5F33EB-EB9A-4145-9CA6-A0AA77FE82D1}" dt="2023-07-14T23:51:32.126" v="10"/>
        <pc:sldMkLst>
          <pc:docMk/>
          <pc:sldMk cId="4071305681" sldId="258"/>
        </pc:sldMkLst>
        <pc:spChg chg="del">
          <ac:chgData name="Veenis, Sierra" userId="200c9325-9a6d-4db1-8535-3c88a644c387" providerId="ADAL" clId="{EE5F33EB-EB9A-4145-9CA6-A0AA77FE82D1}" dt="2023-07-14T23:51:31.799" v="9" actId="478"/>
          <ac:spMkLst>
            <pc:docMk/>
            <pc:sldMk cId="4071305681" sldId="258"/>
            <ac:spMk id="4" creationId="{2DC7D18A-F106-4CA1-A59B-DE4084E585CF}"/>
          </ac:spMkLst>
        </pc:spChg>
        <pc:spChg chg="add mod">
          <ac:chgData name="Veenis, Sierra" userId="200c9325-9a6d-4db1-8535-3c88a644c387" providerId="ADAL" clId="{EE5F33EB-EB9A-4145-9CA6-A0AA77FE82D1}" dt="2023-07-14T23:51:32.126" v="10"/>
          <ac:spMkLst>
            <pc:docMk/>
            <pc:sldMk cId="4071305681" sldId="258"/>
            <ac:spMk id="5" creationId="{4C6F4E80-C556-B9F7-35C2-4651B4FB5EB1}"/>
          </ac:spMkLst>
        </pc:spChg>
        <pc:spChg chg="add mod">
          <ac:chgData name="Veenis, Sierra" userId="200c9325-9a6d-4db1-8535-3c88a644c387" providerId="ADAL" clId="{EE5F33EB-EB9A-4145-9CA6-A0AA77FE82D1}" dt="2023-07-14T23:51:32.126" v="10"/>
          <ac:spMkLst>
            <pc:docMk/>
            <pc:sldMk cId="4071305681" sldId="258"/>
            <ac:spMk id="6" creationId="{00658B8A-B47F-49A8-9310-45971E34D608}"/>
          </ac:spMkLst>
        </pc:spChg>
      </pc:sldChg>
      <pc:sldChg chg="addSp delSp modSp mod">
        <pc:chgData name="Veenis, Sierra" userId="200c9325-9a6d-4db1-8535-3c88a644c387" providerId="ADAL" clId="{EE5F33EB-EB9A-4145-9CA6-A0AA77FE82D1}" dt="2023-07-14T23:51:02.786" v="5" actId="478"/>
        <pc:sldMkLst>
          <pc:docMk/>
          <pc:sldMk cId="2772527113" sldId="259"/>
        </pc:sldMkLst>
        <pc:spChg chg="del">
          <ac:chgData name="Veenis, Sierra" userId="200c9325-9a6d-4db1-8535-3c88a644c387" providerId="ADAL" clId="{EE5F33EB-EB9A-4145-9CA6-A0AA77FE82D1}" dt="2023-07-14T23:51:02.786" v="5" actId="478"/>
          <ac:spMkLst>
            <pc:docMk/>
            <pc:sldMk cId="2772527113" sldId="259"/>
            <ac:spMk id="4" creationId="{FD0EEDDD-3DDC-4909-AF99-60870B25C0CC}"/>
          </ac:spMkLst>
        </pc:spChg>
        <pc:spChg chg="add mod">
          <ac:chgData name="Veenis, Sierra" userId="200c9325-9a6d-4db1-8535-3c88a644c387" providerId="ADAL" clId="{EE5F33EB-EB9A-4145-9CA6-A0AA77FE82D1}" dt="2023-07-14T23:50:59.157" v="4" actId="1076"/>
          <ac:spMkLst>
            <pc:docMk/>
            <pc:sldMk cId="2772527113" sldId="259"/>
            <ac:spMk id="5" creationId="{FD0EEDDD-3DDC-4909-AF99-60870B25C0CC}"/>
          </ac:spMkLst>
        </pc:spChg>
        <pc:spChg chg="add mod">
          <ac:chgData name="Veenis, Sierra" userId="200c9325-9a6d-4db1-8535-3c88a644c387" providerId="ADAL" clId="{EE5F33EB-EB9A-4145-9CA6-A0AA77FE82D1}" dt="2023-07-14T23:50:59.157" v="4" actId="1076"/>
          <ac:spMkLst>
            <pc:docMk/>
            <pc:sldMk cId="2772527113" sldId="259"/>
            <ac:spMk id="6" creationId="{CF2AFAA9-17C6-BCAB-9BBE-C93D3A997C62}"/>
          </ac:spMkLst>
        </pc:spChg>
      </pc:sldChg>
      <pc:sldChg chg="addSp delSp modSp mod">
        <pc:chgData name="Veenis, Sierra" userId="200c9325-9a6d-4db1-8535-3c88a644c387" providerId="ADAL" clId="{EE5F33EB-EB9A-4145-9CA6-A0AA77FE82D1}" dt="2023-07-14T23:54:49.853" v="28"/>
        <pc:sldMkLst>
          <pc:docMk/>
          <pc:sldMk cId="3493109116" sldId="264"/>
        </pc:sldMkLst>
        <pc:spChg chg="add mod">
          <ac:chgData name="Veenis, Sierra" userId="200c9325-9a6d-4db1-8535-3c88a644c387" providerId="ADAL" clId="{EE5F33EB-EB9A-4145-9CA6-A0AA77FE82D1}" dt="2023-07-14T23:54:49.853" v="28"/>
          <ac:spMkLst>
            <pc:docMk/>
            <pc:sldMk cId="3493109116" sldId="264"/>
            <ac:spMk id="4" creationId="{59F76B82-2C9C-C30A-CDAB-F2105C27D6C9}"/>
          </ac:spMkLst>
        </pc:spChg>
        <pc:spChg chg="del">
          <ac:chgData name="Veenis, Sierra" userId="200c9325-9a6d-4db1-8535-3c88a644c387" providerId="ADAL" clId="{EE5F33EB-EB9A-4145-9CA6-A0AA77FE82D1}" dt="2023-07-14T23:51:35.568" v="11" actId="478"/>
          <ac:spMkLst>
            <pc:docMk/>
            <pc:sldMk cId="3493109116" sldId="264"/>
            <ac:spMk id="4" creationId="{F767700B-954E-42AD-AD69-9CC1C5B510A5}"/>
          </ac:spMkLst>
        </pc:spChg>
        <pc:spChg chg="add mod">
          <ac:chgData name="Veenis, Sierra" userId="200c9325-9a6d-4db1-8535-3c88a644c387" providerId="ADAL" clId="{EE5F33EB-EB9A-4145-9CA6-A0AA77FE82D1}" dt="2023-07-14T23:51:36.230" v="12"/>
          <ac:spMkLst>
            <pc:docMk/>
            <pc:sldMk cId="3493109116" sldId="264"/>
            <ac:spMk id="5" creationId="{9E72E69B-5EFA-6024-74FD-80B4260F9804}"/>
          </ac:spMkLst>
        </pc:spChg>
        <pc:spChg chg="add mod">
          <ac:chgData name="Veenis, Sierra" userId="200c9325-9a6d-4db1-8535-3c88a644c387" providerId="ADAL" clId="{EE5F33EB-EB9A-4145-9CA6-A0AA77FE82D1}" dt="2023-07-14T23:51:36.230" v="12"/>
          <ac:spMkLst>
            <pc:docMk/>
            <pc:sldMk cId="3493109116" sldId="264"/>
            <ac:spMk id="6" creationId="{FF9B3088-BD04-B3B3-9D0E-A3F8A95E5DD3}"/>
          </ac:spMkLst>
        </pc:spChg>
      </pc:sldChg>
      <pc:sldChg chg="addSp delSp modSp mod">
        <pc:chgData name="Veenis, Sierra" userId="200c9325-9a6d-4db1-8535-3c88a644c387" providerId="ADAL" clId="{EE5F33EB-EB9A-4145-9CA6-A0AA77FE82D1}" dt="2023-07-14T23:54:56.883" v="32"/>
        <pc:sldMkLst>
          <pc:docMk/>
          <pc:sldMk cId="2313533111" sldId="267"/>
        </pc:sldMkLst>
        <pc:spChg chg="del">
          <ac:chgData name="Veenis, Sierra" userId="200c9325-9a6d-4db1-8535-3c88a644c387" providerId="ADAL" clId="{EE5F33EB-EB9A-4145-9CA6-A0AA77FE82D1}" dt="2023-07-14T23:52:38.305" v="26" actId="478"/>
          <ac:spMkLst>
            <pc:docMk/>
            <pc:sldMk cId="2313533111" sldId="267"/>
            <ac:spMk id="4" creationId="{00210221-3F4A-4187-A674-5BB2A5218FDE}"/>
          </ac:spMkLst>
        </pc:spChg>
        <pc:spChg chg="add mod">
          <ac:chgData name="Veenis, Sierra" userId="200c9325-9a6d-4db1-8535-3c88a644c387" providerId="ADAL" clId="{EE5F33EB-EB9A-4145-9CA6-A0AA77FE82D1}" dt="2023-07-14T23:54:56.883" v="32"/>
          <ac:spMkLst>
            <pc:docMk/>
            <pc:sldMk cId="2313533111" sldId="267"/>
            <ac:spMk id="4" creationId="{A68A2439-0F8E-FA56-A56D-03B6FAA7D582}"/>
          </ac:spMkLst>
        </pc:spChg>
        <pc:spChg chg="add mod">
          <ac:chgData name="Veenis, Sierra" userId="200c9325-9a6d-4db1-8535-3c88a644c387" providerId="ADAL" clId="{EE5F33EB-EB9A-4145-9CA6-A0AA77FE82D1}" dt="2023-07-14T23:52:39.347" v="27"/>
          <ac:spMkLst>
            <pc:docMk/>
            <pc:sldMk cId="2313533111" sldId="267"/>
            <ac:spMk id="5" creationId="{83FC5AEE-2704-26CE-D3D7-1464AEF5C103}"/>
          </ac:spMkLst>
        </pc:spChg>
        <pc:spChg chg="add del mod">
          <ac:chgData name="Veenis, Sierra" userId="200c9325-9a6d-4db1-8535-3c88a644c387" providerId="ADAL" clId="{EE5F33EB-EB9A-4145-9CA6-A0AA77FE82D1}" dt="2023-07-14T23:54:56.642" v="31" actId="478"/>
          <ac:spMkLst>
            <pc:docMk/>
            <pc:sldMk cId="2313533111" sldId="267"/>
            <ac:spMk id="6" creationId="{F1B393A3-DB77-C6D4-763A-3BEE204BDE47}"/>
          </ac:spMkLst>
        </pc:spChg>
      </pc:sldChg>
      <pc:sldChg chg="addSp delSp modSp mod">
        <pc:chgData name="Veenis, Sierra" userId="200c9325-9a6d-4db1-8535-3c88a644c387" providerId="ADAL" clId="{EE5F33EB-EB9A-4145-9CA6-A0AA77FE82D1}" dt="2023-07-14T23:54:52.890" v="30"/>
        <pc:sldMkLst>
          <pc:docMk/>
          <pc:sldMk cId="1815750250" sldId="268"/>
        </pc:sldMkLst>
        <pc:spChg chg="del">
          <ac:chgData name="Veenis, Sierra" userId="200c9325-9a6d-4db1-8535-3c88a644c387" providerId="ADAL" clId="{EE5F33EB-EB9A-4145-9CA6-A0AA77FE82D1}" dt="2023-07-14T23:51:41.402" v="13" actId="478"/>
          <ac:spMkLst>
            <pc:docMk/>
            <pc:sldMk cId="1815750250" sldId="268"/>
            <ac:spMk id="4" creationId="{00210221-3F4A-4187-A674-5BB2A5218FDE}"/>
          </ac:spMkLst>
        </pc:spChg>
        <pc:spChg chg="add mod">
          <ac:chgData name="Veenis, Sierra" userId="200c9325-9a6d-4db1-8535-3c88a644c387" providerId="ADAL" clId="{EE5F33EB-EB9A-4145-9CA6-A0AA77FE82D1}" dt="2023-07-14T23:54:52.890" v="30"/>
          <ac:spMkLst>
            <pc:docMk/>
            <pc:sldMk cId="1815750250" sldId="268"/>
            <ac:spMk id="4" creationId="{99984B96-AB9E-608E-1077-118AA7299F96}"/>
          </ac:spMkLst>
        </pc:spChg>
        <pc:spChg chg="add mod">
          <ac:chgData name="Veenis, Sierra" userId="200c9325-9a6d-4db1-8535-3c88a644c387" providerId="ADAL" clId="{EE5F33EB-EB9A-4145-9CA6-A0AA77FE82D1}" dt="2023-07-14T23:51:41.844" v="14"/>
          <ac:spMkLst>
            <pc:docMk/>
            <pc:sldMk cId="1815750250" sldId="268"/>
            <ac:spMk id="5" creationId="{5A574734-9425-E508-BD78-819A24192EA4}"/>
          </ac:spMkLst>
        </pc:spChg>
        <pc:spChg chg="add del mod">
          <ac:chgData name="Veenis, Sierra" userId="200c9325-9a6d-4db1-8535-3c88a644c387" providerId="ADAL" clId="{EE5F33EB-EB9A-4145-9CA6-A0AA77FE82D1}" dt="2023-07-14T23:54:52.615" v="29" actId="478"/>
          <ac:spMkLst>
            <pc:docMk/>
            <pc:sldMk cId="1815750250" sldId="268"/>
            <ac:spMk id="6" creationId="{4B964626-BCD0-F53C-202B-B8DD4713DB18}"/>
          </ac:spMkLst>
        </pc:spChg>
        <pc:graphicFrameChg chg="mod modGraphic">
          <ac:chgData name="Veenis, Sierra" userId="200c9325-9a6d-4db1-8535-3c88a644c387" providerId="ADAL" clId="{EE5F33EB-EB9A-4145-9CA6-A0AA77FE82D1}" dt="2023-07-14T23:52:32.550" v="25" actId="14734"/>
          <ac:graphicFrameMkLst>
            <pc:docMk/>
            <pc:sldMk cId="1815750250" sldId="268"/>
            <ac:graphicFrameMk id="3" creationId="{F3D2CCAE-B8F9-4A9A-A951-2EF6AC1930C2}"/>
          </ac:graphicFrameMkLst>
        </pc:graphicFrameChg>
      </pc:sldChg>
    </pc:docChg>
  </pc:docChgLst>
  <pc:docChgLst>
    <pc:chgData name="White (she/her), Whitney" userId="65f39021-2f1d-4d8b-87dc-b123826f65bf" providerId="ADAL" clId="{9A0B0A8D-5061-417E-AEB9-27961BB1E1C5}"/>
    <pc:docChg chg="modSld">
      <pc:chgData name="White (she/her), Whitney" userId="65f39021-2f1d-4d8b-87dc-b123826f65bf" providerId="ADAL" clId="{9A0B0A8D-5061-417E-AEB9-27961BB1E1C5}" dt="2023-08-19T00:59:04.299" v="8" actId="1076"/>
      <pc:docMkLst>
        <pc:docMk/>
      </pc:docMkLst>
      <pc:sldChg chg="modSp mod">
        <pc:chgData name="White (she/her), Whitney" userId="65f39021-2f1d-4d8b-87dc-b123826f65bf" providerId="ADAL" clId="{9A0B0A8D-5061-417E-AEB9-27961BB1E1C5}" dt="2023-08-19T00:59:04.299" v="8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9A0B0A8D-5061-417E-AEB9-27961BB1E1C5}" dt="2023-08-19T00:59:04.299" v="8" actId="1076"/>
          <ac:spMkLst>
            <pc:docMk/>
            <pc:sldMk cId="1482277026" sldId="256"/>
            <ac:spMk id="5" creationId="{CF2AFAA9-17C6-BCAB-9BBE-C93D3A997C62}"/>
          </ac:spMkLst>
        </pc:spChg>
      </pc:sldChg>
    </pc:docChg>
  </pc:docChgLst>
  <pc:docChgLst>
    <pc:chgData name="Mills, Nicole" userId="635ffad0-149b-4734-875d-ab8f60d68deb" providerId="ADAL" clId="{BA8238B6-80EA-4CD7-B4F3-169FC1A13CB7}"/>
    <pc:docChg chg="undo redo custSel addSld delSld modSld">
      <pc:chgData name="Mills, Nicole" userId="635ffad0-149b-4734-875d-ab8f60d68deb" providerId="ADAL" clId="{BA8238B6-80EA-4CD7-B4F3-169FC1A13CB7}" dt="2023-01-05T14:46:59.188" v="184" actId="14100"/>
      <pc:docMkLst>
        <pc:docMk/>
      </pc:docMkLst>
      <pc:sldChg chg="modSp mod">
        <pc:chgData name="Mills, Nicole" userId="635ffad0-149b-4734-875d-ab8f60d68deb" providerId="ADAL" clId="{BA8238B6-80EA-4CD7-B4F3-169FC1A13CB7}" dt="2023-01-05T14:40:56.187" v="2"/>
        <pc:sldMkLst>
          <pc:docMk/>
          <pc:sldMk cId="1482277026" sldId="256"/>
        </pc:sldMkLst>
        <pc:spChg chg="mod">
          <ac:chgData name="Mills, Nicole" userId="635ffad0-149b-4734-875d-ab8f60d68deb" providerId="ADAL" clId="{BA8238B6-80EA-4CD7-B4F3-169FC1A13CB7}" dt="2023-01-05T14:40:52.481" v="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ills, Nicole" userId="635ffad0-149b-4734-875d-ab8f60d68deb" providerId="ADAL" clId="{BA8238B6-80EA-4CD7-B4F3-169FC1A13CB7}" dt="2023-01-05T14:40:56.187" v="2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Mills, Nicole" userId="635ffad0-149b-4734-875d-ab8f60d68deb" providerId="ADAL" clId="{BA8238B6-80EA-4CD7-B4F3-169FC1A13CB7}" dt="2023-01-05T14:41:27.551" v="8"/>
        <pc:sldMkLst>
          <pc:docMk/>
          <pc:sldMk cId="4071305681" sldId="258"/>
        </pc:sldMkLst>
        <pc:spChg chg="mod">
          <ac:chgData name="Mills, Nicole" userId="635ffad0-149b-4734-875d-ab8f60d68deb" providerId="ADAL" clId="{BA8238B6-80EA-4CD7-B4F3-169FC1A13CB7}" dt="2023-01-05T14:41:27.551" v="8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Mills, Nicole" userId="635ffad0-149b-4734-875d-ab8f60d68deb" providerId="ADAL" clId="{BA8238B6-80EA-4CD7-B4F3-169FC1A13CB7}" dt="2023-01-05T14:41:16.358" v="7" actId="20577"/>
        <pc:sldMkLst>
          <pc:docMk/>
          <pc:sldMk cId="2772527113" sldId="259"/>
        </pc:sldMkLst>
        <pc:spChg chg="mod">
          <ac:chgData name="Mills, Nicole" userId="635ffad0-149b-4734-875d-ab8f60d68deb" providerId="ADAL" clId="{BA8238B6-80EA-4CD7-B4F3-169FC1A13CB7}" dt="2023-01-05T14:41:16.358" v="7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Mills, Nicole" userId="635ffad0-149b-4734-875d-ab8f60d68deb" providerId="ADAL" clId="{BA8238B6-80EA-4CD7-B4F3-169FC1A13CB7}" dt="2023-01-05T14:41:50.826" v="16" actId="403"/>
        <pc:sldMkLst>
          <pc:docMk/>
          <pc:sldMk cId="3493109116" sldId="264"/>
        </pc:sldMkLst>
        <pc:graphicFrameChg chg="mod modGraphic">
          <ac:chgData name="Mills, Nicole" userId="635ffad0-149b-4734-875d-ab8f60d68deb" providerId="ADAL" clId="{BA8238B6-80EA-4CD7-B4F3-169FC1A13CB7}" dt="2023-01-05T14:41:50.826" v="16" actId="403"/>
          <ac:graphicFrameMkLst>
            <pc:docMk/>
            <pc:sldMk cId="3493109116" sldId="264"/>
            <ac:graphicFrameMk id="3" creationId="{F2860C0F-BA53-412B-8826-DAA9A1B29BA9}"/>
          </ac:graphicFrameMkLst>
        </pc:graphicFrameChg>
      </pc:sldChg>
      <pc:sldChg chg="addSp delSp modSp add del mod">
        <pc:chgData name="Mills, Nicole" userId="635ffad0-149b-4734-875d-ab8f60d68deb" providerId="ADAL" clId="{BA8238B6-80EA-4CD7-B4F3-169FC1A13CB7}" dt="2023-01-05T14:44:26.264" v="90" actId="1076"/>
        <pc:sldMkLst>
          <pc:docMk/>
          <pc:sldMk cId="1936015983" sldId="266"/>
        </pc:sldMkLst>
        <pc:spChg chg="mod">
          <ac:chgData name="Mills, Nicole" userId="635ffad0-149b-4734-875d-ab8f60d68deb" providerId="ADAL" clId="{BA8238B6-80EA-4CD7-B4F3-169FC1A13CB7}" dt="2023-01-05T14:44:26.264" v="90" actId="1076"/>
          <ac:spMkLst>
            <pc:docMk/>
            <pc:sldMk cId="1936015983" sldId="266"/>
            <ac:spMk id="2" creationId="{9AFB837C-3E07-4129-B371-9F5CA97D5605}"/>
          </ac:spMkLst>
        </pc:spChg>
        <pc:spChg chg="del">
          <ac:chgData name="Mills, Nicole" userId="635ffad0-149b-4734-875d-ab8f60d68deb" providerId="ADAL" clId="{BA8238B6-80EA-4CD7-B4F3-169FC1A13CB7}" dt="2023-01-05T14:42:38.491" v="59" actId="478"/>
          <ac:spMkLst>
            <pc:docMk/>
            <pc:sldMk cId="1936015983" sldId="266"/>
            <ac:spMk id="6" creationId="{0FF8D460-EF1C-4294-87F0-2081A67D40B1}"/>
          </ac:spMkLst>
        </pc:spChg>
        <pc:graphicFrameChg chg="add mod modGraphic">
          <ac:chgData name="Mills, Nicole" userId="635ffad0-149b-4734-875d-ab8f60d68deb" providerId="ADAL" clId="{BA8238B6-80EA-4CD7-B4F3-169FC1A13CB7}" dt="2023-01-05T14:43:34.077" v="76" actId="113"/>
          <ac:graphicFrameMkLst>
            <pc:docMk/>
            <pc:sldMk cId="1936015983" sldId="266"/>
            <ac:graphicFrameMk id="3" creationId="{ED3728B0-209C-4DF5-B27D-EBAF62A2ED42}"/>
          </ac:graphicFrameMkLst>
        </pc:graphicFrameChg>
      </pc:sldChg>
      <pc:sldChg chg="modSp mod">
        <pc:chgData name="Mills, Nicole" userId="635ffad0-149b-4734-875d-ab8f60d68deb" providerId="ADAL" clId="{BA8238B6-80EA-4CD7-B4F3-169FC1A13CB7}" dt="2023-01-05T14:46:59.188" v="184" actId="14100"/>
        <pc:sldMkLst>
          <pc:docMk/>
          <pc:sldMk cId="2313533111" sldId="267"/>
        </pc:sldMkLst>
        <pc:spChg chg="mod">
          <ac:chgData name="Mills, Nicole" userId="635ffad0-149b-4734-875d-ab8f60d68deb" providerId="ADAL" clId="{BA8238B6-80EA-4CD7-B4F3-169FC1A13CB7}" dt="2023-01-05T14:46:59.188" v="184" actId="14100"/>
          <ac:spMkLst>
            <pc:docMk/>
            <pc:sldMk cId="2313533111" sldId="267"/>
            <ac:spMk id="3" creationId="{49F2A5AF-3C0B-4968-A438-E435325199EA}"/>
          </ac:spMkLst>
        </pc:spChg>
      </pc:sldChg>
      <pc:sldChg chg="add del">
        <pc:chgData name="Mills, Nicole" userId="635ffad0-149b-4734-875d-ab8f60d68deb" providerId="ADAL" clId="{BA8238B6-80EA-4CD7-B4F3-169FC1A13CB7}" dt="2023-01-05T14:44:28.552" v="91" actId="47"/>
        <pc:sldMkLst>
          <pc:docMk/>
          <pc:sldMk cId="687916227" sldId="268"/>
        </pc:sldMkLst>
      </pc:sldChg>
      <pc:sldChg chg="addSp delSp modSp add mod">
        <pc:chgData name="Mills, Nicole" userId="635ffad0-149b-4734-875d-ab8f60d68deb" providerId="ADAL" clId="{BA8238B6-80EA-4CD7-B4F3-169FC1A13CB7}" dt="2023-01-05T14:45:18.847" v="156" actId="14100"/>
        <pc:sldMkLst>
          <pc:docMk/>
          <pc:sldMk cId="1815750250" sldId="268"/>
        </pc:sldMkLst>
        <pc:spChg chg="mod">
          <ac:chgData name="Mills, Nicole" userId="635ffad0-149b-4734-875d-ab8f60d68deb" providerId="ADAL" clId="{BA8238B6-80EA-4CD7-B4F3-169FC1A13CB7}" dt="2023-01-05T14:45:00.460" v="149" actId="20577"/>
          <ac:spMkLst>
            <pc:docMk/>
            <pc:sldMk cId="1815750250" sldId="268"/>
            <ac:spMk id="2" creationId="{9AFB837C-3E07-4129-B371-9F5CA97D5605}"/>
          </ac:spMkLst>
        </pc:spChg>
        <pc:spChg chg="add mod">
          <ac:chgData name="Mills, Nicole" userId="635ffad0-149b-4734-875d-ab8f60d68deb" providerId="ADAL" clId="{BA8238B6-80EA-4CD7-B4F3-169FC1A13CB7}" dt="2023-01-05T14:45:18.847" v="156" actId="14100"/>
          <ac:spMkLst>
            <pc:docMk/>
            <pc:sldMk cId="1815750250" sldId="268"/>
            <ac:spMk id="6" creationId="{D7FF49D8-B932-4D38-A62C-4C973617E4E5}"/>
          </ac:spMkLst>
        </pc:spChg>
        <pc:graphicFrameChg chg="del">
          <ac:chgData name="Mills, Nicole" userId="635ffad0-149b-4734-875d-ab8f60d68deb" providerId="ADAL" clId="{BA8238B6-80EA-4CD7-B4F3-169FC1A13CB7}" dt="2023-01-05T14:44:48.696" v="99" actId="478"/>
          <ac:graphicFrameMkLst>
            <pc:docMk/>
            <pc:sldMk cId="1815750250" sldId="268"/>
            <ac:graphicFrameMk id="3" creationId="{ED3728B0-209C-4DF5-B27D-EBAF62A2ED42}"/>
          </ac:graphicFrameMkLst>
        </pc:graphicFrameChg>
      </pc:sldChg>
      <pc:sldChg chg="add del">
        <pc:chgData name="Mills, Nicole" userId="635ffad0-149b-4734-875d-ab8f60d68deb" providerId="ADAL" clId="{BA8238B6-80EA-4CD7-B4F3-169FC1A13CB7}" dt="2023-01-05T14:44:30.044" v="92" actId="47"/>
        <pc:sldMkLst>
          <pc:docMk/>
          <pc:sldMk cId="3710952636" sldId="269"/>
        </pc:sldMkLst>
      </pc:sldChg>
      <pc:sldChg chg="add del">
        <pc:chgData name="Mills, Nicole" userId="635ffad0-149b-4734-875d-ab8f60d68deb" providerId="ADAL" clId="{BA8238B6-80EA-4CD7-B4F3-169FC1A13CB7}" dt="2023-01-05T14:44:31.609" v="93" actId="47"/>
        <pc:sldMkLst>
          <pc:docMk/>
          <pc:sldMk cId="3082515101" sldId="270"/>
        </pc:sldMkLst>
      </pc:sldChg>
      <pc:sldChg chg="add del">
        <pc:chgData name="Mills, Nicole" userId="635ffad0-149b-4734-875d-ab8f60d68deb" providerId="ADAL" clId="{BA8238B6-80EA-4CD7-B4F3-169FC1A13CB7}" dt="2023-01-05T14:44:32.739" v="94" actId="47"/>
        <pc:sldMkLst>
          <pc:docMk/>
          <pc:sldMk cId="2866561618" sldId="271"/>
        </pc:sldMkLst>
      </pc:sldChg>
      <pc:sldChg chg="del">
        <pc:chgData name="Mills, Nicole" userId="635ffad0-149b-4734-875d-ab8f60d68deb" providerId="ADAL" clId="{BA8238B6-80EA-4CD7-B4F3-169FC1A13CB7}" dt="2023-01-05T14:44:34.195" v="95" actId="47"/>
        <pc:sldMkLst>
          <pc:docMk/>
          <pc:sldMk cId="3902368305" sldId="272"/>
        </pc:sldMkLst>
      </pc:sldChg>
      <pc:sldChg chg="del">
        <pc:chgData name="Mills, Nicole" userId="635ffad0-149b-4734-875d-ab8f60d68deb" providerId="ADAL" clId="{BA8238B6-80EA-4CD7-B4F3-169FC1A13CB7}" dt="2023-01-05T14:44:35.281" v="96" actId="47"/>
        <pc:sldMkLst>
          <pc:docMk/>
          <pc:sldMk cId="565676143" sldId="273"/>
        </pc:sldMkLst>
      </pc:sldChg>
      <pc:sldChg chg="del">
        <pc:chgData name="Mills, Nicole" userId="635ffad0-149b-4734-875d-ab8f60d68deb" providerId="ADAL" clId="{BA8238B6-80EA-4CD7-B4F3-169FC1A13CB7}" dt="2023-01-05T14:44:36.662" v="97" actId="47"/>
        <pc:sldMkLst>
          <pc:docMk/>
          <pc:sldMk cId="919562121" sldId="274"/>
        </pc:sldMkLst>
      </pc:sldChg>
    </pc:docChg>
  </pc:docChgLst>
  <pc:docChgLst>
    <pc:chgData name="Mills, Nicole" userId="635ffad0-149b-4734-875d-ab8f60d68deb" providerId="ADAL" clId="{9477D9E8-968F-4270-8D87-CCB28EE4139C}"/>
    <pc:docChg chg="custSel addSld delSld modSld">
      <pc:chgData name="Mills, Nicole" userId="635ffad0-149b-4734-875d-ab8f60d68deb" providerId="ADAL" clId="{9477D9E8-968F-4270-8D87-CCB28EE4139C}" dt="2023-01-05T18:35:50.411" v="426" actId="1076"/>
      <pc:docMkLst>
        <pc:docMk/>
      </pc:docMkLst>
      <pc:sldChg chg="modSp mod">
        <pc:chgData name="Mills, Nicole" userId="635ffad0-149b-4734-875d-ab8f60d68deb" providerId="ADAL" clId="{9477D9E8-968F-4270-8D87-CCB28EE4139C}" dt="2023-01-05T18:28:09.743" v="5" actId="27636"/>
        <pc:sldMkLst>
          <pc:docMk/>
          <pc:sldMk cId="1482277026" sldId="256"/>
        </pc:sldMkLst>
        <pc:spChg chg="mod">
          <ac:chgData name="Mills, Nicole" userId="635ffad0-149b-4734-875d-ab8f60d68deb" providerId="ADAL" clId="{9477D9E8-968F-4270-8D87-CCB28EE4139C}" dt="2023-01-05T18:27:58.749" v="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ills, Nicole" userId="635ffad0-149b-4734-875d-ab8f60d68deb" providerId="ADAL" clId="{9477D9E8-968F-4270-8D87-CCB28EE4139C}" dt="2023-01-05T18:28:09.743" v="5" actId="27636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Mills, Nicole" userId="635ffad0-149b-4734-875d-ab8f60d68deb" providerId="ADAL" clId="{9477D9E8-968F-4270-8D87-CCB28EE4139C}" dt="2023-01-05T18:29:20.372" v="23" actId="27636"/>
        <pc:sldMkLst>
          <pc:docMk/>
          <pc:sldMk cId="4071305681" sldId="258"/>
        </pc:sldMkLst>
        <pc:spChg chg="mod">
          <ac:chgData name="Mills, Nicole" userId="635ffad0-149b-4734-875d-ab8f60d68deb" providerId="ADAL" clId="{9477D9E8-968F-4270-8D87-CCB28EE4139C}" dt="2023-01-05T18:29:10.234" v="16" actId="1076"/>
          <ac:spMkLst>
            <pc:docMk/>
            <pc:sldMk cId="4071305681" sldId="258"/>
            <ac:spMk id="2" creationId="{2F03F004-EE4F-44F2-AA0E-56B8CFF11342}"/>
          </ac:spMkLst>
        </pc:spChg>
        <pc:spChg chg="mod">
          <ac:chgData name="Mills, Nicole" userId="635ffad0-149b-4734-875d-ab8f60d68deb" providerId="ADAL" clId="{9477D9E8-968F-4270-8D87-CCB28EE4139C}" dt="2023-01-05T18:29:20.372" v="23" actId="27636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Mills, Nicole" userId="635ffad0-149b-4734-875d-ab8f60d68deb" providerId="ADAL" clId="{9477D9E8-968F-4270-8D87-CCB28EE4139C}" dt="2023-01-05T18:28:48.444" v="13" actId="20577"/>
        <pc:sldMkLst>
          <pc:docMk/>
          <pc:sldMk cId="2772527113" sldId="259"/>
        </pc:sldMkLst>
        <pc:spChg chg="mod">
          <ac:chgData name="Mills, Nicole" userId="635ffad0-149b-4734-875d-ab8f60d68deb" providerId="ADAL" clId="{9477D9E8-968F-4270-8D87-CCB28EE4139C}" dt="2023-01-05T18:28:48.444" v="13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Mills, Nicole" userId="635ffad0-149b-4734-875d-ab8f60d68deb" providerId="ADAL" clId="{9477D9E8-968F-4270-8D87-CCB28EE4139C}" dt="2023-01-05T18:29:43.070" v="31" actId="403"/>
        <pc:sldMkLst>
          <pc:docMk/>
          <pc:sldMk cId="3493109116" sldId="264"/>
        </pc:sldMkLst>
        <pc:graphicFrameChg chg="mod modGraphic">
          <ac:chgData name="Mills, Nicole" userId="635ffad0-149b-4734-875d-ab8f60d68deb" providerId="ADAL" clId="{9477D9E8-968F-4270-8D87-CCB28EE4139C}" dt="2023-01-05T18:29:43.070" v="31" actId="403"/>
          <ac:graphicFrameMkLst>
            <pc:docMk/>
            <pc:sldMk cId="3493109116" sldId="264"/>
            <ac:graphicFrameMk id="3" creationId="{F2860C0F-BA53-412B-8826-DAA9A1B29BA9}"/>
          </ac:graphicFrameMkLst>
        </pc:graphicFrameChg>
      </pc:sldChg>
      <pc:sldChg chg="del">
        <pc:chgData name="Mills, Nicole" userId="635ffad0-149b-4734-875d-ab8f60d68deb" providerId="ADAL" clId="{9477D9E8-968F-4270-8D87-CCB28EE4139C}" dt="2023-01-05T18:29:57.730" v="32" actId="2696"/>
        <pc:sldMkLst>
          <pc:docMk/>
          <pc:sldMk cId="1936015983" sldId="266"/>
        </pc:sldMkLst>
      </pc:sldChg>
      <pc:sldChg chg="modSp mod">
        <pc:chgData name="Mills, Nicole" userId="635ffad0-149b-4734-875d-ab8f60d68deb" providerId="ADAL" clId="{9477D9E8-968F-4270-8D87-CCB28EE4139C}" dt="2023-01-05T18:30:19.617" v="77"/>
        <pc:sldMkLst>
          <pc:docMk/>
          <pc:sldMk cId="1815750250" sldId="268"/>
        </pc:sldMkLst>
        <pc:spChg chg="mod">
          <ac:chgData name="Mills, Nicole" userId="635ffad0-149b-4734-875d-ab8f60d68deb" providerId="ADAL" clId="{9477D9E8-968F-4270-8D87-CCB28EE4139C}" dt="2023-01-05T18:30:10.013" v="76" actId="20577"/>
          <ac:spMkLst>
            <pc:docMk/>
            <pc:sldMk cId="1815750250" sldId="268"/>
            <ac:spMk id="2" creationId="{9AFB837C-3E07-4129-B371-9F5CA97D5605}"/>
          </ac:spMkLst>
        </pc:spChg>
        <pc:spChg chg="mod">
          <ac:chgData name="Mills, Nicole" userId="635ffad0-149b-4734-875d-ab8f60d68deb" providerId="ADAL" clId="{9477D9E8-968F-4270-8D87-CCB28EE4139C}" dt="2023-01-05T18:30:19.617" v="77"/>
          <ac:spMkLst>
            <pc:docMk/>
            <pc:sldMk cId="1815750250" sldId="268"/>
            <ac:spMk id="6" creationId="{D7FF49D8-B932-4D38-A62C-4C973617E4E5}"/>
          </ac:spMkLst>
        </pc:spChg>
      </pc:sldChg>
      <pc:sldChg chg="modSp add mod">
        <pc:chgData name="Mills, Nicole" userId="635ffad0-149b-4734-875d-ab8f60d68deb" providerId="ADAL" clId="{9477D9E8-968F-4270-8D87-CCB28EE4139C}" dt="2023-01-05T18:31:39.942" v="244" actId="20577"/>
        <pc:sldMkLst>
          <pc:docMk/>
          <pc:sldMk cId="2254463155" sldId="269"/>
        </pc:sldMkLst>
        <pc:spChg chg="mod">
          <ac:chgData name="Mills, Nicole" userId="635ffad0-149b-4734-875d-ab8f60d68deb" providerId="ADAL" clId="{9477D9E8-968F-4270-8D87-CCB28EE4139C}" dt="2023-01-05T18:30:56.700" v="102" actId="20577"/>
          <ac:spMkLst>
            <pc:docMk/>
            <pc:sldMk cId="2254463155" sldId="269"/>
            <ac:spMk id="2" creationId="{9AFB837C-3E07-4129-B371-9F5CA97D5605}"/>
          </ac:spMkLst>
        </pc:spChg>
        <pc:spChg chg="mod">
          <ac:chgData name="Mills, Nicole" userId="635ffad0-149b-4734-875d-ab8f60d68deb" providerId="ADAL" clId="{9477D9E8-968F-4270-8D87-CCB28EE4139C}" dt="2023-01-05T18:31:39.942" v="244" actId="20577"/>
          <ac:spMkLst>
            <pc:docMk/>
            <pc:sldMk cId="2254463155" sldId="269"/>
            <ac:spMk id="6" creationId="{D7FF49D8-B932-4D38-A62C-4C973617E4E5}"/>
          </ac:spMkLst>
        </pc:spChg>
      </pc:sldChg>
      <pc:sldChg chg="addSp delSp modSp add mod">
        <pc:chgData name="Mills, Nicole" userId="635ffad0-149b-4734-875d-ab8f60d68deb" providerId="ADAL" clId="{9477D9E8-968F-4270-8D87-CCB28EE4139C}" dt="2023-01-05T18:32:40.377" v="301" actId="1076"/>
        <pc:sldMkLst>
          <pc:docMk/>
          <pc:sldMk cId="1381754188" sldId="270"/>
        </pc:sldMkLst>
        <pc:spChg chg="mod">
          <ac:chgData name="Mills, Nicole" userId="635ffad0-149b-4734-875d-ab8f60d68deb" providerId="ADAL" clId="{9477D9E8-968F-4270-8D87-CCB28EE4139C}" dt="2023-01-05T18:32:07.461" v="287" actId="6549"/>
          <ac:spMkLst>
            <pc:docMk/>
            <pc:sldMk cId="1381754188" sldId="270"/>
            <ac:spMk id="2" creationId="{9AFB837C-3E07-4129-B371-9F5CA97D5605}"/>
          </ac:spMkLst>
        </pc:spChg>
        <pc:spChg chg="del">
          <ac:chgData name="Mills, Nicole" userId="635ffad0-149b-4734-875d-ab8f60d68deb" providerId="ADAL" clId="{9477D9E8-968F-4270-8D87-CCB28EE4139C}" dt="2023-01-05T18:32:09.957" v="288" actId="478"/>
          <ac:spMkLst>
            <pc:docMk/>
            <pc:sldMk cId="1381754188" sldId="270"/>
            <ac:spMk id="6" creationId="{D7FF49D8-B932-4D38-A62C-4C973617E4E5}"/>
          </ac:spMkLst>
        </pc:spChg>
        <pc:spChg chg="add mod">
          <ac:chgData name="Mills, Nicole" userId="635ffad0-149b-4734-875d-ab8f60d68deb" providerId="ADAL" clId="{9477D9E8-968F-4270-8D87-CCB28EE4139C}" dt="2023-01-05T18:32:40.377" v="301" actId="1076"/>
          <ac:spMkLst>
            <pc:docMk/>
            <pc:sldMk cId="1381754188" sldId="270"/>
            <ac:spMk id="7" creationId="{7D9B2B65-8687-4175-93B2-477DB8137129}"/>
          </ac:spMkLst>
        </pc:spChg>
        <pc:picChg chg="add mod">
          <ac:chgData name="Mills, Nicole" userId="635ffad0-149b-4734-875d-ab8f60d68deb" providerId="ADAL" clId="{9477D9E8-968F-4270-8D87-CCB28EE4139C}" dt="2023-01-05T18:32:20.690" v="294" actId="1076"/>
          <ac:picMkLst>
            <pc:docMk/>
            <pc:sldMk cId="1381754188" sldId="270"/>
            <ac:picMk id="5" creationId="{0AB50D4C-B15C-4865-BE9F-E454F434194F}"/>
          </ac:picMkLst>
        </pc:picChg>
      </pc:sldChg>
      <pc:sldChg chg="addSp delSp modSp add mod">
        <pc:chgData name="Mills, Nicole" userId="635ffad0-149b-4734-875d-ab8f60d68deb" providerId="ADAL" clId="{9477D9E8-968F-4270-8D87-CCB28EE4139C}" dt="2023-01-05T18:33:01.745" v="307" actId="1076"/>
        <pc:sldMkLst>
          <pc:docMk/>
          <pc:sldMk cId="3325659327" sldId="271"/>
        </pc:sldMkLst>
        <pc:picChg chg="del">
          <ac:chgData name="Mills, Nicole" userId="635ffad0-149b-4734-875d-ab8f60d68deb" providerId="ADAL" clId="{9477D9E8-968F-4270-8D87-CCB28EE4139C}" dt="2023-01-05T18:32:54.571" v="303" actId="478"/>
          <ac:picMkLst>
            <pc:docMk/>
            <pc:sldMk cId="3325659327" sldId="271"/>
            <ac:picMk id="5" creationId="{0AB50D4C-B15C-4865-BE9F-E454F434194F}"/>
          </ac:picMkLst>
        </pc:picChg>
        <pc:picChg chg="add mod">
          <ac:chgData name="Mills, Nicole" userId="635ffad0-149b-4734-875d-ab8f60d68deb" providerId="ADAL" clId="{9477D9E8-968F-4270-8D87-CCB28EE4139C}" dt="2023-01-05T18:33:01.745" v="307" actId="1076"/>
          <ac:picMkLst>
            <pc:docMk/>
            <pc:sldMk cId="3325659327" sldId="271"/>
            <ac:picMk id="6" creationId="{0AFBAA20-B86C-4FDC-B7D2-ABFA3156D424}"/>
          </ac:picMkLst>
        </pc:picChg>
      </pc:sldChg>
      <pc:sldChg chg="addSp delSp modSp add mod">
        <pc:chgData name="Mills, Nicole" userId="635ffad0-149b-4734-875d-ab8f60d68deb" providerId="ADAL" clId="{9477D9E8-968F-4270-8D87-CCB28EE4139C}" dt="2023-01-05T18:34:03.426" v="357" actId="1076"/>
        <pc:sldMkLst>
          <pc:docMk/>
          <pc:sldMk cId="3147981723" sldId="272"/>
        </pc:sldMkLst>
        <pc:spChg chg="mod">
          <ac:chgData name="Mills, Nicole" userId="635ffad0-149b-4734-875d-ab8f60d68deb" providerId="ADAL" clId="{9477D9E8-968F-4270-8D87-CCB28EE4139C}" dt="2023-01-05T18:33:30.789" v="334" actId="20577"/>
          <ac:spMkLst>
            <pc:docMk/>
            <pc:sldMk cId="3147981723" sldId="272"/>
            <ac:spMk id="2" creationId="{9AFB837C-3E07-4129-B371-9F5CA97D5605}"/>
          </ac:spMkLst>
        </pc:spChg>
        <pc:spChg chg="del">
          <ac:chgData name="Mills, Nicole" userId="635ffad0-149b-4734-875d-ab8f60d68deb" providerId="ADAL" clId="{9477D9E8-968F-4270-8D87-CCB28EE4139C}" dt="2023-01-05T18:33:33.922" v="336" actId="478"/>
          <ac:spMkLst>
            <pc:docMk/>
            <pc:sldMk cId="3147981723" sldId="272"/>
            <ac:spMk id="7" creationId="{7D9B2B65-8687-4175-93B2-477DB8137129}"/>
          </ac:spMkLst>
        </pc:spChg>
        <pc:spChg chg="add mod">
          <ac:chgData name="Mills, Nicole" userId="635ffad0-149b-4734-875d-ab8f60d68deb" providerId="ADAL" clId="{9477D9E8-968F-4270-8D87-CCB28EE4139C}" dt="2023-01-05T18:34:03.426" v="357" actId="1076"/>
          <ac:spMkLst>
            <pc:docMk/>
            <pc:sldMk cId="3147981723" sldId="272"/>
            <ac:spMk id="8" creationId="{70A20F8A-B129-4054-9D0C-823F399D2FCF}"/>
          </ac:spMkLst>
        </pc:spChg>
        <pc:picChg chg="del">
          <ac:chgData name="Mills, Nicole" userId="635ffad0-149b-4734-875d-ab8f60d68deb" providerId="ADAL" clId="{9477D9E8-968F-4270-8D87-CCB28EE4139C}" dt="2023-01-05T18:33:32.531" v="335" actId="478"/>
          <ac:picMkLst>
            <pc:docMk/>
            <pc:sldMk cId="3147981723" sldId="272"/>
            <ac:picMk id="6" creationId="{0AFBAA20-B86C-4FDC-B7D2-ABFA3156D424}"/>
          </ac:picMkLst>
        </pc:picChg>
      </pc:sldChg>
      <pc:sldChg chg="modSp add mod">
        <pc:chgData name="Mills, Nicole" userId="635ffad0-149b-4734-875d-ab8f60d68deb" providerId="ADAL" clId="{9477D9E8-968F-4270-8D87-CCB28EE4139C}" dt="2023-01-05T18:34:46.530" v="369" actId="1076"/>
        <pc:sldMkLst>
          <pc:docMk/>
          <pc:sldMk cId="2721551724" sldId="273"/>
        </pc:sldMkLst>
        <pc:spChg chg="mod">
          <ac:chgData name="Mills, Nicole" userId="635ffad0-149b-4734-875d-ab8f60d68deb" providerId="ADAL" clId="{9477D9E8-968F-4270-8D87-CCB28EE4139C}" dt="2023-01-05T18:34:24.987" v="364" actId="20577"/>
          <ac:spMkLst>
            <pc:docMk/>
            <pc:sldMk cId="2721551724" sldId="273"/>
            <ac:spMk id="2" creationId="{9AFB837C-3E07-4129-B371-9F5CA97D5605}"/>
          </ac:spMkLst>
        </pc:spChg>
        <pc:spChg chg="mod">
          <ac:chgData name="Mills, Nicole" userId="635ffad0-149b-4734-875d-ab8f60d68deb" providerId="ADAL" clId="{9477D9E8-968F-4270-8D87-CCB28EE4139C}" dt="2023-01-05T18:34:46.530" v="369" actId="1076"/>
          <ac:spMkLst>
            <pc:docMk/>
            <pc:sldMk cId="2721551724" sldId="273"/>
            <ac:spMk id="8" creationId="{70A20F8A-B129-4054-9D0C-823F399D2FCF}"/>
          </ac:spMkLst>
        </pc:spChg>
      </pc:sldChg>
      <pc:sldChg chg="addSp delSp modSp add mod">
        <pc:chgData name="Mills, Nicole" userId="635ffad0-149b-4734-875d-ab8f60d68deb" providerId="ADAL" clId="{9477D9E8-968F-4270-8D87-CCB28EE4139C}" dt="2023-01-05T18:35:15.249" v="394" actId="1076"/>
        <pc:sldMkLst>
          <pc:docMk/>
          <pc:sldMk cId="1191312254" sldId="274"/>
        </pc:sldMkLst>
        <pc:spChg chg="mod">
          <ac:chgData name="Mills, Nicole" userId="635ffad0-149b-4734-875d-ab8f60d68deb" providerId="ADAL" clId="{9477D9E8-968F-4270-8D87-CCB28EE4139C}" dt="2023-01-05T18:35:07.613" v="390" actId="20577"/>
          <ac:spMkLst>
            <pc:docMk/>
            <pc:sldMk cId="1191312254" sldId="274"/>
            <ac:spMk id="2" creationId="{9AFB837C-3E07-4129-B371-9F5CA97D5605}"/>
          </ac:spMkLst>
        </pc:spChg>
        <pc:spChg chg="del">
          <ac:chgData name="Mills, Nicole" userId="635ffad0-149b-4734-875d-ab8f60d68deb" providerId="ADAL" clId="{9477D9E8-968F-4270-8D87-CCB28EE4139C}" dt="2023-01-05T18:34:59.779" v="371" actId="478"/>
          <ac:spMkLst>
            <pc:docMk/>
            <pc:sldMk cId="1191312254" sldId="274"/>
            <ac:spMk id="8" creationId="{70A20F8A-B129-4054-9D0C-823F399D2FCF}"/>
          </ac:spMkLst>
        </pc:spChg>
        <pc:picChg chg="add mod">
          <ac:chgData name="Mills, Nicole" userId="635ffad0-149b-4734-875d-ab8f60d68deb" providerId="ADAL" clId="{9477D9E8-968F-4270-8D87-CCB28EE4139C}" dt="2023-01-05T18:35:15.249" v="394" actId="1076"/>
          <ac:picMkLst>
            <pc:docMk/>
            <pc:sldMk cId="1191312254" sldId="274"/>
            <ac:picMk id="5" creationId="{170FC5C9-E420-4EFE-9474-F0F6971926F8}"/>
          </ac:picMkLst>
        </pc:picChg>
      </pc:sldChg>
      <pc:sldChg chg="addSp delSp modSp add mod">
        <pc:chgData name="Mills, Nicole" userId="635ffad0-149b-4734-875d-ab8f60d68deb" providerId="ADAL" clId="{9477D9E8-968F-4270-8D87-CCB28EE4139C}" dt="2023-01-05T18:35:50.411" v="426" actId="1076"/>
        <pc:sldMkLst>
          <pc:docMk/>
          <pc:sldMk cId="3705699139" sldId="275"/>
        </pc:sldMkLst>
        <pc:spChg chg="mod">
          <ac:chgData name="Mills, Nicole" userId="635ffad0-149b-4734-875d-ab8f60d68deb" providerId="ADAL" clId="{9477D9E8-968F-4270-8D87-CCB28EE4139C}" dt="2023-01-05T18:35:44.140" v="424" actId="20577"/>
          <ac:spMkLst>
            <pc:docMk/>
            <pc:sldMk cId="3705699139" sldId="275"/>
            <ac:spMk id="2" creationId="{9AFB837C-3E07-4129-B371-9F5CA97D5605}"/>
          </ac:spMkLst>
        </pc:spChg>
        <pc:picChg chg="del">
          <ac:chgData name="Mills, Nicole" userId="635ffad0-149b-4734-875d-ab8f60d68deb" providerId="ADAL" clId="{9477D9E8-968F-4270-8D87-CCB28EE4139C}" dt="2023-01-05T18:35:29.328" v="396" actId="478"/>
          <ac:picMkLst>
            <pc:docMk/>
            <pc:sldMk cId="3705699139" sldId="275"/>
            <ac:picMk id="5" creationId="{170FC5C9-E420-4EFE-9474-F0F6971926F8}"/>
          </ac:picMkLst>
        </pc:picChg>
        <pc:picChg chg="add mod">
          <ac:chgData name="Mills, Nicole" userId="635ffad0-149b-4734-875d-ab8f60d68deb" providerId="ADAL" clId="{9477D9E8-968F-4270-8D87-CCB28EE4139C}" dt="2023-01-05T18:35:50.411" v="426" actId="1076"/>
          <ac:picMkLst>
            <pc:docMk/>
            <pc:sldMk cId="3705699139" sldId="275"/>
            <ac:picMk id="6" creationId="{BF682058-8363-4B98-9F4B-82AB8E92F895}"/>
          </ac:picMkLst>
        </pc:picChg>
      </pc:sldChg>
    </pc:docChg>
  </pc:docChgLst>
  <pc:docChgLst>
    <pc:chgData name="Mills, Nicole" userId="635ffad0-149b-4734-875d-ab8f60d68deb" providerId="ADAL" clId="{26B51AB4-D204-4A28-A8A1-E08F235FC728}"/>
    <pc:docChg chg="custSel addSld delSld modSld">
      <pc:chgData name="Mills, Nicole" userId="635ffad0-149b-4734-875d-ab8f60d68deb" providerId="ADAL" clId="{26B51AB4-D204-4A28-A8A1-E08F235FC728}" dt="2023-01-24T16:48:34.195" v="71" actId="948"/>
      <pc:docMkLst>
        <pc:docMk/>
      </pc:docMkLst>
      <pc:sldChg chg="modSp mod">
        <pc:chgData name="Mills, Nicole" userId="635ffad0-149b-4734-875d-ab8f60d68deb" providerId="ADAL" clId="{26B51AB4-D204-4A28-A8A1-E08F235FC728}" dt="2023-01-24T16:43:26.470" v="8" actId="20577"/>
        <pc:sldMkLst>
          <pc:docMk/>
          <pc:sldMk cId="1482277026" sldId="256"/>
        </pc:sldMkLst>
        <pc:spChg chg="mod">
          <ac:chgData name="Mills, Nicole" userId="635ffad0-149b-4734-875d-ab8f60d68deb" providerId="ADAL" clId="{26B51AB4-D204-4A28-A8A1-E08F235FC728}" dt="2023-01-24T16:43:19.878" v="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ills, Nicole" userId="635ffad0-149b-4734-875d-ab8f60d68deb" providerId="ADAL" clId="{26B51AB4-D204-4A28-A8A1-E08F235FC728}" dt="2023-01-24T16:43:26.470" v="8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Mills, Nicole" userId="635ffad0-149b-4734-875d-ab8f60d68deb" providerId="ADAL" clId="{26B51AB4-D204-4A28-A8A1-E08F235FC728}" dt="2023-01-24T16:44:57.605" v="14"/>
        <pc:sldMkLst>
          <pc:docMk/>
          <pc:sldMk cId="4071305681" sldId="258"/>
        </pc:sldMkLst>
        <pc:spChg chg="mod">
          <ac:chgData name="Mills, Nicole" userId="635ffad0-149b-4734-875d-ab8f60d68deb" providerId="ADAL" clId="{26B51AB4-D204-4A28-A8A1-E08F235FC728}" dt="2023-01-24T16:44:57.605" v="14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Mills, Nicole" userId="635ffad0-149b-4734-875d-ab8f60d68deb" providerId="ADAL" clId="{26B51AB4-D204-4A28-A8A1-E08F235FC728}" dt="2023-01-24T16:44:42.933" v="13" actId="20577"/>
        <pc:sldMkLst>
          <pc:docMk/>
          <pc:sldMk cId="2772527113" sldId="259"/>
        </pc:sldMkLst>
        <pc:spChg chg="mod">
          <ac:chgData name="Mills, Nicole" userId="635ffad0-149b-4734-875d-ab8f60d68deb" providerId="ADAL" clId="{26B51AB4-D204-4A28-A8A1-E08F235FC728}" dt="2023-01-24T16:44:42.933" v="13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Mills, Nicole" userId="635ffad0-149b-4734-875d-ab8f60d68deb" providerId="ADAL" clId="{26B51AB4-D204-4A28-A8A1-E08F235FC728}" dt="2023-01-24T16:45:23.405" v="21" actId="403"/>
        <pc:sldMkLst>
          <pc:docMk/>
          <pc:sldMk cId="3493109116" sldId="264"/>
        </pc:sldMkLst>
        <pc:graphicFrameChg chg="mod modGraphic">
          <ac:chgData name="Mills, Nicole" userId="635ffad0-149b-4734-875d-ab8f60d68deb" providerId="ADAL" clId="{26B51AB4-D204-4A28-A8A1-E08F235FC728}" dt="2023-01-24T16:45:23.405" v="21" actId="403"/>
          <ac:graphicFrameMkLst>
            <pc:docMk/>
            <pc:sldMk cId="3493109116" sldId="264"/>
            <ac:graphicFrameMk id="3" creationId="{F2860C0F-BA53-412B-8826-DAA9A1B29BA9}"/>
          </ac:graphicFrameMkLst>
        </pc:graphicFrameChg>
      </pc:sldChg>
      <pc:sldChg chg="modSp mod">
        <pc:chgData name="Mills, Nicole" userId="635ffad0-149b-4734-875d-ab8f60d68deb" providerId="ADAL" clId="{26B51AB4-D204-4A28-A8A1-E08F235FC728}" dt="2023-01-24T16:48:34.195" v="71" actId="948"/>
        <pc:sldMkLst>
          <pc:docMk/>
          <pc:sldMk cId="2313533111" sldId="267"/>
        </pc:sldMkLst>
        <pc:spChg chg="mod">
          <ac:chgData name="Mills, Nicole" userId="635ffad0-149b-4734-875d-ab8f60d68deb" providerId="ADAL" clId="{26B51AB4-D204-4A28-A8A1-E08F235FC728}" dt="2023-01-24T16:48:34.195" v="71" actId="948"/>
          <ac:spMkLst>
            <pc:docMk/>
            <pc:sldMk cId="2313533111" sldId="267"/>
            <ac:spMk id="3" creationId="{49F2A5AF-3C0B-4968-A438-E435325199EA}"/>
          </ac:spMkLst>
        </pc:spChg>
      </pc:sldChg>
      <pc:sldChg chg="modSp mod">
        <pc:chgData name="Mills, Nicole" userId="635ffad0-149b-4734-875d-ab8f60d68deb" providerId="ADAL" clId="{26B51AB4-D204-4A28-A8A1-E08F235FC728}" dt="2023-01-24T16:46:34.156" v="33" actId="14734"/>
        <pc:sldMkLst>
          <pc:docMk/>
          <pc:sldMk cId="1815750250" sldId="268"/>
        </pc:sldMkLst>
        <pc:graphicFrameChg chg="mod modGraphic">
          <ac:chgData name="Mills, Nicole" userId="635ffad0-149b-4734-875d-ab8f60d68deb" providerId="ADAL" clId="{26B51AB4-D204-4A28-A8A1-E08F235FC728}" dt="2023-01-24T16:46:34.156" v="33" actId="14734"/>
          <ac:graphicFrameMkLst>
            <pc:docMk/>
            <pc:sldMk cId="1815750250" sldId="268"/>
            <ac:graphicFrameMk id="3" creationId="{F3D2CCAE-B8F9-4A9A-A951-2EF6AC1930C2}"/>
          </ac:graphicFrameMkLst>
        </pc:graphicFrameChg>
      </pc:sldChg>
      <pc:sldChg chg="del">
        <pc:chgData name="Mills, Nicole" userId="635ffad0-149b-4734-875d-ab8f60d68deb" providerId="ADAL" clId="{26B51AB4-D204-4A28-A8A1-E08F235FC728}" dt="2023-01-24T16:48:07.206" v="48" actId="47"/>
        <pc:sldMkLst>
          <pc:docMk/>
          <pc:sldMk cId="3170912750" sldId="276"/>
        </pc:sldMkLst>
      </pc:sldChg>
      <pc:sldChg chg="del">
        <pc:chgData name="Mills, Nicole" userId="635ffad0-149b-4734-875d-ab8f60d68deb" providerId="ADAL" clId="{26B51AB4-D204-4A28-A8A1-E08F235FC728}" dt="2023-01-24T16:48:08.107" v="49" actId="47"/>
        <pc:sldMkLst>
          <pc:docMk/>
          <pc:sldMk cId="3166247851" sldId="277"/>
        </pc:sldMkLst>
      </pc:sldChg>
      <pc:sldChg chg="del">
        <pc:chgData name="Mills, Nicole" userId="635ffad0-149b-4734-875d-ab8f60d68deb" providerId="ADAL" clId="{26B51AB4-D204-4A28-A8A1-E08F235FC728}" dt="2023-01-24T16:48:09.379" v="50" actId="47"/>
        <pc:sldMkLst>
          <pc:docMk/>
          <pc:sldMk cId="3385397639" sldId="278"/>
        </pc:sldMkLst>
      </pc:sldChg>
      <pc:sldChg chg="del">
        <pc:chgData name="Mills, Nicole" userId="635ffad0-149b-4734-875d-ab8f60d68deb" providerId="ADAL" clId="{26B51AB4-D204-4A28-A8A1-E08F235FC728}" dt="2023-01-24T16:48:10.755" v="51" actId="47"/>
        <pc:sldMkLst>
          <pc:docMk/>
          <pc:sldMk cId="3042564142" sldId="279"/>
        </pc:sldMkLst>
      </pc:sldChg>
      <pc:sldChg chg="modSp add del mod">
        <pc:chgData name="Mills, Nicole" userId="635ffad0-149b-4734-875d-ab8f60d68deb" providerId="ADAL" clId="{26B51AB4-D204-4A28-A8A1-E08F235FC728}" dt="2023-01-24T16:48:06.113" v="47" actId="47"/>
        <pc:sldMkLst>
          <pc:docMk/>
          <pc:sldMk cId="3786509270" sldId="280"/>
        </pc:sldMkLst>
        <pc:graphicFrameChg chg="mod modGraphic">
          <ac:chgData name="Mills, Nicole" userId="635ffad0-149b-4734-875d-ab8f60d68deb" providerId="ADAL" clId="{26B51AB4-D204-4A28-A8A1-E08F235FC728}" dt="2023-01-24T16:47:40.572" v="46" actId="1076"/>
          <ac:graphicFrameMkLst>
            <pc:docMk/>
            <pc:sldMk cId="3786509270" sldId="280"/>
            <ac:graphicFrameMk id="3" creationId="{F3D2CCAE-B8F9-4A9A-A951-2EF6AC1930C2}"/>
          </ac:graphicFrameMkLst>
        </pc:graphicFrameChg>
      </pc:sldChg>
    </pc:docChg>
  </pc:docChgLst>
  <pc:docChgLst>
    <pc:chgData name="Veenis, Sierra" userId="S::sveenis@rti.org::200c9325-9a6d-4db1-8535-3c88a644c387" providerId="AD" clId="Web-{7051B70B-34A4-5302-8C0E-44C35A9615C0}"/>
    <pc:docChg chg="modSld">
      <pc:chgData name="Veenis, Sierra" userId="S::sveenis@rti.org::200c9325-9a6d-4db1-8535-3c88a644c387" providerId="AD" clId="Web-{7051B70B-34A4-5302-8C0E-44C35A9615C0}" dt="2023-07-14T23:54:22.795" v="24"/>
      <pc:docMkLst>
        <pc:docMk/>
      </pc:docMkLst>
      <pc:sldChg chg="modSp">
        <pc:chgData name="Veenis, Sierra" userId="S::sveenis@rti.org::200c9325-9a6d-4db1-8535-3c88a644c387" providerId="AD" clId="Web-{7051B70B-34A4-5302-8C0E-44C35A9615C0}" dt="2023-07-14T23:54:11.857" v="18" actId="20577"/>
        <pc:sldMkLst>
          <pc:docMk/>
          <pc:sldMk cId="4071305681" sldId="258"/>
        </pc:sldMkLst>
        <pc:spChg chg="mod">
          <ac:chgData name="Veenis, Sierra" userId="S::sveenis@rti.org::200c9325-9a6d-4db1-8535-3c88a644c387" providerId="AD" clId="Web-{7051B70B-34A4-5302-8C0E-44C35A9615C0}" dt="2023-07-14T23:54:11.857" v="18" actId="20577"/>
          <ac:spMkLst>
            <pc:docMk/>
            <pc:sldMk cId="4071305681" sldId="258"/>
            <ac:spMk id="6" creationId="{00658B8A-B47F-49A8-9310-45971E34D608}"/>
          </ac:spMkLst>
        </pc:spChg>
      </pc:sldChg>
      <pc:sldChg chg="modSp">
        <pc:chgData name="Veenis, Sierra" userId="S::sveenis@rti.org::200c9325-9a6d-4db1-8535-3c88a644c387" providerId="AD" clId="Web-{7051B70B-34A4-5302-8C0E-44C35A9615C0}" dt="2023-07-14T23:53:48.919" v="5" actId="20577"/>
        <pc:sldMkLst>
          <pc:docMk/>
          <pc:sldMk cId="2772527113" sldId="259"/>
        </pc:sldMkLst>
        <pc:spChg chg="mod">
          <ac:chgData name="Veenis, Sierra" userId="S::sveenis@rti.org::200c9325-9a6d-4db1-8535-3c88a644c387" providerId="AD" clId="Web-{7051B70B-34A4-5302-8C0E-44C35A9615C0}" dt="2023-07-14T23:53:48.919" v="5" actId="20577"/>
          <ac:spMkLst>
            <pc:docMk/>
            <pc:sldMk cId="2772527113" sldId="259"/>
            <ac:spMk id="6" creationId="{CF2AFAA9-17C6-BCAB-9BBE-C93D3A997C62}"/>
          </ac:spMkLst>
        </pc:spChg>
      </pc:sldChg>
      <pc:sldChg chg="delSp modSp">
        <pc:chgData name="Veenis, Sierra" userId="S::sveenis@rti.org::200c9325-9a6d-4db1-8535-3c88a644c387" providerId="AD" clId="Web-{7051B70B-34A4-5302-8C0E-44C35A9615C0}" dt="2023-07-14T23:54:22.795" v="24"/>
        <pc:sldMkLst>
          <pc:docMk/>
          <pc:sldMk cId="3493109116" sldId="264"/>
        </pc:sldMkLst>
        <pc:spChg chg="del mod">
          <ac:chgData name="Veenis, Sierra" userId="S::sveenis@rti.org::200c9325-9a6d-4db1-8535-3c88a644c387" providerId="AD" clId="Web-{7051B70B-34A4-5302-8C0E-44C35A9615C0}" dt="2023-07-14T23:54:22.795" v="24"/>
          <ac:spMkLst>
            <pc:docMk/>
            <pc:sldMk cId="3493109116" sldId="264"/>
            <ac:spMk id="6" creationId="{FF9B3088-BD04-B3B3-9D0E-A3F8A95E5D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388" y="6065638"/>
            <a:ext cx="9144000" cy="370300"/>
          </a:xfrm>
        </p:spPr>
        <p:txBody>
          <a:bodyPr>
            <a:normAutofit fontScale="90000"/>
          </a:bodyPr>
          <a:lstStyle/>
          <a:p>
            <a:pPr algn="l"/>
            <a:r>
              <a:rPr lang="en-US" sz="1800"/>
              <a:t>Practicum| Unit 3: Research-Based Instructional Strategies (RBIS) Reading Language Arts (RLA)| Lesson 3.11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/>
              <a:t>Assessment Data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F2AFAA9-17C6-BCAB-9BBE-C93D3A997C62}"/>
              </a:ext>
            </a:extLst>
          </p:cNvPr>
          <p:cNvSpPr txBox="1"/>
          <p:nvPr/>
        </p:nvSpPr>
        <p:spPr>
          <a:xfrm>
            <a:off x="109388" y="6435938"/>
            <a:ext cx="10020931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+mj-lt"/>
              </a:rPr>
              <a:t>This work is licensed under a </a:t>
            </a:r>
            <a:r>
              <a:rPr lang="en-US" sz="1600" u="sng" dirty="0">
                <a:latin typeface="+mj-lt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TEKS 6G, 8B, 8D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The student will…</a:t>
            </a:r>
          </a:p>
          <a:p>
            <a:r>
              <a:rPr lang="en-US"/>
              <a:t>Describe how to use data from a variety of assessments to support students </a:t>
            </a:r>
          </a:p>
          <a:p>
            <a:r>
              <a:rPr lang="en-US"/>
              <a:t>Identify common pitfalls when responding to assessment data.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/>
        </p:nvSpPr>
        <p:spPr>
          <a:xfrm>
            <a:off x="929756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D56C8B-F564-4051-AFED-A78F1C6A2F0E}" type="slidenum">
              <a:rPr lang="en-US" sz="1200" smtClean="0"/>
              <a:pPr algn="r"/>
              <a:t>2</a:t>
            </a:fld>
            <a:endParaRPr lang="en-US" sz="120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F2AFAA9-17C6-BCAB-9BBE-C93D3A997C62}"/>
              </a:ext>
            </a:extLst>
          </p:cNvPr>
          <p:cNvSpPr txBox="1"/>
          <p:nvPr/>
        </p:nvSpPr>
        <p:spPr>
          <a:xfrm>
            <a:off x="75819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3.11</a:t>
            </a:r>
            <a:r>
              <a:rPr lang="en-US" sz="900" dirty="0"/>
              <a:t> 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18255"/>
            <a:ext cx="10515600" cy="1325563"/>
          </a:xfrm>
        </p:spPr>
        <p:txBody>
          <a:bodyPr/>
          <a:lstStyle/>
          <a:p>
            <a:r>
              <a:rPr lang="en-US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1520890"/>
            <a:ext cx="10747310" cy="5001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Match the type of assessment with its correct definition and when it is used.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C6F4E80-C556-B9F7-35C2-4651B4FB5EB1}"/>
              </a:ext>
            </a:extLst>
          </p:cNvPr>
          <p:cNvSpPr>
            <a:spLocks noGrp="1"/>
          </p:cNvSpPr>
          <p:nvPr/>
        </p:nvSpPr>
        <p:spPr>
          <a:xfrm>
            <a:off x="929756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D56C8B-F564-4051-AFED-A78F1C6A2F0E}" type="slidenum">
              <a:rPr lang="en-US" sz="1200" smtClean="0"/>
              <a:pPr algn="r"/>
              <a:t>3</a:t>
            </a:fld>
            <a:endParaRPr lang="en-US" sz="120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0658B8A-B47F-49A8-9310-45971E34D608}"/>
              </a:ext>
            </a:extLst>
          </p:cNvPr>
          <p:cNvSpPr txBox="1"/>
          <p:nvPr/>
        </p:nvSpPr>
        <p:spPr>
          <a:xfrm>
            <a:off x="75819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3.11</a:t>
            </a:r>
            <a:r>
              <a:rPr lang="en-US" sz="900" dirty="0"/>
              <a:t> </a:t>
            </a:r>
            <a:r>
              <a:rPr lang="en-US" sz="900"/>
              <a:t>| This work is licensed under a </a:t>
            </a:r>
            <a:r>
              <a:rPr lang="en-US" sz="900" u="sng">
                <a:hlinkClick r:id="rId2"/>
              </a:rPr>
              <a:t>Creative Commons Attribution-Noncommercial-Share Alike 4.0 International License</a:t>
            </a:r>
            <a:r>
              <a:rPr lang="en-US" sz="90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17269"/>
            <a:ext cx="10515600" cy="1325563"/>
          </a:xfrm>
        </p:spPr>
        <p:txBody>
          <a:bodyPr/>
          <a:lstStyle/>
          <a:p>
            <a:r>
              <a:rPr lang="en-US"/>
              <a:t>Vocabulary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2860C0F-BA53-412B-8826-DAA9A1B29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304914"/>
              </p:ext>
            </p:extLst>
          </p:nvPr>
        </p:nvGraphicFramePr>
        <p:xfrm>
          <a:off x="838200" y="1311408"/>
          <a:ext cx="10149840" cy="4282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0415">
                  <a:extLst>
                    <a:ext uri="{9D8B030D-6E8A-4147-A177-3AD203B41FA5}">
                      <a16:colId xmlns:a16="http://schemas.microsoft.com/office/drawing/2014/main" val="1922918179"/>
                    </a:ext>
                  </a:extLst>
                </a:gridCol>
                <a:gridCol w="7329425">
                  <a:extLst>
                    <a:ext uri="{9D8B030D-6E8A-4147-A177-3AD203B41FA5}">
                      <a16:colId xmlns:a16="http://schemas.microsoft.com/office/drawing/2014/main" val="3619535809"/>
                    </a:ext>
                  </a:extLst>
                </a:gridCol>
              </a:tblGrid>
              <a:tr h="356770">
                <a:tc>
                  <a:txBody>
                    <a:bodyPr/>
                    <a:lstStyle/>
                    <a:p>
                      <a:r>
                        <a:rPr lang="en-US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189608"/>
                  </a:ext>
                </a:extLst>
              </a:tr>
              <a:tr h="791712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Cold Assessments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Assessments that include t</a:t>
                      </a: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exts and topics the students have not read or are unfamiliar with. These types of assessments are usually multiple-choice.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9762599"/>
                  </a:ext>
                </a:extLst>
              </a:tr>
              <a:tr h="84328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Warm Assessments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Assessments that include texts that students have not read, but on related topics or related texts. These types of assessments can be multiple choice or open-ended and are usually embedded in the curriculum.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2417617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Hot Assessments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Assessments that involve familiar texts that students have read and studied and are usually open-ended questions. These assessments are also embedded in the curriculum.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6994879"/>
                  </a:ext>
                </a:extLst>
              </a:tr>
              <a:tr h="737138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Curriculum Embedded Tasks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Tasks or assessments students are completing as part of the curriculum.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2717954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E72E69B-5EFA-6024-74FD-80B4260F9804}"/>
              </a:ext>
            </a:extLst>
          </p:cNvPr>
          <p:cNvSpPr>
            <a:spLocks noGrp="1"/>
          </p:cNvSpPr>
          <p:nvPr/>
        </p:nvSpPr>
        <p:spPr>
          <a:xfrm>
            <a:off x="929756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D56C8B-F564-4051-AFED-A78F1C6A2F0E}" type="slidenum">
              <a:rPr lang="en-US" sz="1200" smtClean="0"/>
              <a:pPr algn="r"/>
              <a:t>4</a:t>
            </a:fld>
            <a:endParaRPr lang="en-US" sz="1200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59F76B82-2C9C-C30A-CDAB-F2105C27D6C9}"/>
              </a:ext>
            </a:extLst>
          </p:cNvPr>
          <p:cNvSpPr txBox="1"/>
          <p:nvPr/>
        </p:nvSpPr>
        <p:spPr>
          <a:xfrm>
            <a:off x="75819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3.11</a:t>
            </a:r>
            <a:r>
              <a:rPr lang="en-US" sz="900" dirty="0"/>
              <a:t> 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73" y="241748"/>
            <a:ext cx="10515600" cy="1049384"/>
          </a:xfrm>
        </p:spPr>
        <p:txBody>
          <a:bodyPr/>
          <a:lstStyle/>
          <a:p>
            <a:r>
              <a:rPr lang="en-US"/>
              <a:t>Types of Assessments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D2CCAE-B8F9-4A9A-A951-2EF6AC193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241725"/>
              </p:ext>
            </p:extLst>
          </p:nvPr>
        </p:nvGraphicFramePr>
        <p:xfrm>
          <a:off x="660400" y="1532601"/>
          <a:ext cx="10871200" cy="38240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5960">
                  <a:extLst>
                    <a:ext uri="{9D8B030D-6E8A-4147-A177-3AD203B41FA5}">
                      <a16:colId xmlns:a16="http://schemas.microsoft.com/office/drawing/2014/main" val="1415803043"/>
                    </a:ext>
                  </a:extLst>
                </a:gridCol>
                <a:gridCol w="3817855">
                  <a:extLst>
                    <a:ext uri="{9D8B030D-6E8A-4147-A177-3AD203B41FA5}">
                      <a16:colId xmlns:a16="http://schemas.microsoft.com/office/drawing/2014/main" val="2478058477"/>
                    </a:ext>
                  </a:extLst>
                </a:gridCol>
                <a:gridCol w="3012441">
                  <a:extLst>
                    <a:ext uri="{9D8B030D-6E8A-4147-A177-3AD203B41FA5}">
                      <a16:colId xmlns:a16="http://schemas.microsoft.com/office/drawing/2014/main" val="3788661608"/>
                    </a:ext>
                  </a:extLst>
                </a:gridCol>
                <a:gridCol w="1894944">
                  <a:extLst>
                    <a:ext uri="{9D8B030D-6E8A-4147-A177-3AD203B41FA5}">
                      <a16:colId xmlns:a16="http://schemas.microsoft.com/office/drawing/2014/main" val="928447234"/>
                    </a:ext>
                  </a:extLst>
                </a:gridCol>
              </a:tblGrid>
              <a:tr h="5601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Assessment Type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Explanation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Most Common Item Type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Example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0581240"/>
                  </a:ext>
                </a:extLst>
              </a:tr>
              <a:tr h="76250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Cold Assessments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Texts and topics the students have NOT read or are unfamiliar with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Multiple Choice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STAAR passages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0750705"/>
                  </a:ext>
                </a:extLst>
              </a:tr>
              <a:tr h="11878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Warm Assessments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Texts that students have NOT read, but on related topics or related texts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Multiple choice &amp; open-ended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Curriculum embedded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7090298"/>
                  </a:ext>
                </a:extLst>
              </a:tr>
              <a:tr h="13135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Hot Assessments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Familiar texts that students have read and studied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Open-ended response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Curriculum embedded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9084854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A574734-9425-E508-BD78-819A24192EA4}"/>
              </a:ext>
            </a:extLst>
          </p:cNvPr>
          <p:cNvSpPr>
            <a:spLocks noGrp="1"/>
          </p:cNvSpPr>
          <p:nvPr/>
        </p:nvSpPr>
        <p:spPr>
          <a:xfrm>
            <a:off x="929756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D56C8B-F564-4051-AFED-A78F1C6A2F0E}" type="slidenum">
              <a:rPr lang="en-US" sz="1200" smtClean="0"/>
              <a:pPr algn="r"/>
              <a:t>5</a:t>
            </a:fld>
            <a:endParaRPr lang="en-US" sz="1200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99984B96-AB9E-608E-1077-118AA7299F96}"/>
              </a:ext>
            </a:extLst>
          </p:cNvPr>
          <p:cNvSpPr txBox="1"/>
          <p:nvPr/>
        </p:nvSpPr>
        <p:spPr>
          <a:xfrm>
            <a:off x="75819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3.11</a:t>
            </a:r>
            <a:r>
              <a:rPr lang="en-US" sz="900" dirty="0"/>
              <a:t> 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750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802"/>
            <a:ext cx="10515600" cy="464327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Respond to the following questions: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is it important to use data from a variety of assessments? 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should a teacher prioritize curriculum embedded assessments? 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are common pitfalls when responding to assessment data?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assessment types have you noticed in your internship experience? How has the teacher used those assessments to drive instruction?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3FC5AEE-2704-26CE-D3D7-1464AEF5C103}"/>
              </a:ext>
            </a:extLst>
          </p:cNvPr>
          <p:cNvSpPr>
            <a:spLocks noGrp="1"/>
          </p:cNvSpPr>
          <p:nvPr/>
        </p:nvSpPr>
        <p:spPr>
          <a:xfrm>
            <a:off x="929756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D56C8B-F564-4051-AFED-A78F1C6A2F0E}" type="slidenum">
              <a:rPr lang="en-US" sz="1200" smtClean="0"/>
              <a:pPr algn="r"/>
              <a:t>6</a:t>
            </a:fld>
            <a:endParaRPr lang="en-US" sz="1200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68A2439-0F8E-FA56-A56D-03B6FAA7D582}"/>
              </a:ext>
            </a:extLst>
          </p:cNvPr>
          <p:cNvSpPr txBox="1"/>
          <p:nvPr/>
        </p:nvSpPr>
        <p:spPr>
          <a:xfrm>
            <a:off x="75819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3.11</a:t>
            </a:r>
            <a:r>
              <a:rPr lang="en-US" sz="900" dirty="0"/>
              <a:t> 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53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499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Practicum| Unit 3: Research-Based Instructional Strategies (RBIS) Reading Language Arts (RLA)| Lesson 3.11</vt:lpstr>
      <vt:lpstr>TEKS Standards &amp; Objectives</vt:lpstr>
      <vt:lpstr>Bellringer</vt:lpstr>
      <vt:lpstr>Vocabulary</vt:lpstr>
      <vt:lpstr>Types of Assessments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3.11: Assessment Data</dc:title>
  <dc:subject>Lesson 3.11: Assessment Data</dc:subject>
  <dc:creator>Texas Education Agency</dc:creator>
  <cp:lastModifiedBy>White (she/her), Whitney</cp:lastModifiedBy>
  <cp:revision>1</cp:revision>
  <dcterms:created xsi:type="dcterms:W3CDTF">2022-05-09T19:40:20Z</dcterms:created>
  <dcterms:modified xsi:type="dcterms:W3CDTF">2023-08-19T00:59:13Z</dcterms:modified>
</cp:coreProperties>
</file>
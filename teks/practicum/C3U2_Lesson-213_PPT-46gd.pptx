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3" r:id="rId6"/>
    <p:sldId id="262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E22B2-4A4F-4743-82DE-A297D99D27CD}" v="1" dt="2023-08-31T19:41:50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1CBE22B2-4A4F-4743-82DE-A297D99D27CD}"/>
    <pc:docChg chg="modSld">
      <pc:chgData name="White (she/her), Whitney" userId="65f39021-2f1d-4d8b-87dc-b123826f65bf" providerId="ADAL" clId="{1CBE22B2-4A4F-4743-82DE-A297D99D27CD}" dt="2023-08-31T19:42:03.630" v="3" actId="13244"/>
      <pc:docMkLst>
        <pc:docMk/>
      </pc:docMkLst>
      <pc:sldChg chg="addSp modSp mod">
        <pc:chgData name="White (she/her), Whitney" userId="65f39021-2f1d-4d8b-87dc-b123826f65bf" providerId="ADAL" clId="{1CBE22B2-4A4F-4743-82DE-A297D99D27CD}" dt="2023-08-31T19:41:51.505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1CBE22B2-4A4F-4743-82DE-A297D99D27CD}" dt="2023-08-31T19:41:51.505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1CBE22B2-4A4F-4743-82DE-A297D99D27CD}" dt="2023-08-31T19:41:50.031" v="1"/>
          <ac:spMkLst>
            <pc:docMk/>
            <pc:sldMk cId="1482277026" sldId="256"/>
            <ac:spMk id="4" creationId="{9C1E8952-78A7-68C6-3609-D71442F25BF8}"/>
          </ac:spMkLst>
        </pc:spChg>
      </pc:sldChg>
      <pc:sldChg chg="modSp mod">
        <pc:chgData name="White (she/her), Whitney" userId="65f39021-2f1d-4d8b-87dc-b123826f65bf" providerId="ADAL" clId="{1CBE22B2-4A4F-4743-82DE-A297D99D27CD}" dt="2023-08-31T19:42:03.630" v="3" actId="13244"/>
        <pc:sldMkLst>
          <pc:docMk/>
          <pc:sldMk cId="2147408764" sldId="260"/>
        </pc:sldMkLst>
        <pc:spChg chg="ord">
          <ac:chgData name="White (she/her), Whitney" userId="65f39021-2f1d-4d8b-87dc-b123826f65bf" providerId="ADAL" clId="{1CBE22B2-4A4F-4743-82DE-A297D99D27CD}" dt="2023-08-31T19:42:03.630" v="3" actId="13244"/>
          <ac:spMkLst>
            <pc:docMk/>
            <pc:sldMk cId="2147408764" sldId="260"/>
            <ac:spMk id="4" creationId="{00210221-3F4A-4187-A674-5BB2A5218FDE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D1D4AF27-337C-448F-8752-8572772461A3}"/>
    <pc:docChg chg="modSld">
      <pc:chgData name="White, Whitney" userId="65f39021-2f1d-4d8b-87dc-b123826f65bf" providerId="ADAL" clId="{D1D4AF27-337C-448F-8752-8572772461A3}" dt="2022-08-04T17:50:15.843" v="1" actId="20577"/>
      <pc:docMkLst>
        <pc:docMk/>
      </pc:docMkLst>
      <pc:sldChg chg="modSp mod">
        <pc:chgData name="White, Whitney" userId="65f39021-2f1d-4d8b-87dc-b123826f65bf" providerId="ADAL" clId="{D1D4AF27-337C-448F-8752-8572772461A3}" dt="2022-08-04T17:50:15.843" v="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D1D4AF27-337C-448F-8752-8572772461A3}" dt="2022-08-04T17:50:15.843" v="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E47E465E-3BD1-4AF4-BBA6-250F7EF3D1E2}"/>
    <pc:docChg chg="undo custSel addSld delSld modSld sldOrd">
      <pc:chgData name="White, Whitney" userId="65f39021-2f1d-4d8b-87dc-b123826f65bf" providerId="ADAL" clId="{E47E465E-3BD1-4AF4-BBA6-250F7EF3D1E2}" dt="2022-08-04T17:16:56.732" v="1050" actId="20577"/>
      <pc:docMkLst>
        <pc:docMk/>
      </pc:docMkLst>
      <pc:sldChg chg="modSp mod">
        <pc:chgData name="White, Whitney" userId="65f39021-2f1d-4d8b-87dc-b123826f65bf" providerId="ADAL" clId="{E47E465E-3BD1-4AF4-BBA6-250F7EF3D1E2}" dt="2022-08-04T17:06:39.671" v="4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E47E465E-3BD1-4AF4-BBA6-250F7EF3D1E2}" dt="2022-08-04T17:06:39.671" v="4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47E465E-3BD1-4AF4-BBA6-250F7EF3D1E2}" dt="2022-08-04T17:06:36.821" v="37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E47E465E-3BD1-4AF4-BBA6-250F7EF3D1E2}" dt="2022-08-04T17:07:53.191" v="69" actId="403"/>
        <pc:sldMkLst>
          <pc:docMk/>
          <pc:sldMk cId="4071305681" sldId="258"/>
        </pc:sldMkLst>
        <pc:spChg chg="mod">
          <ac:chgData name="White, Whitney" userId="65f39021-2f1d-4d8b-87dc-b123826f65bf" providerId="ADAL" clId="{E47E465E-3BD1-4AF4-BBA6-250F7EF3D1E2}" dt="2022-08-04T17:07:53.191" v="69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E47E465E-3BD1-4AF4-BBA6-250F7EF3D1E2}" dt="2022-08-04T17:07:39.160" v="65" actId="255"/>
        <pc:sldMkLst>
          <pc:docMk/>
          <pc:sldMk cId="2772527113" sldId="259"/>
        </pc:sldMkLst>
        <pc:spChg chg="mod">
          <ac:chgData name="White, Whitney" userId="65f39021-2f1d-4d8b-87dc-b123826f65bf" providerId="ADAL" clId="{E47E465E-3BD1-4AF4-BBA6-250F7EF3D1E2}" dt="2022-08-04T17:07:39.160" v="65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mod">
        <pc:chgData name="White, Whitney" userId="65f39021-2f1d-4d8b-87dc-b123826f65bf" providerId="ADAL" clId="{E47E465E-3BD1-4AF4-BBA6-250F7EF3D1E2}" dt="2022-08-04T17:15:40.081" v="833"/>
        <pc:sldMkLst>
          <pc:docMk/>
          <pc:sldMk cId="2147408764" sldId="260"/>
        </pc:sldMkLst>
        <pc:spChg chg="add del mod">
          <ac:chgData name="White, Whitney" userId="65f39021-2f1d-4d8b-87dc-b123826f65bf" providerId="ADAL" clId="{E47E465E-3BD1-4AF4-BBA6-250F7EF3D1E2}" dt="2022-08-04T17:15:28.120" v="830" actId="14100"/>
          <ac:spMkLst>
            <pc:docMk/>
            <pc:sldMk cId="2147408764" sldId="260"/>
            <ac:spMk id="3" creationId="{49F2A5AF-3C0B-4968-A438-E435325199EA}"/>
          </ac:spMkLst>
        </pc:spChg>
        <pc:spChg chg="add del">
          <ac:chgData name="White, Whitney" userId="65f39021-2f1d-4d8b-87dc-b123826f65bf" providerId="ADAL" clId="{E47E465E-3BD1-4AF4-BBA6-250F7EF3D1E2}" dt="2022-08-04T17:14:39.300" v="819"/>
          <ac:spMkLst>
            <pc:docMk/>
            <pc:sldMk cId="2147408764" sldId="260"/>
            <ac:spMk id="6" creationId="{BFE54990-2280-4764-BFA4-520A22C6FA59}"/>
          </ac:spMkLst>
        </pc:spChg>
        <pc:spChg chg="add mod">
          <ac:chgData name="White, Whitney" userId="65f39021-2f1d-4d8b-87dc-b123826f65bf" providerId="ADAL" clId="{E47E465E-3BD1-4AF4-BBA6-250F7EF3D1E2}" dt="2022-08-04T17:15:40.081" v="833"/>
          <ac:spMkLst>
            <pc:docMk/>
            <pc:sldMk cId="2147408764" sldId="260"/>
            <ac:spMk id="8" creationId="{9C0F6C57-826B-4C39-B2A9-4438BE13C134}"/>
          </ac:spMkLst>
        </pc:spChg>
        <pc:graphicFrameChg chg="add del mod">
          <ac:chgData name="White, Whitney" userId="65f39021-2f1d-4d8b-87dc-b123826f65bf" providerId="ADAL" clId="{E47E465E-3BD1-4AF4-BBA6-250F7EF3D1E2}" dt="2022-08-04T17:14:39.300" v="819"/>
          <ac:graphicFrameMkLst>
            <pc:docMk/>
            <pc:sldMk cId="2147408764" sldId="260"/>
            <ac:graphicFrameMk id="5" creationId="{69F5A4AA-B972-49FC-8ABF-557CC0BF9D23}"/>
          </ac:graphicFrameMkLst>
        </pc:graphicFrameChg>
        <pc:graphicFrameChg chg="add mod modGraphic">
          <ac:chgData name="White, Whitney" userId="65f39021-2f1d-4d8b-87dc-b123826f65bf" providerId="ADAL" clId="{E47E465E-3BD1-4AF4-BBA6-250F7EF3D1E2}" dt="2022-08-04T17:15:11.422" v="827" actId="14734"/>
          <ac:graphicFrameMkLst>
            <pc:docMk/>
            <pc:sldMk cId="2147408764" sldId="260"/>
            <ac:graphicFrameMk id="7" creationId="{F8C4C874-AFB5-431A-8DDC-A8AEC65AF4B2}"/>
          </ac:graphicFrameMkLst>
        </pc:graphicFrameChg>
      </pc:sldChg>
      <pc:sldChg chg="addSp delSp modSp mod">
        <pc:chgData name="White, Whitney" userId="65f39021-2f1d-4d8b-87dc-b123826f65bf" providerId="ADAL" clId="{E47E465E-3BD1-4AF4-BBA6-250F7EF3D1E2}" dt="2022-08-04T17:08:11.994" v="79" actId="404"/>
        <pc:sldMkLst>
          <pc:docMk/>
          <pc:sldMk cId="3054216349" sldId="261"/>
        </pc:sldMkLst>
        <pc:spChg chg="del">
          <ac:chgData name="White, Whitney" userId="65f39021-2f1d-4d8b-87dc-b123826f65bf" providerId="ADAL" clId="{E47E465E-3BD1-4AF4-BBA6-250F7EF3D1E2}" dt="2022-08-04T17:08:01.612" v="70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E47E465E-3BD1-4AF4-BBA6-250F7EF3D1E2}" dt="2022-08-04T17:08:11.994" v="79" actId="404"/>
          <ac:graphicFrameMkLst>
            <pc:docMk/>
            <pc:sldMk cId="3054216349" sldId="261"/>
            <ac:graphicFrameMk id="5" creationId="{F862B931-6949-4BBA-9A66-9467362E6CDC}"/>
          </ac:graphicFrameMkLst>
        </pc:graphicFrameChg>
      </pc:sldChg>
      <pc:sldChg chg="modSp mod modAnim">
        <pc:chgData name="White, Whitney" userId="65f39021-2f1d-4d8b-87dc-b123826f65bf" providerId="ADAL" clId="{E47E465E-3BD1-4AF4-BBA6-250F7EF3D1E2}" dt="2022-08-04T17:13:52.920" v="817"/>
        <pc:sldMkLst>
          <pc:docMk/>
          <pc:sldMk cId="4170921578" sldId="262"/>
        </pc:sldMkLst>
        <pc:spChg chg="mod">
          <ac:chgData name="White, Whitney" userId="65f39021-2f1d-4d8b-87dc-b123826f65bf" providerId="ADAL" clId="{E47E465E-3BD1-4AF4-BBA6-250F7EF3D1E2}" dt="2022-08-04T17:12:45.717" v="522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E47E465E-3BD1-4AF4-BBA6-250F7EF3D1E2}" dt="2022-08-04T17:13:45.459" v="816" actId="12"/>
          <ac:spMkLst>
            <pc:docMk/>
            <pc:sldMk cId="4170921578" sldId="262"/>
            <ac:spMk id="3" creationId="{79FFCA46-4155-4484-8350-F1E0B95F6088}"/>
          </ac:spMkLst>
        </pc:spChg>
      </pc:sldChg>
      <pc:sldChg chg="addSp delSp modSp mod modClrScheme modAnim chgLayout">
        <pc:chgData name="White, Whitney" userId="65f39021-2f1d-4d8b-87dc-b123826f65bf" providerId="ADAL" clId="{E47E465E-3BD1-4AF4-BBA6-250F7EF3D1E2}" dt="2022-08-04T17:12:20.912" v="471" actId="20577"/>
        <pc:sldMkLst>
          <pc:docMk/>
          <pc:sldMk cId="1163931679" sldId="263"/>
        </pc:sldMkLst>
        <pc:spChg chg="mod ord">
          <ac:chgData name="White, Whitney" userId="65f39021-2f1d-4d8b-87dc-b123826f65bf" providerId="ADAL" clId="{E47E465E-3BD1-4AF4-BBA6-250F7EF3D1E2}" dt="2022-08-04T17:11:28.542" v="391" actId="700"/>
          <ac:spMkLst>
            <pc:docMk/>
            <pc:sldMk cId="1163931679" sldId="263"/>
            <ac:spMk id="2" creationId="{531ECDB3-7F62-4124-A1E9-E48D699D2427}"/>
          </ac:spMkLst>
        </pc:spChg>
        <pc:spChg chg="del mod ord">
          <ac:chgData name="White, Whitney" userId="65f39021-2f1d-4d8b-87dc-b123826f65bf" providerId="ADAL" clId="{E47E465E-3BD1-4AF4-BBA6-250F7EF3D1E2}" dt="2022-08-04T17:11:28.542" v="391" actId="700"/>
          <ac:spMkLst>
            <pc:docMk/>
            <pc:sldMk cId="1163931679" sldId="263"/>
            <ac:spMk id="3" creationId="{012C84E3-4C09-4253-8964-13B9C34E5E48}"/>
          </ac:spMkLst>
        </pc:spChg>
        <pc:spChg chg="mod ord">
          <ac:chgData name="White, Whitney" userId="65f39021-2f1d-4d8b-87dc-b123826f65bf" providerId="ADAL" clId="{E47E465E-3BD1-4AF4-BBA6-250F7EF3D1E2}" dt="2022-08-04T17:11:28.542" v="391" actId="700"/>
          <ac:spMkLst>
            <pc:docMk/>
            <pc:sldMk cId="1163931679" sldId="263"/>
            <ac:spMk id="4" creationId="{497159D5-CAC3-47F8-8492-7D28C15A3A58}"/>
          </ac:spMkLst>
        </pc:spChg>
        <pc:spChg chg="add mod ord">
          <ac:chgData name="White, Whitney" userId="65f39021-2f1d-4d8b-87dc-b123826f65bf" providerId="ADAL" clId="{E47E465E-3BD1-4AF4-BBA6-250F7EF3D1E2}" dt="2022-08-04T17:11:53.896" v="462"/>
          <ac:spMkLst>
            <pc:docMk/>
            <pc:sldMk cId="1163931679" sldId="263"/>
            <ac:spMk id="5" creationId="{02A751BA-6B71-4454-A98D-EAFD36EF6408}"/>
          </ac:spMkLst>
        </pc:spChg>
        <pc:spChg chg="add mod ord">
          <ac:chgData name="White, Whitney" userId="65f39021-2f1d-4d8b-87dc-b123826f65bf" providerId="ADAL" clId="{E47E465E-3BD1-4AF4-BBA6-250F7EF3D1E2}" dt="2022-08-04T17:12:20.912" v="471" actId="20577"/>
          <ac:spMkLst>
            <pc:docMk/>
            <pc:sldMk cId="1163931679" sldId="263"/>
            <ac:spMk id="6" creationId="{F7B24992-F6C3-4595-A619-376C953200C3}"/>
          </ac:spMkLst>
        </pc:spChg>
      </pc:sldChg>
      <pc:sldChg chg="modSp new mod ord">
        <pc:chgData name="White, Whitney" userId="65f39021-2f1d-4d8b-87dc-b123826f65bf" providerId="ADAL" clId="{E47E465E-3BD1-4AF4-BBA6-250F7EF3D1E2}" dt="2022-08-04T17:16:56.732" v="1050" actId="20577"/>
        <pc:sldMkLst>
          <pc:docMk/>
          <pc:sldMk cId="1554691988" sldId="264"/>
        </pc:sldMkLst>
        <pc:spChg chg="mod">
          <ac:chgData name="White, Whitney" userId="65f39021-2f1d-4d8b-87dc-b123826f65bf" providerId="ADAL" clId="{E47E465E-3BD1-4AF4-BBA6-250F7EF3D1E2}" dt="2022-08-04T17:16:23.420" v="879" actId="20577"/>
          <ac:spMkLst>
            <pc:docMk/>
            <pc:sldMk cId="1554691988" sldId="264"/>
            <ac:spMk id="2" creationId="{A49C46E8-D3AB-4914-B671-DF30DB433910}"/>
          </ac:spMkLst>
        </pc:spChg>
        <pc:spChg chg="mod">
          <ac:chgData name="White, Whitney" userId="65f39021-2f1d-4d8b-87dc-b123826f65bf" providerId="ADAL" clId="{E47E465E-3BD1-4AF4-BBA6-250F7EF3D1E2}" dt="2022-08-04T17:16:56.732" v="1050" actId="20577"/>
          <ac:spMkLst>
            <pc:docMk/>
            <pc:sldMk cId="1554691988" sldId="264"/>
            <ac:spMk id="3" creationId="{B95E9C96-F68E-456D-9B19-FCE3B2D38CCB}"/>
          </ac:spMkLst>
        </pc:spChg>
      </pc:sldChg>
      <pc:sldChg chg="addSp delSp modSp del mod modClrScheme chgLayout">
        <pc:chgData name="White, Whitney" userId="65f39021-2f1d-4d8b-87dc-b123826f65bf" providerId="ADAL" clId="{E47E465E-3BD1-4AF4-BBA6-250F7EF3D1E2}" dt="2022-08-04T17:10:51.597" v="329" actId="2696"/>
        <pc:sldMkLst>
          <pc:docMk/>
          <pc:sldMk cId="3493109116" sldId="264"/>
        </pc:sldMkLst>
        <pc:spChg chg="mod ord">
          <ac:chgData name="White, Whitney" userId="65f39021-2f1d-4d8b-87dc-b123826f65bf" providerId="ADAL" clId="{E47E465E-3BD1-4AF4-BBA6-250F7EF3D1E2}" dt="2022-08-04T17:08:55.065" v="104" actId="700"/>
          <ac:spMkLst>
            <pc:docMk/>
            <pc:sldMk cId="3493109116" sldId="264"/>
            <ac:spMk id="2" creationId="{D7836664-70C0-47BA-9BFF-496A04EBBFDE}"/>
          </ac:spMkLst>
        </pc:spChg>
        <pc:spChg chg="del mod ord">
          <ac:chgData name="White, Whitney" userId="65f39021-2f1d-4d8b-87dc-b123826f65bf" providerId="ADAL" clId="{E47E465E-3BD1-4AF4-BBA6-250F7EF3D1E2}" dt="2022-08-04T17:08:55.065" v="104" actId="700"/>
          <ac:spMkLst>
            <pc:docMk/>
            <pc:sldMk cId="3493109116" sldId="264"/>
            <ac:spMk id="3" creationId="{F64339F5-2F5D-46B5-A25D-C197D73747BD}"/>
          </ac:spMkLst>
        </pc:spChg>
        <pc:spChg chg="mod ord">
          <ac:chgData name="White, Whitney" userId="65f39021-2f1d-4d8b-87dc-b123826f65bf" providerId="ADAL" clId="{E47E465E-3BD1-4AF4-BBA6-250F7EF3D1E2}" dt="2022-08-04T17:08:55.065" v="104" actId="700"/>
          <ac:spMkLst>
            <pc:docMk/>
            <pc:sldMk cId="3493109116" sldId="264"/>
            <ac:spMk id="4" creationId="{F767700B-954E-42AD-AD69-9CC1C5B510A5}"/>
          </ac:spMkLst>
        </pc:spChg>
        <pc:spChg chg="add mod ord">
          <ac:chgData name="White, Whitney" userId="65f39021-2f1d-4d8b-87dc-b123826f65bf" providerId="ADAL" clId="{E47E465E-3BD1-4AF4-BBA6-250F7EF3D1E2}" dt="2022-08-04T17:09:52.878" v="312" actId="20577"/>
          <ac:spMkLst>
            <pc:docMk/>
            <pc:sldMk cId="3493109116" sldId="264"/>
            <ac:spMk id="5" creationId="{0513A2D6-300A-4421-844A-A491210F1D43}"/>
          </ac:spMkLst>
        </pc:spChg>
        <pc:spChg chg="add mod ord">
          <ac:chgData name="White, Whitney" userId="65f39021-2f1d-4d8b-87dc-b123826f65bf" providerId="ADAL" clId="{E47E465E-3BD1-4AF4-BBA6-250F7EF3D1E2}" dt="2022-08-04T17:10:43.781" v="328" actId="20577"/>
          <ac:spMkLst>
            <pc:docMk/>
            <pc:sldMk cId="3493109116" sldId="264"/>
            <ac:spMk id="6" creationId="{D41F8710-738C-4D53-87F2-75AD44C82F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Recognizing and Dealing with Stress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E8952-78A7-68C6-3609-D71442F25BF8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2A, 2B, 2C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escribe individual strategies to manage stress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escribe and identify boundaries, specific to the work of an educator, that promote a healthy life-work balance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Create a concept map about what you believe would be stressful about the teaching profession.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62B931-6949-4BBA-9A66-9467362E6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374283"/>
              </p:ext>
            </p:extLst>
          </p:nvPr>
        </p:nvGraphicFramePr>
        <p:xfrm>
          <a:off x="759125" y="1785668"/>
          <a:ext cx="10594675" cy="3605468"/>
        </p:xfrm>
        <a:graphic>
          <a:graphicData uri="http://schemas.openxmlformats.org/drawingml/2006/table">
            <a:tbl>
              <a:tblPr firstRow="1" firstCol="1" bandRow="1"/>
              <a:tblGrid>
                <a:gridCol w="2313484">
                  <a:extLst>
                    <a:ext uri="{9D8B030D-6E8A-4147-A177-3AD203B41FA5}">
                      <a16:colId xmlns:a16="http://schemas.microsoft.com/office/drawing/2014/main" val="3118653664"/>
                    </a:ext>
                  </a:extLst>
                </a:gridCol>
                <a:gridCol w="8281191">
                  <a:extLst>
                    <a:ext uri="{9D8B030D-6E8A-4147-A177-3AD203B41FA5}">
                      <a16:colId xmlns:a16="http://schemas.microsoft.com/office/drawing/2014/main" val="2252275987"/>
                    </a:ext>
                  </a:extLst>
                </a:gridCol>
              </a:tblGrid>
              <a:tr h="6727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Stress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our body and mind respond to challenging situations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22216"/>
                  </a:ext>
                </a:extLst>
              </a:tr>
              <a:tr h="6727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Distress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Stressful situations with negative effects on a person’s mental, emotional, or physical health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084501"/>
                  </a:ext>
                </a:extLst>
              </a:tr>
              <a:tr h="6727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Eustress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Stressful situations with positive effects on a person’s mental, emotional, or physical health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289068"/>
                  </a:ext>
                </a:extLst>
              </a:tr>
              <a:tr h="84576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Work-Life Balance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ratio of time a person spends on job-related tasks (at work or at home) versus the amount of time a person spends on leisure activities and spending quality time with friends, family, and/or hobbies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360979"/>
                  </a:ext>
                </a:extLst>
              </a:tr>
              <a:tr h="6727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Boundaries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Clearly communicated expectations for how a person interacts with others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8998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Stress: Healthy &amp; Unhealthy Strategies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A751BA-6B71-4454-A98D-EAFD36EF64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Healthy Stress Management 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Getting enough sleep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Talking to a friend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Craft/hobbies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Spending time with pets/animals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Outdoor activities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Volunteering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24992-F6C3-4595-A619-376C953200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Unhealthy Stress Management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eating/overeating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getting enough sleep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Substance use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asking for help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Fighting/arguing with others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Examples of Boundaries for Teachers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Establishing due dates and enforcing them</a:t>
            </a:r>
          </a:p>
          <a:p>
            <a:r>
              <a:rPr lang="en-US" dirty="0"/>
              <a:t>Limiting communication with parents, students or colleagues after school hours or on weekends</a:t>
            </a:r>
          </a:p>
          <a:p>
            <a:r>
              <a:rPr lang="en-US" dirty="0"/>
              <a:t>Not bringing papers home to grade/limiting work </a:t>
            </a:r>
            <a:r>
              <a:rPr lang="en-US" dirty="0" err="1"/>
              <a:t>doen</a:t>
            </a:r>
            <a:r>
              <a:rPr lang="en-US" dirty="0"/>
              <a:t> from home</a:t>
            </a:r>
          </a:p>
          <a:p>
            <a:r>
              <a:rPr lang="en-US" dirty="0"/>
              <a:t>Only volunteering for extra duties when they have time/not overbooking their schedule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46E8-D3AB-4914-B671-DF30DB433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Homework Assignment Due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E9C96-F68E-456D-9B19-FCE3B2D38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will need to have your homework assignment from 2.13 (teacher interview) completed before the next class. Please bring your interview responses with you.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ACE6E-E9DC-4815-B6F3-E9861AFE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91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681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Circle all the strategies below that could be considered positive ways to manage stress?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C4C874-AFB5-431A-8DDC-A8AEC65AF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45643"/>
              </p:ext>
            </p:extLst>
          </p:nvPr>
        </p:nvGraphicFramePr>
        <p:xfrm>
          <a:off x="1336700" y="2356006"/>
          <a:ext cx="7273900" cy="1645288"/>
        </p:xfrm>
        <a:graphic>
          <a:graphicData uri="http://schemas.openxmlformats.org/drawingml/2006/table">
            <a:tbl>
              <a:tblPr firstRow="1" firstCol="1" bandRow="1"/>
              <a:tblGrid>
                <a:gridCol w="3390575">
                  <a:extLst>
                    <a:ext uri="{9D8B030D-6E8A-4147-A177-3AD203B41FA5}">
                      <a16:colId xmlns:a16="http://schemas.microsoft.com/office/drawing/2014/main" val="750410595"/>
                    </a:ext>
                  </a:extLst>
                </a:gridCol>
                <a:gridCol w="3883325">
                  <a:extLst>
                    <a:ext uri="{9D8B030D-6E8A-4147-A177-3AD203B41FA5}">
                      <a16:colId xmlns:a16="http://schemas.microsoft.com/office/drawing/2014/main" val="1064124997"/>
                    </a:ext>
                  </a:extLst>
                </a:gridCol>
              </a:tblGrid>
              <a:tr h="336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Eating a healthy diet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Making time to exercise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36767"/>
                  </a:ext>
                </a:extLst>
              </a:tr>
              <a:tr h="317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Spending time with friends/family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Comfort eating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690819"/>
                  </a:ext>
                </a:extLst>
              </a:tr>
              <a:tr h="6729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Sleeping 7-9 hours each night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Spending excessive time on screens/electronic devices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738553"/>
                  </a:ext>
                </a:extLst>
              </a:tr>
              <a:tr h="317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Reflect and write in a journal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Find a hobby unrelated to work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0155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0F6C57-826B-4C39-B2A9-4438BE13C134}"/>
              </a:ext>
            </a:extLst>
          </p:cNvPr>
          <p:cNvSpPr txBox="1"/>
          <p:nvPr/>
        </p:nvSpPr>
        <p:spPr>
          <a:xfrm>
            <a:off x="838200" y="4405418"/>
            <a:ext cx="8971472" cy="67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Describe at least two boundaries that teachers can set to promote a healthy work-life balance? 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405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Practicum in Education and Training| Unit 2: The Professional Educator | Lesson 2.13</vt:lpstr>
      <vt:lpstr>TEKS Standards &amp; Objectives</vt:lpstr>
      <vt:lpstr>Bellringer</vt:lpstr>
      <vt:lpstr>Vocabulary</vt:lpstr>
      <vt:lpstr>Dealing with Stress: Healthy &amp; Unhealthy Strategies</vt:lpstr>
      <vt:lpstr>Examples of Boundaries for Teachers</vt:lpstr>
      <vt:lpstr>Reminder: Homework Assignment Due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2.13: Recognizing and Dealing with Stress</dc:title>
  <dc:subject>Lesson 2.13: Recognizing and Dealing with Stress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2023-08-31T19:42:04Z</dcterms:modified>
</cp:coreProperties>
</file>
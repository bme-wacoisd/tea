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A8679DC4-DB3A-417B-9633-764F2C47BE15}"/>
    <pc:docChg chg="modSld">
      <pc:chgData name="White (she/her), Whitney" userId="65f39021-2f1d-4d8b-87dc-b123826f65bf" providerId="ADAL" clId="{A8679DC4-DB3A-417B-9633-764F2C47BE15}" dt="2023-08-18T20:21:08.941" v="8" actId="404"/>
      <pc:docMkLst>
        <pc:docMk/>
      </pc:docMkLst>
      <pc:sldChg chg="addSp modSp mod">
        <pc:chgData name="White (she/her), Whitney" userId="65f39021-2f1d-4d8b-87dc-b123826f65bf" providerId="ADAL" clId="{A8679DC4-DB3A-417B-9633-764F2C47BE15}" dt="2023-08-18T20:21:08.941" v="8" actId="404"/>
        <pc:sldMkLst>
          <pc:docMk/>
          <pc:sldMk cId="1482277026" sldId="256"/>
        </pc:sldMkLst>
        <pc:spChg chg="mod">
          <ac:chgData name="White (she/her), Whitney" userId="65f39021-2f1d-4d8b-87dc-b123826f65bf" providerId="ADAL" clId="{A8679DC4-DB3A-417B-9633-764F2C47BE15}" dt="2023-08-18T20:21:08.941" v="8" actId="404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A8679DC4-DB3A-417B-9633-764F2C47BE15}" dt="2023-08-18T20:21:07.083" v="7" actId="1076"/>
          <ac:spMkLst>
            <pc:docMk/>
            <pc:sldMk cId="1482277026" sldId="256"/>
            <ac:spMk id="5" creationId="{2A5017BB-DF79-8090-910D-2FCB997A74E4}"/>
          </ac:spMkLst>
        </pc:spChg>
      </pc:sldChg>
      <pc:sldChg chg="modSp mod">
        <pc:chgData name="White (she/her), Whitney" userId="65f39021-2f1d-4d8b-87dc-b123826f65bf" providerId="ADAL" clId="{A8679DC4-DB3A-417B-9633-764F2C47BE15}" dt="2023-08-18T20:20:52.685" v="1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A8679DC4-DB3A-417B-9633-764F2C47BE15}" dt="2023-08-18T20:20:52.685" v="1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White, Whitney" userId="65f39021-2f1d-4d8b-87dc-b123826f65bf" providerId="ADAL" clId="{948B2063-2475-4187-B304-5889A87451E2}"/>
    <pc:docChg chg="modSld">
      <pc:chgData name="White, Whitney" userId="65f39021-2f1d-4d8b-87dc-b123826f65bf" providerId="ADAL" clId="{948B2063-2475-4187-B304-5889A87451E2}" dt="2022-07-27T17:20:08.539" v="50" actId="20577"/>
      <pc:docMkLst>
        <pc:docMk/>
      </pc:docMkLst>
      <pc:sldChg chg="modSp mod">
        <pc:chgData name="White, Whitney" userId="65f39021-2f1d-4d8b-87dc-b123826f65bf" providerId="ADAL" clId="{948B2063-2475-4187-B304-5889A87451E2}" dt="2022-07-27T17:20:08.539" v="5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48B2063-2475-4187-B304-5889A87451E2}" dt="2022-07-27T17:20:08.539" v="50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784E2440-A9BE-492E-93B5-4A744EA4D15D}"/>
    <pc:docChg chg="custSel delSld modSld">
      <pc:chgData name="White, Whitney" userId="65f39021-2f1d-4d8b-87dc-b123826f65bf" providerId="ADAL" clId="{784E2440-A9BE-492E-93B5-4A744EA4D15D}" dt="2022-07-27T18:38:14.863" v="159" actId="47"/>
      <pc:docMkLst>
        <pc:docMk/>
      </pc:docMkLst>
      <pc:sldChg chg="modSp mod">
        <pc:chgData name="White, Whitney" userId="65f39021-2f1d-4d8b-87dc-b123826f65bf" providerId="ADAL" clId="{784E2440-A9BE-492E-93B5-4A744EA4D15D}" dt="2022-07-27T18:35:05.892" v="58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784E2440-A9BE-492E-93B5-4A744EA4D15D}" dt="2022-07-27T18:35:05.892" v="58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784E2440-A9BE-492E-93B5-4A744EA4D15D}" dt="2022-07-27T18:35:02.404" v="54" actId="313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784E2440-A9BE-492E-93B5-4A744EA4D15D}" dt="2022-07-27T18:36:07.669" v="74" actId="255"/>
        <pc:sldMkLst>
          <pc:docMk/>
          <pc:sldMk cId="4071305681" sldId="258"/>
        </pc:sldMkLst>
        <pc:spChg chg="mod">
          <ac:chgData name="White, Whitney" userId="65f39021-2f1d-4d8b-87dc-b123826f65bf" providerId="ADAL" clId="{784E2440-A9BE-492E-93B5-4A744EA4D15D}" dt="2022-07-27T18:36:07.669" v="74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784E2440-A9BE-492E-93B5-4A744EA4D15D}" dt="2022-07-27T18:35:49.605" v="72" actId="255"/>
        <pc:sldMkLst>
          <pc:docMk/>
          <pc:sldMk cId="2772527113" sldId="259"/>
        </pc:sldMkLst>
        <pc:spChg chg="mod">
          <ac:chgData name="White, Whitney" userId="65f39021-2f1d-4d8b-87dc-b123826f65bf" providerId="ADAL" clId="{784E2440-A9BE-492E-93B5-4A744EA4D15D}" dt="2022-07-27T18:35:49.605" v="7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784E2440-A9BE-492E-93B5-4A744EA4D15D}" dt="2022-07-27T18:36:23.301" v="77" actId="255"/>
        <pc:sldMkLst>
          <pc:docMk/>
          <pc:sldMk cId="2147408764" sldId="260"/>
        </pc:sldMkLst>
        <pc:spChg chg="mod">
          <ac:chgData name="White, Whitney" userId="65f39021-2f1d-4d8b-87dc-b123826f65bf" providerId="ADAL" clId="{784E2440-A9BE-492E-93B5-4A744EA4D15D}" dt="2022-07-27T18:36:23.301" v="77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784E2440-A9BE-492E-93B5-4A744EA4D15D}" dt="2022-07-27T18:37:48.337" v="156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784E2440-A9BE-492E-93B5-4A744EA4D15D}" dt="2022-07-27T18:37:48.337" v="156" actId="20577"/>
          <ac:spMkLst>
            <pc:docMk/>
            <pc:sldMk cId="3054216349" sldId="261"/>
            <ac:spMk id="2" creationId="{E50E203D-F288-408D-B325-66954BDD332E}"/>
          </ac:spMkLst>
        </pc:spChg>
        <pc:spChg chg="mod">
          <ac:chgData name="White, Whitney" userId="65f39021-2f1d-4d8b-87dc-b123826f65bf" providerId="ADAL" clId="{784E2440-A9BE-492E-93B5-4A744EA4D15D}" dt="2022-07-27T18:37:05.360" v="143" actId="27636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784E2440-A9BE-492E-93B5-4A744EA4D15D}" dt="2022-07-27T18:38:14.863" v="159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784E2440-A9BE-492E-93B5-4A744EA4D15D}" dt="2022-07-27T18:38:13.958" v="158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784E2440-A9BE-492E-93B5-4A744EA4D15D}" dt="2022-07-27T18:38:13.341" v="157" actId="47"/>
        <pc:sldMkLst>
          <pc:docMk/>
          <pc:sldMk cId="3493109116" sldId="264"/>
        </pc:sldMkLst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6639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Practicum in Education and Training | Unit 1: Career Exploration and Awareness? | Lesson 1.05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Teachers’ Role as a Part of the Educational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017BB-DF79-8090-910D-2FCB997A74E4}"/>
              </a:ext>
            </a:extLst>
          </p:cNvPr>
          <p:cNvSpPr txBox="1"/>
          <p:nvPr/>
        </p:nvSpPr>
        <p:spPr>
          <a:xfrm>
            <a:off x="0" y="6446939"/>
            <a:ext cx="108889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dentify ways in which teachers demonstrate enthusiasm for learning, set high expectations, and prioritize student learning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dentify how teachers model kindness and fairness toward all students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dentify how teachers collaborate with others and engage in improving their teaching practice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Think about either your most influential or motivating teacher. Write down 3-5 words that you would use to describe him or her.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Academic Leader: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Set high expectations, demonstrate curiosity and enthusiasm for learning, have a deep content knowledge, prioritize student learning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Behavioral Leader: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Demonstrate ethical and professional behavior, model kindness and fairness toward all students, strive to develop positive relationships with all students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Reflective Leader: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Continually engage in improving teaching practices, share knowledge and collaborate with colleagues, ask for feedback on teaching practices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Respond to the prompts below: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Name at least two behaviors you might exhibit as a teacher to demonstrate setting high expectations for your students.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Name at least two behaviors you might exhibit as a teacher to model kindness and fairness toward all students.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Name at least two behaviors you might exhibit as a teacher to demonstrate reflective practice.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259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Office Theme</vt:lpstr>
      <vt:lpstr>Practicum in Education and Training | Unit 1: Career Exploration and Awareness? | Lesson 1.05</vt:lpstr>
      <vt:lpstr>TEKS Standards &amp; Objectives</vt:lpstr>
      <vt:lpstr>Bellringer</vt:lpstr>
      <vt:lpstr>Teacher Roles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1.05 Teachers’ Role as a Part of the Educational System </dc:title>
  <dc:subject>Lesson 1.05 Teachers’ Role as a Part of the Educational System 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2023-08-18T20:21:14Z</dcterms:modified>
</cp:coreProperties>
</file>
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1" r:id="rId5"/>
    <p:sldId id="264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0FC865-C7E8-4AD1-8E22-AE2617952587}" v="1" dt="2023-08-31T19:38:33.9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712" autoAdjust="0"/>
  </p:normalViewPr>
  <p:slideViewPr>
    <p:cSldViewPr snapToGrid="0">
      <p:cViewPr varScale="1">
        <p:scale>
          <a:sx n="108" d="100"/>
          <a:sy n="108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22491096-9591-4471-8E43-CF47A0E1C987}"/>
    <pc:docChg chg="custSel delSld modSld">
      <pc:chgData name="White, Whitney" userId="65f39021-2f1d-4d8b-87dc-b123826f65bf" providerId="ADAL" clId="{22491096-9591-4471-8E43-CF47A0E1C987}" dt="2022-08-04T14:54:33.262" v="397" actId="404"/>
      <pc:docMkLst>
        <pc:docMk/>
      </pc:docMkLst>
      <pc:sldChg chg="modSp mod">
        <pc:chgData name="White, Whitney" userId="65f39021-2f1d-4d8b-87dc-b123826f65bf" providerId="ADAL" clId="{22491096-9591-4471-8E43-CF47A0E1C987}" dt="2022-08-04T14:46:58.083" v="34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22491096-9591-4471-8E43-CF47A0E1C987}" dt="2022-07-31T03:43:57.745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22491096-9591-4471-8E43-CF47A0E1C987}" dt="2022-08-04T14:46:58.083" v="34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22491096-9591-4471-8E43-CF47A0E1C987}" dt="2022-08-04T14:47:32.747" v="70" actId="403"/>
        <pc:sldMkLst>
          <pc:docMk/>
          <pc:sldMk cId="4071305681" sldId="258"/>
        </pc:sldMkLst>
        <pc:spChg chg="mod">
          <ac:chgData name="White, Whitney" userId="65f39021-2f1d-4d8b-87dc-b123826f65bf" providerId="ADAL" clId="{22491096-9591-4471-8E43-CF47A0E1C987}" dt="2022-08-04T14:47:32.747" v="70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22491096-9591-4471-8E43-CF47A0E1C987}" dt="2022-08-04T14:47:21.225" v="66" actId="403"/>
        <pc:sldMkLst>
          <pc:docMk/>
          <pc:sldMk cId="2772527113" sldId="259"/>
        </pc:sldMkLst>
        <pc:spChg chg="mod">
          <ac:chgData name="White, Whitney" userId="65f39021-2f1d-4d8b-87dc-b123826f65bf" providerId="ADAL" clId="{22491096-9591-4471-8E43-CF47A0E1C987}" dt="2022-08-04T14:47:21.225" v="66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addSp delSp modSp mod">
        <pc:chgData name="White, Whitney" userId="65f39021-2f1d-4d8b-87dc-b123826f65bf" providerId="ADAL" clId="{22491096-9591-4471-8E43-CF47A0E1C987}" dt="2022-08-04T14:54:33.262" v="397" actId="404"/>
        <pc:sldMkLst>
          <pc:docMk/>
          <pc:sldMk cId="2147408764" sldId="260"/>
        </pc:sldMkLst>
        <pc:spChg chg="add del mod">
          <ac:chgData name="White, Whitney" userId="65f39021-2f1d-4d8b-87dc-b123826f65bf" providerId="ADAL" clId="{22491096-9591-4471-8E43-CF47A0E1C987}" dt="2022-08-04T14:54:16.222" v="390" actId="403"/>
          <ac:spMkLst>
            <pc:docMk/>
            <pc:sldMk cId="2147408764" sldId="260"/>
            <ac:spMk id="3" creationId="{49F2A5AF-3C0B-4968-A438-E435325199EA}"/>
          </ac:spMkLst>
        </pc:spChg>
        <pc:spChg chg="add del">
          <ac:chgData name="White, Whitney" userId="65f39021-2f1d-4d8b-87dc-b123826f65bf" providerId="ADAL" clId="{22491096-9591-4471-8E43-CF47A0E1C987}" dt="2022-08-04T14:53:24.336" v="307"/>
          <ac:spMkLst>
            <pc:docMk/>
            <pc:sldMk cId="2147408764" sldId="260"/>
            <ac:spMk id="6" creationId="{3ED388FD-9291-4591-944E-D698DBFCB459}"/>
          </ac:spMkLst>
        </pc:spChg>
        <pc:spChg chg="add del">
          <ac:chgData name="White, Whitney" userId="65f39021-2f1d-4d8b-87dc-b123826f65bf" providerId="ADAL" clId="{22491096-9591-4471-8E43-CF47A0E1C987}" dt="2022-08-04T14:53:30.139" v="309"/>
          <ac:spMkLst>
            <pc:docMk/>
            <pc:sldMk cId="2147408764" sldId="260"/>
            <ac:spMk id="8" creationId="{7429EC59-9662-4C66-AFCC-E647CD63C63D}"/>
          </ac:spMkLst>
        </pc:spChg>
        <pc:graphicFrameChg chg="add del mod">
          <ac:chgData name="White, Whitney" userId="65f39021-2f1d-4d8b-87dc-b123826f65bf" providerId="ADAL" clId="{22491096-9591-4471-8E43-CF47A0E1C987}" dt="2022-08-04T14:53:24.336" v="307"/>
          <ac:graphicFrameMkLst>
            <pc:docMk/>
            <pc:sldMk cId="2147408764" sldId="260"/>
            <ac:graphicFrameMk id="5" creationId="{D309A583-02A6-4B62-BD0A-8C7D25079C3F}"/>
          </ac:graphicFrameMkLst>
        </pc:graphicFrameChg>
        <pc:graphicFrameChg chg="add del mod">
          <ac:chgData name="White, Whitney" userId="65f39021-2f1d-4d8b-87dc-b123826f65bf" providerId="ADAL" clId="{22491096-9591-4471-8E43-CF47A0E1C987}" dt="2022-08-04T14:53:30.139" v="309"/>
          <ac:graphicFrameMkLst>
            <pc:docMk/>
            <pc:sldMk cId="2147408764" sldId="260"/>
            <ac:graphicFrameMk id="7" creationId="{0645AF31-B704-4335-BCEA-2E098F2081BB}"/>
          </ac:graphicFrameMkLst>
        </pc:graphicFrameChg>
        <pc:graphicFrameChg chg="add mod modGraphic">
          <ac:chgData name="White, Whitney" userId="65f39021-2f1d-4d8b-87dc-b123826f65bf" providerId="ADAL" clId="{22491096-9591-4471-8E43-CF47A0E1C987}" dt="2022-08-04T14:54:33.262" v="397" actId="404"/>
          <ac:graphicFrameMkLst>
            <pc:docMk/>
            <pc:sldMk cId="2147408764" sldId="260"/>
            <ac:graphicFrameMk id="9" creationId="{DC1F2A84-4C34-454C-83DA-FB5F8E0456FB}"/>
          </ac:graphicFrameMkLst>
        </pc:graphicFrameChg>
      </pc:sldChg>
      <pc:sldChg chg="addSp delSp modSp mod">
        <pc:chgData name="White, Whitney" userId="65f39021-2f1d-4d8b-87dc-b123826f65bf" providerId="ADAL" clId="{22491096-9591-4471-8E43-CF47A0E1C987}" dt="2022-08-04T14:47:54.314" v="80" actId="1076"/>
        <pc:sldMkLst>
          <pc:docMk/>
          <pc:sldMk cId="3054216349" sldId="261"/>
        </pc:sldMkLst>
        <pc:spChg chg="del">
          <ac:chgData name="White, Whitney" userId="65f39021-2f1d-4d8b-87dc-b123826f65bf" providerId="ADAL" clId="{22491096-9591-4471-8E43-CF47A0E1C987}" dt="2022-08-04T14:47:41.721" v="71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22491096-9591-4471-8E43-CF47A0E1C987}" dt="2022-08-04T14:47:54.314" v="80" actId="1076"/>
          <ac:graphicFrameMkLst>
            <pc:docMk/>
            <pc:sldMk cId="3054216349" sldId="261"/>
            <ac:graphicFrameMk id="5" creationId="{F3DCD6BC-E034-4E51-94DF-288D60E1BC5D}"/>
          </ac:graphicFrameMkLst>
        </pc:graphicFrameChg>
      </pc:sldChg>
      <pc:sldChg chg="del">
        <pc:chgData name="White, Whitney" userId="65f39021-2f1d-4d8b-87dc-b123826f65bf" providerId="ADAL" clId="{22491096-9591-4471-8E43-CF47A0E1C987}" dt="2022-08-04T14:53:07.092" v="305" actId="47"/>
        <pc:sldMkLst>
          <pc:docMk/>
          <pc:sldMk cId="4170921578" sldId="262"/>
        </pc:sldMkLst>
      </pc:sldChg>
      <pc:sldChg chg="modSp mod">
        <pc:chgData name="White, Whitney" userId="65f39021-2f1d-4d8b-87dc-b123826f65bf" providerId="ADAL" clId="{22491096-9591-4471-8E43-CF47A0E1C987}" dt="2022-08-04T14:52:52.629" v="304" actId="20577"/>
        <pc:sldMkLst>
          <pc:docMk/>
          <pc:sldMk cId="1163931679" sldId="263"/>
        </pc:sldMkLst>
        <pc:spChg chg="mod">
          <ac:chgData name="White, Whitney" userId="65f39021-2f1d-4d8b-87dc-b123826f65bf" providerId="ADAL" clId="{22491096-9591-4471-8E43-CF47A0E1C987}" dt="2022-08-04T14:52:52.629" v="304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22491096-9591-4471-8E43-CF47A0E1C987}" dt="2022-08-04T14:52:44.044" v="298" actId="20577"/>
          <ac:spMkLst>
            <pc:docMk/>
            <pc:sldMk cId="1163931679" sldId="263"/>
            <ac:spMk id="3" creationId="{012C84E3-4C09-4253-8964-13B9C34E5E48}"/>
          </ac:spMkLst>
        </pc:spChg>
      </pc:sldChg>
      <pc:sldChg chg="addSp delSp modSp mod">
        <pc:chgData name="White, Whitney" userId="65f39021-2f1d-4d8b-87dc-b123826f65bf" providerId="ADAL" clId="{22491096-9591-4471-8E43-CF47A0E1C987}" dt="2022-08-04T14:51:24.354" v="218" actId="1076"/>
        <pc:sldMkLst>
          <pc:docMk/>
          <pc:sldMk cId="3493109116" sldId="264"/>
        </pc:sldMkLst>
        <pc:spChg chg="mod">
          <ac:chgData name="White, Whitney" userId="65f39021-2f1d-4d8b-87dc-b123826f65bf" providerId="ADAL" clId="{22491096-9591-4471-8E43-CF47A0E1C987}" dt="2022-08-04T14:48:42.669" v="168" actId="20577"/>
          <ac:spMkLst>
            <pc:docMk/>
            <pc:sldMk cId="3493109116" sldId="264"/>
            <ac:spMk id="2" creationId="{D7836664-70C0-47BA-9BFF-496A04EBBFDE}"/>
          </ac:spMkLst>
        </pc:spChg>
        <pc:spChg chg="del">
          <ac:chgData name="White, Whitney" userId="65f39021-2f1d-4d8b-87dc-b123826f65bf" providerId="ADAL" clId="{22491096-9591-4471-8E43-CF47A0E1C987}" dt="2022-08-04T14:48:48.012" v="169"/>
          <ac:spMkLst>
            <pc:docMk/>
            <pc:sldMk cId="3493109116" sldId="264"/>
            <ac:spMk id="3" creationId="{F64339F5-2F5D-46B5-A25D-C197D73747BD}"/>
          </ac:spMkLst>
        </pc:spChg>
        <pc:spChg chg="add mod">
          <ac:chgData name="White, Whitney" userId="65f39021-2f1d-4d8b-87dc-b123826f65bf" providerId="ADAL" clId="{22491096-9591-4471-8E43-CF47A0E1C987}" dt="2022-08-04T14:50:33.958" v="198" actId="403"/>
          <ac:spMkLst>
            <pc:docMk/>
            <pc:sldMk cId="3493109116" sldId="264"/>
            <ac:spMk id="6" creationId="{78DCC295-5921-4507-9768-1317CE80DF3D}"/>
          </ac:spMkLst>
        </pc:spChg>
        <pc:spChg chg="add mod">
          <ac:chgData name="White, Whitney" userId="65f39021-2f1d-4d8b-87dc-b123826f65bf" providerId="ADAL" clId="{22491096-9591-4471-8E43-CF47A0E1C987}" dt="2022-08-04T14:50:46.298" v="203" actId="403"/>
          <ac:spMkLst>
            <pc:docMk/>
            <pc:sldMk cId="3493109116" sldId="264"/>
            <ac:spMk id="7" creationId="{13019C0A-B14D-4D32-894C-C2965F125F4F}"/>
          </ac:spMkLst>
        </pc:spChg>
        <pc:spChg chg="add mod">
          <ac:chgData name="White, Whitney" userId="65f39021-2f1d-4d8b-87dc-b123826f65bf" providerId="ADAL" clId="{22491096-9591-4471-8E43-CF47A0E1C987}" dt="2022-08-04T14:50:58.510" v="212" actId="255"/>
          <ac:spMkLst>
            <pc:docMk/>
            <pc:sldMk cId="3493109116" sldId="264"/>
            <ac:spMk id="8" creationId="{8A56A284-6A9D-4428-A1A1-B3AEE09375CD}"/>
          </ac:spMkLst>
        </pc:spChg>
        <pc:spChg chg="add mod">
          <ac:chgData name="White, Whitney" userId="65f39021-2f1d-4d8b-87dc-b123826f65bf" providerId="ADAL" clId="{22491096-9591-4471-8E43-CF47A0E1C987}" dt="2022-08-04T14:51:13.743" v="214" actId="1076"/>
          <ac:spMkLst>
            <pc:docMk/>
            <pc:sldMk cId="3493109116" sldId="264"/>
            <ac:spMk id="9" creationId="{691499F3-B8CC-4588-9C21-B6F9D3CBCD27}"/>
          </ac:spMkLst>
        </pc:spChg>
        <pc:spChg chg="add mod">
          <ac:chgData name="White, Whitney" userId="65f39021-2f1d-4d8b-87dc-b123826f65bf" providerId="ADAL" clId="{22491096-9591-4471-8E43-CF47A0E1C987}" dt="2022-08-04T14:51:19.739" v="216" actId="1076"/>
          <ac:spMkLst>
            <pc:docMk/>
            <pc:sldMk cId="3493109116" sldId="264"/>
            <ac:spMk id="10" creationId="{F2C421FB-F890-4A08-8745-652EAEE3BC50}"/>
          </ac:spMkLst>
        </pc:spChg>
        <pc:spChg chg="add mod">
          <ac:chgData name="White, Whitney" userId="65f39021-2f1d-4d8b-87dc-b123826f65bf" providerId="ADAL" clId="{22491096-9591-4471-8E43-CF47A0E1C987}" dt="2022-08-04T14:51:24.354" v="218" actId="1076"/>
          <ac:spMkLst>
            <pc:docMk/>
            <pc:sldMk cId="3493109116" sldId="264"/>
            <ac:spMk id="11" creationId="{0D0B6C5B-32CA-4A36-A7E8-7FB50189699A}"/>
          </ac:spMkLst>
        </pc:spChg>
        <pc:picChg chg="add mod">
          <ac:chgData name="White, Whitney" userId="65f39021-2f1d-4d8b-87dc-b123826f65bf" providerId="ADAL" clId="{22491096-9591-4471-8E43-CF47A0E1C987}" dt="2022-08-04T14:50:12.873" v="189" actId="1076"/>
          <ac:picMkLst>
            <pc:docMk/>
            <pc:sldMk cId="3493109116" sldId="264"/>
            <ac:picMk id="5" creationId="{CC5FB568-166B-4300-A1B9-EB2857F3C8CB}"/>
          </ac:picMkLst>
        </pc:pic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 (she/her), Whitney" userId="65f39021-2f1d-4d8b-87dc-b123826f65bf" providerId="ADAL" clId="{470FC865-C7E8-4AD1-8E22-AE2617952587}"/>
    <pc:docChg chg="undo custSel modSld">
      <pc:chgData name="White (she/her), Whitney" userId="65f39021-2f1d-4d8b-87dc-b123826f65bf" providerId="ADAL" clId="{470FC865-C7E8-4AD1-8E22-AE2617952587}" dt="2023-08-31T19:40:13.818" v="357" actId="13244"/>
      <pc:docMkLst>
        <pc:docMk/>
      </pc:docMkLst>
      <pc:sldChg chg="addSp modSp mod">
        <pc:chgData name="White (she/her), Whitney" userId="65f39021-2f1d-4d8b-87dc-b123826f65bf" providerId="ADAL" clId="{470FC865-C7E8-4AD1-8E22-AE2617952587}" dt="2023-08-31T19:38:35.877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470FC865-C7E8-4AD1-8E22-AE2617952587}" dt="2023-08-31T19:38:35.877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470FC865-C7E8-4AD1-8E22-AE2617952587}" dt="2023-08-31T19:38:33.985" v="1"/>
          <ac:spMkLst>
            <pc:docMk/>
            <pc:sldMk cId="1482277026" sldId="256"/>
            <ac:spMk id="4" creationId="{272E70EB-AACA-0A7A-879F-BDB0F8B15D45}"/>
          </ac:spMkLst>
        </pc:spChg>
      </pc:sldChg>
      <pc:sldChg chg="modSp mod">
        <pc:chgData name="White (she/her), Whitney" userId="65f39021-2f1d-4d8b-87dc-b123826f65bf" providerId="ADAL" clId="{470FC865-C7E8-4AD1-8E22-AE2617952587}" dt="2023-08-31T19:40:13.818" v="357" actId="13244"/>
        <pc:sldMkLst>
          <pc:docMk/>
          <pc:sldMk cId="2147408764" sldId="260"/>
        </pc:sldMkLst>
        <pc:graphicFrameChg chg="ord">
          <ac:chgData name="White (she/her), Whitney" userId="65f39021-2f1d-4d8b-87dc-b123826f65bf" providerId="ADAL" clId="{470FC865-C7E8-4AD1-8E22-AE2617952587}" dt="2023-08-31T19:40:13.818" v="357" actId="13244"/>
          <ac:graphicFrameMkLst>
            <pc:docMk/>
            <pc:sldMk cId="2147408764" sldId="260"/>
            <ac:graphicFrameMk id="9" creationId="{DC1F2A84-4C34-454C-83DA-FB5F8E0456FB}"/>
          </ac:graphicFrameMkLst>
        </pc:graphicFrameChg>
      </pc:sldChg>
      <pc:sldChg chg="addSp delSp modSp mod">
        <pc:chgData name="White (she/her), Whitney" userId="65f39021-2f1d-4d8b-87dc-b123826f65bf" providerId="ADAL" clId="{470FC865-C7E8-4AD1-8E22-AE2617952587}" dt="2023-08-31T19:40:01.298" v="356" actId="13244"/>
        <pc:sldMkLst>
          <pc:docMk/>
          <pc:sldMk cId="3493109116" sldId="264"/>
        </pc:sldMkLst>
        <pc:spChg chg="ord">
          <ac:chgData name="White (she/her), Whitney" userId="65f39021-2f1d-4d8b-87dc-b123826f65bf" providerId="ADAL" clId="{470FC865-C7E8-4AD1-8E22-AE2617952587}" dt="2023-08-31T19:40:01.298" v="356" actId="13244"/>
          <ac:spMkLst>
            <pc:docMk/>
            <pc:sldMk cId="3493109116" sldId="264"/>
            <ac:spMk id="4" creationId="{F767700B-954E-42AD-AD69-9CC1C5B510A5}"/>
          </ac:spMkLst>
        </pc:spChg>
        <pc:spChg chg="mod">
          <ac:chgData name="White (she/her), Whitney" userId="65f39021-2f1d-4d8b-87dc-b123826f65bf" providerId="ADAL" clId="{470FC865-C7E8-4AD1-8E22-AE2617952587}" dt="2023-08-31T19:39:24.498" v="186" actId="962"/>
          <ac:spMkLst>
            <pc:docMk/>
            <pc:sldMk cId="3493109116" sldId="264"/>
            <ac:spMk id="6" creationId="{78DCC295-5921-4507-9768-1317CE80DF3D}"/>
          </ac:spMkLst>
        </pc:spChg>
        <pc:spChg chg="mod">
          <ac:chgData name="White (she/her), Whitney" userId="65f39021-2f1d-4d8b-87dc-b123826f65bf" providerId="ADAL" clId="{470FC865-C7E8-4AD1-8E22-AE2617952587}" dt="2023-08-31T19:39:35.113" v="284" actId="962"/>
          <ac:spMkLst>
            <pc:docMk/>
            <pc:sldMk cId="3493109116" sldId="264"/>
            <ac:spMk id="7" creationId="{13019C0A-B14D-4D32-894C-C2965F125F4F}"/>
          </ac:spMkLst>
        </pc:spChg>
        <pc:spChg chg="mod">
          <ac:chgData name="White (she/her), Whitney" userId="65f39021-2f1d-4d8b-87dc-b123826f65bf" providerId="ADAL" clId="{470FC865-C7E8-4AD1-8E22-AE2617952587}" dt="2023-08-31T19:39:43.106" v="352" actId="962"/>
          <ac:spMkLst>
            <pc:docMk/>
            <pc:sldMk cId="3493109116" sldId="264"/>
            <ac:spMk id="8" creationId="{8A56A284-6A9D-4428-A1A1-B3AEE09375CD}"/>
          </ac:spMkLst>
        </pc:spChg>
        <pc:spChg chg="mod">
          <ac:chgData name="White (she/her), Whitney" userId="65f39021-2f1d-4d8b-87dc-b123826f65bf" providerId="ADAL" clId="{470FC865-C7E8-4AD1-8E22-AE2617952587}" dt="2023-08-31T19:39:50.639" v="353" actId="962"/>
          <ac:spMkLst>
            <pc:docMk/>
            <pc:sldMk cId="3493109116" sldId="264"/>
            <ac:spMk id="9" creationId="{691499F3-B8CC-4588-9C21-B6F9D3CBCD27}"/>
          </ac:spMkLst>
        </pc:spChg>
        <pc:spChg chg="mod">
          <ac:chgData name="White (she/her), Whitney" userId="65f39021-2f1d-4d8b-87dc-b123826f65bf" providerId="ADAL" clId="{470FC865-C7E8-4AD1-8E22-AE2617952587}" dt="2023-08-31T19:39:52.028" v="354" actId="962"/>
          <ac:spMkLst>
            <pc:docMk/>
            <pc:sldMk cId="3493109116" sldId="264"/>
            <ac:spMk id="10" creationId="{F2C421FB-F890-4A08-8745-652EAEE3BC50}"/>
          </ac:spMkLst>
        </pc:spChg>
        <pc:spChg chg="mod">
          <ac:chgData name="White (she/her), Whitney" userId="65f39021-2f1d-4d8b-87dc-b123826f65bf" providerId="ADAL" clId="{470FC865-C7E8-4AD1-8E22-AE2617952587}" dt="2023-08-31T19:39:53.249" v="355" actId="962"/>
          <ac:spMkLst>
            <pc:docMk/>
            <pc:sldMk cId="3493109116" sldId="264"/>
            <ac:spMk id="11" creationId="{0D0B6C5B-32CA-4A36-A7E8-7FB50189699A}"/>
          </ac:spMkLst>
        </pc:spChg>
        <pc:spChg chg="add del mod">
          <ac:chgData name="White (she/her), Whitney" userId="65f39021-2f1d-4d8b-87dc-b123826f65bf" providerId="ADAL" clId="{470FC865-C7E8-4AD1-8E22-AE2617952587}" dt="2023-08-31T19:38:48.007" v="4" actId="21"/>
          <ac:spMkLst>
            <pc:docMk/>
            <pc:sldMk cId="3493109116" sldId="264"/>
            <ac:spMk id="12" creationId="{E2B24D01-44B9-FC87-1531-8F1F1CF3C489}"/>
          </ac:spMkLst>
        </pc:spChg>
        <pc:picChg chg="add del mod">
          <ac:chgData name="White (she/her), Whitney" userId="65f39021-2f1d-4d8b-87dc-b123826f65bf" providerId="ADAL" clId="{470FC865-C7E8-4AD1-8E22-AE2617952587}" dt="2023-08-31T19:39:14.624" v="124" actId="962"/>
          <ac:picMkLst>
            <pc:docMk/>
            <pc:sldMk cId="3493109116" sldId="264"/>
            <ac:picMk id="5" creationId="{CC5FB568-166B-4300-A1B9-EB2857F3C8C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Lesson 2.09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Educator Code of Ethics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E70EB-AACA-0A7A-879F-BDB0F8B15D45}"/>
              </a:ext>
            </a:extLst>
          </p:cNvPr>
          <p:cNvSpPr txBox="1"/>
          <p:nvPr/>
        </p:nvSpPr>
        <p:spPr>
          <a:xfrm>
            <a:off x="0" y="6430161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11A, 11B, 11C, 11D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escribe ways in which Code of Ethics violations can lead to disciplinary actions for an educator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escribe the purpose of the Texas Do Not Hire registry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Why is it important to have a code of ethics for educators? 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3DCD6BC-E034-4E51-94DF-288D60E1BC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7062352"/>
              </p:ext>
            </p:extLst>
          </p:nvPr>
        </p:nvGraphicFramePr>
        <p:xfrm>
          <a:off x="876300" y="2243579"/>
          <a:ext cx="10439400" cy="2987040"/>
        </p:xfrm>
        <a:graphic>
          <a:graphicData uri="http://schemas.openxmlformats.org/drawingml/2006/table">
            <a:tbl>
              <a:tblPr firstRow="1" firstCol="1" bandRow="1"/>
              <a:tblGrid>
                <a:gridCol w="2281326">
                  <a:extLst>
                    <a:ext uri="{9D8B030D-6E8A-4147-A177-3AD203B41FA5}">
                      <a16:colId xmlns:a16="http://schemas.microsoft.com/office/drawing/2014/main" val="2351950045"/>
                    </a:ext>
                  </a:extLst>
                </a:gridCol>
                <a:gridCol w="8158074">
                  <a:extLst>
                    <a:ext uri="{9D8B030D-6E8A-4147-A177-3AD203B41FA5}">
                      <a16:colId xmlns:a16="http://schemas.microsoft.com/office/drawing/2014/main" val="2229184548"/>
                    </a:ext>
                  </a:extLst>
                </a:gridCol>
              </a:tblGrid>
              <a:tr h="1188623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State Board of Educator Certification (SBEC)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Governing body in Texas that oversees the preparation, certification, and standards of conduct for public school educators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5815326"/>
                  </a:ext>
                </a:extLst>
              </a:tr>
              <a:tr h="94549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Non-Certified Employee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Employees that work within the school setting that are not required to have a teaching certificate to qualify for the position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15431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SBEC Actions to Investigate Code of Ethics Violations</a:t>
            </a:r>
          </a:p>
        </p:txBody>
      </p:sp>
      <p:pic>
        <p:nvPicPr>
          <p:cNvPr id="5" name="Content Placeholder 4" descr="Allegations of Ethics Violation Filed with SBEC">
            <a:extLst>
              <a:ext uri="{FF2B5EF4-FFF2-40B4-BE49-F238E27FC236}">
                <a16:creationId xmlns:a16="http://schemas.microsoft.com/office/drawing/2014/main" id="{CC5FB568-166B-4300-A1B9-EB2857F3C8C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33566"/>
            <a:ext cx="1727323" cy="1590865"/>
          </a:xfrm>
          <a:prstGeom prst="rect">
            <a:avLst/>
          </a:prstGeom>
          <a:noFill/>
        </p:spPr>
      </p:pic>
      <p:sp>
        <p:nvSpPr>
          <p:cNvPr id="6" name="Text Box 3" descr="SBEC Investigates Allegations">
            <a:extLst>
              <a:ext uri="{FF2B5EF4-FFF2-40B4-BE49-F238E27FC236}">
                <a16:creationId xmlns:a16="http://schemas.microsoft.com/office/drawing/2014/main" id="{78DCC295-5921-4507-9768-1317CE80DF3D}"/>
              </a:ext>
            </a:extLst>
          </p:cNvPr>
          <p:cNvSpPr txBox="1"/>
          <p:nvPr/>
        </p:nvSpPr>
        <p:spPr>
          <a:xfrm>
            <a:off x="3381501" y="2633566"/>
            <a:ext cx="1727323" cy="1584065"/>
          </a:xfrm>
          <a:prstGeom prst="rect">
            <a:avLst/>
          </a:prstGeom>
          <a:solidFill>
            <a:sysClr val="window" lastClr="FFFFFF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SBEC Investigates Allegations</a:t>
            </a:r>
          </a:p>
        </p:txBody>
      </p:sp>
      <p:sp>
        <p:nvSpPr>
          <p:cNvPr id="7" name="Text Box 4" descr="Disciplinary hearings held to review findings">
            <a:extLst>
              <a:ext uri="{FF2B5EF4-FFF2-40B4-BE49-F238E27FC236}">
                <a16:creationId xmlns:a16="http://schemas.microsoft.com/office/drawing/2014/main" id="{13019C0A-B14D-4D32-894C-C2965F125F4F}"/>
              </a:ext>
            </a:extLst>
          </p:cNvPr>
          <p:cNvSpPr txBox="1"/>
          <p:nvPr/>
        </p:nvSpPr>
        <p:spPr>
          <a:xfrm>
            <a:off x="5924802" y="2636967"/>
            <a:ext cx="1727322" cy="1584064"/>
          </a:xfrm>
          <a:prstGeom prst="rect">
            <a:avLst/>
          </a:prstGeom>
          <a:solidFill>
            <a:sysClr val="window" lastClr="FFFFFF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Disciplinary hearings held to review findings </a:t>
            </a:r>
          </a:p>
        </p:txBody>
      </p:sp>
      <p:sp>
        <p:nvSpPr>
          <p:cNvPr id="8" name="Text Box 2" descr="Disciplinary Actions Implemented">
            <a:extLst>
              <a:ext uri="{FF2B5EF4-FFF2-40B4-BE49-F238E27FC236}">
                <a16:creationId xmlns:a16="http://schemas.microsoft.com/office/drawing/2014/main" id="{8A56A284-6A9D-4428-A1A1-B3AEE09375CD}"/>
              </a:ext>
            </a:extLst>
          </p:cNvPr>
          <p:cNvSpPr txBox="1"/>
          <p:nvPr/>
        </p:nvSpPr>
        <p:spPr>
          <a:xfrm>
            <a:off x="8468102" y="2638371"/>
            <a:ext cx="1727321" cy="1584064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Disciplinary Actions Implemented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91499F3-B8CC-4588-9C21-B6F9D3CBC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89362" y="3323998"/>
            <a:ext cx="368300" cy="2032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2C421FB-F890-4A08-8745-652EAEE3B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2662" y="3323998"/>
            <a:ext cx="368300" cy="2032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D0B6C5B-32CA-4A36-A7E8-7FB501896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75963" y="3323998"/>
            <a:ext cx="368300" cy="2032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SBEC Disciplinary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 restrictions on issuing, renewing, or holding of an educator’s certificate either indefinitely or for a set term</a:t>
            </a:r>
          </a:p>
          <a:p>
            <a:pPr marL="0" marR="0" lvl="0" indent="0">
              <a:spcBef>
                <a:spcPts val="600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 an inscribed or non-inscribed reprimand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Suspend a certificate for a set term or issue a probated suspension for a set term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Revoke or cancel a certificate without opportunity for reapplications for a set term or permanently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Impose any additional conductions or restrictions deemed necessary by SBEC.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What is the Texas Do Not Hire Registry? What is its purpose?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True/False: The following are actions that can be taken by the State Board of Educator Certification (SBEC) as disciplinary actions. Place a (T) next to all that are true, (F) next to all that are false:</a:t>
            </a:r>
            <a:endParaRPr lang="en-US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C1F2A84-4C34-454C-83DA-FB5F8E045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604609"/>
              </p:ext>
            </p:extLst>
          </p:nvPr>
        </p:nvGraphicFramePr>
        <p:xfrm>
          <a:off x="3128108" y="3996194"/>
          <a:ext cx="5935784" cy="2175671"/>
        </p:xfrm>
        <a:graphic>
          <a:graphicData uri="http://schemas.openxmlformats.org/drawingml/2006/table">
            <a:tbl>
              <a:tblPr firstRow="1" firstCol="1" bandRow="1"/>
              <a:tblGrid>
                <a:gridCol w="1461892">
                  <a:extLst>
                    <a:ext uri="{9D8B030D-6E8A-4147-A177-3AD203B41FA5}">
                      <a16:colId xmlns:a16="http://schemas.microsoft.com/office/drawing/2014/main" val="3791252212"/>
                    </a:ext>
                  </a:extLst>
                </a:gridCol>
                <a:gridCol w="4473892">
                  <a:extLst>
                    <a:ext uri="{9D8B030D-6E8A-4147-A177-3AD203B41FA5}">
                      <a16:colId xmlns:a16="http://schemas.microsoft.com/office/drawing/2014/main" val="1691934647"/>
                    </a:ext>
                  </a:extLst>
                </a:gridCol>
              </a:tblGrid>
              <a:tr h="2368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True (T) or False (F)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Actions taken by SBEC as discipline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564143"/>
                  </a:ext>
                </a:extLst>
              </a:tr>
              <a:tr h="4847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Fire a teacher for misconduct.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404042"/>
                  </a:ext>
                </a:extLst>
              </a:tr>
              <a:tr h="4847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Suspend a teaching certificate for a period of time.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226798"/>
                  </a:ext>
                </a:extLst>
              </a:tr>
              <a:tr h="4847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Place an individual on the Texas Do Not Hire Registry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609408"/>
                  </a:ext>
                </a:extLst>
              </a:tr>
              <a:tr h="4847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Revoke a teaching certificate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78783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354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Symbol</vt:lpstr>
      <vt:lpstr>Office Theme</vt:lpstr>
      <vt:lpstr>Practicum in Education and Training| Unit 2: The Professional Educator | Lesson 2.09</vt:lpstr>
      <vt:lpstr>TEKS Standards &amp; Objectives</vt:lpstr>
      <vt:lpstr>Bellringer</vt:lpstr>
      <vt:lpstr>Vocabulary</vt:lpstr>
      <vt:lpstr>SBEC Actions to Investigate Code of Ethics Violations</vt:lpstr>
      <vt:lpstr>SBEC Disciplinary Measures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2.09: Educator Code of Ethics</dc:title>
  <dc:subject>Lesson 2.09: Educator Code of Ethics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2023-08-31T19:40:17Z</dcterms:modified>
</cp:coreProperties>
</file>
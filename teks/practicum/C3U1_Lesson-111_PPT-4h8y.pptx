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15A7DB0-3B19-4307-9441-FE9EDDFB0A1D}"/>
    <pc:docChg chg="custSel delSld modSld">
      <pc:chgData name="White, Whitney" userId="65f39021-2f1d-4d8b-87dc-b123826f65bf" providerId="ADAL" clId="{F15A7DB0-3B19-4307-9441-FE9EDDFB0A1D}" dt="2022-07-27T19:20:15.511" v="213" actId="20577"/>
      <pc:docMkLst>
        <pc:docMk/>
      </pc:docMkLst>
      <pc:sldChg chg="modSp mod">
        <pc:chgData name="White, Whitney" userId="65f39021-2f1d-4d8b-87dc-b123826f65bf" providerId="ADAL" clId="{F15A7DB0-3B19-4307-9441-FE9EDDFB0A1D}" dt="2022-07-27T19:20:15.511" v="213" actId="20577"/>
        <pc:sldMkLst>
          <pc:docMk/>
          <pc:sldMk cId="1482277026" sldId="256"/>
        </pc:sldMkLst>
        <pc:spChg chg="mod">
          <ac:chgData name="White, Whitney" userId="65f39021-2f1d-4d8b-87dc-b123826f65bf" providerId="ADAL" clId="{F15A7DB0-3B19-4307-9441-FE9EDDFB0A1D}" dt="2022-07-27T19:20:02.515" v="177" actId="27636"/>
          <ac:spMkLst>
            <pc:docMk/>
            <pc:sldMk cId="1482277026" sldId="256"/>
            <ac:spMk id="2" creationId="{BFFCF5BD-F8FF-4A67-A8B6-EBB21E79279B}"/>
          </ac:spMkLst>
        </pc:spChg>
        <pc:spChg chg="mod">
          <ac:chgData name="White, Whitney" userId="65f39021-2f1d-4d8b-87dc-b123826f65bf" providerId="ADAL" clId="{F15A7DB0-3B19-4307-9441-FE9EDDFB0A1D}" dt="2022-07-27T19:20:15.511" v="213" actId="20577"/>
          <ac:spMkLst>
            <pc:docMk/>
            <pc:sldMk cId="1482277026" sldId="256"/>
            <ac:spMk id="3" creationId="{E0FBD98F-3A67-498E-8174-652040DD7B60}"/>
          </ac:spMkLst>
        </pc:spChg>
      </pc:sldChg>
      <pc:sldChg chg="modSp mod">
        <pc:chgData name="White, Whitney" userId="65f39021-2f1d-4d8b-87dc-b123826f65bf" providerId="ADAL" clId="{F15A7DB0-3B19-4307-9441-FE9EDDFB0A1D}" dt="2022-07-27T19:16:25.700" v="55" actId="403"/>
        <pc:sldMkLst>
          <pc:docMk/>
          <pc:sldMk cId="4071305681" sldId="258"/>
        </pc:sldMkLst>
        <pc:spChg chg="mod">
          <ac:chgData name="White, Whitney" userId="65f39021-2f1d-4d8b-87dc-b123826f65bf" providerId="ADAL" clId="{F15A7DB0-3B19-4307-9441-FE9EDDFB0A1D}" dt="2022-07-27T19:16:25.700" v="55" actId="403"/>
          <ac:spMkLst>
            <pc:docMk/>
            <pc:sldMk cId="4071305681" sldId="258"/>
            <ac:spMk id="3" creationId="{392BE286-77A6-49DD-B15D-7E4718D52FE7}"/>
          </ac:spMkLst>
        </pc:spChg>
      </pc:sldChg>
      <pc:sldChg chg="modSp mod">
        <pc:chgData name="White, Whitney" userId="65f39021-2f1d-4d8b-87dc-b123826f65bf" providerId="ADAL" clId="{F15A7DB0-3B19-4307-9441-FE9EDDFB0A1D}" dt="2022-07-27T19:11:26.728" v="48" actId="20577"/>
        <pc:sldMkLst>
          <pc:docMk/>
          <pc:sldMk cId="2772527113" sldId="259"/>
        </pc:sldMkLst>
        <pc:spChg chg="mod">
          <ac:chgData name="White, Whitney" userId="65f39021-2f1d-4d8b-87dc-b123826f65bf" providerId="ADAL" clId="{F15A7DB0-3B19-4307-9441-FE9EDDFB0A1D}" dt="2022-07-27T19:11:26.728" v="48" actId="20577"/>
          <ac:spMkLst>
            <pc:docMk/>
            <pc:sldMk cId="2772527113" sldId="259"/>
            <ac:spMk id="3" creationId="{8CE08C7F-0286-423B-92F7-DEB89F31111A}"/>
          </ac:spMkLst>
        </pc:spChg>
      </pc:sldChg>
      <pc:sldChg chg="modSp mod">
        <pc:chgData name="White, Whitney" userId="65f39021-2f1d-4d8b-87dc-b123826f65bf" providerId="ADAL" clId="{F15A7DB0-3B19-4307-9441-FE9EDDFB0A1D}" dt="2022-07-27T19:14:30.615" v="51" actId="255"/>
        <pc:sldMkLst>
          <pc:docMk/>
          <pc:sldMk cId="2147408764" sldId="260"/>
        </pc:sldMkLst>
        <pc:spChg chg="mod">
          <ac:chgData name="White, Whitney" userId="65f39021-2f1d-4d8b-87dc-b123826f65bf" providerId="ADAL" clId="{F15A7DB0-3B19-4307-9441-FE9EDDFB0A1D}" dt="2022-07-27T19:14:30.615" v="51" actId="255"/>
          <ac:spMkLst>
            <pc:docMk/>
            <pc:sldMk cId="2147408764" sldId="260"/>
            <ac:spMk id="3" creationId="{49F2A5AF-3C0B-4968-A438-E435325199EA}"/>
          </ac:spMkLst>
        </pc:spChg>
      </pc:sldChg>
      <pc:sldChg chg="modSp mod">
        <pc:chgData name="White, Whitney" userId="65f39021-2f1d-4d8b-87dc-b123826f65bf" providerId="ADAL" clId="{F15A7DB0-3B19-4307-9441-FE9EDDFB0A1D}" dt="2022-07-27T19:19:20.540" v="166" actId="404"/>
        <pc:sldMkLst>
          <pc:docMk/>
          <pc:sldMk cId="3054216349" sldId="261"/>
        </pc:sldMkLst>
        <pc:spChg chg="mod">
          <ac:chgData name="White, Whitney" userId="65f39021-2f1d-4d8b-87dc-b123826f65bf" providerId="ADAL" clId="{F15A7DB0-3B19-4307-9441-FE9EDDFB0A1D}" dt="2022-07-27T19:19:20.540" v="166" actId="404"/>
          <ac:spMkLst>
            <pc:docMk/>
            <pc:sldMk cId="3054216349" sldId="261"/>
            <ac:spMk id="3" creationId="{AE13FDB6-F093-4D9E-B14E-3D7DB894C34C}"/>
          </ac:spMkLst>
        </pc:spChg>
      </pc:sldChg>
      <pc:sldChg chg="del">
        <pc:chgData name="White, Whitney" userId="65f39021-2f1d-4d8b-87dc-b123826f65bf" providerId="ADAL" clId="{F15A7DB0-3B19-4307-9441-FE9EDDFB0A1D}" dt="2022-07-27T19:19:56.469" v="169" actId="47"/>
        <pc:sldMkLst>
          <pc:docMk/>
          <pc:sldMk cId="4170921578" sldId="262"/>
        </pc:sldMkLst>
      </pc:sldChg>
      <pc:sldChg chg="del">
        <pc:chgData name="White, Whitney" userId="65f39021-2f1d-4d8b-87dc-b123826f65bf" providerId="ADAL" clId="{F15A7DB0-3B19-4307-9441-FE9EDDFB0A1D}" dt="2022-07-27T19:19:55.635" v="168" actId="47"/>
        <pc:sldMkLst>
          <pc:docMk/>
          <pc:sldMk cId="1163931679" sldId="263"/>
        </pc:sldMkLst>
      </pc:sldChg>
      <pc:sldChg chg="del">
        <pc:chgData name="White, Whitney" userId="65f39021-2f1d-4d8b-87dc-b123826f65bf" providerId="ADAL" clId="{F15A7DB0-3B19-4307-9441-FE9EDDFB0A1D}" dt="2022-07-27T19:19:55.030" v="167" actId="47"/>
        <pc:sldMkLst>
          <pc:docMk/>
          <pc:sldMk cId="3493109116" sldId="264"/>
        </pc:sldMkLst>
      </pc:sldChg>
    </pc:docChg>
  </pc:docChgLst>
  <pc:docChgLst>
    <pc:chgData name="White (she/her), Whitney" userId="65f39021-2f1d-4d8b-87dc-b123826f65bf" providerId="ADAL" clId="{A9B8CF52-C881-449D-9C4D-BCEB1C18CECB}"/>
    <pc:docChg chg="modSld">
      <pc:chgData name="White (she/her), Whitney" userId="65f39021-2f1d-4d8b-87dc-b123826f65bf" providerId="ADAL" clId="{A9B8CF52-C881-449D-9C4D-BCEB1C18CECB}" dt="2023-08-18T20:26:34.915" v="14" actId="404"/>
      <pc:docMkLst>
        <pc:docMk/>
      </pc:docMkLst>
      <pc:sldChg chg="addSp modSp mod">
        <pc:chgData name="White (she/her), Whitney" userId="65f39021-2f1d-4d8b-87dc-b123826f65bf" providerId="ADAL" clId="{A9B8CF52-C881-449D-9C4D-BCEB1C18CECB}" dt="2023-08-18T20:26:34.915" v="14" actId="404"/>
        <pc:sldMkLst>
          <pc:docMk/>
          <pc:sldMk cId="1482277026" sldId="256"/>
        </pc:sldMkLst>
        <pc:spChg chg="mod">
          <ac:chgData name="White (she/her), Whitney" userId="65f39021-2f1d-4d8b-87dc-b123826f65bf" providerId="ADAL" clId="{A9B8CF52-C881-449D-9C4D-BCEB1C18CECB}" dt="2023-08-18T20:26:34.915" v="14" actId="404"/>
          <ac:spMkLst>
            <pc:docMk/>
            <pc:sldMk cId="1482277026" sldId="256"/>
            <ac:spMk id="2" creationId="{BFFCF5BD-F8FF-4A67-A8B6-EBB21E79279B}"/>
          </ac:spMkLst>
        </pc:spChg>
        <pc:spChg chg="add mod">
          <ac:chgData name="White (she/her), Whitney" userId="65f39021-2f1d-4d8b-87dc-b123826f65bf" providerId="ADAL" clId="{A9B8CF52-C881-449D-9C4D-BCEB1C18CECB}" dt="2023-08-18T20:26:31.382" v="12" actId="1076"/>
          <ac:spMkLst>
            <pc:docMk/>
            <pc:sldMk cId="1482277026" sldId="256"/>
            <ac:spMk id="5" creationId="{1EEE0D3B-69D2-EE29-3CFD-4E94DF14AFD6}"/>
          </ac:spMkLst>
        </pc:spChg>
      </pc:sldChg>
      <pc:sldChg chg="modSp mod">
        <pc:chgData name="White (she/her), Whitney" userId="65f39021-2f1d-4d8b-87dc-b123826f65bf" providerId="ADAL" clId="{A9B8CF52-C881-449D-9C4D-BCEB1C18CECB}" dt="2023-08-18T20:26:18.164" v="5" actId="20577"/>
        <pc:sldMkLst>
          <pc:docMk/>
          <pc:sldMk cId="2772527113" sldId="259"/>
        </pc:sldMkLst>
        <pc:spChg chg="mod">
          <ac:chgData name="White (she/her), Whitney" userId="65f39021-2f1d-4d8b-87dc-b123826f65bf" providerId="ADAL" clId="{A9B8CF52-C881-449D-9C4D-BCEB1C18CECB}" dt="2023-08-18T20:26:18.164" v="5" actId="20577"/>
          <ac:spMkLst>
            <pc:docMk/>
            <pc:sldMk cId="2772527113" sldId="259"/>
            <ac:spMk id="3" creationId="{8CE08C7F-0286-423B-92F7-DEB89F31111A}"/>
          </ac:spMkLst>
        </pc:spChg>
      </pc:sldChg>
    </pc:docChg>
  </pc:docChgLst>
  <pc:docChgLst>
    <pc:chgData name="White, Whitney" userId="65f39021-2f1d-4d8b-87dc-b123826f65bf" providerId="ADAL" clId="{948B2063-2475-4187-B304-5889A87451E2}"/>
    <pc:docChg chg="modSld">
      <pc:chgData name="White, Whitney" userId="65f39021-2f1d-4d8b-87dc-b123826f65bf" providerId="ADAL" clId="{948B2063-2475-4187-B304-5889A87451E2}" dt="2022-07-27T17:20:08.539" v="50" actId="20577"/>
      <pc:docMkLst>
        <pc:docMk/>
      </pc:docMkLst>
      <pc:sldChg chg="modSp mod">
        <pc:chgData name="White, Whitney" userId="65f39021-2f1d-4d8b-87dc-b123826f65bf" providerId="ADAL" clId="{948B2063-2475-4187-B304-5889A87451E2}" dt="2022-07-27T17:20:08.539" v="50" actId="20577"/>
        <pc:sldMkLst>
          <pc:docMk/>
          <pc:sldMk cId="1482277026" sldId="256"/>
        </pc:sldMkLst>
        <pc:spChg chg="mod">
          <ac:chgData name="White, Whitney" userId="65f39021-2f1d-4d8b-87dc-b123826f65bf" providerId="ADAL" clId="{948B2063-2475-4187-B304-5889A87451E2}" dt="2022-07-27T17:20:08.539" v="50"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13451"/>
            <a:ext cx="9144000" cy="370300"/>
          </a:xfrm>
        </p:spPr>
        <p:txBody>
          <a:bodyPr>
            <a:normAutofit/>
          </a:bodyPr>
          <a:lstStyle/>
          <a:p>
            <a:pPr algn="l"/>
            <a:r>
              <a:rPr lang="en-US" sz="1600" dirty="0"/>
              <a:t>Practicum in Education and Training | Unit 1: Career Exploration and Awareness? | Lesson 1.11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Personal Philosophy </a:t>
            </a:r>
            <a:r>
              <a:rPr lang="en-US" sz="6000"/>
              <a:t>of Education</a:t>
            </a:r>
            <a:endParaRPr lang="en-US" sz="6000" dirty="0"/>
          </a:p>
        </p:txBody>
      </p:sp>
      <p:sp>
        <p:nvSpPr>
          <p:cNvPr id="5" name="TextBox 4">
            <a:extLst>
              <a:ext uri="{FF2B5EF4-FFF2-40B4-BE49-F238E27FC236}">
                <a16:creationId xmlns:a16="http://schemas.microsoft.com/office/drawing/2014/main" id="{1EEE0D3B-69D2-EE29-3CFD-4E94DF14AFD6}"/>
              </a:ext>
            </a:extLst>
          </p:cNvPr>
          <p:cNvSpPr txBox="1"/>
          <p:nvPr/>
        </p:nvSpPr>
        <p:spPr>
          <a:xfrm>
            <a:off x="0" y="6383751"/>
            <a:ext cx="10754686" cy="584775"/>
          </a:xfrm>
          <a:prstGeom prst="rect">
            <a:avLst/>
          </a:prstGeom>
          <a:noFill/>
        </p:spPr>
        <p:txBody>
          <a:bodyPr wrap="square">
            <a:spAutoFit/>
          </a:bodyPr>
          <a:lstStyle/>
          <a:p>
            <a:r>
              <a:rPr lang="en-US" sz="1600" dirty="0">
                <a:solidFill>
                  <a:srgbClr val="464646"/>
                </a:solidFill>
                <a:effectLst/>
                <a:ea typeface="Calibri" panose="020F0502020204030204" pitchFamily="34" charset="0"/>
                <a:cs typeface="Calibri" panose="020F0502020204030204" pitchFamily="34" charset="0"/>
              </a:rPr>
              <a:t>This work is licensed under a </a:t>
            </a:r>
            <a:r>
              <a:rPr lang="en-US" sz="1600" u="sng" dirty="0">
                <a:solidFill>
                  <a:srgbClr val="0070C0"/>
                </a:solidFill>
                <a:effectLst/>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ea typeface="Calibri" panose="020F0502020204030204" pitchFamily="34" charset="0"/>
                <a:cs typeface="Calibri" panose="020F0502020204030204" pitchFamily="34" charset="0"/>
              </a:rPr>
              <a:t>.</a:t>
            </a:r>
            <a:br>
              <a:rPr lang="en-US" sz="1600" dirty="0">
                <a:effectLst/>
                <a:ea typeface="Calibri" panose="020F0502020204030204" pitchFamily="34" charset="0"/>
                <a:cs typeface="Times New Roman" panose="02020603050405020304" pitchFamily="18" charset="0"/>
              </a:rPr>
            </a:br>
            <a:endParaRPr lang="en-US" sz="1600" dirty="0"/>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3D</a:t>
            </a:r>
          </a:p>
          <a:p>
            <a:pPr marL="0" indent="0">
              <a:buNone/>
            </a:pPr>
            <a:endParaRPr lang="en-US" dirty="0"/>
          </a:p>
          <a:p>
            <a:pPr marL="0" indent="0">
              <a:buNone/>
            </a:pPr>
            <a:r>
              <a:rPr lang="en-US" dirty="0"/>
              <a:t>The student will: </a:t>
            </a:r>
          </a:p>
          <a:p>
            <a:r>
              <a:rPr lang="en-US" dirty="0"/>
              <a:t>refine personal philosophy of education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Reflect on why it might be important for a teacher to capture in writing their educational philosophy and to reflect on and revise it throughout their career.</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a:xfrm>
            <a:off x="838200" y="1690688"/>
            <a:ext cx="10515600" cy="4486275"/>
          </a:xfrm>
        </p:spPr>
        <p:txBody>
          <a:bodyPr>
            <a:noAutofit/>
          </a:bodyPr>
          <a:lstStyle/>
          <a:p>
            <a:pPr marL="0" indent="0">
              <a:buNone/>
            </a:pPr>
            <a:r>
              <a:rPr lang="en-US" sz="2400" dirty="0"/>
              <a:t>Teacher-Centered Philosophy: </a:t>
            </a:r>
            <a:r>
              <a:rPr lang="en-US" sz="2400" dirty="0">
                <a:effectLst/>
                <a:ea typeface="Calibri" panose="020F0502020204030204" pitchFamily="34" charset="0"/>
                <a:cs typeface="Arial" panose="020B0604020202020204" pitchFamily="34" charset="0"/>
              </a:rPr>
              <a:t>Teachers’ belief that their main goal as a teacher is to transfer the knowledge and values that their students will need to do well when they graduate and move into society</a:t>
            </a:r>
            <a:endParaRPr lang="en-US" sz="2400" dirty="0"/>
          </a:p>
          <a:p>
            <a:pPr marL="0" indent="0">
              <a:buNone/>
            </a:pPr>
            <a:endParaRPr lang="en-US" sz="2400" dirty="0"/>
          </a:p>
          <a:p>
            <a:pPr marL="0" indent="0">
              <a:buNone/>
            </a:pPr>
            <a:r>
              <a:rPr lang="en-US" sz="2400" dirty="0"/>
              <a:t>Student-Centered Philosophy: </a:t>
            </a:r>
            <a:r>
              <a:rPr lang="en-US" sz="2400" dirty="0">
                <a:effectLst/>
                <a:ea typeface="Calibri" panose="020F0502020204030204" pitchFamily="34" charset="0"/>
                <a:cs typeface="Arial" panose="020B0604020202020204" pitchFamily="34" charset="0"/>
              </a:rPr>
              <a:t>Teachers’ belief that the student should be central in the learning and that the student actively shapes the learning environment and direction of the class.  There are elevated levels of student ownership of learning. </a:t>
            </a:r>
            <a:endParaRPr lang="en-US" sz="2400" dirty="0"/>
          </a:p>
          <a:p>
            <a:pPr marL="0" indent="0">
              <a:buNone/>
            </a:pPr>
            <a:endParaRPr lang="en-US" sz="2400" dirty="0"/>
          </a:p>
          <a:p>
            <a:pPr marL="0" indent="0">
              <a:buNone/>
            </a:pPr>
            <a:r>
              <a:rPr lang="en-US" sz="2400" dirty="0"/>
              <a:t>Core Beliefs: </a:t>
            </a:r>
            <a:r>
              <a:rPr lang="en-US" sz="2400" dirty="0">
                <a:effectLst/>
                <a:ea typeface="Calibri" panose="020F0502020204030204" pitchFamily="34" charset="0"/>
                <a:cs typeface="Arial" panose="020B0604020202020204" pitchFamily="34" charset="0"/>
              </a:rPr>
              <a:t>Our most deeply held assumptions about ourselves and the world around use. These are beliefs that drive our thinking and our behaviors. </a:t>
            </a:r>
            <a:endParaRPr lang="en-US" sz="2400"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600"/>
              </a:spcBef>
              <a:spcAft>
                <a:spcPts val="800"/>
              </a:spcAft>
              <a:buNone/>
            </a:pPr>
            <a:r>
              <a:rPr lang="en-US" dirty="0">
                <a:effectLst/>
                <a:latin typeface="Calibri" panose="020F0502020204030204" pitchFamily="34" charset="0"/>
                <a:ea typeface="Calibri" panose="020F0502020204030204" pitchFamily="34" charset="0"/>
                <a:cs typeface="Arial" panose="020B0604020202020204" pitchFamily="34" charset="0"/>
              </a:rPr>
              <a:t>Respond to the prompts below:</a:t>
            </a:r>
          </a:p>
          <a:p>
            <a:pPr marL="342900" marR="0" lvl="0" indent="-342900">
              <a:lnSpc>
                <a:spcPct val="107000"/>
              </a:lnSpc>
              <a:spcBef>
                <a:spcPts val="60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What are key components of a teacher's educational philosophy?</a:t>
            </a:r>
          </a:p>
          <a:p>
            <a:pPr marL="342900" marR="0" lvl="0" indent="-342900">
              <a:lnSpc>
                <a:spcPct val="107000"/>
              </a:lnSpc>
              <a:spcBef>
                <a:spcPts val="60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Why would a teacher want to update their educational philosophy?</a:t>
            </a:r>
          </a:p>
          <a:p>
            <a:pPr marL="342900" marR="0" lvl="0" indent="-342900">
              <a:lnSpc>
                <a:spcPct val="107000"/>
              </a:lnSpc>
              <a:spcBef>
                <a:spcPts val="600"/>
              </a:spcBef>
              <a:spcAft>
                <a:spcPts val="8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How does a teacher-centered philosophy differ from that of a student-centered philosophy?</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TotalTime>
  <Words>229</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Practicum in Education and Training | Unit 1: Career Exploration and Awareness? | Lesson 1.11</vt:lpstr>
      <vt:lpstr>TEKS Standards &amp; Objectives</vt:lpstr>
      <vt:lpstr>Bellringer</vt:lpstr>
      <vt:lpstr>Vocabulary</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1.11: Personal Philosophy of Education </dc:title>
  <dc:subject>Lesson 1.11: Personal Philosophy of Education </dc:subject>
  <dc:creator>Texas Education Agency</dc:creator>
  <cp:lastModifiedBy>White (she/her), Whitney</cp:lastModifiedBy>
  <cp:revision>3</cp:revision>
  <dcterms:created xsi:type="dcterms:W3CDTF">2022-05-09T19:40:20Z</dcterms:created>
  <dcterms:modified xsi:type="dcterms:W3CDTF">2023-08-18T20:26:37Z</dcterms:modified>
</cp:coreProperties>
</file>
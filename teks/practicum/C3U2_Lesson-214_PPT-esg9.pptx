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5DEE5-E77E-4161-A69F-3F477F295EC7}" v="1" dt="2023-08-31T19:42:16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BCB5DEE5-E77E-4161-A69F-3F477F295EC7}"/>
    <pc:docChg chg="modSld">
      <pc:chgData name="White (she/her), Whitney" userId="65f39021-2f1d-4d8b-87dc-b123826f65bf" providerId="ADAL" clId="{BCB5DEE5-E77E-4161-A69F-3F477F295EC7}" dt="2023-08-31T19:42:18.790" v="2" actId="1076"/>
      <pc:docMkLst>
        <pc:docMk/>
      </pc:docMkLst>
      <pc:sldChg chg="addSp modSp mod">
        <pc:chgData name="White (she/her), Whitney" userId="65f39021-2f1d-4d8b-87dc-b123826f65bf" providerId="ADAL" clId="{BCB5DEE5-E77E-4161-A69F-3F477F295EC7}" dt="2023-08-31T19:42:18.790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CB5DEE5-E77E-4161-A69F-3F477F295EC7}" dt="2023-08-31T19:42:18.790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CB5DEE5-E77E-4161-A69F-3F477F295EC7}" dt="2023-08-31T19:42:16.272" v="1"/>
          <ac:spMkLst>
            <pc:docMk/>
            <pc:sldMk cId="1482277026" sldId="256"/>
            <ac:spMk id="4" creationId="{B8A2A52F-A053-A73B-41B6-CBA11C17CFEF}"/>
          </ac:spMkLst>
        </pc:spChg>
      </pc:sldChg>
    </pc:docChg>
  </pc:docChgLst>
  <pc:docChgLst>
    <pc:chgData name="White, Whitney" userId="65f39021-2f1d-4d8b-87dc-b123826f65bf" providerId="ADAL" clId="{D8A019A7-7910-4F61-A9BA-8EB33AA61167}"/>
    <pc:docChg chg="undo redo custSel addSld modSld sldOrd">
      <pc:chgData name="White, Whitney" userId="65f39021-2f1d-4d8b-87dc-b123826f65bf" providerId="ADAL" clId="{D8A019A7-7910-4F61-A9BA-8EB33AA61167}" dt="2022-08-04T17:50:45.593" v="325" actId="20577"/>
      <pc:docMkLst>
        <pc:docMk/>
      </pc:docMkLst>
      <pc:sldChg chg="modSp mod">
        <pc:chgData name="White, Whitney" userId="65f39021-2f1d-4d8b-87dc-b123826f65bf" providerId="ADAL" clId="{D8A019A7-7910-4F61-A9BA-8EB33AA61167}" dt="2022-08-04T17:50:45.593" v="32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D8A019A7-7910-4F61-A9BA-8EB33AA61167}" dt="2022-08-04T17:50:45.593" v="32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D8A019A7-7910-4F61-A9BA-8EB33AA61167}" dt="2022-08-04T15:18:52.338" v="2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D8A019A7-7910-4F61-A9BA-8EB33AA61167}" dt="2022-08-04T16:36:07.787" v="66" actId="5793"/>
        <pc:sldMkLst>
          <pc:docMk/>
          <pc:sldMk cId="4071305681" sldId="258"/>
        </pc:sldMkLst>
        <pc:spChg chg="mod">
          <ac:chgData name="White, Whitney" userId="65f39021-2f1d-4d8b-87dc-b123826f65bf" providerId="ADAL" clId="{D8A019A7-7910-4F61-A9BA-8EB33AA61167}" dt="2022-08-04T16:36:07.787" v="66" actId="579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D8A019A7-7910-4F61-A9BA-8EB33AA61167}" dt="2022-08-04T16:37:28.512" v="107" actId="403"/>
        <pc:sldMkLst>
          <pc:docMk/>
          <pc:sldMk cId="2772527113" sldId="259"/>
        </pc:sldMkLst>
        <pc:spChg chg="mod">
          <ac:chgData name="White, Whitney" userId="65f39021-2f1d-4d8b-87dc-b123826f65bf" providerId="ADAL" clId="{D8A019A7-7910-4F61-A9BA-8EB33AA61167}" dt="2022-08-04T16:37:28.512" v="107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D8A019A7-7910-4F61-A9BA-8EB33AA61167}" dt="2022-08-04T16:41:15.616" v="252" actId="403"/>
        <pc:sldMkLst>
          <pc:docMk/>
          <pc:sldMk cId="2147408764" sldId="260"/>
        </pc:sldMkLst>
        <pc:spChg chg="mod">
          <ac:chgData name="White, Whitney" userId="65f39021-2f1d-4d8b-87dc-b123826f65bf" providerId="ADAL" clId="{D8A019A7-7910-4F61-A9BA-8EB33AA61167}" dt="2022-08-04T16:41:15.616" v="252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D8A019A7-7910-4F61-A9BA-8EB33AA61167}" dt="2022-08-04T16:36:46.872" v="76" actId="113"/>
        <pc:sldMkLst>
          <pc:docMk/>
          <pc:sldMk cId="3054216349" sldId="261"/>
        </pc:sldMkLst>
        <pc:spChg chg="del">
          <ac:chgData name="White, Whitney" userId="65f39021-2f1d-4d8b-87dc-b123826f65bf" providerId="ADAL" clId="{D8A019A7-7910-4F61-A9BA-8EB33AA61167}" dt="2022-08-04T16:36:35.191" v="67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D8A019A7-7910-4F61-A9BA-8EB33AA61167}" dt="2022-08-04T16:36:46.872" v="76" actId="113"/>
          <ac:graphicFrameMkLst>
            <pc:docMk/>
            <pc:sldMk cId="3054216349" sldId="261"/>
            <ac:graphicFrameMk id="5" creationId="{17C3B201-2265-4A3F-822C-45D9D37E34BA}"/>
          </ac:graphicFrameMkLst>
        </pc:graphicFrameChg>
      </pc:sldChg>
      <pc:sldChg chg="modSp mod">
        <pc:chgData name="White, Whitney" userId="65f39021-2f1d-4d8b-87dc-b123826f65bf" providerId="ADAL" clId="{D8A019A7-7910-4F61-A9BA-8EB33AA61167}" dt="2022-08-04T16:40:22.870" v="232" actId="403"/>
        <pc:sldMkLst>
          <pc:docMk/>
          <pc:sldMk cId="4170921578" sldId="262"/>
        </pc:sldMkLst>
        <pc:spChg chg="mod">
          <ac:chgData name="White, Whitney" userId="65f39021-2f1d-4d8b-87dc-b123826f65bf" providerId="ADAL" clId="{D8A019A7-7910-4F61-A9BA-8EB33AA61167}" dt="2022-08-04T16:40:07.091" v="228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D8A019A7-7910-4F61-A9BA-8EB33AA61167}" dt="2022-08-04T16:40:22.870" v="232" actId="403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">
        <pc:chgData name="White, Whitney" userId="65f39021-2f1d-4d8b-87dc-b123826f65bf" providerId="ADAL" clId="{D8A019A7-7910-4F61-A9BA-8EB33AA61167}" dt="2022-08-04T16:39:55.853" v="204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D8A019A7-7910-4F61-A9BA-8EB33AA61167}" dt="2022-08-04T16:39:55.853" v="204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D8A019A7-7910-4F61-A9BA-8EB33AA61167}" dt="2022-08-04T16:39:50.878" v="201" actId="40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D8A019A7-7910-4F61-A9BA-8EB33AA61167}" dt="2022-08-04T16:39:24.295" v="186" actId="5793"/>
        <pc:sldMkLst>
          <pc:docMk/>
          <pc:sldMk cId="3493109116" sldId="264"/>
        </pc:sldMkLst>
        <pc:spChg chg="mod">
          <ac:chgData name="White, Whitney" userId="65f39021-2f1d-4d8b-87dc-b123826f65bf" providerId="ADAL" clId="{D8A019A7-7910-4F61-A9BA-8EB33AA61167}" dt="2022-08-04T16:37:40.828" v="13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D8A019A7-7910-4F61-A9BA-8EB33AA61167}" dt="2022-08-04T16:39:24.295" v="186" actId="5793"/>
          <ac:spMkLst>
            <pc:docMk/>
            <pc:sldMk cId="3493109116" sldId="264"/>
            <ac:spMk id="3" creationId="{F64339F5-2F5D-46B5-A25D-C197D73747BD}"/>
          </ac:spMkLst>
        </pc:spChg>
      </pc:sldChg>
      <pc:sldChg chg="modSp new mod ord">
        <pc:chgData name="White, Whitney" userId="65f39021-2f1d-4d8b-87dc-b123826f65bf" providerId="ADAL" clId="{D8A019A7-7910-4F61-A9BA-8EB33AA61167}" dt="2022-08-04T17:36:19.390" v="323" actId="11"/>
        <pc:sldMkLst>
          <pc:docMk/>
          <pc:sldMk cId="2729808710" sldId="265"/>
        </pc:sldMkLst>
        <pc:spChg chg="mod">
          <ac:chgData name="White, Whitney" userId="65f39021-2f1d-4d8b-87dc-b123826f65bf" providerId="ADAL" clId="{D8A019A7-7910-4F61-A9BA-8EB33AA61167}" dt="2022-08-04T17:35:19.795" v="286" actId="20577"/>
          <ac:spMkLst>
            <pc:docMk/>
            <pc:sldMk cId="2729808710" sldId="265"/>
            <ac:spMk id="2" creationId="{E4E0183A-2140-4E59-B95C-799323C50B21}"/>
          </ac:spMkLst>
        </pc:spChg>
        <pc:spChg chg="mod">
          <ac:chgData name="White, Whitney" userId="65f39021-2f1d-4d8b-87dc-b123826f65bf" providerId="ADAL" clId="{D8A019A7-7910-4F61-A9BA-8EB33AA61167}" dt="2022-08-04T17:36:19.390" v="323" actId="11"/>
          <ac:spMkLst>
            <pc:docMk/>
            <pc:sldMk cId="2729808710" sldId="265"/>
            <ac:spMk id="3" creationId="{876E2376-23C6-4159-9E52-FC2A653E4936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bT9KtYOr-8&amp;t=29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What is Teacher Burnout?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2A52F-A053-A73B-41B6-CBA11C17CFEF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12A, 12B, 12C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escribe the unique challenges and potential stressors of the teaching profession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efine and describe teacher burnout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dentify common factors that contribute to teacher burnout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dentify the warning signs of teacher burnout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with a group or partner to brainstorm a list of sources of teacher stress.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7C3B201-2265-4A3F-822C-45D9D37E34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70294"/>
              </p:ext>
            </p:extLst>
          </p:nvPr>
        </p:nvGraphicFramePr>
        <p:xfrm>
          <a:off x="838200" y="2323750"/>
          <a:ext cx="10515600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1691949">
                  <a:extLst>
                    <a:ext uri="{9D8B030D-6E8A-4147-A177-3AD203B41FA5}">
                      <a16:colId xmlns:a16="http://schemas.microsoft.com/office/drawing/2014/main" val="60674800"/>
                    </a:ext>
                  </a:extLst>
                </a:gridCol>
                <a:gridCol w="8823651">
                  <a:extLst>
                    <a:ext uri="{9D8B030D-6E8A-4147-A177-3AD203B41FA5}">
                      <a16:colId xmlns:a16="http://schemas.microsoft.com/office/drawing/2014/main" val="1683612462"/>
                    </a:ext>
                  </a:extLst>
                </a:gridCol>
              </a:tblGrid>
              <a:tr h="12532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Burnout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state of chronic stress that leads to physical and emotional exhaustion, cynicism, detachment, and feelings of ineffectiveness and lack of accomplishment.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199737"/>
                  </a:ext>
                </a:extLst>
              </a:tr>
              <a:tr h="99202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Empathy Fatigue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condition where an individual experiences emotional and physical exhaustion, leading to a decreased ability to empathize or feel compassion for others.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1508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Categories of Teacher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Organizations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lack strong principal leadership, a healthy school climate and a collegial, supportive environment.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 Demands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are escalating with high-stakes testing, student behavioral problems, and difficult parents.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51435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Resources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limit a teacher’s sense of autonomy and decision-making power. </a:t>
            </a:r>
          </a:p>
          <a:p>
            <a:pPr marL="514350" marR="0" indent="-51435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514350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 Social and Emotional Competence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manage stress and nurture a healthy classroom.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Video: Understanding Stress and Burnout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Group Conversation Norms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respectful while others are speaking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Listen actively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 everyone the opportunity to speak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183A-2140-4E59-B95C-799323C5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Homework: Teacher 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2376-23C6-4159-9E52-FC2A653E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Directions: Use the questions below to guide an interview about stress and burnout with a current teacher.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you find most stressful about being a teacher 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was something about teaching you used to find very stressful that you no longer find stressful? Why did it change?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your strategies for stress management? 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there been a time period while you’ve been teaching that you felt burnt out? How did you overcome that?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had to give advice to a new teacher about stress management, what would you tell them?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FCAB9-B882-42DD-B69B-932321D3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80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Which of the following is </a:t>
            </a:r>
            <a:r>
              <a:rPr lang="en-US" sz="2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warning sign of burning out?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Exhaustion, fatigue, and difficulty sleeping.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Feeling depressed and withdrawn from others.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Frustrated after a class behaves poorly.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Physical symptoms like headaches, stomachaches, racing heart. 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do stressors contribute to the higher rate of teacher burnout? Why is it important to manage the stressors that contribute to teacher burnout?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429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2.14</vt:lpstr>
      <vt:lpstr>TEKS Standards &amp; Objectives</vt:lpstr>
      <vt:lpstr>Bellringer</vt:lpstr>
      <vt:lpstr>Vocabulary</vt:lpstr>
      <vt:lpstr>Categories of Teacher Stress</vt:lpstr>
      <vt:lpstr>Video </vt:lpstr>
      <vt:lpstr>Group Conversation Norms</vt:lpstr>
      <vt:lpstr>Homework: Teacher Interview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2.14: What is Teacher Burnout?</dc:title>
  <dc:subject>Lesson 2.14: What is Teacher Burnout?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2023-08-31T19:42:21Z</dcterms:modified>
</cp:coreProperties>
</file>
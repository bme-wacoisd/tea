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4" r:id="rId5"/>
    <p:sldId id="263"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948B2063-2475-4187-B304-5889A87451E2}"/>
    <pc:docChg chg="modSld">
      <pc:chgData name="White, Whitney" userId="65f39021-2f1d-4d8b-87dc-b123826f65bf" providerId="ADAL" clId="{948B2063-2475-4187-B304-5889A87451E2}" dt="2022-07-27T17:20:08.539" v="50" actId="20577"/>
      <pc:docMkLst>
        <pc:docMk/>
      </pc:docMkLst>
      <pc:sldChg chg="modSp mod">
        <pc:chgData name="White, Whitney" userId="65f39021-2f1d-4d8b-87dc-b123826f65bf" providerId="ADAL" clId="{948B2063-2475-4187-B304-5889A87451E2}" dt="2022-07-27T17:20:08.539" v="50" actId="20577"/>
        <pc:sldMkLst>
          <pc:docMk/>
          <pc:sldMk cId="1482277026" sldId="256"/>
        </pc:sldMkLst>
        <pc:spChg chg="mod">
          <ac:chgData name="White, Whitney" userId="65f39021-2f1d-4d8b-87dc-b123826f65bf" providerId="ADAL" clId="{948B2063-2475-4187-B304-5889A87451E2}" dt="2022-07-27T17:20:08.539" v="50" actId="20577"/>
          <ac:spMkLst>
            <pc:docMk/>
            <pc:sldMk cId="1482277026" sldId="256"/>
            <ac:spMk id="2" creationId="{BFFCF5BD-F8FF-4A67-A8B6-EBB21E79279B}"/>
          </ac:spMkLst>
        </pc:spChg>
      </pc:sldChg>
    </pc:docChg>
  </pc:docChgLst>
  <pc:docChgLst>
    <pc:chgData name="White, Whitney" userId="65f39021-2f1d-4d8b-87dc-b123826f65bf" providerId="ADAL" clId="{2DA2150E-4224-4FEA-9479-82FDEC4096F7}"/>
    <pc:docChg chg="custSel delSld modSld">
      <pc:chgData name="White, Whitney" userId="65f39021-2f1d-4d8b-87dc-b123826f65bf" providerId="ADAL" clId="{2DA2150E-4224-4FEA-9479-82FDEC4096F7}" dt="2022-07-27T18:19:36.840" v="707" actId="47"/>
      <pc:docMkLst>
        <pc:docMk/>
      </pc:docMkLst>
      <pc:sldChg chg="modSp mod">
        <pc:chgData name="White, Whitney" userId="65f39021-2f1d-4d8b-87dc-b123826f65bf" providerId="ADAL" clId="{2DA2150E-4224-4FEA-9479-82FDEC4096F7}" dt="2022-07-27T18:14:12.036" v="37" actId="20577"/>
        <pc:sldMkLst>
          <pc:docMk/>
          <pc:sldMk cId="1482277026" sldId="256"/>
        </pc:sldMkLst>
        <pc:spChg chg="mod">
          <ac:chgData name="White, Whitney" userId="65f39021-2f1d-4d8b-87dc-b123826f65bf" providerId="ADAL" clId="{2DA2150E-4224-4FEA-9479-82FDEC4096F7}" dt="2022-07-27T18:14:12.036" v="37" actId="20577"/>
          <ac:spMkLst>
            <pc:docMk/>
            <pc:sldMk cId="1482277026" sldId="256"/>
            <ac:spMk id="2" creationId="{BFFCF5BD-F8FF-4A67-A8B6-EBB21E79279B}"/>
          </ac:spMkLst>
        </pc:spChg>
        <pc:spChg chg="mod">
          <ac:chgData name="White, Whitney" userId="65f39021-2f1d-4d8b-87dc-b123826f65bf" providerId="ADAL" clId="{2DA2150E-4224-4FEA-9479-82FDEC4096F7}" dt="2022-07-27T18:14:03.361" v="35" actId="20577"/>
          <ac:spMkLst>
            <pc:docMk/>
            <pc:sldMk cId="1482277026" sldId="256"/>
            <ac:spMk id="3" creationId="{E0FBD98F-3A67-498E-8174-652040DD7B60}"/>
          </ac:spMkLst>
        </pc:spChg>
      </pc:sldChg>
      <pc:sldChg chg="modSp mod">
        <pc:chgData name="White, Whitney" userId="65f39021-2f1d-4d8b-87dc-b123826f65bf" providerId="ADAL" clId="{2DA2150E-4224-4FEA-9479-82FDEC4096F7}" dt="2022-07-27T18:14:56.313" v="58" actId="404"/>
        <pc:sldMkLst>
          <pc:docMk/>
          <pc:sldMk cId="4071305681" sldId="258"/>
        </pc:sldMkLst>
        <pc:spChg chg="mod">
          <ac:chgData name="White, Whitney" userId="65f39021-2f1d-4d8b-87dc-b123826f65bf" providerId="ADAL" clId="{2DA2150E-4224-4FEA-9479-82FDEC4096F7}" dt="2022-07-27T18:14:56.313" v="58" actId="404"/>
          <ac:spMkLst>
            <pc:docMk/>
            <pc:sldMk cId="4071305681" sldId="258"/>
            <ac:spMk id="3" creationId="{392BE286-77A6-49DD-B15D-7E4718D52FE7}"/>
          </ac:spMkLst>
        </pc:spChg>
      </pc:sldChg>
      <pc:sldChg chg="modSp mod">
        <pc:chgData name="White, Whitney" userId="65f39021-2f1d-4d8b-87dc-b123826f65bf" providerId="ADAL" clId="{2DA2150E-4224-4FEA-9479-82FDEC4096F7}" dt="2022-07-27T18:14:42.485" v="52" actId="255"/>
        <pc:sldMkLst>
          <pc:docMk/>
          <pc:sldMk cId="2772527113" sldId="259"/>
        </pc:sldMkLst>
        <pc:spChg chg="mod">
          <ac:chgData name="White, Whitney" userId="65f39021-2f1d-4d8b-87dc-b123826f65bf" providerId="ADAL" clId="{2DA2150E-4224-4FEA-9479-82FDEC4096F7}" dt="2022-07-27T18:14:42.485" v="52" actId="255"/>
          <ac:spMkLst>
            <pc:docMk/>
            <pc:sldMk cId="2772527113" sldId="259"/>
            <ac:spMk id="3" creationId="{8CE08C7F-0286-423B-92F7-DEB89F31111A}"/>
          </ac:spMkLst>
        </pc:spChg>
      </pc:sldChg>
      <pc:sldChg chg="modSp mod">
        <pc:chgData name="White, Whitney" userId="65f39021-2f1d-4d8b-87dc-b123826f65bf" providerId="ADAL" clId="{2DA2150E-4224-4FEA-9479-82FDEC4096F7}" dt="2022-07-27T18:15:30.490" v="67" actId="403"/>
        <pc:sldMkLst>
          <pc:docMk/>
          <pc:sldMk cId="2147408764" sldId="260"/>
        </pc:sldMkLst>
        <pc:spChg chg="mod">
          <ac:chgData name="White, Whitney" userId="65f39021-2f1d-4d8b-87dc-b123826f65bf" providerId="ADAL" clId="{2DA2150E-4224-4FEA-9479-82FDEC4096F7}" dt="2022-07-27T18:15:30.490" v="67" actId="403"/>
          <ac:spMkLst>
            <pc:docMk/>
            <pc:sldMk cId="2147408764" sldId="260"/>
            <ac:spMk id="3" creationId="{49F2A5AF-3C0B-4968-A438-E435325199EA}"/>
          </ac:spMkLst>
        </pc:spChg>
      </pc:sldChg>
      <pc:sldChg chg="del">
        <pc:chgData name="White, Whitney" userId="65f39021-2f1d-4d8b-87dc-b123826f65bf" providerId="ADAL" clId="{2DA2150E-4224-4FEA-9479-82FDEC4096F7}" dt="2022-07-27T18:15:05.318" v="59" actId="2696"/>
        <pc:sldMkLst>
          <pc:docMk/>
          <pc:sldMk cId="3054216349" sldId="261"/>
        </pc:sldMkLst>
      </pc:sldChg>
      <pc:sldChg chg="del">
        <pc:chgData name="White, Whitney" userId="65f39021-2f1d-4d8b-87dc-b123826f65bf" providerId="ADAL" clId="{2DA2150E-4224-4FEA-9479-82FDEC4096F7}" dt="2022-07-27T18:19:36.840" v="707" actId="47"/>
        <pc:sldMkLst>
          <pc:docMk/>
          <pc:sldMk cId="4170921578" sldId="262"/>
        </pc:sldMkLst>
      </pc:sldChg>
      <pc:sldChg chg="modSp mod modAnim">
        <pc:chgData name="White, Whitney" userId="65f39021-2f1d-4d8b-87dc-b123826f65bf" providerId="ADAL" clId="{2DA2150E-4224-4FEA-9479-82FDEC4096F7}" dt="2022-07-27T18:18:39.576" v="706"/>
        <pc:sldMkLst>
          <pc:docMk/>
          <pc:sldMk cId="1163931679" sldId="263"/>
        </pc:sldMkLst>
        <pc:spChg chg="mod">
          <ac:chgData name="White, Whitney" userId="65f39021-2f1d-4d8b-87dc-b123826f65bf" providerId="ADAL" clId="{2DA2150E-4224-4FEA-9479-82FDEC4096F7}" dt="2022-07-27T18:17:32.571" v="424" actId="20577"/>
          <ac:spMkLst>
            <pc:docMk/>
            <pc:sldMk cId="1163931679" sldId="263"/>
            <ac:spMk id="2" creationId="{531ECDB3-7F62-4124-A1E9-E48D699D2427}"/>
          </ac:spMkLst>
        </pc:spChg>
        <pc:spChg chg="mod">
          <ac:chgData name="White, Whitney" userId="65f39021-2f1d-4d8b-87dc-b123826f65bf" providerId="ADAL" clId="{2DA2150E-4224-4FEA-9479-82FDEC4096F7}" dt="2022-07-27T18:18:27.738" v="701" actId="12"/>
          <ac:spMkLst>
            <pc:docMk/>
            <pc:sldMk cId="1163931679" sldId="263"/>
            <ac:spMk id="3" creationId="{012C84E3-4C09-4253-8964-13B9C34E5E48}"/>
          </ac:spMkLst>
        </pc:spChg>
      </pc:sldChg>
      <pc:sldChg chg="modSp mod modAnim">
        <pc:chgData name="White, Whitney" userId="65f39021-2f1d-4d8b-87dc-b123826f65bf" providerId="ADAL" clId="{2DA2150E-4224-4FEA-9479-82FDEC4096F7}" dt="2022-07-27T18:17:15.891" v="389"/>
        <pc:sldMkLst>
          <pc:docMk/>
          <pc:sldMk cId="3493109116" sldId="264"/>
        </pc:sldMkLst>
        <pc:spChg chg="mod">
          <ac:chgData name="White, Whitney" userId="65f39021-2f1d-4d8b-87dc-b123826f65bf" providerId="ADAL" clId="{2DA2150E-4224-4FEA-9479-82FDEC4096F7}" dt="2022-07-27T18:16:13.137" v="93" actId="20577"/>
          <ac:spMkLst>
            <pc:docMk/>
            <pc:sldMk cId="3493109116" sldId="264"/>
            <ac:spMk id="2" creationId="{D7836664-70C0-47BA-9BFF-496A04EBBFDE}"/>
          </ac:spMkLst>
        </pc:spChg>
        <pc:spChg chg="mod">
          <ac:chgData name="White, Whitney" userId="65f39021-2f1d-4d8b-87dc-b123826f65bf" providerId="ADAL" clId="{2DA2150E-4224-4FEA-9479-82FDEC4096F7}" dt="2022-07-27T18:17:05.248" v="384" actId="12"/>
          <ac:spMkLst>
            <pc:docMk/>
            <pc:sldMk cId="3493109116" sldId="264"/>
            <ac:spMk id="3" creationId="{F64339F5-2F5D-46B5-A25D-C197D73747BD}"/>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570649E5-3E95-4EB1-B3AB-DF06BD2F9F00}"/>
    <pc:docChg chg="modSld">
      <pc:chgData name="White (she/her), Whitney" userId="65f39021-2f1d-4d8b-87dc-b123826f65bf" providerId="ADAL" clId="{570649E5-3E95-4EB1-B3AB-DF06BD2F9F00}" dt="2023-08-18T20:17:23.146" v="6" actId="1076"/>
      <pc:docMkLst>
        <pc:docMk/>
      </pc:docMkLst>
      <pc:sldChg chg="addSp modSp mod">
        <pc:chgData name="White (she/her), Whitney" userId="65f39021-2f1d-4d8b-87dc-b123826f65bf" providerId="ADAL" clId="{570649E5-3E95-4EB1-B3AB-DF06BD2F9F00}" dt="2023-08-18T20:17:23.146" v="6" actId="1076"/>
        <pc:sldMkLst>
          <pc:docMk/>
          <pc:sldMk cId="1482277026" sldId="256"/>
        </pc:sldMkLst>
        <pc:spChg chg="mod">
          <ac:chgData name="White (she/her), Whitney" userId="65f39021-2f1d-4d8b-87dc-b123826f65bf" providerId="ADAL" clId="{570649E5-3E95-4EB1-B3AB-DF06BD2F9F00}" dt="2023-08-18T20:17:11.784" v="1" actId="404"/>
          <ac:spMkLst>
            <pc:docMk/>
            <pc:sldMk cId="1482277026" sldId="256"/>
            <ac:spMk id="2" creationId="{BFFCF5BD-F8FF-4A67-A8B6-EBB21E79279B}"/>
          </ac:spMkLst>
        </pc:spChg>
        <pc:spChg chg="add mod">
          <ac:chgData name="White (she/her), Whitney" userId="65f39021-2f1d-4d8b-87dc-b123826f65bf" providerId="ADAL" clId="{570649E5-3E95-4EB1-B3AB-DF06BD2F9F00}" dt="2023-08-18T20:17:23.146" v="6" actId="1076"/>
          <ac:spMkLst>
            <pc:docMk/>
            <pc:sldMk cId="1482277026" sldId="256"/>
            <ac:spMk id="5" creationId="{7975C37A-41BF-99E1-1D87-287F792C2651}"/>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584"/>
            <a:ext cx="9144000" cy="370300"/>
          </a:xfrm>
        </p:spPr>
        <p:txBody>
          <a:bodyPr>
            <a:normAutofit/>
          </a:bodyPr>
          <a:lstStyle/>
          <a:p>
            <a:pPr algn="l"/>
            <a:r>
              <a:rPr lang="en-US" sz="1600" dirty="0"/>
              <a:t>Practicum in Education and Training | Unit 1: Career Exploration and Awareness? | Lesson 1.03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Local School Board Role in Education</a:t>
            </a:r>
          </a:p>
        </p:txBody>
      </p:sp>
      <p:sp>
        <p:nvSpPr>
          <p:cNvPr id="5" name="TextBox 4">
            <a:extLst>
              <a:ext uri="{FF2B5EF4-FFF2-40B4-BE49-F238E27FC236}">
                <a16:creationId xmlns:a16="http://schemas.microsoft.com/office/drawing/2014/main" id="{7975C37A-41BF-99E1-1D87-287F792C2651}"/>
              </a:ext>
            </a:extLst>
          </p:cNvPr>
          <p:cNvSpPr txBox="1"/>
          <p:nvPr/>
        </p:nvSpPr>
        <p:spPr>
          <a:xfrm>
            <a:off x="0" y="6488884"/>
            <a:ext cx="12902268" cy="584775"/>
          </a:xfrm>
          <a:prstGeom prst="rect">
            <a:avLst/>
          </a:prstGeom>
          <a:noFill/>
        </p:spPr>
        <p:txBody>
          <a:bodyPr wrap="square">
            <a:spAutoFit/>
          </a:bodyPr>
          <a:lstStyle/>
          <a:p>
            <a:r>
              <a:rPr lang="en-US" sz="1600" dirty="0">
                <a:solidFill>
                  <a:srgbClr val="464646"/>
                </a:solidFill>
                <a:effectLst/>
                <a:ea typeface="Calibri" panose="020F0502020204030204" pitchFamily="34" charset="0"/>
                <a:cs typeface="Calibri" panose="020F0502020204030204" pitchFamily="34" charset="0"/>
              </a:rPr>
              <a:t>This work is licensed under a </a:t>
            </a:r>
            <a:r>
              <a:rPr lang="en-US" sz="1600" u="sng" dirty="0">
                <a:solidFill>
                  <a:srgbClr val="0070C0"/>
                </a:solidFill>
                <a:effectLst/>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ea typeface="Calibri" panose="020F0502020204030204" pitchFamily="34" charset="0"/>
                <a:cs typeface="Calibri" panose="020F0502020204030204" pitchFamily="34" charset="0"/>
              </a:rPr>
              <a:t>.</a:t>
            </a:r>
            <a:br>
              <a:rPr lang="en-US" sz="1600" dirty="0">
                <a:effectLst/>
                <a:ea typeface="Calibri" panose="020F0502020204030204" pitchFamily="34" charset="0"/>
                <a:cs typeface="Times New Roman" panose="02020603050405020304" pitchFamily="18" charset="0"/>
              </a:rPr>
            </a:br>
            <a:endParaRPr lang="en-US" sz="1600" dirty="0"/>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3A</a:t>
            </a:r>
          </a:p>
          <a:p>
            <a:pPr marL="0" indent="0">
              <a:buNone/>
            </a:pPr>
            <a:endParaRPr lang="en-US" dirty="0"/>
          </a:p>
          <a:p>
            <a:pPr marL="0" indent="0">
              <a:buNone/>
            </a:pPr>
            <a:r>
              <a:rPr lang="en-US" dirty="0"/>
              <a:t>The student will: </a:t>
            </a:r>
          </a:p>
          <a:p>
            <a:r>
              <a:rPr lang="en-US" dirty="0">
                <a:latin typeface="Calibri" panose="020F0502020204030204" pitchFamily="34" charset="0"/>
                <a:ea typeface="Calibri" panose="020F0502020204030204" pitchFamily="34" charset="0"/>
                <a:cs typeface="Times New Roman" panose="02020603050405020304" pitchFamily="18" charset="0"/>
              </a:rPr>
              <a:t>d</a:t>
            </a:r>
            <a:r>
              <a:rPr lang="en-US" dirty="0">
                <a:effectLst/>
                <a:latin typeface="Calibri" panose="020F0502020204030204" pitchFamily="34" charset="0"/>
                <a:ea typeface="Calibri" panose="020F0502020204030204" pitchFamily="34" charset="0"/>
                <a:cs typeface="Times New Roman" panose="02020603050405020304" pitchFamily="18" charset="0"/>
              </a:rPr>
              <a:t>efine the structure of local governance of education (school board, school district, and school site)</a:t>
            </a:r>
          </a:p>
          <a:p>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which decisions are made about education at the local level</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If you were going to play a role in state governance of education, of which group (Texas Legislature, Texas State Board of Education, Texas Education Agency, or Texas State Board of Educator Certification) would you like to be a member?</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Local Role in Education</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r>
              <a:rPr lang="en-US" dirty="0"/>
              <a:t>Operate Schools</a:t>
            </a:r>
          </a:p>
          <a:p>
            <a:r>
              <a:rPr lang="en-US" dirty="0"/>
              <a:t>Implement and enforce state and federal laws</a:t>
            </a:r>
          </a:p>
          <a:p>
            <a:r>
              <a:rPr lang="en-US" dirty="0"/>
              <a:t>Employ administrators, teachers, and support staff</a:t>
            </a:r>
          </a:p>
          <a:p>
            <a:r>
              <a:rPr lang="en-US" dirty="0"/>
              <a:t>Provide funding for schools</a:t>
            </a:r>
          </a:p>
          <a:p>
            <a:r>
              <a:rPr lang="en-US" dirty="0"/>
              <a:t>Determine how students learn state academic standards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Local School Board Responsibilities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r>
              <a:rPr lang="en-US" dirty="0"/>
              <a:t>Set goals and priorities for the district and measure progress</a:t>
            </a:r>
          </a:p>
          <a:p>
            <a:r>
              <a:rPr lang="en-US" dirty="0"/>
              <a:t>Adopt policies and review them regularly to determine when updates are needed</a:t>
            </a:r>
          </a:p>
          <a:p>
            <a:r>
              <a:rPr lang="en-US" dirty="0"/>
              <a:t>Hire and evaluate the superintendent</a:t>
            </a:r>
          </a:p>
          <a:p>
            <a:r>
              <a:rPr lang="en-US" dirty="0"/>
              <a:t>Set the district’s budget and the local tax rate</a:t>
            </a:r>
          </a:p>
          <a:p>
            <a:r>
              <a:rPr lang="en-US" dirty="0"/>
              <a:t>Engage with the community</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1639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In your own words, describe the relationship between the school board, school district, and school site?</a:t>
            </a:r>
          </a:p>
          <a:p>
            <a:pPr marL="0" marR="0" indent="0">
              <a:spcBef>
                <a:spcPts val="600"/>
              </a:spcBef>
              <a:spcAft>
                <a:spcPts val="60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Read the following statements and indicate if the decision is made at the state or local level. Record an S in the blank for a state-level decision and an L for a local decision.</a:t>
            </a:r>
          </a:p>
          <a:p>
            <a:pPr marL="800100" lvl="1" indent="-342900">
              <a:spcBef>
                <a:spcPts val="0"/>
              </a:spcBef>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A new superintendent is being hired for a school district.</a:t>
            </a:r>
          </a:p>
          <a:p>
            <a:pPr marL="800100" lvl="1" indent="-342900">
              <a:spcBef>
                <a:spcPts val="0"/>
              </a:spcBef>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New standards for math are being adopted.</a:t>
            </a:r>
          </a:p>
          <a:p>
            <a:pPr marL="800100" lvl="1" indent="-342900">
              <a:spcBef>
                <a:spcPts val="0"/>
              </a:spcBef>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Changes are being made to teacher certification requirements</a:t>
            </a:r>
          </a:p>
          <a:p>
            <a:pPr marL="800100" lvl="1" indent="-342900">
              <a:spcBef>
                <a:spcPts val="0"/>
              </a:spcBef>
              <a:buFont typeface="Symbol" panose="05050102010706020507" pitchFamily="18" charset="2"/>
              <a:buChar char=""/>
            </a:pPr>
            <a:r>
              <a:rPr lang="en-US" sz="20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Goals are set for a district’s graduation and attendance rates.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TotalTime>
  <Words>303</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Practicum in Education and Training | Unit 1: Career Exploration and Awareness? | Lesson 1.03</vt:lpstr>
      <vt:lpstr>TEKS Standards &amp; Objectives</vt:lpstr>
      <vt:lpstr>Bellringer</vt:lpstr>
      <vt:lpstr>Local Role in Education</vt:lpstr>
      <vt:lpstr>Local School Board Responsibilities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1.03: Local School Board Role in Education</dc:title>
  <dc:subject>Lesson 1.03: Local School Board Role in Education</dc:subject>
  <dc:creator>Texas Education Agency</dc:creator>
  <cp:lastModifiedBy>White (she/her), Whitney</cp:lastModifiedBy>
  <cp:revision>3</cp:revision>
  <dcterms:created xsi:type="dcterms:W3CDTF">2022-05-09T19:40:20Z</dcterms:created>
  <dcterms:modified xsi:type="dcterms:W3CDTF">2023-08-18T20:17:26Z</dcterms:modified>
</cp:coreProperties>
</file>
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9" r:id="rId3"/>
    <p:sldId id="258" r:id="rId4"/>
    <p:sldId id="261" r:id="rId5"/>
    <p:sldId id="264" r:id="rId6"/>
    <p:sldId id="263" r:id="rId7"/>
    <p:sldId id="262" r:id="rId8"/>
    <p:sldId id="265" r:id="rId9"/>
    <p:sldId id="266" r:id="rId10"/>
    <p:sldId id="267" r:id="rId11"/>
    <p:sldId id="268"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7AF94F-DBDC-4162-8B3B-E8E409E172CC}" v="2" dt="2023-08-19T02:44:36.4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2" autoAdjust="0"/>
    <p:restoredTop sz="93784" autoAdjust="0"/>
  </p:normalViewPr>
  <p:slideViewPr>
    <p:cSldViewPr snapToGrid="0">
      <p:cViewPr varScale="1">
        <p:scale>
          <a:sx n="62" d="100"/>
          <a:sy n="62" d="100"/>
        </p:scale>
        <p:origin x="752" y="52"/>
      </p:cViewPr>
      <p:guideLst/>
    </p:cSldViewPr>
  </p:slideViewPr>
  <p:outlineViewPr>
    <p:cViewPr>
      <p:scale>
        <a:sx n="33" d="100"/>
        <a:sy n="33" d="100"/>
      </p:scale>
      <p:origin x="0" y="-421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gers, Kristana" userId="06c54908-b913-4b34-a3f2-9a6986972442" providerId="ADAL" clId="{448B3D01-C9DE-469B-B639-D1A4899B2439}"/>
    <pc:docChg chg="undo custSel addSld modSld">
      <pc:chgData name="Rogers, Kristana" userId="06c54908-b913-4b34-a3f2-9a6986972442" providerId="ADAL" clId="{448B3D01-C9DE-469B-B639-D1A4899B2439}" dt="2023-03-16T01:10:56.846" v="861" actId="1076"/>
      <pc:docMkLst>
        <pc:docMk/>
      </pc:docMkLst>
      <pc:sldChg chg="modSp mod">
        <pc:chgData name="Rogers, Kristana" userId="06c54908-b913-4b34-a3f2-9a6986972442" providerId="ADAL" clId="{448B3D01-C9DE-469B-B639-D1A4899B2439}" dt="2023-03-16T00:51:19.221" v="63" actId="20577"/>
        <pc:sldMkLst>
          <pc:docMk/>
          <pc:sldMk cId="1482277026" sldId="256"/>
        </pc:sldMkLst>
        <pc:spChg chg="mod">
          <ac:chgData name="Rogers, Kristana" userId="06c54908-b913-4b34-a3f2-9a6986972442" providerId="ADAL" clId="{448B3D01-C9DE-469B-B639-D1A4899B2439}" dt="2023-03-16T00:51:19.221" v="63" actId="20577"/>
          <ac:spMkLst>
            <pc:docMk/>
            <pc:sldMk cId="1482277026" sldId="256"/>
            <ac:spMk id="2" creationId="{BFFCF5BD-F8FF-4A67-A8B6-EBB21E79279B}"/>
          </ac:spMkLst>
        </pc:spChg>
        <pc:spChg chg="mod">
          <ac:chgData name="Rogers, Kristana" userId="06c54908-b913-4b34-a3f2-9a6986972442" providerId="ADAL" clId="{448B3D01-C9DE-469B-B639-D1A4899B2439}" dt="2023-03-16T00:51:14.165" v="62" actId="20577"/>
          <ac:spMkLst>
            <pc:docMk/>
            <pc:sldMk cId="1482277026" sldId="256"/>
            <ac:spMk id="3" creationId="{E0FBD98F-3A67-498E-8174-652040DD7B60}"/>
          </ac:spMkLst>
        </pc:spChg>
      </pc:sldChg>
      <pc:sldChg chg="modSp mod">
        <pc:chgData name="Rogers, Kristana" userId="06c54908-b913-4b34-a3f2-9a6986972442" providerId="ADAL" clId="{448B3D01-C9DE-469B-B639-D1A4899B2439}" dt="2023-03-16T00:53:39.021" v="90" actId="14100"/>
        <pc:sldMkLst>
          <pc:docMk/>
          <pc:sldMk cId="4071305681" sldId="258"/>
        </pc:sldMkLst>
        <pc:spChg chg="mod">
          <ac:chgData name="Rogers, Kristana" userId="06c54908-b913-4b34-a3f2-9a6986972442" providerId="ADAL" clId="{448B3D01-C9DE-469B-B639-D1A4899B2439}" dt="2023-03-16T00:53:34.755" v="89" actId="1076"/>
          <ac:spMkLst>
            <pc:docMk/>
            <pc:sldMk cId="4071305681" sldId="258"/>
            <ac:spMk id="2" creationId="{2F03F004-EE4F-44F2-AA0E-56B8CFF11342}"/>
          </ac:spMkLst>
        </pc:spChg>
        <pc:spChg chg="mod">
          <ac:chgData name="Rogers, Kristana" userId="06c54908-b913-4b34-a3f2-9a6986972442" providerId="ADAL" clId="{448B3D01-C9DE-469B-B639-D1A4899B2439}" dt="2023-03-16T00:53:39.021" v="90" actId="14100"/>
          <ac:spMkLst>
            <pc:docMk/>
            <pc:sldMk cId="4071305681" sldId="258"/>
            <ac:spMk id="3" creationId="{392BE286-77A6-49DD-B15D-7E4718D52FE7}"/>
          </ac:spMkLst>
        </pc:spChg>
      </pc:sldChg>
      <pc:sldChg chg="modSp mod">
        <pc:chgData name="Rogers, Kristana" userId="06c54908-b913-4b34-a3f2-9a6986972442" providerId="ADAL" clId="{448B3D01-C9DE-469B-B639-D1A4899B2439}" dt="2023-03-16T00:52:22.224" v="79" actId="255"/>
        <pc:sldMkLst>
          <pc:docMk/>
          <pc:sldMk cId="2772527113" sldId="259"/>
        </pc:sldMkLst>
        <pc:spChg chg="mod">
          <ac:chgData name="Rogers, Kristana" userId="06c54908-b913-4b34-a3f2-9a6986972442" providerId="ADAL" clId="{448B3D01-C9DE-469B-B639-D1A4899B2439}" dt="2023-03-16T00:52:22.224" v="79" actId="255"/>
          <ac:spMkLst>
            <pc:docMk/>
            <pc:sldMk cId="2772527113" sldId="259"/>
            <ac:spMk id="3" creationId="{8CE08C7F-0286-423B-92F7-DEB89F31111A}"/>
          </ac:spMkLst>
        </pc:spChg>
      </pc:sldChg>
      <pc:sldChg chg="modSp mod">
        <pc:chgData name="Rogers, Kristana" userId="06c54908-b913-4b34-a3f2-9a6986972442" providerId="ADAL" clId="{448B3D01-C9DE-469B-B639-D1A4899B2439}" dt="2023-03-16T01:10:56.846" v="861" actId="1076"/>
        <pc:sldMkLst>
          <pc:docMk/>
          <pc:sldMk cId="2147408764" sldId="260"/>
        </pc:sldMkLst>
        <pc:spChg chg="mod">
          <ac:chgData name="Rogers, Kristana" userId="06c54908-b913-4b34-a3f2-9a6986972442" providerId="ADAL" clId="{448B3D01-C9DE-469B-B639-D1A4899B2439}" dt="2023-03-16T01:10:38.754" v="859" actId="1076"/>
          <ac:spMkLst>
            <pc:docMk/>
            <pc:sldMk cId="2147408764" sldId="260"/>
            <ac:spMk id="2" creationId="{9AFB837C-3E07-4129-B371-9F5CA97D5605}"/>
          </ac:spMkLst>
        </pc:spChg>
        <pc:spChg chg="mod">
          <ac:chgData name="Rogers, Kristana" userId="06c54908-b913-4b34-a3f2-9a6986972442" providerId="ADAL" clId="{448B3D01-C9DE-469B-B639-D1A4899B2439}" dt="2023-03-16T01:10:56.846" v="861" actId="1076"/>
          <ac:spMkLst>
            <pc:docMk/>
            <pc:sldMk cId="2147408764" sldId="260"/>
            <ac:spMk id="3" creationId="{49F2A5AF-3C0B-4968-A438-E435325199EA}"/>
          </ac:spMkLst>
        </pc:spChg>
      </pc:sldChg>
      <pc:sldChg chg="modSp mod">
        <pc:chgData name="Rogers, Kristana" userId="06c54908-b913-4b34-a3f2-9a6986972442" providerId="ADAL" clId="{448B3D01-C9DE-469B-B639-D1A4899B2439}" dt="2023-03-16T00:55:40.876" v="527" actId="27107"/>
        <pc:sldMkLst>
          <pc:docMk/>
          <pc:sldMk cId="3054216349" sldId="261"/>
        </pc:sldMkLst>
        <pc:graphicFrameChg chg="modGraphic">
          <ac:chgData name="Rogers, Kristana" userId="06c54908-b913-4b34-a3f2-9a6986972442" providerId="ADAL" clId="{448B3D01-C9DE-469B-B639-D1A4899B2439}" dt="2023-03-16T00:55:40.876" v="527" actId="27107"/>
          <ac:graphicFrameMkLst>
            <pc:docMk/>
            <pc:sldMk cId="3054216349" sldId="261"/>
            <ac:graphicFrameMk id="5" creationId="{8D31F9C6-28EB-4419-B90D-7DE05C4C1D8A}"/>
          </ac:graphicFrameMkLst>
        </pc:graphicFrameChg>
      </pc:sldChg>
      <pc:sldChg chg="modSp mod">
        <pc:chgData name="Rogers, Kristana" userId="06c54908-b913-4b34-a3f2-9a6986972442" providerId="ADAL" clId="{448B3D01-C9DE-469B-B639-D1A4899B2439}" dt="2023-03-16T00:59:57.477" v="642" actId="948"/>
        <pc:sldMkLst>
          <pc:docMk/>
          <pc:sldMk cId="4170921578" sldId="262"/>
        </pc:sldMkLst>
        <pc:spChg chg="mod">
          <ac:chgData name="Rogers, Kristana" userId="06c54908-b913-4b34-a3f2-9a6986972442" providerId="ADAL" clId="{448B3D01-C9DE-469B-B639-D1A4899B2439}" dt="2023-03-16T00:58:50.175" v="626" actId="1076"/>
          <ac:spMkLst>
            <pc:docMk/>
            <pc:sldMk cId="4170921578" sldId="262"/>
            <ac:spMk id="2" creationId="{A7DAC820-49EE-4F41-8B1F-B9E33FF6BE24}"/>
          </ac:spMkLst>
        </pc:spChg>
        <pc:spChg chg="mod">
          <ac:chgData name="Rogers, Kristana" userId="06c54908-b913-4b34-a3f2-9a6986972442" providerId="ADAL" clId="{448B3D01-C9DE-469B-B639-D1A4899B2439}" dt="2023-03-16T00:59:57.477" v="642" actId="948"/>
          <ac:spMkLst>
            <pc:docMk/>
            <pc:sldMk cId="4170921578" sldId="262"/>
            <ac:spMk id="3" creationId="{79FFCA46-4155-4484-8350-F1E0B95F6088}"/>
          </ac:spMkLst>
        </pc:spChg>
      </pc:sldChg>
      <pc:sldChg chg="addSp delSp modSp mod">
        <pc:chgData name="Rogers, Kristana" userId="06c54908-b913-4b34-a3f2-9a6986972442" providerId="ADAL" clId="{448B3D01-C9DE-469B-B639-D1A4899B2439}" dt="2023-03-16T00:58:10.724" v="612" actId="1076"/>
        <pc:sldMkLst>
          <pc:docMk/>
          <pc:sldMk cId="1163931679" sldId="263"/>
        </pc:sldMkLst>
        <pc:spChg chg="del">
          <ac:chgData name="Rogers, Kristana" userId="06c54908-b913-4b34-a3f2-9a6986972442" providerId="ADAL" clId="{448B3D01-C9DE-469B-B639-D1A4899B2439}" dt="2023-03-16T00:57:56.746" v="607" actId="478"/>
          <ac:spMkLst>
            <pc:docMk/>
            <pc:sldMk cId="1163931679" sldId="263"/>
            <ac:spMk id="2" creationId="{531ECDB3-7F62-4124-A1E9-E48D699D2427}"/>
          </ac:spMkLst>
        </pc:spChg>
        <pc:spChg chg="del">
          <ac:chgData name="Rogers, Kristana" userId="06c54908-b913-4b34-a3f2-9a6986972442" providerId="ADAL" clId="{448B3D01-C9DE-469B-B639-D1A4899B2439}" dt="2023-03-16T00:57:33.716" v="601" actId="478"/>
          <ac:spMkLst>
            <pc:docMk/>
            <pc:sldMk cId="1163931679" sldId="263"/>
            <ac:spMk id="3" creationId="{012C84E3-4C09-4253-8964-13B9C34E5E48}"/>
          </ac:spMkLst>
        </pc:spChg>
        <pc:spChg chg="add del mod">
          <ac:chgData name="Rogers, Kristana" userId="06c54908-b913-4b34-a3f2-9a6986972442" providerId="ADAL" clId="{448B3D01-C9DE-469B-B639-D1A4899B2439}" dt="2023-03-16T00:57:37.048" v="602" actId="478"/>
          <ac:spMkLst>
            <pc:docMk/>
            <pc:sldMk cId="1163931679" sldId="263"/>
            <ac:spMk id="6" creationId="{D84294E8-D0C5-82EF-52B8-ECBE9DAFDEC9}"/>
          </ac:spMkLst>
        </pc:spChg>
        <pc:spChg chg="add del mod">
          <ac:chgData name="Rogers, Kristana" userId="06c54908-b913-4b34-a3f2-9a6986972442" providerId="ADAL" clId="{448B3D01-C9DE-469B-B639-D1A4899B2439}" dt="2023-03-16T00:57:58.582" v="608" actId="478"/>
          <ac:spMkLst>
            <pc:docMk/>
            <pc:sldMk cId="1163931679" sldId="263"/>
            <ac:spMk id="9" creationId="{C0B40ED0-7C1D-9C87-B8D5-DCA3D2DF4E2E}"/>
          </ac:spMkLst>
        </pc:spChg>
        <pc:picChg chg="add mod">
          <ac:chgData name="Rogers, Kristana" userId="06c54908-b913-4b34-a3f2-9a6986972442" providerId="ADAL" clId="{448B3D01-C9DE-469B-B639-D1A4899B2439}" dt="2023-03-16T00:58:10.724" v="612" actId="1076"/>
          <ac:picMkLst>
            <pc:docMk/>
            <pc:sldMk cId="1163931679" sldId="263"/>
            <ac:picMk id="7" creationId="{56B33DE3-B7A8-79C3-14BB-F1620BA8290B}"/>
          </ac:picMkLst>
        </pc:picChg>
      </pc:sldChg>
      <pc:sldChg chg="addSp delSp modSp mod">
        <pc:chgData name="Rogers, Kristana" userId="06c54908-b913-4b34-a3f2-9a6986972442" providerId="ADAL" clId="{448B3D01-C9DE-469B-B639-D1A4899B2439}" dt="2023-03-16T00:57:08.420" v="600" actId="1076"/>
        <pc:sldMkLst>
          <pc:docMk/>
          <pc:sldMk cId="3493109116" sldId="264"/>
        </pc:sldMkLst>
        <pc:spChg chg="mod">
          <ac:chgData name="Rogers, Kristana" userId="06c54908-b913-4b34-a3f2-9a6986972442" providerId="ADAL" clId="{448B3D01-C9DE-469B-B639-D1A4899B2439}" dt="2023-03-16T00:57:08.420" v="600" actId="1076"/>
          <ac:spMkLst>
            <pc:docMk/>
            <pc:sldMk cId="3493109116" sldId="264"/>
            <ac:spMk id="2" creationId="{D7836664-70C0-47BA-9BFF-496A04EBBFDE}"/>
          </ac:spMkLst>
        </pc:spChg>
        <pc:spChg chg="add del mod">
          <ac:chgData name="Rogers, Kristana" userId="06c54908-b913-4b34-a3f2-9a6986972442" providerId="ADAL" clId="{448B3D01-C9DE-469B-B639-D1A4899B2439}" dt="2023-03-16T00:56:30.025" v="586" actId="478"/>
          <ac:spMkLst>
            <pc:docMk/>
            <pc:sldMk cId="3493109116" sldId="264"/>
            <ac:spMk id="6" creationId="{C4FA0834-3910-4249-434C-3B2DDC3BC5FB}"/>
          </ac:spMkLst>
        </pc:spChg>
        <pc:spChg chg="add mod">
          <ac:chgData name="Rogers, Kristana" userId="06c54908-b913-4b34-a3f2-9a6986972442" providerId="ADAL" clId="{448B3D01-C9DE-469B-B639-D1A4899B2439}" dt="2023-03-16T00:56:46.850" v="590" actId="255"/>
          <ac:spMkLst>
            <pc:docMk/>
            <pc:sldMk cId="3493109116" sldId="264"/>
            <ac:spMk id="8" creationId="{2A776615-A862-6EA1-CBB4-D6E9471CD041}"/>
          </ac:spMkLst>
        </pc:spChg>
        <pc:graphicFrameChg chg="del">
          <ac:chgData name="Rogers, Kristana" userId="06c54908-b913-4b34-a3f2-9a6986972442" providerId="ADAL" clId="{448B3D01-C9DE-469B-B639-D1A4899B2439}" dt="2023-03-16T00:56:24.012" v="584" actId="478"/>
          <ac:graphicFrameMkLst>
            <pc:docMk/>
            <pc:sldMk cId="3493109116" sldId="264"/>
            <ac:graphicFrameMk id="5" creationId="{5C543D04-921E-4C6A-AF4F-2BDE37415EFE}"/>
          </ac:graphicFrameMkLst>
        </pc:graphicFrameChg>
      </pc:sldChg>
      <pc:sldChg chg="addSp delSp modSp mod">
        <pc:chgData name="Rogers, Kristana" userId="06c54908-b913-4b34-a3f2-9a6986972442" providerId="ADAL" clId="{448B3D01-C9DE-469B-B639-D1A4899B2439}" dt="2023-03-16T01:00:35.135" v="652" actId="1076"/>
        <pc:sldMkLst>
          <pc:docMk/>
          <pc:sldMk cId="1754767038" sldId="265"/>
        </pc:sldMkLst>
        <pc:spChg chg="del mod">
          <ac:chgData name="Rogers, Kristana" userId="06c54908-b913-4b34-a3f2-9a6986972442" providerId="ADAL" clId="{448B3D01-C9DE-469B-B639-D1A4899B2439}" dt="2023-03-16T01:00:21.417" v="645" actId="478"/>
          <ac:spMkLst>
            <pc:docMk/>
            <pc:sldMk cId="1754767038" sldId="265"/>
            <ac:spMk id="2" creationId="{A7DAC820-49EE-4F41-8B1F-B9E33FF6BE24}"/>
          </ac:spMkLst>
        </pc:spChg>
        <pc:spChg chg="del mod">
          <ac:chgData name="Rogers, Kristana" userId="06c54908-b913-4b34-a3f2-9a6986972442" providerId="ADAL" clId="{448B3D01-C9DE-469B-B639-D1A4899B2439}" dt="2023-03-16T01:00:22.407" v="646" actId="478"/>
          <ac:spMkLst>
            <pc:docMk/>
            <pc:sldMk cId="1754767038" sldId="265"/>
            <ac:spMk id="3" creationId="{79FFCA46-4155-4484-8350-F1E0B95F6088}"/>
          </ac:spMkLst>
        </pc:spChg>
        <pc:picChg chg="add mod">
          <ac:chgData name="Rogers, Kristana" userId="06c54908-b913-4b34-a3f2-9a6986972442" providerId="ADAL" clId="{448B3D01-C9DE-469B-B639-D1A4899B2439}" dt="2023-03-16T01:00:35.135" v="652" actId="1076"/>
          <ac:picMkLst>
            <pc:docMk/>
            <pc:sldMk cId="1754767038" sldId="265"/>
            <ac:picMk id="5" creationId="{19BFEAFD-D8B1-7257-B050-1100EF497783}"/>
          </ac:picMkLst>
        </pc:picChg>
      </pc:sldChg>
      <pc:sldChg chg="addSp delSp modSp new mod modAnim">
        <pc:chgData name="Rogers, Kristana" userId="06c54908-b913-4b34-a3f2-9a6986972442" providerId="ADAL" clId="{448B3D01-C9DE-469B-B639-D1A4899B2439}" dt="2023-03-16T01:02:20.801" v="658" actId="14100"/>
        <pc:sldMkLst>
          <pc:docMk/>
          <pc:sldMk cId="4007075362" sldId="266"/>
        </pc:sldMkLst>
        <pc:spChg chg="del">
          <ac:chgData name="Rogers, Kristana" userId="06c54908-b913-4b34-a3f2-9a6986972442" providerId="ADAL" clId="{448B3D01-C9DE-469B-B639-D1A4899B2439}" dt="2023-03-16T01:02:16.551" v="656" actId="478"/>
          <ac:spMkLst>
            <pc:docMk/>
            <pc:sldMk cId="4007075362" sldId="266"/>
            <ac:spMk id="2" creationId="{9D30319C-AC60-AC32-5F41-493B59D06695}"/>
          </ac:spMkLst>
        </pc:spChg>
        <pc:spChg chg="del">
          <ac:chgData name="Rogers, Kristana" userId="06c54908-b913-4b34-a3f2-9a6986972442" providerId="ADAL" clId="{448B3D01-C9DE-469B-B639-D1A4899B2439}" dt="2023-03-16T01:02:02.605" v="654"/>
          <ac:spMkLst>
            <pc:docMk/>
            <pc:sldMk cId="4007075362" sldId="266"/>
            <ac:spMk id="3" creationId="{94C9C681-91DB-44B7-2F27-91D4BC5A7B91}"/>
          </ac:spMkLst>
        </pc:spChg>
        <pc:picChg chg="add mod">
          <ac:chgData name="Rogers, Kristana" userId="06c54908-b913-4b34-a3f2-9a6986972442" providerId="ADAL" clId="{448B3D01-C9DE-469B-B639-D1A4899B2439}" dt="2023-03-16T01:02:20.801" v="658" actId="14100"/>
          <ac:picMkLst>
            <pc:docMk/>
            <pc:sldMk cId="4007075362" sldId="266"/>
            <ac:picMk id="5" creationId="{984CABFA-5E6D-CC99-A324-AB48F71D2B56}"/>
          </ac:picMkLst>
        </pc:picChg>
      </pc:sldChg>
      <pc:sldChg chg="addSp delSp modSp new mod">
        <pc:chgData name="Rogers, Kristana" userId="06c54908-b913-4b34-a3f2-9a6986972442" providerId="ADAL" clId="{448B3D01-C9DE-469B-B639-D1A4899B2439}" dt="2023-03-16T01:08:18.768" v="798" actId="1076"/>
        <pc:sldMkLst>
          <pc:docMk/>
          <pc:sldMk cId="1959975682" sldId="267"/>
        </pc:sldMkLst>
        <pc:spChg chg="mod">
          <ac:chgData name="Rogers, Kristana" userId="06c54908-b913-4b34-a3f2-9a6986972442" providerId="ADAL" clId="{448B3D01-C9DE-469B-B639-D1A4899B2439}" dt="2023-03-16T01:08:18.768" v="798" actId="1076"/>
          <ac:spMkLst>
            <pc:docMk/>
            <pc:sldMk cId="1959975682" sldId="267"/>
            <ac:spMk id="2" creationId="{2BC40441-7E45-9D0A-46BA-DC937883D3C3}"/>
          </ac:spMkLst>
        </pc:spChg>
        <pc:spChg chg="del mod">
          <ac:chgData name="Rogers, Kristana" userId="06c54908-b913-4b34-a3f2-9a6986972442" providerId="ADAL" clId="{448B3D01-C9DE-469B-B639-D1A4899B2439}" dt="2023-03-16T01:05:32.964" v="709"/>
          <ac:spMkLst>
            <pc:docMk/>
            <pc:sldMk cId="1959975682" sldId="267"/>
            <ac:spMk id="3" creationId="{13B62576-0C37-F19C-B12D-2097E87AA073}"/>
          </ac:spMkLst>
        </pc:spChg>
        <pc:spChg chg="add mod">
          <ac:chgData name="Rogers, Kristana" userId="06c54908-b913-4b34-a3f2-9a6986972442" providerId="ADAL" clId="{448B3D01-C9DE-469B-B639-D1A4899B2439}" dt="2023-03-16T01:07:04.797" v="738" actId="1076"/>
          <ac:spMkLst>
            <pc:docMk/>
            <pc:sldMk cId="1959975682" sldId="267"/>
            <ac:spMk id="6" creationId="{60F02D2D-4D99-A0EF-2C2C-23DB692FE93B}"/>
          </ac:spMkLst>
        </pc:spChg>
        <pc:picChg chg="add mod">
          <ac:chgData name="Rogers, Kristana" userId="06c54908-b913-4b34-a3f2-9a6986972442" providerId="ADAL" clId="{448B3D01-C9DE-469B-B639-D1A4899B2439}" dt="2023-03-16T01:07:01.871" v="737" actId="1076"/>
          <ac:picMkLst>
            <pc:docMk/>
            <pc:sldMk cId="1959975682" sldId="267"/>
            <ac:picMk id="5" creationId="{42B0C646-9917-C6C3-3A7A-A95FA431B13E}"/>
          </ac:picMkLst>
        </pc:picChg>
      </pc:sldChg>
      <pc:sldChg chg="addSp delSp modSp new mod">
        <pc:chgData name="Rogers, Kristana" userId="06c54908-b913-4b34-a3f2-9a6986972442" providerId="ADAL" clId="{448B3D01-C9DE-469B-B639-D1A4899B2439}" dt="2023-03-16T01:08:07.217" v="778" actId="20577"/>
        <pc:sldMkLst>
          <pc:docMk/>
          <pc:sldMk cId="3337798611" sldId="268"/>
        </pc:sldMkLst>
        <pc:spChg chg="mod">
          <ac:chgData name="Rogers, Kristana" userId="06c54908-b913-4b34-a3f2-9a6986972442" providerId="ADAL" clId="{448B3D01-C9DE-469B-B639-D1A4899B2439}" dt="2023-03-16T01:08:07.217" v="778" actId="20577"/>
          <ac:spMkLst>
            <pc:docMk/>
            <pc:sldMk cId="3337798611" sldId="268"/>
            <ac:spMk id="2" creationId="{5539CE80-E199-6445-331C-A57B501C9393}"/>
          </ac:spMkLst>
        </pc:spChg>
        <pc:spChg chg="del mod">
          <ac:chgData name="Rogers, Kristana" userId="06c54908-b913-4b34-a3f2-9a6986972442" providerId="ADAL" clId="{448B3D01-C9DE-469B-B639-D1A4899B2439}" dt="2023-03-16T01:07:43.847" v="749"/>
          <ac:spMkLst>
            <pc:docMk/>
            <pc:sldMk cId="3337798611" sldId="268"/>
            <ac:spMk id="3" creationId="{A87A687F-97C0-3472-D7BC-D417E06A3107}"/>
          </ac:spMkLst>
        </pc:spChg>
        <pc:picChg chg="add mod">
          <ac:chgData name="Rogers, Kristana" userId="06c54908-b913-4b34-a3f2-9a6986972442" providerId="ADAL" clId="{448B3D01-C9DE-469B-B639-D1A4899B2439}" dt="2023-03-16T01:07:52.109" v="753" actId="14100"/>
          <ac:picMkLst>
            <pc:docMk/>
            <pc:sldMk cId="3337798611" sldId="268"/>
            <ac:picMk id="5" creationId="{6C1DE45E-B5A3-9BA2-CDF7-BFE8741477C5}"/>
          </ac:picMkLst>
        </pc:picChg>
      </pc:sldChg>
    </pc:docChg>
  </pc:docChgLst>
  <pc:docChgLst>
    <pc:chgData name="White (she/her), Whitney" userId="65f39021-2f1d-4d8b-87dc-b123826f65bf" providerId="ADAL" clId="{7E7AF94F-DBDC-4162-8B3B-E8E409E172CC}"/>
    <pc:docChg chg="undo custSel modSld">
      <pc:chgData name="White (she/her), Whitney" userId="65f39021-2f1d-4d8b-87dc-b123826f65bf" providerId="ADAL" clId="{7E7AF94F-DBDC-4162-8B3B-E8E409E172CC}" dt="2023-08-19T02:47:52.482" v="483" actId="13244"/>
      <pc:docMkLst>
        <pc:docMk/>
      </pc:docMkLst>
      <pc:sldChg chg="addSp modSp mod">
        <pc:chgData name="White (she/her), Whitney" userId="65f39021-2f1d-4d8b-87dc-b123826f65bf" providerId="ADAL" clId="{7E7AF94F-DBDC-4162-8B3B-E8E409E172CC}" dt="2023-08-19T02:14:57.676" v="3" actId="404"/>
        <pc:sldMkLst>
          <pc:docMk/>
          <pc:sldMk cId="1482277026" sldId="256"/>
        </pc:sldMkLst>
        <pc:spChg chg="mod">
          <ac:chgData name="White (she/her), Whitney" userId="65f39021-2f1d-4d8b-87dc-b123826f65bf" providerId="ADAL" clId="{7E7AF94F-DBDC-4162-8B3B-E8E409E172CC}" dt="2023-08-19T02:14:57.676" v="3" actId="404"/>
          <ac:spMkLst>
            <pc:docMk/>
            <pc:sldMk cId="1482277026" sldId="256"/>
            <ac:spMk id="2" creationId="{BFFCF5BD-F8FF-4A67-A8B6-EBB21E79279B}"/>
          </ac:spMkLst>
        </pc:spChg>
        <pc:spChg chg="add mod">
          <ac:chgData name="White (she/her), Whitney" userId="65f39021-2f1d-4d8b-87dc-b123826f65bf" providerId="ADAL" clId="{7E7AF94F-DBDC-4162-8B3B-E8E409E172CC}" dt="2023-08-19T02:14:51.464" v="2" actId="1076"/>
          <ac:spMkLst>
            <pc:docMk/>
            <pc:sldMk cId="1482277026" sldId="256"/>
            <ac:spMk id="4" creationId="{6F5E6A92-8618-A159-53A0-D6DEEBA1E931}"/>
          </ac:spMkLst>
        </pc:spChg>
      </pc:sldChg>
      <pc:sldChg chg="addSp delSp modSp mod modClrScheme chgLayout">
        <pc:chgData name="White (she/her), Whitney" userId="65f39021-2f1d-4d8b-87dc-b123826f65bf" providerId="ADAL" clId="{7E7AF94F-DBDC-4162-8B3B-E8E409E172CC}" dt="2023-08-19T02:44:27.067" v="429" actId="20577"/>
        <pc:sldMkLst>
          <pc:docMk/>
          <pc:sldMk cId="1163931679" sldId="263"/>
        </pc:sldMkLst>
        <pc:spChg chg="add del mod ord">
          <ac:chgData name="White (she/her), Whitney" userId="65f39021-2f1d-4d8b-87dc-b123826f65bf" providerId="ADAL" clId="{7E7AF94F-DBDC-4162-8B3B-E8E409E172CC}" dt="2023-08-19T02:43:44.756" v="350" actId="700"/>
          <ac:spMkLst>
            <pc:docMk/>
            <pc:sldMk cId="1163931679" sldId="263"/>
            <ac:spMk id="2" creationId="{F6CA430C-92E9-6FFD-F101-90CA9ADD7A30}"/>
          </ac:spMkLst>
        </pc:spChg>
        <pc:spChg chg="add del mod ord">
          <ac:chgData name="White (she/her), Whitney" userId="65f39021-2f1d-4d8b-87dc-b123826f65bf" providerId="ADAL" clId="{7E7AF94F-DBDC-4162-8B3B-E8E409E172CC}" dt="2023-08-19T02:43:44.756" v="350" actId="700"/>
          <ac:spMkLst>
            <pc:docMk/>
            <pc:sldMk cId="1163931679" sldId="263"/>
            <ac:spMk id="3" creationId="{F15152DF-F6AD-7651-D57B-A6472F2F11BC}"/>
          </ac:spMkLst>
        </pc:spChg>
        <pc:spChg chg="mod ord">
          <ac:chgData name="White (she/her), Whitney" userId="65f39021-2f1d-4d8b-87dc-b123826f65bf" providerId="ADAL" clId="{7E7AF94F-DBDC-4162-8B3B-E8E409E172CC}" dt="2023-08-19T02:43:58.311" v="351" actId="700"/>
          <ac:spMkLst>
            <pc:docMk/>
            <pc:sldMk cId="1163931679" sldId="263"/>
            <ac:spMk id="4" creationId="{497159D5-CAC3-47F8-8492-7D28C15A3A58}"/>
          </ac:spMkLst>
        </pc:spChg>
        <pc:spChg chg="add mod ord">
          <ac:chgData name="White (she/her), Whitney" userId="65f39021-2f1d-4d8b-87dc-b123826f65bf" providerId="ADAL" clId="{7E7AF94F-DBDC-4162-8B3B-E8E409E172CC}" dt="2023-08-19T02:44:27.067" v="429" actId="20577"/>
          <ac:spMkLst>
            <pc:docMk/>
            <pc:sldMk cId="1163931679" sldId="263"/>
            <ac:spMk id="5" creationId="{A39EC503-2A43-0C36-C3E2-7C48B0823AF8}"/>
          </ac:spMkLst>
        </pc:spChg>
        <pc:picChg chg="mod">
          <ac:chgData name="White (she/her), Whitney" userId="65f39021-2f1d-4d8b-87dc-b123826f65bf" providerId="ADAL" clId="{7E7AF94F-DBDC-4162-8B3B-E8E409E172CC}" dt="2023-08-19T02:43:43.630" v="349" actId="1076"/>
          <ac:picMkLst>
            <pc:docMk/>
            <pc:sldMk cId="1163931679" sldId="263"/>
            <ac:picMk id="7" creationId="{56B33DE3-B7A8-79C3-14BB-F1620BA8290B}"/>
          </ac:picMkLst>
        </pc:picChg>
      </pc:sldChg>
      <pc:sldChg chg="addSp modSp mod modClrScheme chgLayout">
        <pc:chgData name="White (she/her), Whitney" userId="65f39021-2f1d-4d8b-87dc-b123826f65bf" providerId="ADAL" clId="{7E7AF94F-DBDC-4162-8B3B-E8E409E172CC}" dt="2023-08-19T02:46:56.600" v="481" actId="13244"/>
        <pc:sldMkLst>
          <pc:docMk/>
          <pc:sldMk cId="1754767038" sldId="265"/>
        </pc:sldMkLst>
        <pc:spChg chg="add mod ord">
          <ac:chgData name="White (she/her), Whitney" userId="65f39021-2f1d-4d8b-87dc-b123826f65bf" providerId="ADAL" clId="{7E7AF94F-DBDC-4162-8B3B-E8E409E172CC}" dt="2023-08-19T02:45:28.080" v="464" actId="20577"/>
          <ac:spMkLst>
            <pc:docMk/>
            <pc:sldMk cId="1754767038" sldId="265"/>
            <ac:spMk id="2" creationId="{2E7B8563-08D5-C794-E76F-7CE8169AC6F6}"/>
          </ac:spMkLst>
        </pc:spChg>
        <pc:spChg chg="mod ord">
          <ac:chgData name="White (she/her), Whitney" userId="65f39021-2f1d-4d8b-87dc-b123826f65bf" providerId="ADAL" clId="{7E7AF94F-DBDC-4162-8B3B-E8E409E172CC}" dt="2023-08-19T02:46:56.600" v="481" actId="13244"/>
          <ac:spMkLst>
            <pc:docMk/>
            <pc:sldMk cId="1754767038" sldId="265"/>
            <ac:spMk id="4" creationId="{3E0C1FB4-016B-4122-B211-50411DB9BA9F}"/>
          </ac:spMkLst>
        </pc:spChg>
        <pc:picChg chg="mod">
          <ac:chgData name="White (she/her), Whitney" userId="65f39021-2f1d-4d8b-87dc-b123826f65bf" providerId="ADAL" clId="{7E7AF94F-DBDC-4162-8B3B-E8E409E172CC}" dt="2023-08-19T02:45:17.385" v="437" actId="1076"/>
          <ac:picMkLst>
            <pc:docMk/>
            <pc:sldMk cId="1754767038" sldId="265"/>
            <ac:picMk id="5" creationId="{19BFEAFD-D8B1-7257-B050-1100EF497783}"/>
          </ac:picMkLst>
        </pc:picChg>
      </pc:sldChg>
      <pc:sldChg chg="addSp modSp mod chgLayout">
        <pc:chgData name="White (she/her), Whitney" userId="65f39021-2f1d-4d8b-87dc-b123826f65bf" providerId="ADAL" clId="{7E7AF94F-DBDC-4162-8B3B-E8E409E172CC}" dt="2023-08-19T02:46:34.388" v="480" actId="1076"/>
        <pc:sldMkLst>
          <pc:docMk/>
          <pc:sldMk cId="4007075362" sldId="266"/>
        </pc:sldMkLst>
        <pc:spChg chg="add mod ord">
          <ac:chgData name="White (she/her), Whitney" userId="65f39021-2f1d-4d8b-87dc-b123826f65bf" providerId="ADAL" clId="{7E7AF94F-DBDC-4162-8B3B-E8E409E172CC}" dt="2023-08-19T02:46:20.643" v="478" actId="20577"/>
          <ac:spMkLst>
            <pc:docMk/>
            <pc:sldMk cId="4007075362" sldId="266"/>
            <ac:spMk id="2" creationId="{08741DC4-0BDD-F647-629D-8A24D26D2567}"/>
          </ac:spMkLst>
        </pc:spChg>
        <pc:spChg chg="mod ord">
          <ac:chgData name="White (she/her), Whitney" userId="65f39021-2f1d-4d8b-87dc-b123826f65bf" providerId="ADAL" clId="{7E7AF94F-DBDC-4162-8B3B-E8E409E172CC}" dt="2023-08-19T02:45:52.927" v="467" actId="700"/>
          <ac:spMkLst>
            <pc:docMk/>
            <pc:sldMk cId="4007075362" sldId="266"/>
            <ac:spMk id="4" creationId="{F9DC1595-95D2-A9A3-619D-5C9C542F503D}"/>
          </ac:spMkLst>
        </pc:spChg>
        <pc:picChg chg="mod ord">
          <ac:chgData name="White (she/her), Whitney" userId="65f39021-2f1d-4d8b-87dc-b123826f65bf" providerId="ADAL" clId="{7E7AF94F-DBDC-4162-8B3B-E8E409E172CC}" dt="2023-08-19T02:46:34.388" v="480" actId="1076"/>
          <ac:picMkLst>
            <pc:docMk/>
            <pc:sldMk cId="4007075362" sldId="266"/>
            <ac:picMk id="5" creationId="{984CABFA-5E6D-CC99-A324-AB48F71D2B56}"/>
          </ac:picMkLst>
        </pc:picChg>
      </pc:sldChg>
      <pc:sldChg chg="modSp mod">
        <pc:chgData name="White (she/her), Whitney" userId="65f39021-2f1d-4d8b-87dc-b123826f65bf" providerId="ADAL" clId="{7E7AF94F-DBDC-4162-8B3B-E8E409E172CC}" dt="2023-08-19T02:47:10.034" v="482" actId="13244"/>
        <pc:sldMkLst>
          <pc:docMk/>
          <pc:sldMk cId="1959975682" sldId="267"/>
        </pc:sldMkLst>
        <pc:spChg chg="ord">
          <ac:chgData name="White (she/her), Whitney" userId="65f39021-2f1d-4d8b-87dc-b123826f65bf" providerId="ADAL" clId="{7E7AF94F-DBDC-4162-8B3B-E8E409E172CC}" dt="2023-08-19T02:47:10.034" v="482" actId="13244"/>
          <ac:spMkLst>
            <pc:docMk/>
            <pc:sldMk cId="1959975682" sldId="267"/>
            <ac:spMk id="4" creationId="{14145369-E991-45F9-D05E-1E1EE12CBEE0}"/>
          </ac:spMkLst>
        </pc:spChg>
        <pc:picChg chg="mod">
          <ac:chgData name="White (she/her), Whitney" userId="65f39021-2f1d-4d8b-87dc-b123826f65bf" providerId="ADAL" clId="{7E7AF94F-DBDC-4162-8B3B-E8E409E172CC}" dt="2023-08-19T02:42:20.495" v="341" actId="962"/>
          <ac:picMkLst>
            <pc:docMk/>
            <pc:sldMk cId="1959975682" sldId="267"/>
            <ac:picMk id="5" creationId="{42B0C646-9917-C6C3-3A7A-A95FA431B13E}"/>
          </ac:picMkLst>
        </pc:picChg>
      </pc:sldChg>
      <pc:sldChg chg="modSp mod">
        <pc:chgData name="White (she/her), Whitney" userId="65f39021-2f1d-4d8b-87dc-b123826f65bf" providerId="ADAL" clId="{7E7AF94F-DBDC-4162-8B3B-E8E409E172CC}" dt="2023-08-19T02:47:52.482" v="483" actId="13244"/>
        <pc:sldMkLst>
          <pc:docMk/>
          <pc:sldMk cId="3337798611" sldId="268"/>
        </pc:sldMkLst>
        <pc:spChg chg="ord">
          <ac:chgData name="White (she/her), Whitney" userId="65f39021-2f1d-4d8b-87dc-b123826f65bf" providerId="ADAL" clId="{7E7AF94F-DBDC-4162-8B3B-E8E409E172CC}" dt="2023-08-19T02:47:52.482" v="483" actId="13244"/>
          <ac:spMkLst>
            <pc:docMk/>
            <pc:sldMk cId="3337798611" sldId="268"/>
            <ac:spMk id="4" creationId="{E58D5D6F-5234-AF60-BACC-B94E3BA09D01}"/>
          </ac:spMkLst>
        </pc:spChg>
        <pc:picChg chg="mod">
          <ac:chgData name="White (she/her), Whitney" userId="65f39021-2f1d-4d8b-87dc-b123826f65bf" providerId="ADAL" clId="{7E7AF94F-DBDC-4162-8B3B-E8E409E172CC}" dt="2023-08-19T02:42:42.948" v="343" actId="962"/>
          <ac:picMkLst>
            <pc:docMk/>
            <pc:sldMk cId="3337798611" sldId="268"/>
            <ac:picMk id="5" creationId="{6C1DE45E-B5A3-9BA2-CDF7-BFE8741477C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video" Target="https://www.youtube.com/embed/QfFTA0TkU0U?feature=oembed"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tea.texas.gov/sites/default/files/strong-foundations-framework-math-rbis.pdf"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78125"/>
            <a:ext cx="9144000" cy="370300"/>
          </a:xfrm>
        </p:spPr>
        <p:txBody>
          <a:bodyPr>
            <a:normAutofit/>
          </a:bodyPr>
          <a:lstStyle/>
          <a:p>
            <a:pPr algn="l"/>
            <a:r>
              <a:rPr lang="en-US" sz="1600" dirty="0"/>
              <a:t>Practicum| Unit 3: Research-Based Instructional Strategies (RBIS) Math | Lesson 4.01</a:t>
            </a:r>
            <a:endParaRPr lang="en-US" sz="1600" dirty="0">
              <a:highlight>
                <a:srgbClr val="FFFF00"/>
              </a:highlight>
            </a:endParaRP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lnSpcReduction="10000"/>
          </a:bodyPr>
          <a:lstStyle/>
          <a:p>
            <a:r>
              <a:rPr lang="en-US" sz="6000" dirty="0"/>
              <a:t>Balancing Conceptual Understanding and Procedural Fluency</a:t>
            </a:r>
          </a:p>
        </p:txBody>
      </p:sp>
      <p:sp>
        <p:nvSpPr>
          <p:cNvPr id="4" name="TextBox 3">
            <a:extLst>
              <a:ext uri="{FF2B5EF4-FFF2-40B4-BE49-F238E27FC236}">
                <a16:creationId xmlns:a16="http://schemas.microsoft.com/office/drawing/2014/main" id="{6F5E6A92-8618-A159-53A0-D6DEEBA1E931}"/>
              </a:ext>
            </a:extLst>
          </p:cNvPr>
          <p:cNvSpPr txBox="1"/>
          <p:nvPr/>
        </p:nvSpPr>
        <p:spPr>
          <a:xfrm>
            <a:off x="0" y="6448425"/>
            <a:ext cx="998883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464646"/>
                </a:solidFill>
                <a:latin typeface="+mj-lt"/>
                <a:cs typeface="Calibri"/>
              </a:rPr>
              <a:t>This work is licensed under a </a:t>
            </a:r>
            <a:r>
              <a:rPr lang="en-US" sz="1600" dirty="0">
                <a:solidFill>
                  <a:srgbClr val="0070C0"/>
                </a:solidFill>
                <a:latin typeface="+mj-lt"/>
                <a:cs typeface="Calibri"/>
                <a:hlinkClick r:id="rId2"/>
              </a:rPr>
              <a:t>Creative Commons Attribution-Noncommercial-Share Alike 4.0 International License</a:t>
            </a:r>
            <a:r>
              <a:rPr lang="en-US" sz="1600" dirty="0">
                <a:solidFill>
                  <a:srgbClr val="0070C0"/>
                </a:solidFill>
                <a:latin typeface="+mj-lt"/>
                <a:cs typeface="Calibri"/>
              </a:rPr>
              <a:t>.</a:t>
            </a:r>
            <a:endParaRPr lang="en-US" sz="3600" dirty="0">
              <a:latin typeface="+mj-lt"/>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4 B-D, 5B, 6E-G</a:t>
            </a:r>
          </a:p>
          <a:p>
            <a:pPr marL="0" indent="0">
              <a:buNone/>
            </a:pPr>
            <a:endParaRPr lang="en-US" dirty="0"/>
          </a:p>
          <a:p>
            <a:pPr marL="0" indent="0">
              <a:buNone/>
            </a:pPr>
            <a:r>
              <a:rPr lang="en-US" dirty="0"/>
              <a:t>The student will:</a:t>
            </a:r>
          </a:p>
          <a:p>
            <a:pPr marL="342900" marR="0" lvl="0" indent="-342900">
              <a:lnSpc>
                <a:spcPct val="107000"/>
              </a:lnSpc>
              <a:spcBef>
                <a:spcPts val="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Describe the relationship between research-based practices and student achievement in math.</a:t>
            </a:r>
          </a:p>
          <a:p>
            <a:pPr marL="342900" marR="0" lvl="0" indent="-342900">
              <a:lnSpc>
                <a:spcPct val="107000"/>
              </a:lnSpc>
              <a:spcBef>
                <a:spcPts val="0"/>
              </a:spcBef>
              <a:spcAft>
                <a:spcPts val="8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Define conceptual understanding and procedural fluency as they relate to mathematics.</a:t>
            </a:r>
          </a:p>
          <a:p>
            <a:pPr marL="342900" marR="0" lvl="0" indent="-342900">
              <a:lnSpc>
                <a:spcPct val="107000"/>
              </a:lnSpc>
              <a:spcBef>
                <a:spcPts val="0"/>
              </a:spcBef>
              <a:spcAft>
                <a:spcPts val="8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Identify examples of student work that demonstrate conceptual understanding and procedural fluency</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838200" y="71510"/>
            <a:ext cx="10515600" cy="1325563"/>
          </a:xfrm>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838200" y="1397073"/>
            <a:ext cx="10515600" cy="4427552"/>
          </a:xfrm>
        </p:spPr>
        <p:txBody>
          <a:bodyPr>
            <a:noAutofit/>
          </a:bodyPr>
          <a:lstStyle/>
          <a:p>
            <a:pPr marL="0" marR="0" indent="0">
              <a:lnSpc>
                <a:spcPct val="107000"/>
              </a:lnSpc>
              <a:spcBef>
                <a:spcPts val="0"/>
              </a:spcBef>
              <a:spcAft>
                <a:spcPts val="600"/>
              </a:spcAft>
              <a:buNone/>
            </a:pPr>
            <a:r>
              <a:rPr lang="en-US" sz="2400" dirty="0">
                <a:effectLst/>
                <a:latin typeface="Calibri" panose="020F0502020204030204" pitchFamily="34" charset="0"/>
                <a:ea typeface="Calibri" panose="020F0502020204030204" pitchFamily="34" charset="0"/>
                <a:cs typeface="Arial" panose="020B0604020202020204" pitchFamily="34" charset="0"/>
              </a:rPr>
              <a:t>Read through each of the statements below and decide whether you believe the statement to be true or false.</a:t>
            </a:r>
          </a:p>
          <a:p>
            <a:pPr marL="800100" lvl="1" indent="-342900">
              <a:lnSpc>
                <a:spcPct val="107000"/>
              </a:lnSpc>
              <a:spcBef>
                <a:spcPts val="0"/>
              </a:spcBef>
              <a:spcAft>
                <a:spcPts val="6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Not every student can understand math.  Some students are just “math people” and others are not.</a:t>
            </a:r>
          </a:p>
          <a:p>
            <a:pPr marL="800100" lvl="1" indent="-342900">
              <a:lnSpc>
                <a:spcPct val="107000"/>
              </a:lnSpc>
              <a:spcBef>
                <a:spcPts val="0"/>
              </a:spcBef>
              <a:spcAft>
                <a:spcPts val="6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There are practices in mathematics that can lead to better student outcomes for all students.</a:t>
            </a:r>
          </a:p>
          <a:p>
            <a:pPr marL="800100" lvl="1" indent="-342900">
              <a:lnSpc>
                <a:spcPct val="107000"/>
              </a:lnSpc>
              <a:spcBef>
                <a:spcPts val="0"/>
              </a:spcBef>
              <a:spcAft>
                <a:spcPts val="6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Understanding the process for how to solve a math problem is more important than understanding why that solution works.</a:t>
            </a:r>
          </a:p>
          <a:p>
            <a:pPr marL="800100" lvl="1" indent="-342900">
              <a:lnSpc>
                <a:spcPct val="107000"/>
              </a:lnSpc>
              <a:spcBef>
                <a:spcPts val="0"/>
              </a:spcBef>
              <a:spcAft>
                <a:spcPts val="6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The U.S. scores above average on Math scores on international assessments such as the PISA (Program for International Assessment) exam.</a:t>
            </a:r>
          </a:p>
          <a:p>
            <a:pPr marL="800100" lvl="1" indent="-342900">
              <a:lnSpc>
                <a:spcPct val="107000"/>
              </a:lnSpc>
              <a:spcBef>
                <a:spcPts val="0"/>
              </a:spcBef>
              <a:spcAft>
                <a:spcPts val="6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Memorizing math facts doesn’t help students to learn math.</a:t>
            </a:r>
            <a:r>
              <a:rPr lang="en-US" sz="2000" dirty="0">
                <a:effectLst/>
                <a:latin typeface="Calibri" panose="020F0502020204030204" pitchFamily="34" charset="0"/>
                <a:ea typeface="Calibri" panose="020F0502020204030204" pitchFamily="34" charset="0"/>
                <a:cs typeface="Arial" panose="020B0604020202020204" pitchFamily="34" charset="0"/>
              </a:rPr>
              <a:t> </a:t>
            </a:r>
            <a:endParaRPr lang="en-US" sz="2000"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Table 5">
            <a:extLst>
              <a:ext uri="{FF2B5EF4-FFF2-40B4-BE49-F238E27FC236}">
                <a16:creationId xmlns:a16="http://schemas.microsoft.com/office/drawing/2014/main" id="{8D31F9C6-28EB-4419-B90D-7DE05C4C1D8A}"/>
              </a:ext>
            </a:extLst>
          </p:cNvPr>
          <p:cNvGraphicFramePr>
            <a:graphicFrameLocks noGrp="1"/>
          </p:cNvGraphicFramePr>
          <p:nvPr>
            <p:ph idx="1"/>
            <p:extLst>
              <p:ext uri="{D42A27DB-BD31-4B8C-83A1-F6EECF244321}">
                <p14:modId xmlns:p14="http://schemas.microsoft.com/office/powerpoint/2010/main" val="3011509236"/>
              </p:ext>
            </p:extLst>
          </p:nvPr>
        </p:nvGraphicFramePr>
        <p:xfrm>
          <a:off x="838200" y="1825625"/>
          <a:ext cx="10515600" cy="3413760"/>
        </p:xfrm>
        <a:graphic>
          <a:graphicData uri="http://schemas.openxmlformats.org/drawingml/2006/table">
            <a:tbl>
              <a:tblPr firstRow="1" bandRow="1">
                <a:tableStyleId>{5940675A-B579-460E-94D1-54222C63F5DA}</a:tableStyleId>
              </a:tblPr>
              <a:tblGrid>
                <a:gridCol w="3162300">
                  <a:extLst>
                    <a:ext uri="{9D8B030D-6E8A-4147-A177-3AD203B41FA5}">
                      <a16:colId xmlns:a16="http://schemas.microsoft.com/office/drawing/2014/main" val="3000189658"/>
                    </a:ext>
                  </a:extLst>
                </a:gridCol>
                <a:gridCol w="7353300">
                  <a:extLst>
                    <a:ext uri="{9D8B030D-6E8A-4147-A177-3AD203B41FA5}">
                      <a16:colId xmlns:a16="http://schemas.microsoft.com/office/drawing/2014/main" val="39715007"/>
                    </a:ext>
                  </a:extLst>
                </a:gridCol>
              </a:tblGrid>
              <a:tr h="370840">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Research-Based Instructional Strategies (RBIS)</a:t>
                      </a:r>
                    </a:p>
                  </a:txBody>
                  <a:tcPr marL="68580" marR="68580" marT="0" marB="0"/>
                </a:tc>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A set of practices supported by research that should be present in classrooms, regardless of instructional materials</a:t>
                      </a:r>
                    </a:p>
                  </a:txBody>
                  <a:tcPr marL="68580" marR="68580" marT="0" marB="0"/>
                </a:tc>
                <a:extLst>
                  <a:ext uri="{0D108BD9-81ED-4DB2-BD59-A6C34878D82A}">
                    <a16:rowId xmlns:a16="http://schemas.microsoft.com/office/drawing/2014/main" val="3479194781"/>
                  </a:ext>
                </a:extLst>
              </a:tr>
              <a:tr h="370840">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Conceptual Understanding</a:t>
                      </a:r>
                    </a:p>
                  </a:txBody>
                  <a:tcPr marL="68580" marR="68580" marT="0" marB="0"/>
                </a:tc>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The ability to access concepts from a number of perspectives and to see math as more than a set of mnemonics or discrete procedures.</a:t>
                      </a:r>
                    </a:p>
                  </a:txBody>
                  <a:tcPr marL="68580" marR="68580" marT="0" marB="0"/>
                </a:tc>
                <a:extLst>
                  <a:ext uri="{0D108BD9-81ED-4DB2-BD59-A6C34878D82A}">
                    <a16:rowId xmlns:a16="http://schemas.microsoft.com/office/drawing/2014/main" val="1318573825"/>
                  </a:ext>
                </a:extLst>
              </a:tr>
              <a:tr h="370840">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Procedural Fluency</a:t>
                      </a:r>
                    </a:p>
                  </a:txBody>
                  <a:tcPr marL="68580" marR="68580" marT="0" marB="0"/>
                </a:tc>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The ability to quickly perform mathematical calculations accurately.</a:t>
                      </a:r>
                    </a:p>
                  </a:txBody>
                  <a:tcPr marL="68580" marR="68580" marT="0" marB="0"/>
                </a:tc>
                <a:extLst>
                  <a:ext uri="{0D108BD9-81ED-4DB2-BD59-A6C34878D82A}">
                    <a16:rowId xmlns:a16="http://schemas.microsoft.com/office/drawing/2014/main" val="350566796"/>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645253" y="734954"/>
            <a:ext cx="10515600" cy="842177"/>
          </a:xfrm>
        </p:spPr>
        <p:txBody>
          <a:bodyPr/>
          <a:lstStyle/>
          <a:p>
            <a:r>
              <a:rPr lang="en-US" dirty="0"/>
              <a:t>Research Based Instructional Strategies (RBIS)</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
        <p:nvSpPr>
          <p:cNvPr id="8" name="TextBox 7">
            <a:extLst>
              <a:ext uri="{FF2B5EF4-FFF2-40B4-BE49-F238E27FC236}">
                <a16:creationId xmlns:a16="http://schemas.microsoft.com/office/drawing/2014/main" id="{2A776615-A862-6EA1-CBB4-D6E9471CD041}"/>
              </a:ext>
            </a:extLst>
          </p:cNvPr>
          <p:cNvSpPr txBox="1"/>
          <p:nvPr/>
        </p:nvSpPr>
        <p:spPr>
          <a:xfrm>
            <a:off x="838200" y="1701796"/>
            <a:ext cx="9899708" cy="4761560"/>
          </a:xfrm>
          <a:prstGeom prst="rect">
            <a:avLst/>
          </a:prstGeom>
          <a:noFill/>
        </p:spPr>
        <p:txBody>
          <a:bodyPr wrap="square">
            <a:spAutoFit/>
          </a:bodyPr>
          <a:lstStyle/>
          <a:p>
            <a:pPr marL="0" marR="0" indent="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RBIS are…</a:t>
            </a:r>
          </a:p>
          <a:p>
            <a:pPr marL="342900" marR="0" lvl="0" indent="-342900">
              <a:lnSpc>
                <a:spcPct val="107000"/>
              </a:lnSpc>
              <a:spcBef>
                <a:spcPts val="0"/>
              </a:spcBef>
              <a:spcAft>
                <a:spcPts val="0"/>
              </a:spcAft>
              <a:buFont typeface="Symbol" panose="05050102010706020507" pitchFamily="18" charset="2"/>
              <a:buChar char=""/>
              <a:tabLst>
                <a:tab pos="1152525" algn="l"/>
              </a:tabLst>
            </a:pPr>
            <a:r>
              <a:rPr lang="en-US" sz="2800" dirty="0">
                <a:effectLst/>
                <a:latin typeface="Calibri" panose="020F0502020204030204" pitchFamily="34" charset="0"/>
                <a:ea typeface="Calibri" panose="020F0502020204030204" pitchFamily="34" charset="0"/>
                <a:cs typeface="Arial" panose="020B0604020202020204" pitchFamily="34" charset="0"/>
              </a:rPr>
              <a:t>A set of research-based practices that highlights misconceptions common in the field</a:t>
            </a:r>
          </a:p>
          <a:p>
            <a:pPr marL="342900" marR="0" lvl="0" indent="-342900">
              <a:lnSpc>
                <a:spcPct val="107000"/>
              </a:lnSpc>
              <a:spcBef>
                <a:spcPts val="0"/>
              </a:spcBef>
              <a:spcAft>
                <a:spcPts val="0"/>
              </a:spcAft>
              <a:buFont typeface="Symbol" panose="05050102010706020507" pitchFamily="18" charset="2"/>
              <a:buChar char=""/>
              <a:tabLst>
                <a:tab pos="1152525" algn="l"/>
              </a:tabLst>
            </a:pPr>
            <a:r>
              <a:rPr lang="en-US" sz="2800" dirty="0">
                <a:effectLst/>
                <a:latin typeface="Calibri" panose="020F0502020204030204" pitchFamily="34" charset="0"/>
                <a:ea typeface="Calibri" panose="020F0502020204030204" pitchFamily="34" charset="0"/>
                <a:cs typeface="Arial" panose="020B0604020202020204" pitchFamily="34" charset="0"/>
              </a:rPr>
              <a:t>Topics that require conceptual or philosophical shifts in approach to instruction</a:t>
            </a:r>
          </a:p>
          <a:p>
            <a:pPr marL="342900" marR="0" lvl="0" indent="-342900">
              <a:lnSpc>
                <a:spcPct val="107000"/>
              </a:lnSpc>
              <a:spcBef>
                <a:spcPts val="0"/>
              </a:spcBef>
              <a:spcAft>
                <a:spcPts val="800"/>
              </a:spcAft>
              <a:buFont typeface="Symbol" panose="05050102010706020507" pitchFamily="18" charset="2"/>
              <a:buChar char=""/>
              <a:tabLst>
                <a:tab pos="1152525" algn="l"/>
              </a:tabLst>
            </a:pPr>
            <a:r>
              <a:rPr lang="en-US" sz="2800" dirty="0">
                <a:effectLst/>
                <a:latin typeface="Calibri" panose="020F0502020204030204" pitchFamily="34" charset="0"/>
                <a:ea typeface="Calibri" panose="020F0502020204030204" pitchFamily="34" charset="0"/>
                <a:cs typeface="Arial" panose="020B0604020202020204" pitchFamily="34" charset="0"/>
              </a:rPr>
              <a:t>A set of practices that are supported by research and should be present in classrooms, regardless of instructional materials</a:t>
            </a:r>
          </a:p>
          <a:p>
            <a:pPr marL="342900" marR="0" lvl="0" indent="-342900">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Arial" panose="020B0604020202020204" pitchFamily="34" charset="0"/>
              </a:rPr>
              <a:t>A set of practices that relate directly to the design of instructional materials AND/OR the approach required to implement them well</a:t>
            </a:r>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9EC503-2A43-0C36-C3E2-7C48B0823AF8}"/>
              </a:ext>
            </a:extLst>
          </p:cNvPr>
          <p:cNvSpPr>
            <a:spLocks noGrp="1"/>
          </p:cNvSpPr>
          <p:nvPr>
            <p:ph type="title"/>
          </p:nvPr>
        </p:nvSpPr>
        <p:spPr>
          <a:xfrm>
            <a:off x="838199" y="185964"/>
            <a:ext cx="10515600" cy="1325563"/>
          </a:xfrm>
        </p:spPr>
        <p:txBody>
          <a:bodyPr/>
          <a:lstStyle/>
          <a:p>
            <a:r>
              <a:rPr lang="en-US" dirty="0"/>
              <a:t>Mathematics Performance (PISA) 2018</a:t>
            </a:r>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pic>
        <p:nvPicPr>
          <p:cNvPr id="7" name="Picture 6" descr="Graph comparing the United States to the seven largest world economies in regard to scores on mathematics test scores. &#10;&#10;Data can be retrieved from: https://data.oecd.org/pisa/mathematics-performance-pisa.htm">
            <a:extLst>
              <a:ext uri="{FF2B5EF4-FFF2-40B4-BE49-F238E27FC236}">
                <a16:creationId xmlns:a16="http://schemas.microsoft.com/office/drawing/2014/main" id="{56B33DE3-B7A8-79C3-14BB-F1620BA8290B}"/>
              </a:ext>
            </a:extLst>
          </p:cNvPr>
          <p:cNvPicPr>
            <a:picLocks noChangeAspect="1"/>
          </p:cNvPicPr>
          <p:nvPr/>
        </p:nvPicPr>
        <p:blipFill>
          <a:blip r:embed="rId2"/>
          <a:stretch>
            <a:fillRect/>
          </a:stretch>
        </p:blipFill>
        <p:spPr>
          <a:xfrm>
            <a:off x="1922495" y="1347556"/>
            <a:ext cx="8347009" cy="5191356"/>
          </a:xfrm>
          <a:prstGeom prst="rect">
            <a:avLst/>
          </a:prstGeom>
        </p:spPr>
      </p:pic>
    </p:spTree>
    <p:extLst>
      <p:ext uri="{BB962C8B-B14F-4D97-AF65-F5344CB8AC3E}">
        <p14:creationId xmlns:p14="http://schemas.microsoft.com/office/powerpoint/2010/main" val="116393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320675"/>
            <a:ext cx="10515600" cy="1325563"/>
          </a:xfrm>
        </p:spPr>
        <p:txBody>
          <a:bodyPr/>
          <a:lstStyle/>
          <a:p>
            <a:r>
              <a:rPr lang="en-US" dirty="0"/>
              <a:t>RBIS for Math</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a:xfrm>
            <a:off x="838200" y="1676619"/>
            <a:ext cx="10515600" cy="4351338"/>
          </a:xfrm>
        </p:spPr>
        <p:txBody>
          <a:bodyPr>
            <a:normAutofit/>
          </a:bodyPr>
          <a:lstStyle/>
          <a:p>
            <a:pPr marL="342900" marR="0" lvl="0" indent="-342900">
              <a:lnSpc>
                <a:spcPct val="100000"/>
              </a:lnSpc>
              <a:spcBef>
                <a:spcPts val="3000"/>
              </a:spcBef>
              <a:spcAft>
                <a:spcPts val="3000"/>
              </a:spcAft>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Arial" panose="020B0604020202020204" pitchFamily="34" charset="0"/>
              </a:rPr>
              <a:t>Balancing Conceptual Understanding with Procedural Fluency</a:t>
            </a:r>
          </a:p>
          <a:p>
            <a:pPr marL="342900" marR="0" lvl="0" indent="-342900">
              <a:lnSpc>
                <a:spcPct val="100000"/>
              </a:lnSpc>
              <a:spcBef>
                <a:spcPts val="1800"/>
              </a:spcBef>
              <a:spcAft>
                <a:spcPts val="1800"/>
              </a:spcAft>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Arial" panose="020B0604020202020204" pitchFamily="34" charset="0"/>
              </a:rPr>
              <a:t>Requiring and encouraging productive struggle</a:t>
            </a:r>
          </a:p>
          <a:p>
            <a:pPr marL="342900" marR="0" lvl="0" indent="-342900">
              <a:lnSpc>
                <a:spcPct val="100000"/>
              </a:lnSpc>
              <a:spcBef>
                <a:spcPts val="3000"/>
              </a:spcBef>
              <a:spcAft>
                <a:spcPts val="3000"/>
              </a:spcAft>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Arial" panose="020B0604020202020204" pitchFamily="34" charset="0"/>
              </a:rPr>
              <a:t>Providing curriculum embedded supports to accelerate student learning </a:t>
            </a:r>
          </a:p>
          <a:p>
            <a:pPr marL="0" indent="0">
              <a:spcBef>
                <a:spcPts val="0"/>
              </a:spcBef>
              <a:buNone/>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4170921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B8563-08D5-C794-E76F-7CE8169AC6F6}"/>
              </a:ext>
            </a:extLst>
          </p:cNvPr>
          <p:cNvSpPr>
            <a:spLocks noGrp="1"/>
          </p:cNvSpPr>
          <p:nvPr>
            <p:ph type="title"/>
          </p:nvPr>
        </p:nvSpPr>
        <p:spPr>
          <a:xfrm>
            <a:off x="838200" y="196850"/>
            <a:ext cx="10515600" cy="1325563"/>
          </a:xfrm>
        </p:spPr>
        <p:txBody>
          <a:bodyPr/>
          <a:lstStyle/>
          <a:p>
            <a:r>
              <a:rPr lang="en-US" dirty="0"/>
              <a:t>Rigor</a:t>
            </a:r>
          </a:p>
        </p:txBody>
      </p:sp>
      <p:pic>
        <p:nvPicPr>
          <p:cNvPr id="5" name="Picture 4" descr="An image of a stool.&#10;Surrounding the stool are the major topics of rigor: conceptual understanding, procedural skill and fluency, and application.">
            <a:extLst>
              <a:ext uri="{FF2B5EF4-FFF2-40B4-BE49-F238E27FC236}">
                <a16:creationId xmlns:a16="http://schemas.microsoft.com/office/drawing/2014/main" id="{19BFEAFD-D8B1-7257-B050-1100EF497783}"/>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3111832" y="1650287"/>
            <a:ext cx="6151911" cy="4635351"/>
          </a:xfrm>
          <a:prstGeom prst="rect">
            <a:avLst/>
          </a:prstGeom>
        </p:spPr>
      </p:pic>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1754767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41DC4-0BDD-F647-629D-8A24D26D2567}"/>
              </a:ext>
            </a:extLst>
          </p:cNvPr>
          <p:cNvSpPr>
            <a:spLocks noGrp="1"/>
          </p:cNvSpPr>
          <p:nvPr>
            <p:ph type="title"/>
          </p:nvPr>
        </p:nvSpPr>
        <p:spPr/>
        <p:txBody>
          <a:bodyPr/>
          <a:lstStyle/>
          <a:p>
            <a:r>
              <a:rPr lang="en-US" dirty="0"/>
              <a:t>Video</a:t>
            </a:r>
          </a:p>
        </p:txBody>
      </p:sp>
      <p:pic>
        <p:nvPicPr>
          <p:cNvPr id="5" name="Online Media 4" title="Procedural Fluency and Conceptual Understanding | ExamSolutions">
            <a:hlinkClick r:id="" action="ppaction://media"/>
            <a:extLst>
              <a:ext uri="{FF2B5EF4-FFF2-40B4-BE49-F238E27FC236}">
                <a16:creationId xmlns:a16="http://schemas.microsoft.com/office/drawing/2014/main" id="{984CABFA-5E6D-CC99-A324-AB48F71D2B56}"/>
              </a:ext>
            </a:extLst>
          </p:cNvPr>
          <p:cNvPicPr>
            <a:picLocks noGrp="1" noRot="1" noChangeAspect="1"/>
          </p:cNvPicPr>
          <p:nvPr>
            <p:ph idx="1"/>
            <a:videoFile r:link="rId1"/>
          </p:nvPr>
        </p:nvPicPr>
        <p:blipFill>
          <a:blip r:embed="rId3"/>
          <a:stretch>
            <a:fillRect/>
          </a:stretch>
        </p:blipFill>
        <p:spPr>
          <a:xfrm>
            <a:off x="1860347" y="1415143"/>
            <a:ext cx="8471305" cy="4786287"/>
          </a:xfrm>
          <a:prstGeom prst="rect">
            <a:avLst/>
          </a:prstGeom>
        </p:spPr>
      </p:pic>
      <p:sp>
        <p:nvSpPr>
          <p:cNvPr id="4" name="Slide Number Placeholder 3">
            <a:extLst>
              <a:ext uri="{FF2B5EF4-FFF2-40B4-BE49-F238E27FC236}">
                <a16:creationId xmlns:a16="http://schemas.microsoft.com/office/drawing/2014/main" id="{F9DC1595-95D2-A9A3-619D-5C9C542F503D}"/>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4007075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40441-7E45-9D0A-46BA-DC937883D3C3}"/>
              </a:ext>
            </a:extLst>
          </p:cNvPr>
          <p:cNvSpPr>
            <a:spLocks noGrp="1"/>
          </p:cNvSpPr>
          <p:nvPr>
            <p:ph type="title"/>
          </p:nvPr>
        </p:nvSpPr>
        <p:spPr>
          <a:xfrm>
            <a:off x="838200" y="158769"/>
            <a:ext cx="10515600" cy="1325563"/>
          </a:xfrm>
        </p:spPr>
        <p:txBody>
          <a:bodyPr/>
          <a:lstStyle/>
          <a:p>
            <a:r>
              <a:rPr lang="en-US" dirty="0"/>
              <a:t>Example: Procedural Fluency</a:t>
            </a:r>
          </a:p>
        </p:txBody>
      </p:sp>
      <p:pic>
        <p:nvPicPr>
          <p:cNvPr id="5" name="Content Placeholder 4" descr="Hand written math problem solving the division problem one and three fourths divided by one half. The step seven fourths multiplied by two over one is shown in row two. Lastly, the problem is shown as solved with the fraction fourteen over four being reduced to three and two fourths, and then simplified to three and one half. The answer is boxed.">
            <a:extLst>
              <a:ext uri="{FF2B5EF4-FFF2-40B4-BE49-F238E27FC236}">
                <a16:creationId xmlns:a16="http://schemas.microsoft.com/office/drawing/2014/main" id="{42B0C646-9917-C6C3-3A7A-A95FA431B13E}"/>
              </a:ext>
            </a:extLst>
          </p:cNvPr>
          <p:cNvPicPr>
            <a:picLocks noGrp="1" noChangeAspect="1"/>
          </p:cNvPicPr>
          <p:nvPr>
            <p:ph idx="1"/>
          </p:nvPr>
        </p:nvPicPr>
        <p:blipFill>
          <a:blip r:embed="rId2"/>
          <a:stretch>
            <a:fillRect/>
          </a:stretch>
        </p:blipFill>
        <p:spPr>
          <a:xfrm>
            <a:off x="2760075" y="1484332"/>
            <a:ext cx="6671849" cy="4831340"/>
          </a:xfrm>
          <a:prstGeom prst="rect">
            <a:avLst/>
          </a:prstGeom>
        </p:spPr>
      </p:pic>
      <p:sp>
        <p:nvSpPr>
          <p:cNvPr id="6" name="TextBox 5">
            <a:extLst>
              <a:ext uri="{FF2B5EF4-FFF2-40B4-BE49-F238E27FC236}">
                <a16:creationId xmlns:a16="http://schemas.microsoft.com/office/drawing/2014/main" id="{60F02D2D-4D99-A0EF-2C2C-23DB692FE93B}"/>
              </a:ext>
            </a:extLst>
          </p:cNvPr>
          <p:cNvSpPr txBox="1"/>
          <p:nvPr/>
        </p:nvSpPr>
        <p:spPr>
          <a:xfrm>
            <a:off x="4219663" y="6448425"/>
            <a:ext cx="6149130" cy="307777"/>
          </a:xfrm>
          <a:prstGeom prst="rect">
            <a:avLst/>
          </a:prstGeom>
          <a:noFill/>
        </p:spPr>
        <p:txBody>
          <a:bodyPr wrap="square" rtlCol="0">
            <a:spAutoFit/>
          </a:bodyPr>
          <a:lstStyle/>
          <a:p>
            <a:r>
              <a:rPr lang="en-US" sz="1400" dirty="0"/>
              <a:t>Example from </a:t>
            </a:r>
            <a:r>
              <a:rPr lang="en-US" sz="1400" u="sng" dirty="0">
                <a:solidFill>
                  <a:srgbClr val="0D6CB9"/>
                </a:solidFill>
                <a:effectLst/>
                <a:latin typeface="Calibri" panose="020F0502020204030204" pitchFamily="34" charset="0"/>
                <a:ea typeface="Calibri" panose="020F0502020204030204" pitchFamily="34" charset="0"/>
                <a:cs typeface="Arial" panose="020B0604020202020204" pitchFamily="34" charset="0"/>
                <a:hlinkClick r:id="rId3"/>
              </a:rPr>
              <a:t>TEA Strong Foundations RBIS Math PPT presentation</a:t>
            </a:r>
            <a:endParaRPr lang="en-US" sz="1400" dirty="0"/>
          </a:p>
        </p:txBody>
      </p:sp>
      <p:sp>
        <p:nvSpPr>
          <p:cNvPr id="4" name="Slide Number Placeholder 3">
            <a:extLst>
              <a:ext uri="{FF2B5EF4-FFF2-40B4-BE49-F238E27FC236}">
                <a16:creationId xmlns:a16="http://schemas.microsoft.com/office/drawing/2014/main" id="{14145369-E991-45F9-D05E-1E1EE12CBEE0}"/>
              </a:ext>
            </a:extLst>
          </p:cNvPr>
          <p:cNvSpPr>
            <a:spLocks noGrp="1"/>
          </p:cNvSpPr>
          <p:nvPr>
            <p:ph type="sldNum" sz="quarter" idx="12"/>
          </p:nvPr>
        </p:nvSpPr>
        <p:spPr/>
        <p:txBody>
          <a:bodyPr/>
          <a:lstStyle/>
          <a:p>
            <a:fld id="{E2D56C8B-F564-4051-AFED-A78F1C6A2F0E}" type="slidenum">
              <a:rPr lang="en-US" smtClean="0"/>
              <a:pPr/>
              <a:t>10</a:t>
            </a:fld>
            <a:endParaRPr lang="en-US" dirty="0"/>
          </a:p>
        </p:txBody>
      </p:sp>
    </p:spTree>
    <p:extLst>
      <p:ext uri="{BB962C8B-B14F-4D97-AF65-F5344CB8AC3E}">
        <p14:creationId xmlns:p14="http://schemas.microsoft.com/office/powerpoint/2010/main" val="1959975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9CE80-E199-6445-331C-A57B501C9393}"/>
              </a:ext>
            </a:extLst>
          </p:cNvPr>
          <p:cNvSpPr>
            <a:spLocks noGrp="1"/>
          </p:cNvSpPr>
          <p:nvPr>
            <p:ph type="title"/>
          </p:nvPr>
        </p:nvSpPr>
        <p:spPr/>
        <p:txBody>
          <a:bodyPr/>
          <a:lstStyle/>
          <a:p>
            <a:r>
              <a:rPr lang="en-US" dirty="0"/>
              <a:t>Example: Conceptual Understanding</a:t>
            </a:r>
          </a:p>
        </p:txBody>
      </p:sp>
      <p:pic>
        <p:nvPicPr>
          <p:cNvPr id="5" name="Content Placeholder 4" descr="Hand written math problem solving the division problem one and three fourths divided by one half through modeling. The model shows one whole and three fourths of one whole being broken up into three equal parts, with one half remaining.">
            <a:extLst>
              <a:ext uri="{FF2B5EF4-FFF2-40B4-BE49-F238E27FC236}">
                <a16:creationId xmlns:a16="http://schemas.microsoft.com/office/drawing/2014/main" id="{6C1DE45E-B5A3-9BA2-CDF7-BFE8741477C5}"/>
              </a:ext>
            </a:extLst>
          </p:cNvPr>
          <p:cNvPicPr>
            <a:picLocks noGrp="1" noChangeAspect="1"/>
          </p:cNvPicPr>
          <p:nvPr>
            <p:ph idx="1"/>
          </p:nvPr>
        </p:nvPicPr>
        <p:blipFill>
          <a:blip r:embed="rId2"/>
          <a:stretch>
            <a:fillRect/>
          </a:stretch>
        </p:blipFill>
        <p:spPr>
          <a:xfrm>
            <a:off x="2558779" y="1690687"/>
            <a:ext cx="6633650" cy="4802187"/>
          </a:xfrm>
          <a:prstGeom prst="rect">
            <a:avLst/>
          </a:prstGeom>
        </p:spPr>
      </p:pic>
      <p:sp>
        <p:nvSpPr>
          <p:cNvPr id="4" name="Slide Number Placeholder 3">
            <a:extLst>
              <a:ext uri="{FF2B5EF4-FFF2-40B4-BE49-F238E27FC236}">
                <a16:creationId xmlns:a16="http://schemas.microsoft.com/office/drawing/2014/main" id="{E58D5D6F-5234-AF60-BACC-B94E3BA09D01}"/>
              </a:ext>
            </a:extLst>
          </p:cNvPr>
          <p:cNvSpPr>
            <a:spLocks noGrp="1"/>
          </p:cNvSpPr>
          <p:nvPr>
            <p:ph type="sldNum" sz="quarter" idx="12"/>
          </p:nvPr>
        </p:nvSpPr>
        <p:spPr/>
        <p:txBody>
          <a:bodyPr/>
          <a:lstStyle/>
          <a:p>
            <a:fld id="{E2D56C8B-F564-4051-AFED-A78F1C6A2F0E}" type="slidenum">
              <a:rPr lang="en-US" smtClean="0"/>
              <a:pPr/>
              <a:t>11</a:t>
            </a:fld>
            <a:endParaRPr lang="en-US" dirty="0"/>
          </a:p>
        </p:txBody>
      </p:sp>
    </p:spTree>
    <p:extLst>
      <p:ext uri="{BB962C8B-B14F-4D97-AF65-F5344CB8AC3E}">
        <p14:creationId xmlns:p14="http://schemas.microsoft.com/office/powerpoint/2010/main" val="3337798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838200" y="84167"/>
            <a:ext cx="10515600" cy="1325563"/>
          </a:xfrm>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573955"/>
            <a:ext cx="10515600" cy="4351338"/>
          </a:xfrm>
        </p:spPr>
        <p:txBody>
          <a:bodyPr>
            <a:noAutofit/>
          </a:bodyPr>
          <a:lstStyle/>
          <a:p>
            <a:pPr marL="342900" marR="0" lvl="0" indent="-342900">
              <a:spcBef>
                <a:spcPts val="600"/>
              </a:spcBef>
              <a:spcAft>
                <a:spcPts val="1800"/>
              </a:spcAft>
              <a:buFont typeface="+mj-lt"/>
              <a:buAutoNum type="arabicPeriod"/>
            </a:pPr>
            <a:r>
              <a:rPr lang="en-US" sz="2200" dirty="0">
                <a:effectLst/>
                <a:latin typeface="Calibri" panose="020F0502020204030204" pitchFamily="34" charset="0"/>
                <a:ea typeface="Calibri" panose="020F0502020204030204" pitchFamily="34" charset="0"/>
                <a:cs typeface="Arial" panose="020B0604020202020204" pitchFamily="34" charset="0"/>
              </a:rPr>
              <a:t>Why is using research-based instructional strategies in math important to the academic achievement of all math students?</a:t>
            </a:r>
          </a:p>
          <a:p>
            <a:pPr marL="342900" marR="0" lvl="0" indent="-342900">
              <a:spcBef>
                <a:spcPts val="600"/>
              </a:spcBef>
              <a:spcAft>
                <a:spcPts val="1800"/>
              </a:spcAft>
              <a:buFont typeface="+mj-lt"/>
              <a:buAutoNum type="arabicPeriod"/>
            </a:pPr>
            <a:r>
              <a:rPr lang="en-US" sz="2200" dirty="0">
                <a:effectLst/>
                <a:latin typeface="Calibri" panose="020F0502020204030204" pitchFamily="34" charset="0"/>
                <a:ea typeface="Calibri" panose="020F0502020204030204" pitchFamily="34" charset="0"/>
                <a:cs typeface="Arial" panose="020B0604020202020204" pitchFamily="34" charset="0"/>
              </a:rPr>
              <a:t>Describe the difference between procedural fluency and conceptual understanding.</a:t>
            </a:r>
          </a:p>
          <a:p>
            <a:pPr marL="342900" marR="0" lvl="0" indent="-342900">
              <a:spcBef>
                <a:spcPts val="600"/>
              </a:spcBef>
              <a:spcAft>
                <a:spcPts val="600"/>
              </a:spcAft>
              <a:buFont typeface="+mj-lt"/>
              <a:buAutoNum type="arabicPeriod"/>
            </a:pPr>
            <a:r>
              <a:rPr lang="en-US" sz="2200" dirty="0">
                <a:effectLst/>
                <a:latin typeface="Calibri" panose="020F0502020204030204" pitchFamily="34" charset="0"/>
                <a:ea typeface="Calibri" panose="020F0502020204030204" pitchFamily="34" charset="0"/>
                <a:cs typeface="Arial" panose="020B0604020202020204" pitchFamily="34" charset="0"/>
              </a:rPr>
              <a:t>Read each scenario and identify whether the scenario is describing procedural fluency or conceptual understanding.</a:t>
            </a:r>
          </a:p>
          <a:p>
            <a:pPr marL="742950" marR="0" lvl="1" indent="-285750">
              <a:spcBef>
                <a:spcPts val="600"/>
              </a:spcBef>
              <a:spcAft>
                <a:spcPts val="600"/>
              </a:spcAft>
              <a:buFont typeface="+mj-lt"/>
              <a:buAutoNum type="alphaLcPeriod"/>
            </a:pPr>
            <a:r>
              <a:rPr lang="en-US" sz="2200" dirty="0">
                <a:effectLst/>
                <a:latin typeface="Calibri" panose="020F0502020204030204" pitchFamily="34" charset="0"/>
                <a:ea typeface="Calibri" panose="020F0502020204030204" pitchFamily="34" charset="0"/>
                <a:cs typeface="Arial" panose="020B0604020202020204" pitchFamily="34" charset="0"/>
              </a:rPr>
              <a:t>Students are working on memorizing their multiplication facts for the numbers 1-5  </a:t>
            </a:r>
          </a:p>
          <a:p>
            <a:pPr marL="742950" marR="0" lvl="1" indent="-285750">
              <a:spcBef>
                <a:spcPts val="600"/>
              </a:spcBef>
              <a:spcAft>
                <a:spcPts val="600"/>
              </a:spcAft>
              <a:buFont typeface="+mj-lt"/>
              <a:buAutoNum type="alphaLcPeriod"/>
            </a:pPr>
            <a:r>
              <a:rPr lang="en-US" sz="2200" dirty="0">
                <a:effectLst/>
                <a:latin typeface="Calibri" panose="020F0502020204030204" pitchFamily="34" charset="0"/>
                <a:ea typeface="Calibri" panose="020F0502020204030204" pitchFamily="34" charset="0"/>
                <a:cs typeface="Arial" panose="020B0604020202020204" pitchFamily="34" charset="0"/>
              </a:rPr>
              <a:t>Students are asked to show how many tens groups are in the number 65 by drawing a picture</a:t>
            </a:r>
          </a:p>
          <a:p>
            <a:pPr marL="742950" marR="0" lvl="1" indent="-285750">
              <a:spcBef>
                <a:spcPts val="600"/>
              </a:spcBef>
              <a:spcAft>
                <a:spcPts val="600"/>
              </a:spcAft>
              <a:buFont typeface="+mj-lt"/>
              <a:buAutoNum type="alphaLcPeriod"/>
            </a:pPr>
            <a:r>
              <a:rPr lang="en-US" sz="2200" dirty="0">
                <a:effectLst/>
                <a:latin typeface="Calibri" panose="020F0502020204030204" pitchFamily="34" charset="0"/>
                <a:ea typeface="Calibri" panose="020F0502020204030204" pitchFamily="34" charset="0"/>
                <a:cs typeface="Arial" panose="020B0604020202020204" pitchFamily="34" charset="0"/>
              </a:rPr>
              <a:t>Use a number line to find determine the answer of 3 + 5</a:t>
            </a:r>
          </a:p>
          <a:p>
            <a:pPr marL="742950" marR="0" lvl="1" indent="-285750">
              <a:spcBef>
                <a:spcPts val="600"/>
              </a:spcBef>
              <a:spcAft>
                <a:spcPts val="600"/>
              </a:spcAft>
              <a:buFont typeface="+mj-lt"/>
              <a:buAutoNum type="alphaLcPeriod"/>
            </a:pPr>
            <a:r>
              <a:rPr lang="en-US" sz="2200" dirty="0">
                <a:effectLst/>
                <a:latin typeface="Calibri" panose="020F0502020204030204" pitchFamily="34" charset="0"/>
                <a:ea typeface="Calibri" panose="020F0502020204030204" pitchFamily="34" charset="0"/>
                <a:cs typeface="Arial" panose="020B0604020202020204" pitchFamily="34" charset="0"/>
              </a:rPr>
              <a:t>Solve for x in the equation 3x + 5 = 20</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12</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144</TotalTime>
  <Words>496</Words>
  <Application>Microsoft Office PowerPoint</Application>
  <PresentationFormat>Widescreen</PresentationFormat>
  <Paragraphs>59</Paragraphs>
  <Slides>12</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Symbol</vt:lpstr>
      <vt:lpstr>Office Theme</vt:lpstr>
      <vt:lpstr>Practicum| Unit 3: Research-Based Instructional Strategies (RBIS) Math | Lesson 4.01</vt:lpstr>
      <vt:lpstr>TEKS Standards &amp; Objectives</vt:lpstr>
      <vt:lpstr>Bellringer</vt:lpstr>
      <vt:lpstr>Vocabulary</vt:lpstr>
      <vt:lpstr>Research Based Instructional Strategies (RBIS)</vt:lpstr>
      <vt:lpstr>Mathematics Performance (PISA) 2018</vt:lpstr>
      <vt:lpstr>RBIS for Math</vt:lpstr>
      <vt:lpstr>Rigor</vt:lpstr>
      <vt:lpstr>Video</vt:lpstr>
      <vt:lpstr>Example: Procedural Fluency</vt:lpstr>
      <vt:lpstr>Example: Conceptual Understanding</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4.01: Balancing Conceptual Understanding and Procedural Fluency</dc:title>
  <dc:subject>Lesson 4.01: Balancing Conceptual Understanding and Procedural Fluency</dc:subject>
  <dc:creator>Texas Education Agency</dc:creator>
  <cp:lastModifiedBy>White (she/her), Whitney</cp:lastModifiedBy>
  <cp:revision>4</cp:revision>
  <dcterms:created xsi:type="dcterms:W3CDTF">2022-05-09T19:40:20Z</dcterms:created>
  <dcterms:modified xsi:type="dcterms:W3CDTF">2023-08-19T02:48:02Z</dcterms:modified>
</cp:coreProperties>
</file>
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9" r:id="rId3"/>
    <p:sldId id="258" r:id="rId4"/>
    <p:sldId id="264"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426F98-DD93-4466-979B-67FB43DAD03A}" v="1" dt="2023-08-31T19:41:17.3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EB426F98-DD93-4466-979B-67FB43DAD03A}"/>
    <pc:docChg chg="modSld">
      <pc:chgData name="White (she/her), Whitney" userId="65f39021-2f1d-4d8b-87dc-b123826f65bf" providerId="ADAL" clId="{EB426F98-DD93-4466-979B-67FB43DAD03A}" dt="2023-08-31T19:41:19.859" v="2" actId="1076"/>
      <pc:docMkLst>
        <pc:docMk/>
      </pc:docMkLst>
      <pc:sldChg chg="addSp modSp mod">
        <pc:chgData name="White (she/her), Whitney" userId="65f39021-2f1d-4d8b-87dc-b123826f65bf" providerId="ADAL" clId="{EB426F98-DD93-4466-979B-67FB43DAD03A}" dt="2023-08-31T19:41:19.859" v="2" actId="1076"/>
        <pc:sldMkLst>
          <pc:docMk/>
          <pc:sldMk cId="1482277026" sldId="256"/>
        </pc:sldMkLst>
        <pc:spChg chg="mod">
          <ac:chgData name="White (she/her), Whitney" userId="65f39021-2f1d-4d8b-87dc-b123826f65bf" providerId="ADAL" clId="{EB426F98-DD93-4466-979B-67FB43DAD03A}" dt="2023-08-31T19:41:19.859" v="2" actId="1076"/>
          <ac:spMkLst>
            <pc:docMk/>
            <pc:sldMk cId="1482277026" sldId="256"/>
            <ac:spMk id="2" creationId="{BFFCF5BD-F8FF-4A67-A8B6-EBB21E79279B}"/>
          </ac:spMkLst>
        </pc:spChg>
        <pc:spChg chg="add mod">
          <ac:chgData name="White (she/her), Whitney" userId="65f39021-2f1d-4d8b-87dc-b123826f65bf" providerId="ADAL" clId="{EB426F98-DD93-4466-979B-67FB43DAD03A}" dt="2023-08-31T19:41:17.363" v="1"/>
          <ac:spMkLst>
            <pc:docMk/>
            <pc:sldMk cId="1482277026" sldId="256"/>
            <ac:spMk id="4" creationId="{A03A1A25-4B10-E652-693C-A7586316CD1A}"/>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docChgLst>
    <pc:chgData name="White, Whitney" userId="65f39021-2f1d-4d8b-87dc-b123826f65bf" providerId="ADAL" clId="{5C9F743D-E726-448F-AE8F-075FB9B2F641}"/>
    <pc:docChg chg="delSld modSld">
      <pc:chgData name="White, Whitney" userId="65f39021-2f1d-4d8b-87dc-b123826f65bf" providerId="ADAL" clId="{5C9F743D-E726-448F-AE8F-075FB9B2F641}" dt="2022-08-04T15:14:34.149" v="142" actId="47"/>
      <pc:docMkLst>
        <pc:docMk/>
      </pc:docMkLst>
      <pc:sldChg chg="modSp mod">
        <pc:chgData name="White, Whitney" userId="65f39021-2f1d-4d8b-87dc-b123826f65bf" providerId="ADAL" clId="{5C9F743D-E726-448F-AE8F-075FB9B2F641}" dt="2022-08-04T15:09:08.687" v="53" actId="20577"/>
        <pc:sldMkLst>
          <pc:docMk/>
          <pc:sldMk cId="1482277026" sldId="256"/>
        </pc:sldMkLst>
        <pc:spChg chg="mod">
          <ac:chgData name="White, Whitney" userId="65f39021-2f1d-4d8b-87dc-b123826f65bf" providerId="ADAL" clId="{5C9F743D-E726-448F-AE8F-075FB9B2F641}" dt="2022-07-31T05:54:26.405" v="3" actId="20577"/>
          <ac:spMkLst>
            <pc:docMk/>
            <pc:sldMk cId="1482277026" sldId="256"/>
            <ac:spMk id="2" creationId="{BFFCF5BD-F8FF-4A67-A8B6-EBB21E79279B}"/>
          </ac:spMkLst>
        </pc:spChg>
        <pc:spChg chg="mod">
          <ac:chgData name="White, Whitney" userId="65f39021-2f1d-4d8b-87dc-b123826f65bf" providerId="ADAL" clId="{5C9F743D-E726-448F-AE8F-075FB9B2F641}" dt="2022-08-04T15:09:08.687" v="53" actId="20577"/>
          <ac:spMkLst>
            <pc:docMk/>
            <pc:sldMk cId="1482277026" sldId="256"/>
            <ac:spMk id="3" creationId="{E0FBD98F-3A67-498E-8174-652040DD7B60}"/>
          </ac:spMkLst>
        </pc:spChg>
      </pc:sldChg>
      <pc:sldChg chg="modSp mod">
        <pc:chgData name="White, Whitney" userId="65f39021-2f1d-4d8b-87dc-b123826f65bf" providerId="ADAL" clId="{5C9F743D-E726-448F-AE8F-075FB9B2F641}" dt="2022-08-04T15:10:18.607" v="90" actId="114"/>
        <pc:sldMkLst>
          <pc:docMk/>
          <pc:sldMk cId="4071305681" sldId="258"/>
        </pc:sldMkLst>
        <pc:spChg chg="mod">
          <ac:chgData name="White, Whitney" userId="65f39021-2f1d-4d8b-87dc-b123826f65bf" providerId="ADAL" clId="{5C9F743D-E726-448F-AE8F-075FB9B2F641}" dt="2022-08-04T15:10:18.607" v="90" actId="114"/>
          <ac:spMkLst>
            <pc:docMk/>
            <pc:sldMk cId="4071305681" sldId="258"/>
            <ac:spMk id="3" creationId="{392BE286-77A6-49DD-B15D-7E4718D52FE7}"/>
          </ac:spMkLst>
        </pc:spChg>
      </pc:sldChg>
      <pc:sldChg chg="modSp mod">
        <pc:chgData name="White, Whitney" userId="65f39021-2f1d-4d8b-87dc-b123826f65bf" providerId="ADAL" clId="{5C9F743D-E726-448F-AE8F-075FB9B2F641}" dt="2022-08-04T15:09:52.846" v="81" actId="403"/>
        <pc:sldMkLst>
          <pc:docMk/>
          <pc:sldMk cId="2772527113" sldId="259"/>
        </pc:sldMkLst>
        <pc:spChg chg="mod">
          <ac:chgData name="White, Whitney" userId="65f39021-2f1d-4d8b-87dc-b123826f65bf" providerId="ADAL" clId="{5C9F743D-E726-448F-AE8F-075FB9B2F641}" dt="2022-08-04T15:09:52.846" v="81" actId="403"/>
          <ac:spMkLst>
            <pc:docMk/>
            <pc:sldMk cId="2772527113" sldId="259"/>
            <ac:spMk id="3" creationId="{8CE08C7F-0286-423B-92F7-DEB89F31111A}"/>
          </ac:spMkLst>
        </pc:spChg>
      </pc:sldChg>
      <pc:sldChg chg="modSp mod">
        <pc:chgData name="White, Whitney" userId="65f39021-2f1d-4d8b-87dc-b123826f65bf" providerId="ADAL" clId="{5C9F743D-E726-448F-AE8F-075FB9B2F641}" dt="2022-08-04T15:11:02.312" v="101" actId="255"/>
        <pc:sldMkLst>
          <pc:docMk/>
          <pc:sldMk cId="2147408764" sldId="260"/>
        </pc:sldMkLst>
        <pc:spChg chg="mod">
          <ac:chgData name="White, Whitney" userId="65f39021-2f1d-4d8b-87dc-b123826f65bf" providerId="ADAL" clId="{5C9F743D-E726-448F-AE8F-075FB9B2F641}" dt="2022-08-04T15:11:02.312" v="101" actId="255"/>
          <ac:spMkLst>
            <pc:docMk/>
            <pc:sldMk cId="2147408764" sldId="260"/>
            <ac:spMk id="3" creationId="{49F2A5AF-3C0B-4968-A438-E435325199EA}"/>
          </ac:spMkLst>
        </pc:spChg>
      </pc:sldChg>
      <pc:sldChg chg="del">
        <pc:chgData name="White, Whitney" userId="65f39021-2f1d-4d8b-87dc-b123826f65bf" providerId="ADAL" clId="{5C9F743D-E726-448F-AE8F-075FB9B2F641}" dt="2022-08-04T15:10:23.516" v="91" actId="2696"/>
        <pc:sldMkLst>
          <pc:docMk/>
          <pc:sldMk cId="3054216349" sldId="261"/>
        </pc:sldMkLst>
      </pc:sldChg>
      <pc:sldChg chg="del">
        <pc:chgData name="White, Whitney" userId="65f39021-2f1d-4d8b-87dc-b123826f65bf" providerId="ADAL" clId="{5C9F743D-E726-448F-AE8F-075FB9B2F641}" dt="2022-08-04T15:14:34.149" v="142" actId="47"/>
        <pc:sldMkLst>
          <pc:docMk/>
          <pc:sldMk cId="4170921578" sldId="262"/>
        </pc:sldMkLst>
      </pc:sldChg>
      <pc:sldChg chg="del">
        <pc:chgData name="White, Whitney" userId="65f39021-2f1d-4d8b-87dc-b123826f65bf" providerId="ADAL" clId="{5C9F743D-E726-448F-AE8F-075FB9B2F641}" dt="2022-08-04T15:14:33.708" v="141" actId="47"/>
        <pc:sldMkLst>
          <pc:docMk/>
          <pc:sldMk cId="1163931679" sldId="263"/>
        </pc:sldMkLst>
      </pc:sldChg>
      <pc:sldChg chg="modSp mod">
        <pc:chgData name="White, Whitney" userId="65f39021-2f1d-4d8b-87dc-b123826f65bf" providerId="ADAL" clId="{5C9F743D-E726-448F-AE8F-075FB9B2F641}" dt="2022-08-04T15:13:43.446" v="140" actId="403"/>
        <pc:sldMkLst>
          <pc:docMk/>
          <pc:sldMk cId="3493109116" sldId="264"/>
        </pc:sldMkLst>
        <pc:spChg chg="mod">
          <ac:chgData name="White, Whitney" userId="65f39021-2f1d-4d8b-87dc-b123826f65bf" providerId="ADAL" clId="{5C9F743D-E726-448F-AE8F-075FB9B2F641}" dt="2022-08-04T15:12:34.404" v="136" actId="20577"/>
          <ac:spMkLst>
            <pc:docMk/>
            <pc:sldMk cId="3493109116" sldId="264"/>
            <ac:spMk id="2" creationId="{D7836664-70C0-47BA-9BFF-496A04EBBFDE}"/>
          </ac:spMkLst>
        </pc:spChg>
        <pc:spChg chg="mod">
          <ac:chgData name="White, Whitney" userId="65f39021-2f1d-4d8b-87dc-b123826f65bf" providerId="ADAL" clId="{5C9F743D-E726-448F-AE8F-075FB9B2F641}" dt="2022-08-04T15:13:43.446" v="140" actId="403"/>
          <ac:spMkLst>
            <pc:docMk/>
            <pc:sldMk cId="3493109116" sldId="264"/>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youtube.com/watch?v=cmiaLxCUDkw"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Practicum in Education and Training| Unit 2: The Professional Educator | Lesson 2.11</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Using Ethics to Guide Decision Making, Part II</a:t>
            </a:r>
          </a:p>
        </p:txBody>
      </p:sp>
      <p:sp>
        <p:nvSpPr>
          <p:cNvPr id="4" name="TextBox 3">
            <a:extLst>
              <a:ext uri="{FF2B5EF4-FFF2-40B4-BE49-F238E27FC236}">
                <a16:creationId xmlns:a16="http://schemas.microsoft.com/office/drawing/2014/main" id="{A03A1A25-4B10-E652-693C-A7586316CD1A}"/>
              </a:ext>
            </a:extLst>
          </p:cNvPr>
          <p:cNvSpPr txBox="1"/>
          <p:nvPr/>
        </p:nvSpPr>
        <p:spPr>
          <a:xfrm>
            <a:off x="0" y="6430161"/>
            <a:ext cx="11954312" cy="369332"/>
          </a:xfrm>
          <a:prstGeom prst="rect">
            <a:avLst/>
          </a:prstGeom>
          <a:noFill/>
        </p:spPr>
        <p:txBody>
          <a:bodyPr wrap="square">
            <a:spAutoFit/>
          </a:bodyPr>
          <a:lstStyle/>
          <a:p>
            <a:pPr marL="0" marR="0">
              <a:spcBef>
                <a:spcPts val="0"/>
              </a:spcBef>
              <a:spcAft>
                <a:spcPts val="0"/>
              </a:spcAft>
              <a:tabLst>
                <a:tab pos="2971800" algn="ctr"/>
                <a:tab pos="5943600" algn="r"/>
              </a:tabLst>
            </a:pPr>
            <a:r>
              <a:rPr lang="en-US" sz="18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8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11A, 11B, 11C, 11D</a:t>
            </a:r>
          </a:p>
          <a:p>
            <a:pPr marL="0" indent="0">
              <a:buNone/>
            </a:pPr>
            <a:endParaRPr lang="en-US" dirty="0"/>
          </a:p>
          <a:p>
            <a:pPr marL="0" indent="0">
              <a:buNone/>
            </a:pPr>
            <a:r>
              <a:rPr lang="en-US" dirty="0"/>
              <a:t>The student will:</a:t>
            </a:r>
          </a:p>
          <a:p>
            <a:r>
              <a:rPr lang="en-US" dirty="0">
                <a:latin typeface="Calibri" panose="020F0502020204030204" pitchFamily="34" charset="0"/>
                <a:ea typeface="Calibri" panose="020F0502020204030204" pitchFamily="34" charset="0"/>
                <a:cs typeface="Arial" panose="020B0604020202020204" pitchFamily="34" charset="0"/>
              </a:rPr>
              <a:t>a</a:t>
            </a:r>
            <a:r>
              <a:rPr lang="en-US" dirty="0">
                <a:effectLst/>
                <a:latin typeface="Calibri" panose="020F0502020204030204" pitchFamily="34" charset="0"/>
                <a:ea typeface="Calibri" panose="020F0502020204030204" pitchFamily="34" charset="0"/>
                <a:cs typeface="Arial" panose="020B0604020202020204" pitchFamily="34" charset="0"/>
              </a:rPr>
              <a:t>nalyze scenarios that require decisions based on ethical requirements as a professional, toward professional colleagues and toward students</a:t>
            </a:r>
            <a:endParaRPr lang="en-US" sz="4000"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indent="0">
              <a:spcBef>
                <a:spcPts val="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Read the following quote. Explain what it means in the context of the Code of Ethics for Texas teachers.</a:t>
            </a:r>
          </a:p>
          <a:p>
            <a:pPr marL="0" indent="0">
              <a:buNone/>
            </a:pPr>
            <a:r>
              <a:rPr lang="en-US" i="1" dirty="0">
                <a:effectLst/>
                <a:latin typeface="Calibri" panose="020F0502020204030204" pitchFamily="34" charset="0"/>
                <a:ea typeface="Calibri" panose="020F0502020204030204" pitchFamily="34" charset="0"/>
                <a:cs typeface="Arial" panose="020B0604020202020204" pitchFamily="34" charset="0"/>
              </a:rPr>
              <a:t>“Ethics is knowing the difference between what you have the right to do and what is right to do.” – Potter Stewart</a:t>
            </a:r>
            <a:endParaRPr lang="en-US" sz="4000" i="1"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Video: Parent-Teacher Relationship </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r>
              <a:rPr lang="en-US" i="1" u="sng" dirty="0">
                <a:solidFill>
                  <a:srgbClr val="0D6CB9"/>
                </a:solidFill>
                <a:effectLst/>
                <a:latin typeface="Calibri" panose="020F0502020204030204" pitchFamily="34" charset="0"/>
                <a:ea typeface="Calibri" panose="020F0502020204030204" pitchFamily="34" charset="0"/>
                <a:cs typeface="Arial" panose="020B0604020202020204" pitchFamily="34" charset="0"/>
                <a:hlinkClick r:id="rId2"/>
              </a:rPr>
              <a:t>Teacher Ethics Video - Parent-Teacher Relationship Dilemma</a:t>
            </a:r>
            <a:endParaRPr lang="en-US" sz="40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spcBef>
                <a:spcPts val="600"/>
              </a:spcBef>
              <a:spcAft>
                <a:spcPts val="600"/>
              </a:spcAft>
              <a:buNone/>
            </a:pPr>
            <a:r>
              <a:rPr lang="en-US" sz="2200" i="1" dirty="0">
                <a:effectLst/>
                <a:latin typeface="Calibri" panose="020F0502020204030204" pitchFamily="34" charset="0"/>
                <a:ea typeface="Calibri" panose="020F0502020204030204" pitchFamily="34" charset="0"/>
                <a:cs typeface="Arial" panose="020B0604020202020204" pitchFamily="34" charset="0"/>
              </a:rPr>
              <a:t>Mr. Carlos is a veteran teacher who is popular with his students. He often offers extra help after school. Mr. Carlos is tutoring one of his students, Thomas after school currently. Thomas has been a student in several of Mr. Carlos’s classes over the last two years. During this time Mr. Carlos has emailed and texted Thomas’ cellphone using his personal number and email address. At first the exchanges were very general and focused on school-related topics such as progress in class and participation on sports teams. Lately, Thomas has started to text Mr. Carlos more about his personal life and feelings. </a:t>
            </a:r>
          </a:p>
          <a:p>
            <a:pPr marL="342900" marR="0" lvl="0" indent="-342900">
              <a:spcBef>
                <a:spcPts val="600"/>
              </a:spcBef>
              <a:spcAft>
                <a:spcPts val="600"/>
              </a:spcAft>
              <a:buFont typeface="+mj-lt"/>
              <a:buAutoNum type="arabicPeriod"/>
            </a:pPr>
            <a:r>
              <a:rPr lang="en-US" sz="2000" dirty="0">
                <a:effectLst/>
                <a:latin typeface="Calibri" panose="020F0502020204030204" pitchFamily="34" charset="0"/>
                <a:ea typeface="Calibri" panose="020F0502020204030204" pitchFamily="34" charset="0"/>
                <a:cs typeface="Arial" panose="020B0604020202020204" pitchFamily="34" charset="0"/>
              </a:rPr>
              <a:t>Is Mr. Carlos acting in an ethical manner based on the Code of Ethics for Texas teachers? Why or why not?</a:t>
            </a:r>
          </a:p>
          <a:p>
            <a:pPr marL="342900" marR="0" lvl="0" indent="-342900">
              <a:lnSpc>
                <a:spcPct val="107000"/>
              </a:lnSpc>
              <a:spcBef>
                <a:spcPts val="0"/>
              </a:spcBef>
              <a:spcAft>
                <a:spcPts val="800"/>
              </a:spcAft>
              <a:buFont typeface="+mj-lt"/>
              <a:buAutoNum type="arabicPeriod"/>
            </a:pPr>
            <a:r>
              <a:rPr lang="en-US" sz="2000" dirty="0">
                <a:effectLst/>
                <a:latin typeface="Calibri" panose="020F0502020204030204" pitchFamily="34" charset="0"/>
                <a:ea typeface="Calibri" panose="020F0502020204030204" pitchFamily="34" charset="0"/>
                <a:cs typeface="Arial" panose="020B0604020202020204" pitchFamily="34" charset="0"/>
              </a:rPr>
              <a:t>What are some of the potential negative consequences for the teachers or students?</a:t>
            </a: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105</TotalTime>
  <Words>291</Words>
  <Application>Microsoft Office PowerPoint</Application>
  <PresentationFormat>Widescreen</PresentationFormat>
  <Paragraphs>21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Practicum in Education and Training| Unit 2: The Professional Educator | Lesson 2.11</vt:lpstr>
      <vt:lpstr>TEKS Standards &amp; Objectives</vt:lpstr>
      <vt:lpstr>Bellringer</vt:lpstr>
      <vt:lpstr>Video: Parent-Teacher Relationship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2.11: Using Ethics to Guide Decision-Making, Part 2</dc:title>
  <dc:subject>Lesson 2.11: Using Ethics to Guide Decision-Making, Part 2</dc:subject>
  <dc:creator>Texas Education Agency</dc:creator>
  <cp:lastModifiedBy>White (she/her), Whitney</cp:lastModifiedBy>
  <cp:revision>3</cp:revision>
  <dcterms:created xsi:type="dcterms:W3CDTF">2022-05-09T19:40:20Z</dcterms:created>
  <dcterms:modified xsi:type="dcterms:W3CDTF">2023-08-31T19:41:21Z</dcterms:modified>
</cp:coreProperties>
</file>
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1" r:id="rId5"/>
    <p:sldId id="264" r:id="rId6"/>
    <p:sldId id="263" r:id="rId7"/>
    <p:sldId id="262" r:id="rId8"/>
    <p:sldId id="265"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F88C40-95C3-487E-B7B0-E0AE816D0394}" v="1" dt="2023-08-19T02:21:08.8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67" d="100"/>
          <a:sy n="67" d="100"/>
        </p:scale>
        <p:origin x="568"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77F88C40-95C3-487E-B7B0-E0AE816D0394}"/>
    <pc:docChg chg="modSld">
      <pc:chgData name="White (she/her), Whitney" userId="65f39021-2f1d-4d8b-87dc-b123826f65bf" providerId="ADAL" clId="{77F88C40-95C3-487E-B7B0-E0AE816D0394}" dt="2023-08-19T02:21:15.453" v="3" actId="1076"/>
      <pc:docMkLst>
        <pc:docMk/>
      </pc:docMkLst>
      <pc:sldChg chg="addSp modSp mod">
        <pc:chgData name="White (she/her), Whitney" userId="65f39021-2f1d-4d8b-87dc-b123826f65bf" providerId="ADAL" clId="{77F88C40-95C3-487E-B7B0-E0AE816D0394}" dt="2023-08-19T02:21:15.453" v="3" actId="1076"/>
        <pc:sldMkLst>
          <pc:docMk/>
          <pc:sldMk cId="1482277026" sldId="256"/>
        </pc:sldMkLst>
        <pc:spChg chg="mod">
          <ac:chgData name="White (she/her), Whitney" userId="65f39021-2f1d-4d8b-87dc-b123826f65bf" providerId="ADAL" clId="{77F88C40-95C3-487E-B7B0-E0AE816D0394}" dt="2023-08-19T02:21:07.133" v="1" actId="1076"/>
          <ac:spMkLst>
            <pc:docMk/>
            <pc:sldMk cId="1482277026" sldId="256"/>
            <ac:spMk id="2" creationId="{BFFCF5BD-F8FF-4A67-A8B6-EBB21E79279B}"/>
          </ac:spMkLst>
        </pc:spChg>
        <pc:spChg chg="add mod">
          <ac:chgData name="White (she/her), Whitney" userId="65f39021-2f1d-4d8b-87dc-b123826f65bf" providerId="ADAL" clId="{77F88C40-95C3-487E-B7B0-E0AE816D0394}" dt="2023-08-19T02:21:15.453" v="3" actId="1076"/>
          <ac:spMkLst>
            <pc:docMk/>
            <pc:sldMk cId="1482277026" sldId="256"/>
            <ac:spMk id="4" creationId="{ECBEDB59-BC5E-49EF-F4E4-906F6DFB5A86}"/>
          </ac:spMkLst>
        </pc:spChg>
      </pc:sldChg>
      <pc:sldChg chg="modSp mod">
        <pc:chgData name="White (she/her), Whitney" userId="65f39021-2f1d-4d8b-87dc-b123826f65bf" providerId="ADAL" clId="{77F88C40-95C3-487E-B7B0-E0AE816D0394}" dt="2023-08-19T02:21:01.068" v="0" actId="20577"/>
        <pc:sldMkLst>
          <pc:docMk/>
          <pc:sldMk cId="2772527113" sldId="259"/>
        </pc:sldMkLst>
        <pc:spChg chg="mod">
          <ac:chgData name="White (she/her), Whitney" userId="65f39021-2f1d-4d8b-87dc-b123826f65bf" providerId="ADAL" clId="{77F88C40-95C3-487E-B7B0-E0AE816D0394}" dt="2023-08-19T02:21:01.068" v="0" actId="20577"/>
          <ac:spMkLst>
            <pc:docMk/>
            <pc:sldMk cId="2772527113" sldId="259"/>
            <ac:spMk id="3" creationId="{8CE08C7F-0286-423B-92F7-DEB89F31111A}"/>
          </ac:spMkLst>
        </pc:spChg>
      </pc:sldChg>
    </pc:docChg>
  </pc:docChgLst>
  <pc:docChgLst>
    <pc:chgData name="White (she/her), Whitney" userId="65f39021-2f1d-4d8b-87dc-b123826f65bf" providerId="ADAL" clId="{9A03F4E3-1021-4CF1-A88C-D1F13A7B08E3}"/>
    <pc:docChg chg="custSel modSld">
      <pc:chgData name="White (she/her), Whitney" userId="65f39021-2f1d-4d8b-87dc-b123826f65bf" providerId="ADAL" clId="{9A03F4E3-1021-4CF1-A88C-D1F13A7B08E3}" dt="2023-04-10T17:19:22.835" v="0" actId="27636"/>
      <pc:docMkLst>
        <pc:docMk/>
      </pc:docMkLst>
      <pc:sldChg chg="modSp mod">
        <pc:chgData name="White (she/her), Whitney" userId="65f39021-2f1d-4d8b-87dc-b123826f65bf" providerId="ADAL" clId="{9A03F4E3-1021-4CF1-A88C-D1F13A7B08E3}" dt="2023-04-10T17:19:22.835" v="0" actId="27636"/>
        <pc:sldMkLst>
          <pc:docMk/>
          <pc:sldMk cId="1163931679" sldId="263"/>
        </pc:sldMkLst>
        <pc:spChg chg="mod">
          <ac:chgData name="White (she/her), Whitney" userId="65f39021-2f1d-4d8b-87dc-b123826f65bf" providerId="ADAL" clId="{9A03F4E3-1021-4CF1-A88C-D1F13A7B08E3}" dt="2023-04-10T17:19:22.835" v="0" actId="27636"/>
          <ac:spMkLst>
            <pc:docMk/>
            <pc:sldMk cId="1163931679" sldId="263"/>
            <ac:spMk id="3" creationId="{012C84E3-4C09-4253-8964-13B9C34E5E48}"/>
          </ac:spMkLst>
        </pc:spChg>
      </pc:sldChg>
    </pc:docChg>
  </pc:docChgLst>
  <pc:docChgLst>
    <pc:chgData name="White, Whitney" userId="65f39021-2f1d-4d8b-87dc-b123826f65bf" providerId="ADAL" clId="{AF78A5FE-F389-4B3D-B9E0-43F597D00737}"/>
    <pc:docChg chg="custSel modSld">
      <pc:chgData name="White, Whitney" userId="65f39021-2f1d-4d8b-87dc-b123826f65bf" providerId="ADAL" clId="{AF78A5FE-F389-4B3D-B9E0-43F597D00737}" dt="2022-08-12T20:53:12.142" v="376"/>
      <pc:docMkLst>
        <pc:docMk/>
      </pc:docMkLst>
      <pc:sldChg chg="modSp mod">
        <pc:chgData name="White, Whitney" userId="65f39021-2f1d-4d8b-87dc-b123826f65bf" providerId="ADAL" clId="{AF78A5FE-F389-4B3D-B9E0-43F597D00737}" dt="2022-08-12T20:51:20.143" v="68" actId="13926"/>
        <pc:sldMkLst>
          <pc:docMk/>
          <pc:sldMk cId="1482277026" sldId="256"/>
        </pc:sldMkLst>
        <pc:spChg chg="mod">
          <ac:chgData name="White, Whitney" userId="65f39021-2f1d-4d8b-87dc-b123826f65bf" providerId="ADAL" clId="{AF78A5FE-F389-4B3D-B9E0-43F597D00737}" dt="2022-08-12T20:51:15.246" v="67" actId="13926"/>
          <ac:spMkLst>
            <pc:docMk/>
            <pc:sldMk cId="1482277026" sldId="256"/>
            <ac:spMk id="2" creationId="{BFFCF5BD-F8FF-4A67-A8B6-EBB21E79279B}"/>
          </ac:spMkLst>
        </pc:spChg>
        <pc:spChg chg="mod">
          <ac:chgData name="White, Whitney" userId="65f39021-2f1d-4d8b-87dc-b123826f65bf" providerId="ADAL" clId="{AF78A5FE-F389-4B3D-B9E0-43F597D00737}" dt="2022-08-12T20:51:20.143" v="68" actId="13926"/>
          <ac:spMkLst>
            <pc:docMk/>
            <pc:sldMk cId="1482277026" sldId="256"/>
            <ac:spMk id="3" creationId="{E0FBD98F-3A67-498E-8174-652040DD7B60}"/>
          </ac:spMkLst>
        </pc:spChg>
      </pc:sldChg>
      <pc:sldChg chg="modSp mod">
        <pc:chgData name="White, Whitney" userId="65f39021-2f1d-4d8b-87dc-b123826f65bf" providerId="ADAL" clId="{AF78A5FE-F389-4B3D-B9E0-43F597D00737}" dt="2022-08-12T20:51:57.663" v="164" actId="13926"/>
        <pc:sldMkLst>
          <pc:docMk/>
          <pc:sldMk cId="4071305681" sldId="258"/>
        </pc:sldMkLst>
        <pc:spChg chg="mod">
          <ac:chgData name="White, Whitney" userId="65f39021-2f1d-4d8b-87dc-b123826f65bf" providerId="ADAL" clId="{AF78A5FE-F389-4B3D-B9E0-43F597D00737}" dt="2022-08-12T20:51:57.663" v="164" actId="13926"/>
          <ac:spMkLst>
            <pc:docMk/>
            <pc:sldMk cId="4071305681" sldId="258"/>
            <ac:spMk id="3" creationId="{392BE286-77A6-49DD-B15D-7E4718D52FE7}"/>
          </ac:spMkLst>
        </pc:spChg>
      </pc:sldChg>
      <pc:sldChg chg="modSp mod">
        <pc:chgData name="White, Whitney" userId="65f39021-2f1d-4d8b-87dc-b123826f65bf" providerId="ADAL" clId="{AF78A5FE-F389-4B3D-B9E0-43F597D00737}" dt="2022-08-12T20:51:50.334" v="140" actId="13926"/>
        <pc:sldMkLst>
          <pc:docMk/>
          <pc:sldMk cId="2772527113" sldId="259"/>
        </pc:sldMkLst>
        <pc:spChg chg="mod">
          <ac:chgData name="White, Whitney" userId="65f39021-2f1d-4d8b-87dc-b123826f65bf" providerId="ADAL" clId="{AF78A5FE-F389-4B3D-B9E0-43F597D00737}" dt="2022-08-12T20:51:50.334" v="140" actId="13926"/>
          <ac:spMkLst>
            <pc:docMk/>
            <pc:sldMk cId="2772527113" sldId="259"/>
            <ac:spMk id="3" creationId="{8CE08C7F-0286-423B-92F7-DEB89F31111A}"/>
          </ac:spMkLst>
        </pc:spChg>
      </pc:sldChg>
      <pc:sldChg chg="modSp mod">
        <pc:chgData name="White, Whitney" userId="65f39021-2f1d-4d8b-87dc-b123826f65bf" providerId="ADAL" clId="{AF78A5FE-F389-4B3D-B9E0-43F597D00737}" dt="2022-08-12T20:53:00.536" v="374" actId="13926"/>
        <pc:sldMkLst>
          <pc:docMk/>
          <pc:sldMk cId="2147408764" sldId="260"/>
        </pc:sldMkLst>
        <pc:spChg chg="mod">
          <ac:chgData name="White, Whitney" userId="65f39021-2f1d-4d8b-87dc-b123826f65bf" providerId="ADAL" clId="{AF78A5FE-F389-4B3D-B9E0-43F597D00737}" dt="2022-08-12T20:53:00.536" v="374" actId="13926"/>
          <ac:spMkLst>
            <pc:docMk/>
            <pc:sldMk cId="2147408764" sldId="260"/>
            <ac:spMk id="3" creationId="{49F2A5AF-3C0B-4968-A438-E435325199EA}"/>
          </ac:spMkLst>
        </pc:spChg>
      </pc:sldChg>
      <pc:sldChg chg="modSp mod">
        <pc:chgData name="White, Whitney" userId="65f39021-2f1d-4d8b-87dc-b123826f65bf" providerId="ADAL" clId="{AF78A5FE-F389-4B3D-B9E0-43F597D00737}" dt="2022-08-12T20:52:31.947" v="289" actId="13926"/>
        <pc:sldMkLst>
          <pc:docMk/>
          <pc:sldMk cId="3054216349" sldId="261"/>
        </pc:sldMkLst>
        <pc:spChg chg="mod">
          <ac:chgData name="White, Whitney" userId="65f39021-2f1d-4d8b-87dc-b123826f65bf" providerId="ADAL" clId="{AF78A5FE-F389-4B3D-B9E0-43F597D00737}" dt="2022-08-12T20:52:31.947" v="289" actId="13926"/>
          <ac:spMkLst>
            <pc:docMk/>
            <pc:sldMk cId="3054216349" sldId="261"/>
            <ac:spMk id="3" creationId="{AE13FDB6-F093-4D9E-B14E-3D7DB894C34C}"/>
          </ac:spMkLst>
        </pc:spChg>
      </pc:sldChg>
      <pc:sldChg chg="modSp mod">
        <pc:chgData name="White, Whitney" userId="65f39021-2f1d-4d8b-87dc-b123826f65bf" providerId="ADAL" clId="{AF78A5FE-F389-4B3D-B9E0-43F597D00737}" dt="2022-08-12T20:53:12.142" v="376"/>
        <pc:sldMkLst>
          <pc:docMk/>
          <pc:sldMk cId="4170921578" sldId="262"/>
        </pc:sldMkLst>
        <pc:spChg chg="mod">
          <ac:chgData name="White, Whitney" userId="65f39021-2f1d-4d8b-87dc-b123826f65bf" providerId="ADAL" clId="{AF78A5FE-F389-4B3D-B9E0-43F597D00737}" dt="2022-08-12T20:53:12.142" v="376"/>
          <ac:spMkLst>
            <pc:docMk/>
            <pc:sldMk cId="4170921578" sldId="262"/>
            <ac:spMk id="2" creationId="{A7DAC820-49EE-4F41-8B1F-B9E33FF6BE24}"/>
          </ac:spMkLst>
        </pc:spChg>
      </pc:sldChg>
      <pc:sldChg chg="modSp mod">
        <pc:chgData name="White, Whitney" userId="65f39021-2f1d-4d8b-87dc-b123826f65bf" providerId="ADAL" clId="{AF78A5FE-F389-4B3D-B9E0-43F597D00737}" dt="2022-08-12T20:53:10.980" v="375"/>
        <pc:sldMkLst>
          <pc:docMk/>
          <pc:sldMk cId="1163931679" sldId="263"/>
        </pc:sldMkLst>
        <pc:spChg chg="mod">
          <ac:chgData name="White, Whitney" userId="65f39021-2f1d-4d8b-87dc-b123826f65bf" providerId="ADAL" clId="{AF78A5FE-F389-4B3D-B9E0-43F597D00737}" dt="2022-08-12T20:53:10.980" v="375"/>
          <ac:spMkLst>
            <pc:docMk/>
            <pc:sldMk cId="1163931679" sldId="263"/>
            <ac:spMk id="2" creationId="{531ECDB3-7F62-4124-A1E9-E48D699D2427}"/>
          </ac:spMkLst>
        </pc:spChg>
      </pc:sldChg>
      <pc:sldChg chg="modSp mod">
        <pc:chgData name="White, Whitney" userId="65f39021-2f1d-4d8b-87dc-b123826f65bf" providerId="ADAL" clId="{AF78A5FE-F389-4B3D-B9E0-43F597D00737}" dt="2022-08-12T20:52:42.719" v="331" actId="13926"/>
        <pc:sldMkLst>
          <pc:docMk/>
          <pc:sldMk cId="3493109116" sldId="264"/>
        </pc:sldMkLst>
        <pc:spChg chg="mod">
          <ac:chgData name="White, Whitney" userId="65f39021-2f1d-4d8b-87dc-b123826f65bf" providerId="ADAL" clId="{AF78A5FE-F389-4B3D-B9E0-43F597D00737}" dt="2022-08-12T20:52:42.719" v="331" actId="13926"/>
          <ac:spMkLst>
            <pc:docMk/>
            <pc:sldMk cId="3493109116" sldId="264"/>
            <ac:spMk id="2" creationId="{D7836664-70C0-47BA-9BFF-496A04EBBFDE}"/>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Preston, Jennifer" userId="0406a4f8-ec61-4be9-b43b-10a5e470692b" providerId="ADAL" clId="{7E2DB593-C2C7-4B2D-815D-424FD3CC5137}"/>
    <pc:docChg chg="undo custSel addSld modSld">
      <pc:chgData name="Preston, Jennifer" userId="0406a4f8-ec61-4be9-b43b-10a5e470692b" providerId="ADAL" clId="{7E2DB593-C2C7-4B2D-815D-424FD3CC5137}" dt="2023-01-16T17:17:04.557" v="265" actId="255"/>
      <pc:docMkLst>
        <pc:docMk/>
      </pc:docMkLst>
      <pc:sldChg chg="modSp mod">
        <pc:chgData name="Preston, Jennifer" userId="0406a4f8-ec61-4be9-b43b-10a5e470692b" providerId="ADAL" clId="{7E2DB593-C2C7-4B2D-815D-424FD3CC5137}" dt="2023-01-16T17:07:23.734" v="33" actId="13926"/>
        <pc:sldMkLst>
          <pc:docMk/>
          <pc:sldMk cId="1482277026" sldId="256"/>
        </pc:sldMkLst>
        <pc:spChg chg="mod">
          <ac:chgData name="Preston, Jennifer" userId="0406a4f8-ec61-4be9-b43b-10a5e470692b" providerId="ADAL" clId="{7E2DB593-C2C7-4B2D-815D-424FD3CC5137}" dt="2023-01-16T17:07:03.700" v="30" actId="20577"/>
          <ac:spMkLst>
            <pc:docMk/>
            <pc:sldMk cId="1482277026" sldId="256"/>
            <ac:spMk id="2" creationId="{BFFCF5BD-F8FF-4A67-A8B6-EBB21E79279B}"/>
          </ac:spMkLst>
        </pc:spChg>
        <pc:spChg chg="mod">
          <ac:chgData name="Preston, Jennifer" userId="0406a4f8-ec61-4be9-b43b-10a5e470692b" providerId="ADAL" clId="{7E2DB593-C2C7-4B2D-815D-424FD3CC5137}" dt="2023-01-16T17:07:23.734" v="33" actId="13926"/>
          <ac:spMkLst>
            <pc:docMk/>
            <pc:sldMk cId="1482277026" sldId="256"/>
            <ac:spMk id="3" creationId="{E0FBD98F-3A67-498E-8174-652040DD7B60}"/>
          </ac:spMkLst>
        </pc:spChg>
      </pc:sldChg>
      <pc:sldChg chg="modSp mod">
        <pc:chgData name="Preston, Jennifer" userId="0406a4f8-ec61-4be9-b43b-10a5e470692b" providerId="ADAL" clId="{7E2DB593-C2C7-4B2D-815D-424FD3CC5137}" dt="2023-01-16T17:09:46.732" v="83" actId="13926"/>
        <pc:sldMkLst>
          <pc:docMk/>
          <pc:sldMk cId="4071305681" sldId="258"/>
        </pc:sldMkLst>
        <pc:spChg chg="mod">
          <ac:chgData name="Preston, Jennifer" userId="0406a4f8-ec61-4be9-b43b-10a5e470692b" providerId="ADAL" clId="{7E2DB593-C2C7-4B2D-815D-424FD3CC5137}" dt="2023-01-16T17:09:46.732" v="83" actId="13926"/>
          <ac:spMkLst>
            <pc:docMk/>
            <pc:sldMk cId="4071305681" sldId="258"/>
            <ac:spMk id="3" creationId="{392BE286-77A6-49DD-B15D-7E4718D52FE7}"/>
          </ac:spMkLst>
        </pc:spChg>
      </pc:sldChg>
      <pc:sldChg chg="modSp mod">
        <pc:chgData name="Preston, Jennifer" userId="0406a4f8-ec61-4be9-b43b-10a5e470692b" providerId="ADAL" clId="{7E2DB593-C2C7-4B2D-815D-424FD3CC5137}" dt="2023-01-16T17:08:19.746" v="81" actId="20577"/>
        <pc:sldMkLst>
          <pc:docMk/>
          <pc:sldMk cId="2772527113" sldId="259"/>
        </pc:sldMkLst>
        <pc:spChg chg="mod">
          <ac:chgData name="Preston, Jennifer" userId="0406a4f8-ec61-4be9-b43b-10a5e470692b" providerId="ADAL" clId="{7E2DB593-C2C7-4B2D-815D-424FD3CC5137}" dt="2023-01-16T17:08:19.746" v="81" actId="20577"/>
          <ac:spMkLst>
            <pc:docMk/>
            <pc:sldMk cId="2772527113" sldId="259"/>
            <ac:spMk id="3" creationId="{8CE08C7F-0286-423B-92F7-DEB89F31111A}"/>
          </ac:spMkLst>
        </pc:spChg>
      </pc:sldChg>
      <pc:sldChg chg="modSp mod">
        <pc:chgData name="Preston, Jennifer" userId="0406a4f8-ec61-4be9-b43b-10a5e470692b" providerId="ADAL" clId="{7E2DB593-C2C7-4B2D-815D-424FD3CC5137}" dt="2023-01-16T17:17:04.557" v="265" actId="255"/>
        <pc:sldMkLst>
          <pc:docMk/>
          <pc:sldMk cId="2147408764" sldId="260"/>
        </pc:sldMkLst>
        <pc:spChg chg="mod">
          <ac:chgData name="Preston, Jennifer" userId="0406a4f8-ec61-4be9-b43b-10a5e470692b" providerId="ADAL" clId="{7E2DB593-C2C7-4B2D-815D-424FD3CC5137}" dt="2023-01-16T17:17:04.557" v="265" actId="255"/>
          <ac:spMkLst>
            <pc:docMk/>
            <pc:sldMk cId="2147408764" sldId="260"/>
            <ac:spMk id="3" creationId="{49F2A5AF-3C0B-4968-A438-E435325199EA}"/>
          </ac:spMkLst>
        </pc:spChg>
      </pc:sldChg>
      <pc:sldChg chg="addSp delSp modSp mod">
        <pc:chgData name="Preston, Jennifer" userId="0406a4f8-ec61-4be9-b43b-10a5e470692b" providerId="ADAL" clId="{7E2DB593-C2C7-4B2D-815D-424FD3CC5137}" dt="2023-01-16T17:11:18.629" v="89" actId="14734"/>
        <pc:sldMkLst>
          <pc:docMk/>
          <pc:sldMk cId="3054216349" sldId="261"/>
        </pc:sldMkLst>
        <pc:spChg chg="del mod">
          <ac:chgData name="Preston, Jennifer" userId="0406a4f8-ec61-4be9-b43b-10a5e470692b" providerId="ADAL" clId="{7E2DB593-C2C7-4B2D-815D-424FD3CC5137}" dt="2023-01-16T17:10:52.222" v="85" actId="3680"/>
          <ac:spMkLst>
            <pc:docMk/>
            <pc:sldMk cId="3054216349" sldId="261"/>
            <ac:spMk id="3" creationId="{AE13FDB6-F093-4D9E-B14E-3D7DB894C34C}"/>
          </ac:spMkLst>
        </pc:spChg>
        <pc:graphicFrameChg chg="add mod ord modGraphic">
          <ac:chgData name="Preston, Jennifer" userId="0406a4f8-ec61-4be9-b43b-10a5e470692b" providerId="ADAL" clId="{7E2DB593-C2C7-4B2D-815D-424FD3CC5137}" dt="2023-01-16T17:11:18.629" v="89" actId="14734"/>
          <ac:graphicFrameMkLst>
            <pc:docMk/>
            <pc:sldMk cId="3054216349" sldId="261"/>
            <ac:graphicFrameMk id="5" creationId="{8D31F9C6-28EB-4419-B90D-7DE05C4C1D8A}"/>
          </ac:graphicFrameMkLst>
        </pc:graphicFrameChg>
      </pc:sldChg>
      <pc:sldChg chg="modSp mod">
        <pc:chgData name="Preston, Jennifer" userId="0406a4f8-ec61-4be9-b43b-10a5e470692b" providerId="ADAL" clId="{7E2DB593-C2C7-4B2D-815D-424FD3CC5137}" dt="2023-01-16T17:15:26.888" v="244" actId="255"/>
        <pc:sldMkLst>
          <pc:docMk/>
          <pc:sldMk cId="4170921578" sldId="262"/>
        </pc:sldMkLst>
        <pc:spChg chg="mod">
          <ac:chgData name="Preston, Jennifer" userId="0406a4f8-ec61-4be9-b43b-10a5e470692b" providerId="ADAL" clId="{7E2DB593-C2C7-4B2D-815D-424FD3CC5137}" dt="2023-01-16T17:14:52.445" v="235" actId="13926"/>
          <ac:spMkLst>
            <pc:docMk/>
            <pc:sldMk cId="4170921578" sldId="262"/>
            <ac:spMk id="2" creationId="{A7DAC820-49EE-4F41-8B1F-B9E33FF6BE24}"/>
          </ac:spMkLst>
        </pc:spChg>
        <pc:spChg chg="mod">
          <ac:chgData name="Preston, Jennifer" userId="0406a4f8-ec61-4be9-b43b-10a5e470692b" providerId="ADAL" clId="{7E2DB593-C2C7-4B2D-815D-424FD3CC5137}" dt="2023-01-16T17:15:26.888" v="244" actId="255"/>
          <ac:spMkLst>
            <pc:docMk/>
            <pc:sldMk cId="4170921578" sldId="262"/>
            <ac:spMk id="3" creationId="{79FFCA46-4155-4484-8350-F1E0B95F6088}"/>
          </ac:spMkLst>
        </pc:spChg>
      </pc:sldChg>
      <pc:sldChg chg="modSp mod">
        <pc:chgData name="Preston, Jennifer" userId="0406a4f8-ec61-4be9-b43b-10a5e470692b" providerId="ADAL" clId="{7E2DB593-C2C7-4B2D-815D-424FD3CC5137}" dt="2023-01-16T17:14:36.629" v="215" actId="255"/>
        <pc:sldMkLst>
          <pc:docMk/>
          <pc:sldMk cId="1163931679" sldId="263"/>
        </pc:sldMkLst>
        <pc:spChg chg="mod">
          <ac:chgData name="Preston, Jennifer" userId="0406a4f8-ec61-4be9-b43b-10a5e470692b" providerId="ADAL" clId="{7E2DB593-C2C7-4B2D-815D-424FD3CC5137}" dt="2023-01-16T17:13:42.190" v="189" actId="13926"/>
          <ac:spMkLst>
            <pc:docMk/>
            <pc:sldMk cId="1163931679" sldId="263"/>
            <ac:spMk id="2" creationId="{531ECDB3-7F62-4124-A1E9-E48D699D2427}"/>
          </ac:spMkLst>
        </pc:spChg>
        <pc:spChg chg="mod">
          <ac:chgData name="Preston, Jennifer" userId="0406a4f8-ec61-4be9-b43b-10a5e470692b" providerId="ADAL" clId="{7E2DB593-C2C7-4B2D-815D-424FD3CC5137}" dt="2023-01-16T17:14:36.629" v="215" actId="255"/>
          <ac:spMkLst>
            <pc:docMk/>
            <pc:sldMk cId="1163931679" sldId="263"/>
            <ac:spMk id="3" creationId="{012C84E3-4C09-4253-8964-13B9C34E5E48}"/>
          </ac:spMkLst>
        </pc:spChg>
      </pc:sldChg>
      <pc:sldChg chg="addSp delSp modSp mod">
        <pc:chgData name="Preston, Jennifer" userId="0406a4f8-ec61-4be9-b43b-10a5e470692b" providerId="ADAL" clId="{7E2DB593-C2C7-4B2D-815D-424FD3CC5137}" dt="2023-01-16T17:12:58.048" v="177" actId="13926"/>
        <pc:sldMkLst>
          <pc:docMk/>
          <pc:sldMk cId="3493109116" sldId="264"/>
        </pc:sldMkLst>
        <pc:spChg chg="mod">
          <ac:chgData name="Preston, Jennifer" userId="0406a4f8-ec61-4be9-b43b-10a5e470692b" providerId="ADAL" clId="{7E2DB593-C2C7-4B2D-815D-424FD3CC5137}" dt="2023-01-16T17:12:58.048" v="177" actId="13926"/>
          <ac:spMkLst>
            <pc:docMk/>
            <pc:sldMk cId="3493109116" sldId="264"/>
            <ac:spMk id="2" creationId="{D7836664-70C0-47BA-9BFF-496A04EBBFDE}"/>
          </ac:spMkLst>
        </pc:spChg>
        <pc:spChg chg="del mod">
          <ac:chgData name="Preston, Jennifer" userId="0406a4f8-ec61-4be9-b43b-10a5e470692b" providerId="ADAL" clId="{7E2DB593-C2C7-4B2D-815D-424FD3CC5137}" dt="2023-01-16T17:12:19.224" v="164" actId="3680"/>
          <ac:spMkLst>
            <pc:docMk/>
            <pc:sldMk cId="3493109116" sldId="264"/>
            <ac:spMk id="3" creationId="{F64339F5-2F5D-46B5-A25D-C197D73747BD}"/>
          </ac:spMkLst>
        </pc:spChg>
        <pc:graphicFrameChg chg="add mod ord modGraphic">
          <ac:chgData name="Preston, Jennifer" userId="0406a4f8-ec61-4be9-b43b-10a5e470692b" providerId="ADAL" clId="{7E2DB593-C2C7-4B2D-815D-424FD3CC5137}" dt="2023-01-16T17:12:55.307" v="176" actId="113"/>
          <ac:graphicFrameMkLst>
            <pc:docMk/>
            <pc:sldMk cId="3493109116" sldId="264"/>
            <ac:graphicFrameMk id="5" creationId="{5C543D04-921E-4C6A-AF4F-2BDE37415EFE}"/>
          </ac:graphicFrameMkLst>
        </pc:graphicFrameChg>
      </pc:sldChg>
      <pc:sldChg chg="modSp add mod">
        <pc:chgData name="Preston, Jennifer" userId="0406a4f8-ec61-4be9-b43b-10a5e470692b" providerId="ADAL" clId="{7E2DB593-C2C7-4B2D-815D-424FD3CC5137}" dt="2023-01-16T17:16:11.638" v="254" actId="255"/>
        <pc:sldMkLst>
          <pc:docMk/>
          <pc:sldMk cId="1754767038" sldId="265"/>
        </pc:sldMkLst>
        <pc:spChg chg="mod">
          <ac:chgData name="Preston, Jennifer" userId="0406a4f8-ec61-4be9-b43b-10a5e470692b" providerId="ADAL" clId="{7E2DB593-C2C7-4B2D-815D-424FD3CC5137}" dt="2023-01-16T17:15:33.538" v="247" actId="20577"/>
          <ac:spMkLst>
            <pc:docMk/>
            <pc:sldMk cId="1754767038" sldId="265"/>
            <ac:spMk id="2" creationId="{A7DAC820-49EE-4F41-8B1F-B9E33FF6BE24}"/>
          </ac:spMkLst>
        </pc:spChg>
        <pc:spChg chg="mod">
          <ac:chgData name="Preston, Jennifer" userId="0406a4f8-ec61-4be9-b43b-10a5e470692b" providerId="ADAL" clId="{7E2DB593-C2C7-4B2D-815D-424FD3CC5137}" dt="2023-01-16T17:16:11.638" v="254" actId="255"/>
          <ac:spMkLst>
            <pc:docMk/>
            <pc:sldMk cId="1754767038" sldId="265"/>
            <ac:spMk id="3" creationId="{79FFCA46-4155-4484-8350-F1E0B95F608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8/18/2023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8/18/2023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8/18/2023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8/18/2023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8/18/2023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8/18/2023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8/18/2023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075"/>
            <a:ext cx="9144000" cy="370300"/>
          </a:xfrm>
        </p:spPr>
        <p:txBody>
          <a:bodyPr>
            <a:normAutofit/>
          </a:bodyPr>
          <a:lstStyle/>
          <a:p>
            <a:pPr algn="l"/>
            <a:r>
              <a:rPr lang="en-US" sz="1800" dirty="0"/>
              <a:t>Practicum| Unit 3: Research-Based Instructional Strategies (RBIS) Math | Lesson 4.06</a:t>
            </a:r>
            <a:endParaRPr lang="en-US" sz="1800" dirty="0">
              <a:highlight>
                <a:srgbClr val="FFFF00"/>
              </a:highlight>
            </a:endParaRP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Productive Struggle: Strategies in Action</a:t>
            </a:r>
          </a:p>
        </p:txBody>
      </p:sp>
      <p:sp>
        <p:nvSpPr>
          <p:cNvPr id="4" name="TextBox 3">
            <a:extLst>
              <a:ext uri="{FF2B5EF4-FFF2-40B4-BE49-F238E27FC236}">
                <a16:creationId xmlns:a16="http://schemas.microsoft.com/office/drawing/2014/main" id="{ECBEDB59-BC5E-49EF-F4E4-906F6DFB5A86}"/>
              </a:ext>
            </a:extLst>
          </p:cNvPr>
          <p:cNvSpPr txBox="1"/>
          <p:nvPr/>
        </p:nvSpPr>
        <p:spPr>
          <a:xfrm>
            <a:off x="0" y="6429375"/>
            <a:ext cx="109347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464646"/>
                </a:solidFill>
                <a:latin typeface="+mj-lt"/>
                <a:cs typeface="Calibri"/>
              </a:rPr>
              <a:t>This work is licensed under a </a:t>
            </a:r>
            <a:r>
              <a:rPr lang="en-US" dirty="0">
                <a:solidFill>
                  <a:srgbClr val="0070C0"/>
                </a:solidFill>
                <a:latin typeface="+mj-lt"/>
                <a:cs typeface="Calibri"/>
                <a:hlinkClick r:id="rId2"/>
              </a:rPr>
              <a:t>Creative Commons Attribution-Noncommercial-Share Alike 4.0 International License</a:t>
            </a:r>
            <a:r>
              <a:rPr lang="en-US" dirty="0">
                <a:solidFill>
                  <a:srgbClr val="0070C0"/>
                </a:solidFill>
                <a:latin typeface="+mj-lt"/>
                <a:cs typeface="Calibri"/>
              </a:rPr>
              <a:t>.</a:t>
            </a:r>
            <a:endParaRPr lang="en-US" dirty="0">
              <a:latin typeface="+mj-lt"/>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4B, 4C, 4D, 5B, 6E, 6F, 6G</a:t>
            </a:r>
          </a:p>
          <a:p>
            <a:pPr marL="0" indent="0">
              <a:buNone/>
            </a:pPr>
            <a:endParaRPr lang="en-US" dirty="0"/>
          </a:p>
          <a:p>
            <a:pPr marL="0" indent="0">
              <a:buNone/>
            </a:pPr>
            <a:r>
              <a:rPr lang="en-US" dirty="0"/>
              <a:t>The student will:</a:t>
            </a:r>
          </a:p>
          <a:p>
            <a:r>
              <a:rPr lang="en-US" dirty="0"/>
              <a:t>Identify, observe, and apply the instructional practice of promoting productive struggle</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indent="0">
              <a:buNone/>
            </a:pPr>
            <a:r>
              <a:rPr lang="en-US" dirty="0"/>
              <a:t>Describe a time when you learned something that was difficult or challenging. How did it make you feel? How did it affect your learning? </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Table 5">
            <a:extLst>
              <a:ext uri="{FF2B5EF4-FFF2-40B4-BE49-F238E27FC236}">
                <a16:creationId xmlns:a16="http://schemas.microsoft.com/office/drawing/2014/main" id="{8D31F9C6-28EB-4419-B90D-7DE05C4C1D8A}"/>
              </a:ext>
            </a:extLst>
          </p:cNvPr>
          <p:cNvGraphicFramePr>
            <a:graphicFrameLocks noGrp="1"/>
          </p:cNvGraphicFramePr>
          <p:nvPr>
            <p:ph idx="1"/>
            <p:extLst>
              <p:ext uri="{D42A27DB-BD31-4B8C-83A1-F6EECF244321}">
                <p14:modId xmlns:p14="http://schemas.microsoft.com/office/powerpoint/2010/main" val="2334985185"/>
              </p:ext>
            </p:extLst>
          </p:nvPr>
        </p:nvGraphicFramePr>
        <p:xfrm>
          <a:off x="838200" y="1825625"/>
          <a:ext cx="10515600" cy="853440"/>
        </p:xfrm>
        <a:graphic>
          <a:graphicData uri="http://schemas.openxmlformats.org/drawingml/2006/table">
            <a:tbl>
              <a:tblPr firstRow="1" bandRow="1">
                <a:tableStyleId>{5940675A-B579-460E-94D1-54222C63F5DA}</a:tableStyleId>
              </a:tblPr>
              <a:tblGrid>
                <a:gridCol w="3162300">
                  <a:extLst>
                    <a:ext uri="{9D8B030D-6E8A-4147-A177-3AD203B41FA5}">
                      <a16:colId xmlns:a16="http://schemas.microsoft.com/office/drawing/2014/main" val="3000189658"/>
                    </a:ext>
                  </a:extLst>
                </a:gridCol>
                <a:gridCol w="7353300">
                  <a:extLst>
                    <a:ext uri="{9D8B030D-6E8A-4147-A177-3AD203B41FA5}">
                      <a16:colId xmlns:a16="http://schemas.microsoft.com/office/drawing/2014/main" val="39715007"/>
                    </a:ext>
                  </a:extLst>
                </a:gridCol>
              </a:tblGrid>
              <a:tr h="370840">
                <a:tc>
                  <a:txBody>
                    <a:bodyPr/>
                    <a:lstStyle/>
                    <a:p>
                      <a:pPr marL="0" marR="0">
                        <a:spcBef>
                          <a:spcPts val="600"/>
                        </a:spcBef>
                        <a:spcAft>
                          <a:spcPts val="600"/>
                        </a:spcAft>
                      </a:pPr>
                      <a:r>
                        <a:rPr lang="en-US" sz="2800">
                          <a:effectLst/>
                          <a:latin typeface="Calibri" panose="020F0502020204030204" pitchFamily="34" charset="0"/>
                          <a:ea typeface="Calibri" panose="020F0502020204030204" pitchFamily="34" charset="0"/>
                          <a:cs typeface="Arial" panose="020B0604020202020204" pitchFamily="34" charset="0"/>
                        </a:rPr>
                        <a:t>Productive struggle</a:t>
                      </a:r>
                    </a:p>
                  </a:txBody>
                  <a:tcPr marL="68580" marR="68580" marT="0" marB="0"/>
                </a:tc>
                <a:tc>
                  <a:txBody>
                    <a:bodyPr/>
                    <a:lstStyle/>
                    <a:p>
                      <a:pPr marL="0" marR="0">
                        <a:spcBef>
                          <a:spcPts val="600"/>
                        </a:spcBef>
                        <a:spcAft>
                          <a:spcPts val="600"/>
                        </a:spcAft>
                      </a:pPr>
                      <a:r>
                        <a:rPr lang="en-US" sz="2800" dirty="0">
                          <a:effectLst/>
                          <a:latin typeface="Calibri" panose="020F0502020204030204" pitchFamily="34" charset="0"/>
                          <a:ea typeface="Calibri" panose="020F0502020204030204" pitchFamily="34" charset="0"/>
                          <a:cs typeface="Arial" panose="020B0604020202020204" pitchFamily="34" charset="0"/>
                        </a:rPr>
                        <a:t>The work that students do to solve a problem when they do not know the appropriate process</a:t>
                      </a:r>
                    </a:p>
                  </a:txBody>
                  <a:tcPr marL="68580" marR="68580" marT="0" marB="0"/>
                </a:tc>
                <a:extLst>
                  <a:ext uri="{0D108BD9-81ED-4DB2-BD59-A6C34878D82A}">
                    <a16:rowId xmlns:a16="http://schemas.microsoft.com/office/drawing/2014/main" val="3479194781"/>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Strategies for Encouraging Productive Struggle</a:t>
            </a:r>
          </a:p>
        </p:txBody>
      </p:sp>
      <p:graphicFrame>
        <p:nvGraphicFramePr>
          <p:cNvPr id="5" name="Table 5">
            <a:extLst>
              <a:ext uri="{FF2B5EF4-FFF2-40B4-BE49-F238E27FC236}">
                <a16:creationId xmlns:a16="http://schemas.microsoft.com/office/drawing/2014/main" id="{5C543D04-921E-4C6A-AF4F-2BDE37415EFE}"/>
              </a:ext>
            </a:extLst>
          </p:cNvPr>
          <p:cNvGraphicFramePr>
            <a:graphicFrameLocks noGrp="1"/>
          </p:cNvGraphicFramePr>
          <p:nvPr>
            <p:ph idx="1"/>
            <p:extLst>
              <p:ext uri="{D42A27DB-BD31-4B8C-83A1-F6EECF244321}">
                <p14:modId xmlns:p14="http://schemas.microsoft.com/office/powerpoint/2010/main" val="2169750347"/>
              </p:ext>
            </p:extLst>
          </p:nvPr>
        </p:nvGraphicFramePr>
        <p:xfrm>
          <a:off x="838200" y="1825625"/>
          <a:ext cx="10515600" cy="2560320"/>
        </p:xfrm>
        <a:graphic>
          <a:graphicData uri="http://schemas.openxmlformats.org/drawingml/2006/table">
            <a:tbl>
              <a:tblPr firstRow="1" bandRow="1">
                <a:tableStyleId>{5940675A-B579-460E-94D1-54222C63F5DA}</a:tableStyleId>
              </a:tblPr>
              <a:tblGrid>
                <a:gridCol w="2009775">
                  <a:extLst>
                    <a:ext uri="{9D8B030D-6E8A-4147-A177-3AD203B41FA5}">
                      <a16:colId xmlns:a16="http://schemas.microsoft.com/office/drawing/2014/main" val="492780784"/>
                    </a:ext>
                  </a:extLst>
                </a:gridCol>
                <a:gridCol w="8505825">
                  <a:extLst>
                    <a:ext uri="{9D8B030D-6E8A-4147-A177-3AD203B41FA5}">
                      <a16:colId xmlns:a16="http://schemas.microsoft.com/office/drawing/2014/main" val="372344941"/>
                    </a:ext>
                  </a:extLst>
                </a:gridCol>
              </a:tblGrid>
              <a:tr h="370840">
                <a:tc>
                  <a:txBody>
                    <a:bodyPr/>
                    <a:lstStyle/>
                    <a:p>
                      <a:pPr marL="0" marR="0" algn="ctr">
                        <a:spcBef>
                          <a:spcPts val="600"/>
                        </a:spcBef>
                        <a:spcAft>
                          <a:spcPts val="600"/>
                        </a:spcAft>
                      </a:pPr>
                      <a:r>
                        <a:rPr lang="en-US" sz="2800" b="1" i="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p>
                  </a:txBody>
                  <a:tcPr marL="68580" marR="68580" marT="0" marB="0"/>
                </a:tc>
                <a:tc>
                  <a:txBody>
                    <a:bodyPr/>
                    <a:lstStyle/>
                    <a:p>
                      <a:pPr marL="0" marR="0">
                        <a:spcBef>
                          <a:spcPts val="600"/>
                        </a:spcBef>
                        <a:spcAft>
                          <a:spcPts val="600"/>
                        </a:spcAft>
                      </a:pPr>
                      <a:r>
                        <a:rPr lang="en-US" sz="2800" b="0" i="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Give students time to engage in productive struggle</a:t>
                      </a:r>
                    </a:p>
                  </a:txBody>
                  <a:tcPr marL="68580" marR="68580" marT="0" marB="0"/>
                </a:tc>
                <a:extLst>
                  <a:ext uri="{0D108BD9-81ED-4DB2-BD59-A6C34878D82A}">
                    <a16:rowId xmlns:a16="http://schemas.microsoft.com/office/drawing/2014/main" val="756510958"/>
                  </a:ext>
                </a:extLst>
              </a:tr>
              <a:tr h="370840">
                <a:tc>
                  <a:txBody>
                    <a:bodyPr/>
                    <a:lstStyle/>
                    <a:p>
                      <a:pPr marL="0" marR="0" algn="ctr">
                        <a:spcBef>
                          <a:spcPts val="600"/>
                        </a:spcBef>
                        <a:spcAft>
                          <a:spcPts val="600"/>
                        </a:spcAft>
                      </a:pPr>
                      <a:r>
                        <a:rPr lang="en-US" sz="2800" b="1" i="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p>
                  </a:txBody>
                  <a:tcPr marL="68580" marR="68580" marT="0" marB="0"/>
                </a:tc>
                <a:tc>
                  <a:txBody>
                    <a:bodyPr/>
                    <a:lstStyle/>
                    <a:p>
                      <a:pPr marL="0" marR="0">
                        <a:spcBef>
                          <a:spcPts val="600"/>
                        </a:spcBef>
                        <a:spcAft>
                          <a:spcPts val="600"/>
                        </a:spcAft>
                      </a:pPr>
                      <a:r>
                        <a:rPr lang="en-US" sz="2800" b="0" i="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Ask questions when students are stuck rather than telling them what the next step is</a:t>
                      </a:r>
                    </a:p>
                  </a:txBody>
                  <a:tcPr marL="68580" marR="68580" marT="0" marB="0"/>
                </a:tc>
                <a:extLst>
                  <a:ext uri="{0D108BD9-81ED-4DB2-BD59-A6C34878D82A}">
                    <a16:rowId xmlns:a16="http://schemas.microsoft.com/office/drawing/2014/main" val="355627859"/>
                  </a:ext>
                </a:extLst>
              </a:tr>
              <a:tr h="370840">
                <a:tc>
                  <a:txBody>
                    <a:bodyPr/>
                    <a:lstStyle/>
                    <a:p>
                      <a:pPr marL="0" marR="0" algn="ctr">
                        <a:spcBef>
                          <a:spcPts val="600"/>
                        </a:spcBef>
                        <a:spcAft>
                          <a:spcPts val="600"/>
                        </a:spcAft>
                      </a:pPr>
                      <a:r>
                        <a:rPr lang="en-US" sz="2800" b="1" i="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a:t>
                      </a:r>
                    </a:p>
                  </a:txBody>
                  <a:tcPr marL="68580" marR="68580" marT="0" marB="0"/>
                </a:tc>
                <a:tc>
                  <a:txBody>
                    <a:bodyPr/>
                    <a:lstStyle/>
                    <a:p>
                      <a:pPr marL="0" marR="0">
                        <a:spcBef>
                          <a:spcPts val="600"/>
                        </a:spcBef>
                        <a:spcAft>
                          <a:spcPts val="600"/>
                        </a:spcAft>
                      </a:pPr>
                      <a:r>
                        <a:rPr lang="en-US" sz="2800" b="0" i="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Encourage students to solve problems in different ways</a:t>
                      </a:r>
                    </a:p>
                  </a:txBody>
                  <a:tcPr marL="68580" marR="68580" marT="0" marB="0"/>
                </a:tc>
                <a:extLst>
                  <a:ext uri="{0D108BD9-81ED-4DB2-BD59-A6C34878D82A}">
                    <a16:rowId xmlns:a16="http://schemas.microsoft.com/office/drawing/2014/main" val="3165126638"/>
                  </a:ext>
                </a:extLst>
              </a:tr>
              <a:tr h="370840">
                <a:tc>
                  <a:txBody>
                    <a:bodyPr/>
                    <a:lstStyle/>
                    <a:p>
                      <a:pPr marL="0" marR="0" algn="ctr">
                        <a:spcBef>
                          <a:spcPts val="600"/>
                        </a:spcBef>
                        <a:spcAft>
                          <a:spcPts val="600"/>
                        </a:spcAft>
                      </a:pPr>
                      <a:r>
                        <a:rPr lang="en-US" sz="2800" b="1"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p>
                  </a:txBody>
                  <a:tcPr marL="68580" marR="68580" marT="0" marB="0"/>
                </a:tc>
                <a:tc>
                  <a:txBody>
                    <a:bodyPr/>
                    <a:lstStyle/>
                    <a:p>
                      <a:pPr marL="0" marR="0">
                        <a:spcBef>
                          <a:spcPts val="600"/>
                        </a:spcBef>
                        <a:spcAft>
                          <a:spcPts val="600"/>
                        </a:spcAft>
                      </a:pPr>
                      <a:r>
                        <a:rPr lang="en-US" sz="2800" b="0" i="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Praise students when they are successful, as well as when they do not solve a problem successfully</a:t>
                      </a:r>
                    </a:p>
                  </a:txBody>
                  <a:tcPr marL="68580" marR="68580" marT="0" marB="0"/>
                </a:tc>
                <a:extLst>
                  <a:ext uri="{0D108BD9-81ED-4DB2-BD59-A6C34878D82A}">
                    <a16:rowId xmlns:a16="http://schemas.microsoft.com/office/drawing/2014/main" val="3404251122"/>
                  </a:ext>
                </a:extLst>
              </a:tr>
            </a:tbl>
          </a:graphicData>
        </a:graphic>
      </p:graphicFrame>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Role-Play 1</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lnSpcReduction="10000"/>
          </a:bodyPr>
          <a:lstStyle/>
          <a:p>
            <a:pPr marL="0" marR="0" indent="0">
              <a:spcBef>
                <a:spcPts val="0"/>
              </a:spcBef>
              <a:spcAft>
                <a:spcPts val="0"/>
              </a:spcAft>
              <a:buNone/>
            </a:pPr>
            <a:r>
              <a:rPr lang="en-US" sz="2800" dirty="0">
                <a:effectLst/>
                <a:latin typeface="Calibri" panose="020F0502020204030204" pitchFamily="34" charset="0"/>
                <a:ea typeface="Calibri" panose="020F0502020204030204" pitchFamily="34" charset="0"/>
                <a:cs typeface="Arial" panose="020B0604020202020204" pitchFamily="34" charset="0"/>
              </a:rPr>
              <a:t>A business that rents cars is open for 8 hours on Monday. On Monday morning the business had 45 cars.</a:t>
            </a:r>
          </a:p>
          <a:p>
            <a:pPr>
              <a:spcBef>
                <a:spcPts val="0"/>
              </a:spcBef>
            </a:pPr>
            <a:r>
              <a:rPr lang="en-US" sz="2800" dirty="0">
                <a:effectLst/>
                <a:latin typeface="Calibri" panose="020F0502020204030204" pitchFamily="34" charset="0"/>
                <a:ea typeface="Calibri" panose="020F0502020204030204" pitchFamily="34" charset="0"/>
                <a:cs typeface="Arial" panose="020B0604020202020204" pitchFamily="34" charset="0"/>
              </a:rPr>
              <a:t>The business rented 3 cars to customers during each of the first 5 hours.</a:t>
            </a:r>
          </a:p>
          <a:p>
            <a:pPr>
              <a:spcBef>
                <a:spcPts val="0"/>
              </a:spcBef>
            </a:pPr>
            <a:r>
              <a:rPr lang="en-US" sz="2800" dirty="0">
                <a:effectLst/>
                <a:latin typeface="Calibri" panose="020F0502020204030204" pitchFamily="34" charset="0"/>
                <a:ea typeface="Calibri" panose="020F0502020204030204" pitchFamily="34" charset="0"/>
                <a:cs typeface="Arial" panose="020B0604020202020204" pitchFamily="34" charset="0"/>
              </a:rPr>
              <a:t>The business rented 2 cars to customers during each of the next 3 hours.</a:t>
            </a:r>
          </a:p>
          <a:p>
            <a:pPr>
              <a:spcBef>
                <a:spcPts val="0"/>
              </a:spcBef>
            </a:pPr>
            <a:r>
              <a:rPr lang="en-US" sz="2800" dirty="0">
                <a:effectLst/>
                <a:latin typeface="Calibri" panose="020F0502020204030204" pitchFamily="34" charset="0"/>
                <a:ea typeface="Calibri" panose="020F0502020204030204" pitchFamily="34" charset="0"/>
                <a:cs typeface="Arial" panose="020B0604020202020204" pitchFamily="34" charset="0"/>
              </a:rPr>
              <a:t>The total number of cars that were brought back to the business by customers on Monday was 17. </a:t>
            </a:r>
          </a:p>
          <a:p>
            <a:pPr marL="0" indent="0">
              <a:spcBef>
                <a:spcPts val="0"/>
              </a:spcBef>
              <a:buNone/>
            </a:pPr>
            <a:endParaRPr lang="en-US" dirty="0">
              <a:latin typeface="Calibri" panose="020F0502020204030204" pitchFamily="34" charset="0"/>
              <a:ea typeface="Calibri" panose="020F0502020204030204" pitchFamily="34" charset="0"/>
              <a:cs typeface="Arial" panose="020B0604020202020204" pitchFamily="34" charset="0"/>
            </a:endParaRPr>
          </a:p>
          <a:p>
            <a:pPr marL="0" indent="0">
              <a:spcBef>
                <a:spcPts val="0"/>
              </a:spcBef>
              <a:buNone/>
            </a:pPr>
            <a:r>
              <a:rPr lang="en-US" sz="2800" dirty="0">
                <a:effectLst/>
                <a:latin typeface="Calibri" panose="020F0502020204030204" pitchFamily="34" charset="0"/>
                <a:ea typeface="Calibri" panose="020F0502020204030204" pitchFamily="34" charset="0"/>
                <a:cs typeface="Arial" panose="020B0604020202020204" pitchFamily="34" charset="0"/>
              </a:rPr>
              <a:t>Write an equation in which c represents the number of cars the business had at the end of the day on Monday.</a:t>
            </a:r>
          </a:p>
          <a:p>
            <a:pPr marL="0" indent="0">
              <a:spcBef>
                <a:spcPts val="0"/>
              </a:spcBef>
              <a:buNone/>
            </a:pPr>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marL="0" indent="0">
              <a:spcBef>
                <a:spcPts val="0"/>
              </a:spcBef>
              <a:buNone/>
            </a:pPr>
            <a:r>
              <a:rPr lang="en-US" sz="1400" dirty="0">
                <a:effectLst/>
                <a:latin typeface="Calibri" panose="020F0502020204030204" pitchFamily="34" charset="0"/>
                <a:ea typeface="Calibri" panose="020F0502020204030204" pitchFamily="34" charset="0"/>
                <a:cs typeface="Arial" panose="020B0604020202020204" pitchFamily="34" charset="0"/>
              </a:rPr>
              <a:t>(STAAR End-of-Grade Assessment in Grade 5 Mathematics, 2022 Released Form)</a:t>
            </a:r>
          </a:p>
          <a:p>
            <a:pPr marL="0" indent="0">
              <a:buNone/>
            </a:pPr>
            <a:endParaRPr lang="en-US"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Role-Play 2</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marR="0" indent="0">
              <a:spcBef>
                <a:spcPts val="0"/>
              </a:spcBef>
              <a:spcAft>
                <a:spcPts val="0"/>
              </a:spcAft>
              <a:buNone/>
            </a:pPr>
            <a:r>
              <a:rPr lang="en-US" sz="2800" dirty="0">
                <a:effectLst/>
                <a:latin typeface="Calibri" panose="020F0502020204030204" pitchFamily="34" charset="0"/>
                <a:ea typeface="Calibri" panose="020F0502020204030204" pitchFamily="34" charset="0"/>
                <a:cs typeface="Arial" panose="020B0604020202020204" pitchFamily="34" charset="0"/>
              </a:rPr>
              <a:t>A restaurant bill was paid equally by 7 friends. The bill was $99.96. How much money in dollars and cents did each person pay? </a:t>
            </a:r>
          </a:p>
          <a:p>
            <a:pPr marL="0" marR="0" indent="0">
              <a:spcBef>
                <a:spcPts val="0"/>
              </a:spcBef>
              <a:spcAft>
                <a:spcPts val="0"/>
              </a:spcAft>
              <a:buNone/>
            </a:pPr>
            <a:endParaRPr lang="en-US" sz="1400" dirty="0">
              <a:latin typeface="Calibri" panose="020F0502020204030204" pitchFamily="34" charset="0"/>
              <a:ea typeface="Calibri" panose="020F0502020204030204" pitchFamily="34" charset="0"/>
              <a:cs typeface="Arial" panose="020B0604020202020204" pitchFamily="34" charset="0"/>
            </a:endParaRPr>
          </a:p>
          <a:p>
            <a:pPr marL="0" marR="0" indent="0">
              <a:spcBef>
                <a:spcPts val="0"/>
              </a:spcBef>
              <a:spcAft>
                <a:spcPts val="0"/>
              </a:spcAft>
              <a:buNone/>
            </a:pPr>
            <a:r>
              <a:rPr lang="en-US" sz="1400" dirty="0">
                <a:effectLst/>
                <a:latin typeface="Calibri" panose="020F0502020204030204" pitchFamily="34" charset="0"/>
                <a:ea typeface="Calibri" panose="020F0502020204030204" pitchFamily="34" charset="0"/>
                <a:cs typeface="Arial" panose="020B0604020202020204" pitchFamily="34" charset="0"/>
              </a:rPr>
              <a:t>(STAAR End-of-Grade Assessment in Grade 5 Mathematics, 2022 Released Form)</a:t>
            </a:r>
          </a:p>
          <a:p>
            <a:pPr marL="0" indent="0">
              <a:buNone/>
            </a:pPr>
            <a:endParaRPr lang="en-US"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Role-Play 3</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marR="0" indent="0">
              <a:spcBef>
                <a:spcPts val="0"/>
              </a:spcBef>
              <a:spcAft>
                <a:spcPts val="0"/>
              </a:spcAft>
              <a:buNone/>
            </a:pPr>
            <a:r>
              <a:rPr lang="en-US" dirty="0">
                <a:effectLst/>
                <a:latin typeface="Calibri" panose="020F0502020204030204" pitchFamily="34" charset="0"/>
                <a:ea typeface="Calibri" panose="020F0502020204030204" pitchFamily="34" charset="0"/>
                <a:cs typeface="Arial" panose="020B0604020202020204" pitchFamily="34" charset="0"/>
              </a:rPr>
              <a:t>3(25 + 19) + 4(3)</a:t>
            </a:r>
          </a:p>
          <a:p>
            <a:pPr marL="0" marR="0" indent="0">
              <a:spcBef>
                <a:spcPts val="0"/>
              </a:spcBef>
              <a:spcAft>
                <a:spcPts val="0"/>
              </a:spcAft>
              <a:buNone/>
            </a:pPr>
            <a:endParaRPr lang="en-US" sz="1400" dirty="0">
              <a:latin typeface="Calibri" panose="020F0502020204030204" pitchFamily="34" charset="0"/>
              <a:ea typeface="Calibri" panose="020F0502020204030204" pitchFamily="34" charset="0"/>
              <a:cs typeface="Arial" panose="020B0604020202020204" pitchFamily="34" charset="0"/>
            </a:endParaRPr>
          </a:p>
          <a:p>
            <a:pPr marL="0" marR="0" indent="0">
              <a:spcBef>
                <a:spcPts val="0"/>
              </a:spcBef>
              <a:spcAft>
                <a:spcPts val="0"/>
              </a:spcAft>
              <a:buNone/>
            </a:pPr>
            <a:r>
              <a:rPr lang="en-US" sz="1400" dirty="0">
                <a:effectLst/>
                <a:latin typeface="Calibri" panose="020F0502020204030204" pitchFamily="34" charset="0"/>
                <a:ea typeface="Calibri" panose="020F0502020204030204" pitchFamily="34" charset="0"/>
                <a:cs typeface="Arial" panose="020B0604020202020204" pitchFamily="34" charset="0"/>
              </a:rPr>
              <a:t>(STAAR End-of-Grade Assessment in Grade 5 Mathematics, 2022 Released Form)</a:t>
            </a:r>
          </a:p>
          <a:p>
            <a:pPr marL="0" indent="0">
              <a:buNone/>
            </a:pPr>
            <a:endParaRPr lang="en-US"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17547670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Autofit/>
          </a:bodyPr>
          <a:lstStyle/>
          <a:p>
            <a:pPr marL="0" marR="0" indent="0">
              <a:lnSpc>
                <a:spcPct val="107000"/>
              </a:lnSpc>
              <a:spcBef>
                <a:spcPts val="0"/>
              </a:spcBef>
              <a:spcAft>
                <a:spcPts val="800"/>
              </a:spcAft>
              <a:buNone/>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Mr. R. is working on a word problem with a group of students. They need to use the information in the problem to set up an equation, which they then need to solve. They are stuck on how to set up the equation, so Mr. R. tells them what the equation needs to be. The students say that they don’t know how to solve the problem. He gives them time to solve the problem before checking their work. Three of the students answered correctly, but one got the incorrect answer. Mr. R. points out the correct steps the student took to solve the equation and praises them before asking them to double-check their work on the steps they completed incorrectly.</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0"/>
              </a:spcBef>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When did the teacher engage the student in productive struggle?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0"/>
              </a:spcBef>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When did the teacher miss opportunities to engage students in productive struggle? What could they have done differently?</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0"/>
              </a:spcBef>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When did the teacher engage the student in productive struggle?</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a:lnSpc>
                <a:spcPct val="107000"/>
              </a:lnSpc>
              <a:spcBef>
                <a:spcPts val="0"/>
              </a:spcBef>
              <a:spcAft>
                <a:spcPts val="800"/>
              </a:spcAft>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When did the teacher miss opportunities to engage students in productive struggle? What could they have done differently?</a:t>
            </a:r>
            <a:endParaRPr lang="en-US" sz="20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TotalTime>
  <Words>558</Words>
  <Application>Microsoft Office PowerPoint</Application>
  <PresentationFormat>Widescreen</PresentationFormat>
  <Paragraphs>53</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Practicum| Unit 3: Research-Based Instructional Strategies (RBIS) Math | Lesson 4.06</vt:lpstr>
      <vt:lpstr>TEKS Standards &amp; Objectives</vt:lpstr>
      <vt:lpstr>Bellringer</vt:lpstr>
      <vt:lpstr>Vocabulary</vt:lpstr>
      <vt:lpstr>Strategies for Encouraging Productive Struggle</vt:lpstr>
      <vt:lpstr>Role-Play 1</vt:lpstr>
      <vt:lpstr>Role-Play 2</vt:lpstr>
      <vt:lpstr>Role-Play 3</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4.06: Productive Struggle: Strategies in Action</dc:title>
  <dc:subject>Lesson 4.06: Productive Struggle: Strategies in Action</dc:subject>
  <dc:creator>Texas Education Agency</dc:creator>
  <cp:lastModifiedBy>White (she/her), Whitney</cp:lastModifiedBy>
  <cp:revision>3</cp:revision>
  <dcterms:created xsi:type="dcterms:W3CDTF">2022-05-09T19:40:20Z</dcterms:created>
  <dcterms:modified xsi:type="dcterms:W3CDTF">2023-08-19T02:21:16Z</dcterms:modified>
</cp:coreProperties>
</file>
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3" r:id="rId5"/>
    <p:sldId id="261"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57AB0D-C27A-4912-8B96-4C27A2091675}" v="1" dt="2023-08-19T02:18:02.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7" d="100"/>
          <a:sy n="67" d="100"/>
        </p:scale>
        <p:origin x="5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CF584412-0B3F-4115-B753-F993F8EBC067}"/>
    <pc:docChg chg="undo custSel addSld delSld modSld sldOrd">
      <pc:chgData name="White (she/her), Whitney" userId="65f39021-2f1d-4d8b-87dc-b123826f65bf" providerId="ADAL" clId="{CF584412-0B3F-4115-B753-F993F8EBC067}" dt="2023-04-12T19:40:24.670" v="703" actId="113"/>
      <pc:docMkLst>
        <pc:docMk/>
      </pc:docMkLst>
      <pc:sldChg chg="modSp mod">
        <pc:chgData name="White (she/her), Whitney" userId="65f39021-2f1d-4d8b-87dc-b123826f65bf" providerId="ADAL" clId="{CF584412-0B3F-4115-B753-F993F8EBC067}" dt="2023-04-12T19:28:19.268" v="45" actId="20577"/>
        <pc:sldMkLst>
          <pc:docMk/>
          <pc:sldMk cId="1482277026" sldId="256"/>
        </pc:sldMkLst>
        <pc:spChg chg="mod">
          <ac:chgData name="White (she/her), Whitney" userId="65f39021-2f1d-4d8b-87dc-b123826f65bf" providerId="ADAL" clId="{CF584412-0B3F-4115-B753-F993F8EBC067}" dt="2023-04-12T19:28:19.268" v="45" actId="20577"/>
          <ac:spMkLst>
            <pc:docMk/>
            <pc:sldMk cId="1482277026" sldId="256"/>
            <ac:spMk id="2" creationId="{BFFCF5BD-F8FF-4A67-A8B6-EBB21E79279B}"/>
          </ac:spMkLst>
        </pc:spChg>
        <pc:spChg chg="mod">
          <ac:chgData name="White (she/her), Whitney" userId="65f39021-2f1d-4d8b-87dc-b123826f65bf" providerId="ADAL" clId="{CF584412-0B3F-4115-B753-F993F8EBC067}" dt="2023-04-12T19:28:16.762" v="44" actId="20577"/>
          <ac:spMkLst>
            <pc:docMk/>
            <pc:sldMk cId="1482277026" sldId="256"/>
            <ac:spMk id="3" creationId="{E0FBD98F-3A67-498E-8174-652040DD7B60}"/>
          </ac:spMkLst>
        </pc:spChg>
      </pc:sldChg>
      <pc:sldChg chg="modSp mod">
        <pc:chgData name="White (she/her), Whitney" userId="65f39021-2f1d-4d8b-87dc-b123826f65bf" providerId="ADAL" clId="{CF584412-0B3F-4115-B753-F993F8EBC067}" dt="2023-04-12T19:34:51.570" v="359" actId="5793"/>
        <pc:sldMkLst>
          <pc:docMk/>
          <pc:sldMk cId="4071305681" sldId="258"/>
        </pc:sldMkLst>
        <pc:spChg chg="mod">
          <ac:chgData name="White (she/her), Whitney" userId="65f39021-2f1d-4d8b-87dc-b123826f65bf" providerId="ADAL" clId="{CF584412-0B3F-4115-B753-F993F8EBC067}" dt="2023-04-12T19:34:51.570" v="359" actId="5793"/>
          <ac:spMkLst>
            <pc:docMk/>
            <pc:sldMk cId="4071305681" sldId="258"/>
            <ac:spMk id="3" creationId="{392BE286-77A6-49DD-B15D-7E4718D52FE7}"/>
          </ac:spMkLst>
        </pc:spChg>
      </pc:sldChg>
      <pc:sldChg chg="modSp mod">
        <pc:chgData name="White (she/her), Whitney" userId="65f39021-2f1d-4d8b-87dc-b123826f65bf" providerId="ADAL" clId="{CF584412-0B3F-4115-B753-F993F8EBC067}" dt="2023-04-12T19:33:00.412" v="349" actId="20577"/>
        <pc:sldMkLst>
          <pc:docMk/>
          <pc:sldMk cId="2772527113" sldId="259"/>
        </pc:sldMkLst>
        <pc:spChg chg="mod">
          <ac:chgData name="White (she/her), Whitney" userId="65f39021-2f1d-4d8b-87dc-b123826f65bf" providerId="ADAL" clId="{CF584412-0B3F-4115-B753-F993F8EBC067}" dt="2023-04-12T19:33:00.412" v="349" actId="20577"/>
          <ac:spMkLst>
            <pc:docMk/>
            <pc:sldMk cId="2772527113" sldId="259"/>
            <ac:spMk id="3" creationId="{8CE08C7F-0286-423B-92F7-DEB89F31111A}"/>
          </ac:spMkLst>
        </pc:spChg>
      </pc:sldChg>
      <pc:sldChg chg="modSp mod">
        <pc:chgData name="White (she/her), Whitney" userId="65f39021-2f1d-4d8b-87dc-b123826f65bf" providerId="ADAL" clId="{CF584412-0B3F-4115-B753-F993F8EBC067}" dt="2023-04-12T19:28:59.123" v="51" actId="403"/>
        <pc:sldMkLst>
          <pc:docMk/>
          <pc:sldMk cId="2147408764" sldId="260"/>
        </pc:sldMkLst>
        <pc:spChg chg="mod">
          <ac:chgData name="White (she/her), Whitney" userId="65f39021-2f1d-4d8b-87dc-b123826f65bf" providerId="ADAL" clId="{CF584412-0B3F-4115-B753-F993F8EBC067}" dt="2023-04-12T19:28:59.123" v="51" actId="403"/>
          <ac:spMkLst>
            <pc:docMk/>
            <pc:sldMk cId="2147408764" sldId="260"/>
            <ac:spMk id="3" creationId="{49F2A5AF-3C0B-4968-A438-E435325199EA}"/>
          </ac:spMkLst>
        </pc:spChg>
      </pc:sldChg>
      <pc:sldChg chg="del">
        <pc:chgData name="White (she/her), Whitney" userId="65f39021-2f1d-4d8b-87dc-b123826f65bf" providerId="ADAL" clId="{CF584412-0B3F-4115-B753-F993F8EBC067}" dt="2023-04-12T19:35:00.936" v="360" actId="2696"/>
        <pc:sldMkLst>
          <pc:docMk/>
          <pc:sldMk cId="3054216349" sldId="261"/>
        </pc:sldMkLst>
      </pc:sldChg>
      <pc:sldChg chg="modSp new mod">
        <pc:chgData name="White (she/her), Whitney" userId="65f39021-2f1d-4d8b-87dc-b123826f65bf" providerId="ADAL" clId="{CF584412-0B3F-4115-B753-F993F8EBC067}" dt="2023-04-12T19:37:18.225" v="600" actId="403"/>
        <pc:sldMkLst>
          <pc:docMk/>
          <pc:sldMk cId="4005511492" sldId="261"/>
        </pc:sldMkLst>
        <pc:spChg chg="mod">
          <ac:chgData name="White (she/her), Whitney" userId="65f39021-2f1d-4d8b-87dc-b123826f65bf" providerId="ADAL" clId="{CF584412-0B3F-4115-B753-F993F8EBC067}" dt="2023-04-12T19:37:04.972" v="595" actId="20577"/>
          <ac:spMkLst>
            <pc:docMk/>
            <pc:sldMk cId="4005511492" sldId="261"/>
            <ac:spMk id="2" creationId="{2E930C2C-081D-6861-4D40-CF67B595C701}"/>
          </ac:spMkLst>
        </pc:spChg>
        <pc:spChg chg="mod">
          <ac:chgData name="White (she/her), Whitney" userId="65f39021-2f1d-4d8b-87dc-b123826f65bf" providerId="ADAL" clId="{CF584412-0B3F-4115-B753-F993F8EBC067}" dt="2023-04-12T19:37:18.225" v="600" actId="403"/>
          <ac:spMkLst>
            <pc:docMk/>
            <pc:sldMk cId="4005511492" sldId="261"/>
            <ac:spMk id="3" creationId="{1BAB052C-1EB2-F2FE-F622-2644C7F06CAA}"/>
          </ac:spMkLst>
        </pc:spChg>
      </pc:sldChg>
      <pc:sldChg chg="addSp delSp modSp new mod setBg">
        <pc:chgData name="White (she/her), Whitney" userId="65f39021-2f1d-4d8b-87dc-b123826f65bf" providerId="ADAL" clId="{CF584412-0B3F-4115-B753-F993F8EBC067}" dt="2023-04-12T19:40:24.670" v="703" actId="113"/>
        <pc:sldMkLst>
          <pc:docMk/>
          <pc:sldMk cId="628893101" sldId="262"/>
        </pc:sldMkLst>
        <pc:spChg chg="mod">
          <ac:chgData name="White (she/her), Whitney" userId="65f39021-2f1d-4d8b-87dc-b123826f65bf" providerId="ADAL" clId="{CF584412-0B3F-4115-B753-F993F8EBC067}" dt="2023-04-12T19:39:50.771" v="690" actId="26606"/>
          <ac:spMkLst>
            <pc:docMk/>
            <pc:sldMk cId="628893101" sldId="262"/>
            <ac:spMk id="2" creationId="{56E30E70-23EA-8FC0-76A4-69F6BDBDF14B}"/>
          </ac:spMkLst>
        </pc:spChg>
        <pc:spChg chg="add del mod">
          <ac:chgData name="White (she/her), Whitney" userId="65f39021-2f1d-4d8b-87dc-b123826f65bf" providerId="ADAL" clId="{CF584412-0B3F-4115-B753-F993F8EBC067}" dt="2023-04-12T19:39:57.939" v="695" actId="20577"/>
          <ac:spMkLst>
            <pc:docMk/>
            <pc:sldMk cId="628893101" sldId="262"/>
            <ac:spMk id="3" creationId="{4C472233-F646-DE2A-B12E-D2F9E3D2F5D8}"/>
          </ac:spMkLst>
        </pc:spChg>
        <pc:spChg chg="mod">
          <ac:chgData name="White (she/her), Whitney" userId="65f39021-2f1d-4d8b-87dc-b123826f65bf" providerId="ADAL" clId="{CF584412-0B3F-4115-B753-F993F8EBC067}" dt="2023-04-12T19:39:50.771" v="690" actId="26606"/>
          <ac:spMkLst>
            <pc:docMk/>
            <pc:sldMk cId="628893101" sldId="262"/>
            <ac:spMk id="4" creationId="{B193790F-38D6-815D-97BB-E412AE0D89E7}"/>
          </ac:spMkLst>
        </pc:spChg>
        <pc:spChg chg="add del">
          <ac:chgData name="White (she/her), Whitney" userId="65f39021-2f1d-4d8b-87dc-b123826f65bf" providerId="ADAL" clId="{CF584412-0B3F-4115-B753-F993F8EBC067}" dt="2023-04-12T19:37:57.377" v="602"/>
          <ac:spMkLst>
            <pc:docMk/>
            <pc:sldMk cId="628893101" sldId="262"/>
            <ac:spMk id="6" creationId="{6C997980-9F7C-C80D-CC89-903B97CF35DE}"/>
          </ac:spMkLst>
        </pc:spChg>
        <pc:spChg chg="add del">
          <ac:chgData name="White (she/her), Whitney" userId="65f39021-2f1d-4d8b-87dc-b123826f65bf" providerId="ADAL" clId="{CF584412-0B3F-4115-B753-F993F8EBC067}" dt="2023-04-12T19:39:50.771" v="690" actId="26606"/>
          <ac:spMkLst>
            <pc:docMk/>
            <pc:sldMk cId="628893101" sldId="262"/>
            <ac:spMk id="12" creationId="{2550BE34-C2B8-49B8-8519-67A8CAD51AE9}"/>
          </ac:spMkLst>
        </pc:spChg>
        <pc:spChg chg="add del">
          <ac:chgData name="White (she/her), Whitney" userId="65f39021-2f1d-4d8b-87dc-b123826f65bf" providerId="ADAL" clId="{CF584412-0B3F-4115-B753-F993F8EBC067}" dt="2023-04-12T19:39:50.771" v="690" actId="26606"/>
          <ac:spMkLst>
            <pc:docMk/>
            <pc:sldMk cId="628893101" sldId="262"/>
            <ac:spMk id="14" creationId="{A7457DD9-5A45-400A-AB4B-4B4EDECA25F1}"/>
          </ac:spMkLst>
        </pc:spChg>
        <pc:spChg chg="add del">
          <ac:chgData name="White (she/her), Whitney" userId="65f39021-2f1d-4d8b-87dc-b123826f65bf" providerId="ADAL" clId="{CF584412-0B3F-4115-B753-F993F8EBC067}" dt="2023-04-12T19:39:50.771" v="690" actId="26606"/>
          <ac:spMkLst>
            <pc:docMk/>
            <pc:sldMk cId="628893101" sldId="262"/>
            <ac:spMk id="16" creationId="{441CF7D6-A660-431A-B0BB-140A0D5556B6}"/>
          </ac:spMkLst>
        </pc:spChg>
        <pc:spChg chg="add del">
          <ac:chgData name="White (she/her), Whitney" userId="65f39021-2f1d-4d8b-87dc-b123826f65bf" providerId="ADAL" clId="{CF584412-0B3F-4115-B753-F993F8EBC067}" dt="2023-04-12T19:39:50.771" v="690" actId="26606"/>
          <ac:spMkLst>
            <pc:docMk/>
            <pc:sldMk cId="628893101" sldId="262"/>
            <ac:spMk id="18" creationId="{0570A85B-3810-4F95-97B0-CBF4CCDB381C}"/>
          </ac:spMkLst>
        </pc:spChg>
        <pc:spChg chg="add del">
          <ac:chgData name="White (she/her), Whitney" userId="65f39021-2f1d-4d8b-87dc-b123826f65bf" providerId="ADAL" clId="{CF584412-0B3F-4115-B753-F993F8EBC067}" dt="2023-04-12T19:39:33.771" v="681" actId="26606"/>
          <ac:spMkLst>
            <pc:docMk/>
            <pc:sldMk cId="628893101" sldId="262"/>
            <ac:spMk id="23" creationId="{4AC6B390-BC59-4F1D-A0EE-D71A92F0A0B2}"/>
          </ac:spMkLst>
        </pc:spChg>
        <pc:spChg chg="add del">
          <ac:chgData name="White (she/her), Whitney" userId="65f39021-2f1d-4d8b-87dc-b123826f65bf" providerId="ADAL" clId="{CF584412-0B3F-4115-B753-F993F8EBC067}" dt="2023-04-12T19:39:33.771" v="681" actId="26606"/>
          <ac:spMkLst>
            <pc:docMk/>
            <pc:sldMk cId="628893101" sldId="262"/>
            <ac:spMk id="25" creationId="{B6C60D79-16F1-4C4B-B7E3-7634E7069CDE}"/>
          </ac:spMkLst>
        </pc:spChg>
        <pc:spChg chg="add del">
          <ac:chgData name="White (she/her), Whitney" userId="65f39021-2f1d-4d8b-87dc-b123826f65bf" providerId="ADAL" clId="{CF584412-0B3F-4115-B753-F993F8EBC067}" dt="2023-04-12T19:39:33.771" v="681" actId="26606"/>
          <ac:spMkLst>
            <pc:docMk/>
            <pc:sldMk cId="628893101" sldId="262"/>
            <ac:spMk id="27" creationId="{426B127E-6498-4C77-9C9D-4553A5113B80}"/>
          </ac:spMkLst>
        </pc:spChg>
        <pc:spChg chg="add del">
          <ac:chgData name="White (she/her), Whitney" userId="65f39021-2f1d-4d8b-87dc-b123826f65bf" providerId="ADAL" clId="{CF584412-0B3F-4115-B753-F993F8EBC067}" dt="2023-04-12T19:39:41.612" v="683" actId="26606"/>
          <ac:spMkLst>
            <pc:docMk/>
            <pc:sldMk cId="628893101" sldId="262"/>
            <ac:spMk id="29" creationId="{98E79BE4-34FE-485A-98A5-92CE8F7C4743}"/>
          </ac:spMkLst>
        </pc:spChg>
        <pc:spChg chg="add del">
          <ac:chgData name="White (she/her), Whitney" userId="65f39021-2f1d-4d8b-87dc-b123826f65bf" providerId="ADAL" clId="{CF584412-0B3F-4115-B753-F993F8EBC067}" dt="2023-04-12T19:39:41.612" v="683" actId="26606"/>
          <ac:spMkLst>
            <pc:docMk/>
            <pc:sldMk cId="628893101" sldId="262"/>
            <ac:spMk id="30" creationId="{0288C6B4-AFC3-407F-A595-EFFD38D4CCAF}"/>
          </ac:spMkLst>
        </pc:spChg>
        <pc:spChg chg="add del">
          <ac:chgData name="White (she/her), Whitney" userId="65f39021-2f1d-4d8b-87dc-b123826f65bf" providerId="ADAL" clId="{CF584412-0B3F-4115-B753-F993F8EBC067}" dt="2023-04-12T19:39:41.612" v="683" actId="26606"/>
          <ac:spMkLst>
            <pc:docMk/>
            <pc:sldMk cId="628893101" sldId="262"/>
            <ac:spMk id="31" creationId="{7A5F0580-5EE9-419F-96EE-B6529EF6E7D0}"/>
          </ac:spMkLst>
        </pc:spChg>
        <pc:spChg chg="add del">
          <ac:chgData name="White (she/her), Whitney" userId="65f39021-2f1d-4d8b-87dc-b123826f65bf" providerId="ADAL" clId="{CF584412-0B3F-4115-B753-F993F8EBC067}" dt="2023-04-12T19:39:41.612" v="683" actId="26606"/>
          <ac:spMkLst>
            <pc:docMk/>
            <pc:sldMk cId="628893101" sldId="262"/>
            <ac:spMk id="32" creationId="{CF236821-17FE-429B-8D2C-08E13A64EA40}"/>
          </ac:spMkLst>
        </pc:spChg>
        <pc:spChg chg="add del">
          <ac:chgData name="White (she/her), Whitney" userId="65f39021-2f1d-4d8b-87dc-b123826f65bf" providerId="ADAL" clId="{CF584412-0B3F-4115-B753-F993F8EBC067}" dt="2023-04-12T19:39:41.612" v="683" actId="26606"/>
          <ac:spMkLst>
            <pc:docMk/>
            <pc:sldMk cId="628893101" sldId="262"/>
            <ac:spMk id="33" creationId="{C0BDBCD2-E081-43AB-9119-C55465E59757}"/>
          </ac:spMkLst>
        </pc:spChg>
        <pc:spChg chg="add del">
          <ac:chgData name="White (she/her), Whitney" userId="65f39021-2f1d-4d8b-87dc-b123826f65bf" providerId="ADAL" clId="{CF584412-0B3F-4115-B753-F993F8EBC067}" dt="2023-04-12T19:39:46.211" v="685" actId="26606"/>
          <ac:spMkLst>
            <pc:docMk/>
            <pc:sldMk cId="628893101" sldId="262"/>
            <ac:spMk id="35" creationId="{2550BE34-C2B8-49B8-8519-67A8CAD51AE9}"/>
          </ac:spMkLst>
        </pc:spChg>
        <pc:spChg chg="add del">
          <ac:chgData name="White (she/her), Whitney" userId="65f39021-2f1d-4d8b-87dc-b123826f65bf" providerId="ADAL" clId="{CF584412-0B3F-4115-B753-F993F8EBC067}" dt="2023-04-12T19:39:46.211" v="685" actId="26606"/>
          <ac:spMkLst>
            <pc:docMk/>
            <pc:sldMk cId="628893101" sldId="262"/>
            <ac:spMk id="36" creationId="{A7457DD9-5A45-400A-AB4B-4B4EDECA25F1}"/>
          </ac:spMkLst>
        </pc:spChg>
        <pc:spChg chg="add del">
          <ac:chgData name="White (she/her), Whitney" userId="65f39021-2f1d-4d8b-87dc-b123826f65bf" providerId="ADAL" clId="{CF584412-0B3F-4115-B753-F993F8EBC067}" dt="2023-04-12T19:39:46.211" v="685" actId="26606"/>
          <ac:spMkLst>
            <pc:docMk/>
            <pc:sldMk cId="628893101" sldId="262"/>
            <ac:spMk id="37" creationId="{441CF7D6-A660-431A-B0BB-140A0D5556B6}"/>
          </ac:spMkLst>
        </pc:spChg>
        <pc:spChg chg="add del">
          <ac:chgData name="White (she/her), Whitney" userId="65f39021-2f1d-4d8b-87dc-b123826f65bf" providerId="ADAL" clId="{CF584412-0B3F-4115-B753-F993F8EBC067}" dt="2023-04-12T19:39:46.211" v="685" actId="26606"/>
          <ac:spMkLst>
            <pc:docMk/>
            <pc:sldMk cId="628893101" sldId="262"/>
            <ac:spMk id="38" creationId="{0570A85B-3810-4F95-97B0-CBF4CCDB381C}"/>
          </ac:spMkLst>
        </pc:spChg>
        <pc:spChg chg="add del">
          <ac:chgData name="White (she/her), Whitney" userId="65f39021-2f1d-4d8b-87dc-b123826f65bf" providerId="ADAL" clId="{CF584412-0B3F-4115-B753-F993F8EBC067}" dt="2023-04-12T19:39:49.781" v="687" actId="26606"/>
          <ac:spMkLst>
            <pc:docMk/>
            <pc:sldMk cId="628893101" sldId="262"/>
            <ac:spMk id="40" creationId="{0288C6B4-AFC3-407F-A595-EFFD38D4CCAF}"/>
          </ac:spMkLst>
        </pc:spChg>
        <pc:spChg chg="add del">
          <ac:chgData name="White (she/her), Whitney" userId="65f39021-2f1d-4d8b-87dc-b123826f65bf" providerId="ADAL" clId="{CF584412-0B3F-4115-B753-F993F8EBC067}" dt="2023-04-12T19:39:49.781" v="687" actId="26606"/>
          <ac:spMkLst>
            <pc:docMk/>
            <pc:sldMk cId="628893101" sldId="262"/>
            <ac:spMk id="41" creationId="{CF236821-17FE-429B-8D2C-08E13A64EA40}"/>
          </ac:spMkLst>
        </pc:spChg>
        <pc:spChg chg="add del">
          <ac:chgData name="White (she/her), Whitney" userId="65f39021-2f1d-4d8b-87dc-b123826f65bf" providerId="ADAL" clId="{CF584412-0B3F-4115-B753-F993F8EBC067}" dt="2023-04-12T19:39:49.781" v="687" actId="26606"/>
          <ac:spMkLst>
            <pc:docMk/>
            <pc:sldMk cId="628893101" sldId="262"/>
            <ac:spMk id="42" creationId="{C0BDBCD2-E081-43AB-9119-C55465E59757}"/>
          </ac:spMkLst>
        </pc:spChg>
        <pc:spChg chg="add del">
          <ac:chgData name="White (she/her), Whitney" userId="65f39021-2f1d-4d8b-87dc-b123826f65bf" providerId="ADAL" clId="{CF584412-0B3F-4115-B753-F993F8EBC067}" dt="2023-04-12T19:39:49.781" v="687" actId="26606"/>
          <ac:spMkLst>
            <pc:docMk/>
            <pc:sldMk cId="628893101" sldId="262"/>
            <ac:spMk id="43" creationId="{98E79BE4-34FE-485A-98A5-92CE8F7C4743}"/>
          </ac:spMkLst>
        </pc:spChg>
        <pc:spChg chg="add del">
          <ac:chgData name="White (she/her), Whitney" userId="65f39021-2f1d-4d8b-87dc-b123826f65bf" providerId="ADAL" clId="{CF584412-0B3F-4115-B753-F993F8EBC067}" dt="2023-04-12T19:39:49.781" v="687" actId="26606"/>
          <ac:spMkLst>
            <pc:docMk/>
            <pc:sldMk cId="628893101" sldId="262"/>
            <ac:spMk id="44" creationId="{7A5F0580-5EE9-419F-96EE-B6529EF6E7D0}"/>
          </ac:spMkLst>
        </pc:spChg>
        <pc:graphicFrameChg chg="add del mod">
          <ac:chgData name="White (she/her), Whitney" userId="65f39021-2f1d-4d8b-87dc-b123826f65bf" providerId="ADAL" clId="{CF584412-0B3F-4115-B753-F993F8EBC067}" dt="2023-04-12T19:37:57.377" v="602"/>
          <ac:graphicFrameMkLst>
            <pc:docMk/>
            <pc:sldMk cId="628893101" sldId="262"/>
            <ac:graphicFrameMk id="5" creationId="{7B78C1A0-4D32-5E8E-A78A-6A7422FD0BA2}"/>
          </ac:graphicFrameMkLst>
        </pc:graphicFrameChg>
        <pc:graphicFrameChg chg="add mod modGraphic">
          <ac:chgData name="White (she/her), Whitney" userId="65f39021-2f1d-4d8b-87dc-b123826f65bf" providerId="ADAL" clId="{CF584412-0B3F-4115-B753-F993F8EBC067}" dt="2023-04-12T19:40:24.670" v="703" actId="113"/>
          <ac:graphicFrameMkLst>
            <pc:docMk/>
            <pc:sldMk cId="628893101" sldId="262"/>
            <ac:graphicFrameMk id="7" creationId="{090FF200-99DD-4439-9DC4-2857404FD7FA}"/>
          </ac:graphicFrameMkLst>
        </pc:graphicFrameChg>
      </pc:sldChg>
      <pc:sldChg chg="modSp new mod ord modAnim">
        <pc:chgData name="White (she/her), Whitney" userId="65f39021-2f1d-4d8b-87dc-b123826f65bf" providerId="ADAL" clId="{CF584412-0B3F-4115-B753-F993F8EBC067}" dt="2023-04-12T19:36:45.945" v="538"/>
        <pc:sldMkLst>
          <pc:docMk/>
          <pc:sldMk cId="1258789598" sldId="263"/>
        </pc:sldMkLst>
        <pc:spChg chg="mod">
          <ac:chgData name="White (she/her), Whitney" userId="65f39021-2f1d-4d8b-87dc-b123826f65bf" providerId="ADAL" clId="{CF584412-0B3F-4115-B753-F993F8EBC067}" dt="2023-04-12T19:35:33.186" v="387" actId="20577"/>
          <ac:spMkLst>
            <pc:docMk/>
            <pc:sldMk cId="1258789598" sldId="263"/>
            <ac:spMk id="2" creationId="{973BE1FF-ACA8-0532-1538-E9E68D49EF4D}"/>
          </ac:spMkLst>
        </pc:spChg>
        <pc:spChg chg="mod">
          <ac:chgData name="White (she/her), Whitney" userId="65f39021-2f1d-4d8b-87dc-b123826f65bf" providerId="ADAL" clId="{CF584412-0B3F-4115-B753-F993F8EBC067}" dt="2023-04-12T19:36:32.948" v="534" actId="20577"/>
          <ac:spMkLst>
            <pc:docMk/>
            <pc:sldMk cId="1258789598" sldId="263"/>
            <ac:spMk id="3" creationId="{6B719A41-7483-A85A-95A3-2284ED877D05}"/>
          </ac:spMkLst>
        </pc:spChg>
      </pc:sldChg>
    </pc:docChg>
  </pc:docChgLst>
  <pc:docChgLst>
    <pc:chgData name="Rogers, Kristana" userId="06c54908-b913-4b34-a3f2-9a6986972442" providerId="ADAL" clId="{448B3D01-C9DE-469B-B639-D1A4899B2439}"/>
    <pc:docChg chg="undo custSel addSld modSld">
      <pc:chgData name="Rogers, Kristana" userId="06c54908-b913-4b34-a3f2-9a6986972442" providerId="ADAL" clId="{448B3D01-C9DE-469B-B639-D1A4899B2439}" dt="2023-03-16T01:10:56.846" v="861" actId="1076"/>
      <pc:docMkLst>
        <pc:docMk/>
      </pc:docMkLst>
      <pc:sldChg chg="modSp mod">
        <pc:chgData name="Rogers, Kristana" userId="06c54908-b913-4b34-a3f2-9a6986972442" providerId="ADAL" clId="{448B3D01-C9DE-469B-B639-D1A4899B2439}" dt="2023-03-16T00:51:19.221" v="63" actId="20577"/>
        <pc:sldMkLst>
          <pc:docMk/>
          <pc:sldMk cId="1482277026" sldId="256"/>
        </pc:sldMkLst>
        <pc:spChg chg="mod">
          <ac:chgData name="Rogers, Kristana" userId="06c54908-b913-4b34-a3f2-9a6986972442" providerId="ADAL" clId="{448B3D01-C9DE-469B-B639-D1A4899B2439}" dt="2023-03-16T00:51:19.221" v="63" actId="20577"/>
          <ac:spMkLst>
            <pc:docMk/>
            <pc:sldMk cId="1482277026" sldId="256"/>
            <ac:spMk id="2" creationId="{BFFCF5BD-F8FF-4A67-A8B6-EBB21E79279B}"/>
          </ac:spMkLst>
        </pc:spChg>
        <pc:spChg chg="mod">
          <ac:chgData name="Rogers, Kristana" userId="06c54908-b913-4b34-a3f2-9a6986972442" providerId="ADAL" clId="{448B3D01-C9DE-469B-B639-D1A4899B2439}" dt="2023-03-16T00:51:14.165" v="62" actId="20577"/>
          <ac:spMkLst>
            <pc:docMk/>
            <pc:sldMk cId="1482277026" sldId="256"/>
            <ac:spMk id="3" creationId="{E0FBD98F-3A67-498E-8174-652040DD7B60}"/>
          </ac:spMkLst>
        </pc:spChg>
      </pc:sldChg>
      <pc:sldChg chg="modSp mod">
        <pc:chgData name="Rogers, Kristana" userId="06c54908-b913-4b34-a3f2-9a6986972442" providerId="ADAL" clId="{448B3D01-C9DE-469B-B639-D1A4899B2439}" dt="2023-03-16T00:53:39.021" v="90" actId="14100"/>
        <pc:sldMkLst>
          <pc:docMk/>
          <pc:sldMk cId="4071305681" sldId="258"/>
        </pc:sldMkLst>
        <pc:spChg chg="mod">
          <ac:chgData name="Rogers, Kristana" userId="06c54908-b913-4b34-a3f2-9a6986972442" providerId="ADAL" clId="{448B3D01-C9DE-469B-B639-D1A4899B2439}" dt="2023-03-16T00:53:34.755" v="89" actId="1076"/>
          <ac:spMkLst>
            <pc:docMk/>
            <pc:sldMk cId="4071305681" sldId="258"/>
            <ac:spMk id="2" creationId="{2F03F004-EE4F-44F2-AA0E-56B8CFF11342}"/>
          </ac:spMkLst>
        </pc:spChg>
        <pc:spChg chg="mod">
          <ac:chgData name="Rogers, Kristana" userId="06c54908-b913-4b34-a3f2-9a6986972442" providerId="ADAL" clId="{448B3D01-C9DE-469B-B639-D1A4899B2439}" dt="2023-03-16T00:53:39.021" v="90" actId="14100"/>
          <ac:spMkLst>
            <pc:docMk/>
            <pc:sldMk cId="4071305681" sldId="258"/>
            <ac:spMk id="3" creationId="{392BE286-77A6-49DD-B15D-7E4718D52FE7}"/>
          </ac:spMkLst>
        </pc:spChg>
      </pc:sldChg>
      <pc:sldChg chg="modSp mod">
        <pc:chgData name="Rogers, Kristana" userId="06c54908-b913-4b34-a3f2-9a6986972442" providerId="ADAL" clId="{448B3D01-C9DE-469B-B639-D1A4899B2439}" dt="2023-03-16T00:52:22.224" v="79" actId="255"/>
        <pc:sldMkLst>
          <pc:docMk/>
          <pc:sldMk cId="2772527113" sldId="259"/>
        </pc:sldMkLst>
        <pc:spChg chg="mod">
          <ac:chgData name="Rogers, Kristana" userId="06c54908-b913-4b34-a3f2-9a6986972442" providerId="ADAL" clId="{448B3D01-C9DE-469B-B639-D1A4899B2439}" dt="2023-03-16T00:52:22.224" v="79" actId="255"/>
          <ac:spMkLst>
            <pc:docMk/>
            <pc:sldMk cId="2772527113" sldId="259"/>
            <ac:spMk id="3" creationId="{8CE08C7F-0286-423B-92F7-DEB89F31111A}"/>
          </ac:spMkLst>
        </pc:spChg>
      </pc:sldChg>
      <pc:sldChg chg="modSp mod">
        <pc:chgData name="Rogers, Kristana" userId="06c54908-b913-4b34-a3f2-9a6986972442" providerId="ADAL" clId="{448B3D01-C9DE-469B-B639-D1A4899B2439}" dt="2023-03-16T01:10:56.846" v="861" actId="1076"/>
        <pc:sldMkLst>
          <pc:docMk/>
          <pc:sldMk cId="2147408764" sldId="260"/>
        </pc:sldMkLst>
        <pc:spChg chg="mod">
          <ac:chgData name="Rogers, Kristana" userId="06c54908-b913-4b34-a3f2-9a6986972442" providerId="ADAL" clId="{448B3D01-C9DE-469B-B639-D1A4899B2439}" dt="2023-03-16T01:10:38.754" v="859" actId="1076"/>
          <ac:spMkLst>
            <pc:docMk/>
            <pc:sldMk cId="2147408764" sldId="260"/>
            <ac:spMk id="2" creationId="{9AFB837C-3E07-4129-B371-9F5CA97D5605}"/>
          </ac:spMkLst>
        </pc:spChg>
        <pc:spChg chg="mod">
          <ac:chgData name="Rogers, Kristana" userId="06c54908-b913-4b34-a3f2-9a6986972442" providerId="ADAL" clId="{448B3D01-C9DE-469B-B639-D1A4899B2439}" dt="2023-03-16T01:10:56.846" v="861" actId="1076"/>
          <ac:spMkLst>
            <pc:docMk/>
            <pc:sldMk cId="2147408764" sldId="260"/>
            <ac:spMk id="3" creationId="{49F2A5AF-3C0B-4968-A438-E435325199EA}"/>
          </ac:spMkLst>
        </pc:spChg>
      </pc:sldChg>
      <pc:sldChg chg="modSp mod">
        <pc:chgData name="Rogers, Kristana" userId="06c54908-b913-4b34-a3f2-9a6986972442" providerId="ADAL" clId="{448B3D01-C9DE-469B-B639-D1A4899B2439}" dt="2023-03-16T00:55:40.876" v="527" actId="27107"/>
        <pc:sldMkLst>
          <pc:docMk/>
          <pc:sldMk cId="3054216349" sldId="261"/>
        </pc:sldMkLst>
        <pc:graphicFrameChg chg="modGraphic">
          <ac:chgData name="Rogers, Kristana" userId="06c54908-b913-4b34-a3f2-9a6986972442" providerId="ADAL" clId="{448B3D01-C9DE-469B-B639-D1A4899B2439}" dt="2023-03-16T00:55:40.876" v="527" actId="27107"/>
          <ac:graphicFrameMkLst>
            <pc:docMk/>
            <pc:sldMk cId="3054216349" sldId="261"/>
            <ac:graphicFrameMk id="5" creationId="{8D31F9C6-28EB-4419-B90D-7DE05C4C1D8A}"/>
          </ac:graphicFrameMkLst>
        </pc:graphicFrameChg>
      </pc:sldChg>
      <pc:sldChg chg="modSp mod">
        <pc:chgData name="Rogers, Kristana" userId="06c54908-b913-4b34-a3f2-9a6986972442" providerId="ADAL" clId="{448B3D01-C9DE-469B-B639-D1A4899B2439}" dt="2023-03-16T00:59:57.477" v="642" actId="948"/>
        <pc:sldMkLst>
          <pc:docMk/>
          <pc:sldMk cId="4170921578" sldId="262"/>
        </pc:sldMkLst>
        <pc:spChg chg="mod">
          <ac:chgData name="Rogers, Kristana" userId="06c54908-b913-4b34-a3f2-9a6986972442" providerId="ADAL" clId="{448B3D01-C9DE-469B-B639-D1A4899B2439}" dt="2023-03-16T00:58:50.175" v="626" actId="1076"/>
          <ac:spMkLst>
            <pc:docMk/>
            <pc:sldMk cId="4170921578" sldId="262"/>
            <ac:spMk id="2" creationId="{A7DAC820-49EE-4F41-8B1F-B9E33FF6BE24}"/>
          </ac:spMkLst>
        </pc:spChg>
        <pc:spChg chg="mod">
          <ac:chgData name="Rogers, Kristana" userId="06c54908-b913-4b34-a3f2-9a6986972442" providerId="ADAL" clId="{448B3D01-C9DE-469B-B639-D1A4899B2439}" dt="2023-03-16T00:59:57.477" v="642" actId="948"/>
          <ac:spMkLst>
            <pc:docMk/>
            <pc:sldMk cId="4170921578" sldId="262"/>
            <ac:spMk id="3" creationId="{79FFCA46-4155-4484-8350-F1E0B95F6088}"/>
          </ac:spMkLst>
        </pc:spChg>
      </pc:sldChg>
      <pc:sldChg chg="addSp delSp modSp mod">
        <pc:chgData name="Rogers, Kristana" userId="06c54908-b913-4b34-a3f2-9a6986972442" providerId="ADAL" clId="{448B3D01-C9DE-469B-B639-D1A4899B2439}" dt="2023-03-16T00:58:10.724" v="612" actId="1076"/>
        <pc:sldMkLst>
          <pc:docMk/>
          <pc:sldMk cId="1163931679" sldId="263"/>
        </pc:sldMkLst>
        <pc:spChg chg="del">
          <ac:chgData name="Rogers, Kristana" userId="06c54908-b913-4b34-a3f2-9a6986972442" providerId="ADAL" clId="{448B3D01-C9DE-469B-B639-D1A4899B2439}" dt="2023-03-16T00:57:56.746" v="607" actId="478"/>
          <ac:spMkLst>
            <pc:docMk/>
            <pc:sldMk cId="1163931679" sldId="263"/>
            <ac:spMk id="2" creationId="{531ECDB3-7F62-4124-A1E9-E48D699D2427}"/>
          </ac:spMkLst>
        </pc:spChg>
        <pc:spChg chg="del">
          <ac:chgData name="Rogers, Kristana" userId="06c54908-b913-4b34-a3f2-9a6986972442" providerId="ADAL" clId="{448B3D01-C9DE-469B-B639-D1A4899B2439}" dt="2023-03-16T00:57:33.716" v="601" actId="478"/>
          <ac:spMkLst>
            <pc:docMk/>
            <pc:sldMk cId="1163931679" sldId="263"/>
            <ac:spMk id="3" creationId="{012C84E3-4C09-4253-8964-13B9C34E5E48}"/>
          </ac:spMkLst>
        </pc:spChg>
        <pc:spChg chg="add del mod">
          <ac:chgData name="Rogers, Kristana" userId="06c54908-b913-4b34-a3f2-9a6986972442" providerId="ADAL" clId="{448B3D01-C9DE-469B-B639-D1A4899B2439}" dt="2023-03-16T00:57:37.048" v="602" actId="478"/>
          <ac:spMkLst>
            <pc:docMk/>
            <pc:sldMk cId="1163931679" sldId="263"/>
            <ac:spMk id="6" creationId="{D84294E8-D0C5-82EF-52B8-ECBE9DAFDEC9}"/>
          </ac:spMkLst>
        </pc:spChg>
        <pc:spChg chg="add del mod">
          <ac:chgData name="Rogers, Kristana" userId="06c54908-b913-4b34-a3f2-9a6986972442" providerId="ADAL" clId="{448B3D01-C9DE-469B-B639-D1A4899B2439}" dt="2023-03-16T00:57:58.582" v="608" actId="478"/>
          <ac:spMkLst>
            <pc:docMk/>
            <pc:sldMk cId="1163931679" sldId="263"/>
            <ac:spMk id="9" creationId="{C0B40ED0-7C1D-9C87-B8D5-DCA3D2DF4E2E}"/>
          </ac:spMkLst>
        </pc:spChg>
        <pc:picChg chg="add mod">
          <ac:chgData name="Rogers, Kristana" userId="06c54908-b913-4b34-a3f2-9a6986972442" providerId="ADAL" clId="{448B3D01-C9DE-469B-B639-D1A4899B2439}" dt="2023-03-16T00:58:10.724" v="612" actId="1076"/>
          <ac:picMkLst>
            <pc:docMk/>
            <pc:sldMk cId="1163931679" sldId="263"/>
            <ac:picMk id="7" creationId="{56B33DE3-B7A8-79C3-14BB-F1620BA8290B}"/>
          </ac:picMkLst>
        </pc:picChg>
      </pc:sldChg>
      <pc:sldChg chg="addSp delSp modSp mod">
        <pc:chgData name="Rogers, Kristana" userId="06c54908-b913-4b34-a3f2-9a6986972442" providerId="ADAL" clId="{448B3D01-C9DE-469B-B639-D1A4899B2439}" dt="2023-03-16T00:57:08.420" v="600" actId="1076"/>
        <pc:sldMkLst>
          <pc:docMk/>
          <pc:sldMk cId="3493109116" sldId="264"/>
        </pc:sldMkLst>
        <pc:spChg chg="mod">
          <ac:chgData name="Rogers, Kristana" userId="06c54908-b913-4b34-a3f2-9a6986972442" providerId="ADAL" clId="{448B3D01-C9DE-469B-B639-D1A4899B2439}" dt="2023-03-16T00:57:08.420" v="600" actId="1076"/>
          <ac:spMkLst>
            <pc:docMk/>
            <pc:sldMk cId="3493109116" sldId="264"/>
            <ac:spMk id="2" creationId="{D7836664-70C0-47BA-9BFF-496A04EBBFDE}"/>
          </ac:spMkLst>
        </pc:spChg>
        <pc:spChg chg="add del mod">
          <ac:chgData name="Rogers, Kristana" userId="06c54908-b913-4b34-a3f2-9a6986972442" providerId="ADAL" clId="{448B3D01-C9DE-469B-B639-D1A4899B2439}" dt="2023-03-16T00:56:30.025" v="586" actId="478"/>
          <ac:spMkLst>
            <pc:docMk/>
            <pc:sldMk cId="3493109116" sldId="264"/>
            <ac:spMk id="6" creationId="{C4FA0834-3910-4249-434C-3B2DDC3BC5FB}"/>
          </ac:spMkLst>
        </pc:spChg>
        <pc:spChg chg="add mod">
          <ac:chgData name="Rogers, Kristana" userId="06c54908-b913-4b34-a3f2-9a6986972442" providerId="ADAL" clId="{448B3D01-C9DE-469B-B639-D1A4899B2439}" dt="2023-03-16T00:56:46.850" v="590" actId="255"/>
          <ac:spMkLst>
            <pc:docMk/>
            <pc:sldMk cId="3493109116" sldId="264"/>
            <ac:spMk id="8" creationId="{2A776615-A862-6EA1-CBB4-D6E9471CD041}"/>
          </ac:spMkLst>
        </pc:spChg>
        <pc:graphicFrameChg chg="del">
          <ac:chgData name="Rogers, Kristana" userId="06c54908-b913-4b34-a3f2-9a6986972442" providerId="ADAL" clId="{448B3D01-C9DE-469B-B639-D1A4899B2439}" dt="2023-03-16T00:56:24.012" v="584" actId="478"/>
          <ac:graphicFrameMkLst>
            <pc:docMk/>
            <pc:sldMk cId="3493109116" sldId="264"/>
            <ac:graphicFrameMk id="5" creationId="{5C543D04-921E-4C6A-AF4F-2BDE37415EFE}"/>
          </ac:graphicFrameMkLst>
        </pc:graphicFrameChg>
      </pc:sldChg>
      <pc:sldChg chg="addSp delSp modSp mod">
        <pc:chgData name="Rogers, Kristana" userId="06c54908-b913-4b34-a3f2-9a6986972442" providerId="ADAL" clId="{448B3D01-C9DE-469B-B639-D1A4899B2439}" dt="2023-03-16T01:00:35.135" v="652" actId="1076"/>
        <pc:sldMkLst>
          <pc:docMk/>
          <pc:sldMk cId="1754767038" sldId="265"/>
        </pc:sldMkLst>
        <pc:spChg chg="del mod">
          <ac:chgData name="Rogers, Kristana" userId="06c54908-b913-4b34-a3f2-9a6986972442" providerId="ADAL" clId="{448B3D01-C9DE-469B-B639-D1A4899B2439}" dt="2023-03-16T01:00:21.417" v="645" actId="478"/>
          <ac:spMkLst>
            <pc:docMk/>
            <pc:sldMk cId="1754767038" sldId="265"/>
            <ac:spMk id="2" creationId="{A7DAC820-49EE-4F41-8B1F-B9E33FF6BE24}"/>
          </ac:spMkLst>
        </pc:spChg>
        <pc:spChg chg="del mod">
          <ac:chgData name="Rogers, Kristana" userId="06c54908-b913-4b34-a3f2-9a6986972442" providerId="ADAL" clId="{448B3D01-C9DE-469B-B639-D1A4899B2439}" dt="2023-03-16T01:00:22.407" v="646" actId="478"/>
          <ac:spMkLst>
            <pc:docMk/>
            <pc:sldMk cId="1754767038" sldId="265"/>
            <ac:spMk id="3" creationId="{79FFCA46-4155-4484-8350-F1E0B95F6088}"/>
          </ac:spMkLst>
        </pc:spChg>
        <pc:picChg chg="add mod">
          <ac:chgData name="Rogers, Kristana" userId="06c54908-b913-4b34-a3f2-9a6986972442" providerId="ADAL" clId="{448B3D01-C9DE-469B-B639-D1A4899B2439}" dt="2023-03-16T01:00:35.135" v="652" actId="1076"/>
          <ac:picMkLst>
            <pc:docMk/>
            <pc:sldMk cId="1754767038" sldId="265"/>
            <ac:picMk id="5" creationId="{19BFEAFD-D8B1-7257-B050-1100EF497783}"/>
          </ac:picMkLst>
        </pc:picChg>
      </pc:sldChg>
      <pc:sldChg chg="addSp delSp modSp new mod modAnim">
        <pc:chgData name="Rogers, Kristana" userId="06c54908-b913-4b34-a3f2-9a6986972442" providerId="ADAL" clId="{448B3D01-C9DE-469B-B639-D1A4899B2439}" dt="2023-03-16T01:02:20.801" v="658" actId="14100"/>
        <pc:sldMkLst>
          <pc:docMk/>
          <pc:sldMk cId="4007075362" sldId="266"/>
        </pc:sldMkLst>
        <pc:spChg chg="del">
          <ac:chgData name="Rogers, Kristana" userId="06c54908-b913-4b34-a3f2-9a6986972442" providerId="ADAL" clId="{448B3D01-C9DE-469B-B639-D1A4899B2439}" dt="2023-03-16T01:02:16.551" v="656" actId="478"/>
          <ac:spMkLst>
            <pc:docMk/>
            <pc:sldMk cId="4007075362" sldId="266"/>
            <ac:spMk id="2" creationId="{9D30319C-AC60-AC32-5F41-493B59D06695}"/>
          </ac:spMkLst>
        </pc:spChg>
        <pc:spChg chg="del">
          <ac:chgData name="Rogers, Kristana" userId="06c54908-b913-4b34-a3f2-9a6986972442" providerId="ADAL" clId="{448B3D01-C9DE-469B-B639-D1A4899B2439}" dt="2023-03-16T01:02:02.605" v="654"/>
          <ac:spMkLst>
            <pc:docMk/>
            <pc:sldMk cId="4007075362" sldId="266"/>
            <ac:spMk id="3" creationId="{94C9C681-91DB-44B7-2F27-91D4BC5A7B91}"/>
          </ac:spMkLst>
        </pc:spChg>
        <pc:picChg chg="add mod">
          <ac:chgData name="Rogers, Kristana" userId="06c54908-b913-4b34-a3f2-9a6986972442" providerId="ADAL" clId="{448B3D01-C9DE-469B-B639-D1A4899B2439}" dt="2023-03-16T01:02:20.801" v="658" actId="14100"/>
          <ac:picMkLst>
            <pc:docMk/>
            <pc:sldMk cId="4007075362" sldId="266"/>
            <ac:picMk id="5" creationId="{984CABFA-5E6D-CC99-A324-AB48F71D2B56}"/>
          </ac:picMkLst>
        </pc:picChg>
      </pc:sldChg>
      <pc:sldChg chg="addSp delSp modSp new mod">
        <pc:chgData name="Rogers, Kristana" userId="06c54908-b913-4b34-a3f2-9a6986972442" providerId="ADAL" clId="{448B3D01-C9DE-469B-B639-D1A4899B2439}" dt="2023-03-16T01:08:18.768" v="798" actId="1076"/>
        <pc:sldMkLst>
          <pc:docMk/>
          <pc:sldMk cId="1959975682" sldId="267"/>
        </pc:sldMkLst>
        <pc:spChg chg="mod">
          <ac:chgData name="Rogers, Kristana" userId="06c54908-b913-4b34-a3f2-9a6986972442" providerId="ADAL" clId="{448B3D01-C9DE-469B-B639-D1A4899B2439}" dt="2023-03-16T01:08:18.768" v="798" actId="1076"/>
          <ac:spMkLst>
            <pc:docMk/>
            <pc:sldMk cId="1959975682" sldId="267"/>
            <ac:spMk id="2" creationId="{2BC40441-7E45-9D0A-46BA-DC937883D3C3}"/>
          </ac:spMkLst>
        </pc:spChg>
        <pc:spChg chg="del mod">
          <ac:chgData name="Rogers, Kristana" userId="06c54908-b913-4b34-a3f2-9a6986972442" providerId="ADAL" clId="{448B3D01-C9DE-469B-B639-D1A4899B2439}" dt="2023-03-16T01:05:32.964" v="709"/>
          <ac:spMkLst>
            <pc:docMk/>
            <pc:sldMk cId="1959975682" sldId="267"/>
            <ac:spMk id="3" creationId="{13B62576-0C37-F19C-B12D-2097E87AA073}"/>
          </ac:spMkLst>
        </pc:spChg>
        <pc:spChg chg="add mod">
          <ac:chgData name="Rogers, Kristana" userId="06c54908-b913-4b34-a3f2-9a6986972442" providerId="ADAL" clId="{448B3D01-C9DE-469B-B639-D1A4899B2439}" dt="2023-03-16T01:07:04.797" v="738" actId="1076"/>
          <ac:spMkLst>
            <pc:docMk/>
            <pc:sldMk cId="1959975682" sldId="267"/>
            <ac:spMk id="6" creationId="{60F02D2D-4D99-A0EF-2C2C-23DB692FE93B}"/>
          </ac:spMkLst>
        </pc:spChg>
        <pc:picChg chg="add mod">
          <ac:chgData name="Rogers, Kristana" userId="06c54908-b913-4b34-a3f2-9a6986972442" providerId="ADAL" clId="{448B3D01-C9DE-469B-B639-D1A4899B2439}" dt="2023-03-16T01:07:01.871" v="737" actId="1076"/>
          <ac:picMkLst>
            <pc:docMk/>
            <pc:sldMk cId="1959975682" sldId="267"/>
            <ac:picMk id="5" creationId="{42B0C646-9917-C6C3-3A7A-A95FA431B13E}"/>
          </ac:picMkLst>
        </pc:picChg>
      </pc:sldChg>
      <pc:sldChg chg="addSp delSp modSp new mod">
        <pc:chgData name="Rogers, Kristana" userId="06c54908-b913-4b34-a3f2-9a6986972442" providerId="ADAL" clId="{448B3D01-C9DE-469B-B639-D1A4899B2439}" dt="2023-03-16T01:08:07.217" v="778" actId="20577"/>
        <pc:sldMkLst>
          <pc:docMk/>
          <pc:sldMk cId="3337798611" sldId="268"/>
        </pc:sldMkLst>
        <pc:spChg chg="mod">
          <ac:chgData name="Rogers, Kristana" userId="06c54908-b913-4b34-a3f2-9a6986972442" providerId="ADAL" clId="{448B3D01-C9DE-469B-B639-D1A4899B2439}" dt="2023-03-16T01:08:07.217" v="778" actId="20577"/>
          <ac:spMkLst>
            <pc:docMk/>
            <pc:sldMk cId="3337798611" sldId="268"/>
            <ac:spMk id="2" creationId="{5539CE80-E199-6445-331C-A57B501C9393}"/>
          </ac:spMkLst>
        </pc:spChg>
        <pc:spChg chg="del mod">
          <ac:chgData name="Rogers, Kristana" userId="06c54908-b913-4b34-a3f2-9a6986972442" providerId="ADAL" clId="{448B3D01-C9DE-469B-B639-D1A4899B2439}" dt="2023-03-16T01:07:43.847" v="749"/>
          <ac:spMkLst>
            <pc:docMk/>
            <pc:sldMk cId="3337798611" sldId="268"/>
            <ac:spMk id="3" creationId="{A87A687F-97C0-3472-D7BC-D417E06A3107}"/>
          </ac:spMkLst>
        </pc:spChg>
        <pc:picChg chg="add mod">
          <ac:chgData name="Rogers, Kristana" userId="06c54908-b913-4b34-a3f2-9a6986972442" providerId="ADAL" clId="{448B3D01-C9DE-469B-B639-D1A4899B2439}" dt="2023-03-16T01:07:52.109" v="753" actId="14100"/>
          <ac:picMkLst>
            <pc:docMk/>
            <pc:sldMk cId="3337798611" sldId="268"/>
            <ac:picMk id="5" creationId="{6C1DE45E-B5A3-9BA2-CDF7-BFE8741477C5}"/>
          </ac:picMkLst>
        </pc:picChg>
      </pc:sldChg>
    </pc:docChg>
  </pc:docChgLst>
  <pc:docChgLst>
    <pc:chgData name="White (she/her), Whitney" userId="65f39021-2f1d-4d8b-87dc-b123826f65bf" providerId="ADAL" clId="{3E57AB0D-C27A-4912-8B96-4C27A2091675}"/>
    <pc:docChg chg="modSld">
      <pc:chgData name="White (she/her), Whitney" userId="65f39021-2f1d-4d8b-87dc-b123826f65bf" providerId="ADAL" clId="{3E57AB0D-C27A-4912-8B96-4C27A2091675}" dt="2023-08-19T02:19:16.980" v="16" actId="13244"/>
      <pc:docMkLst>
        <pc:docMk/>
      </pc:docMkLst>
      <pc:sldChg chg="addSp modSp mod">
        <pc:chgData name="White (she/her), Whitney" userId="65f39021-2f1d-4d8b-87dc-b123826f65bf" providerId="ADAL" clId="{3E57AB0D-C27A-4912-8B96-4C27A2091675}" dt="2023-08-19T02:18:24.074" v="5" actId="14100"/>
        <pc:sldMkLst>
          <pc:docMk/>
          <pc:sldMk cId="1482277026" sldId="256"/>
        </pc:sldMkLst>
        <pc:spChg chg="mod">
          <ac:chgData name="White (she/her), Whitney" userId="65f39021-2f1d-4d8b-87dc-b123826f65bf" providerId="ADAL" clId="{3E57AB0D-C27A-4912-8B96-4C27A2091675}" dt="2023-08-19T02:18:00.028" v="0" actId="1076"/>
          <ac:spMkLst>
            <pc:docMk/>
            <pc:sldMk cId="1482277026" sldId="256"/>
            <ac:spMk id="2" creationId="{BFFCF5BD-F8FF-4A67-A8B6-EBB21E79279B}"/>
          </ac:spMkLst>
        </pc:spChg>
        <pc:spChg chg="add mod">
          <ac:chgData name="White (she/her), Whitney" userId="65f39021-2f1d-4d8b-87dc-b123826f65bf" providerId="ADAL" clId="{3E57AB0D-C27A-4912-8B96-4C27A2091675}" dt="2023-08-19T02:18:24.074" v="5" actId="14100"/>
          <ac:spMkLst>
            <pc:docMk/>
            <pc:sldMk cId="1482277026" sldId="256"/>
            <ac:spMk id="4" creationId="{B2A979DE-E4A3-AA72-0A26-1748161799C8}"/>
          </ac:spMkLst>
        </pc:spChg>
      </pc:sldChg>
      <pc:sldChg chg="modSp mod">
        <pc:chgData name="White (she/her), Whitney" userId="65f39021-2f1d-4d8b-87dc-b123826f65bf" providerId="ADAL" clId="{3E57AB0D-C27A-4912-8B96-4C27A2091675}" dt="2023-08-19T02:18:49.952" v="15" actId="20577"/>
        <pc:sldMkLst>
          <pc:docMk/>
          <pc:sldMk cId="2772527113" sldId="259"/>
        </pc:sldMkLst>
        <pc:spChg chg="mod">
          <ac:chgData name="White (she/her), Whitney" userId="65f39021-2f1d-4d8b-87dc-b123826f65bf" providerId="ADAL" clId="{3E57AB0D-C27A-4912-8B96-4C27A2091675}" dt="2023-08-19T02:18:49.952" v="15" actId="20577"/>
          <ac:spMkLst>
            <pc:docMk/>
            <pc:sldMk cId="2772527113" sldId="259"/>
            <ac:spMk id="3" creationId="{8CE08C7F-0286-423B-92F7-DEB89F31111A}"/>
          </ac:spMkLst>
        </pc:spChg>
      </pc:sldChg>
      <pc:sldChg chg="modSp mod">
        <pc:chgData name="White (she/her), Whitney" userId="65f39021-2f1d-4d8b-87dc-b123826f65bf" providerId="ADAL" clId="{3E57AB0D-C27A-4912-8B96-4C27A2091675}" dt="2023-08-19T02:19:16.980" v="16" actId="13244"/>
        <pc:sldMkLst>
          <pc:docMk/>
          <pc:sldMk cId="628893101" sldId="262"/>
        </pc:sldMkLst>
        <pc:graphicFrameChg chg="ord">
          <ac:chgData name="White (she/her), Whitney" userId="65f39021-2f1d-4d8b-87dc-b123826f65bf" providerId="ADAL" clId="{3E57AB0D-C27A-4912-8B96-4C27A2091675}" dt="2023-08-19T02:19:16.980" v="16" actId="13244"/>
          <ac:graphicFrameMkLst>
            <pc:docMk/>
            <pc:sldMk cId="628893101" sldId="262"/>
            <ac:graphicFrameMk id="7" creationId="{090FF200-99DD-4439-9DC4-2857404FD7FA}"/>
          </ac:graphicFrameMkLst>
        </pc:graphicFrameChg>
      </pc:sldChg>
    </pc:docChg>
  </pc:docChgLst>
  <pc:docChgLst>
    <pc:chgData name="White (she/her), Whitney" userId="65f39021-2f1d-4d8b-87dc-b123826f65bf" providerId="ADAL" clId="{DF4A7BAA-AC14-430B-8AC1-EB23B988419D}"/>
    <pc:docChg chg="custSel delSld modSld">
      <pc:chgData name="White (she/her), Whitney" userId="65f39021-2f1d-4d8b-87dc-b123826f65bf" providerId="ADAL" clId="{DF4A7BAA-AC14-430B-8AC1-EB23B988419D}" dt="2023-04-12T19:06:48.121" v="20" actId="5793"/>
      <pc:docMkLst>
        <pc:docMk/>
      </pc:docMkLst>
      <pc:sldChg chg="modSp mod">
        <pc:chgData name="White (she/her), Whitney" userId="65f39021-2f1d-4d8b-87dc-b123826f65bf" providerId="ADAL" clId="{DF4A7BAA-AC14-430B-8AC1-EB23B988419D}" dt="2023-04-12T19:06:08.472" v="8" actId="20577"/>
        <pc:sldMkLst>
          <pc:docMk/>
          <pc:sldMk cId="1482277026" sldId="256"/>
        </pc:sldMkLst>
        <pc:spChg chg="mod">
          <ac:chgData name="White (she/her), Whitney" userId="65f39021-2f1d-4d8b-87dc-b123826f65bf" providerId="ADAL" clId="{DF4A7BAA-AC14-430B-8AC1-EB23B988419D}" dt="2023-04-12T19:06:04.434" v="0" actId="20577"/>
          <ac:spMkLst>
            <pc:docMk/>
            <pc:sldMk cId="1482277026" sldId="256"/>
            <ac:spMk id="2" creationId="{BFFCF5BD-F8FF-4A67-A8B6-EBB21E79279B}"/>
          </ac:spMkLst>
        </pc:spChg>
        <pc:spChg chg="mod">
          <ac:chgData name="White (she/her), Whitney" userId="65f39021-2f1d-4d8b-87dc-b123826f65bf" providerId="ADAL" clId="{DF4A7BAA-AC14-430B-8AC1-EB23B988419D}" dt="2023-04-12T19:06:08.472" v="8" actId="20577"/>
          <ac:spMkLst>
            <pc:docMk/>
            <pc:sldMk cId="1482277026" sldId="256"/>
            <ac:spMk id="3" creationId="{E0FBD98F-3A67-498E-8174-652040DD7B60}"/>
          </ac:spMkLst>
        </pc:spChg>
      </pc:sldChg>
      <pc:sldChg chg="modSp mod">
        <pc:chgData name="White (she/her), Whitney" userId="65f39021-2f1d-4d8b-87dc-b123826f65bf" providerId="ADAL" clId="{DF4A7BAA-AC14-430B-8AC1-EB23B988419D}" dt="2023-04-12T19:06:23.605" v="10" actId="20577"/>
        <pc:sldMkLst>
          <pc:docMk/>
          <pc:sldMk cId="4071305681" sldId="258"/>
        </pc:sldMkLst>
        <pc:spChg chg="mod">
          <ac:chgData name="White (she/her), Whitney" userId="65f39021-2f1d-4d8b-87dc-b123826f65bf" providerId="ADAL" clId="{DF4A7BAA-AC14-430B-8AC1-EB23B988419D}" dt="2023-04-12T19:06:23.605" v="10" actId="20577"/>
          <ac:spMkLst>
            <pc:docMk/>
            <pc:sldMk cId="4071305681" sldId="258"/>
            <ac:spMk id="3" creationId="{392BE286-77A6-49DD-B15D-7E4718D52FE7}"/>
          </ac:spMkLst>
        </pc:spChg>
      </pc:sldChg>
      <pc:sldChg chg="modSp mod">
        <pc:chgData name="White (she/her), Whitney" userId="65f39021-2f1d-4d8b-87dc-b123826f65bf" providerId="ADAL" clId="{DF4A7BAA-AC14-430B-8AC1-EB23B988419D}" dt="2023-04-12T19:06:18.596" v="9" actId="20577"/>
        <pc:sldMkLst>
          <pc:docMk/>
          <pc:sldMk cId="2772527113" sldId="259"/>
        </pc:sldMkLst>
        <pc:spChg chg="mod">
          <ac:chgData name="White (she/her), Whitney" userId="65f39021-2f1d-4d8b-87dc-b123826f65bf" providerId="ADAL" clId="{DF4A7BAA-AC14-430B-8AC1-EB23B988419D}" dt="2023-04-12T19:06:18.596" v="9" actId="20577"/>
          <ac:spMkLst>
            <pc:docMk/>
            <pc:sldMk cId="2772527113" sldId="259"/>
            <ac:spMk id="3" creationId="{8CE08C7F-0286-423B-92F7-DEB89F31111A}"/>
          </ac:spMkLst>
        </pc:spChg>
      </pc:sldChg>
      <pc:sldChg chg="modSp mod">
        <pc:chgData name="White (she/her), Whitney" userId="65f39021-2f1d-4d8b-87dc-b123826f65bf" providerId="ADAL" clId="{DF4A7BAA-AC14-430B-8AC1-EB23B988419D}" dt="2023-04-12T19:06:48.121" v="20" actId="5793"/>
        <pc:sldMkLst>
          <pc:docMk/>
          <pc:sldMk cId="2147408764" sldId="260"/>
        </pc:sldMkLst>
        <pc:spChg chg="mod">
          <ac:chgData name="White (she/her), Whitney" userId="65f39021-2f1d-4d8b-87dc-b123826f65bf" providerId="ADAL" clId="{DF4A7BAA-AC14-430B-8AC1-EB23B988419D}" dt="2023-04-12T19:06:48.121" v="20" actId="5793"/>
          <ac:spMkLst>
            <pc:docMk/>
            <pc:sldMk cId="2147408764" sldId="260"/>
            <ac:spMk id="3" creationId="{49F2A5AF-3C0B-4968-A438-E435325199EA}"/>
          </ac:spMkLst>
        </pc:spChg>
      </pc:sldChg>
      <pc:sldChg chg="modSp mod">
        <pc:chgData name="White (she/her), Whitney" userId="65f39021-2f1d-4d8b-87dc-b123826f65bf" providerId="ADAL" clId="{DF4A7BAA-AC14-430B-8AC1-EB23B988419D}" dt="2023-04-12T19:06:27.755" v="11" actId="6549"/>
        <pc:sldMkLst>
          <pc:docMk/>
          <pc:sldMk cId="3054216349" sldId="261"/>
        </pc:sldMkLst>
        <pc:graphicFrameChg chg="modGraphic">
          <ac:chgData name="White (she/her), Whitney" userId="65f39021-2f1d-4d8b-87dc-b123826f65bf" providerId="ADAL" clId="{DF4A7BAA-AC14-430B-8AC1-EB23B988419D}" dt="2023-04-12T19:06:27.755" v="11" actId="6549"/>
          <ac:graphicFrameMkLst>
            <pc:docMk/>
            <pc:sldMk cId="3054216349" sldId="261"/>
            <ac:graphicFrameMk id="5" creationId="{8D31F9C6-28EB-4419-B90D-7DE05C4C1D8A}"/>
          </ac:graphicFrameMkLst>
        </pc:graphicFrameChg>
      </pc:sldChg>
      <pc:sldChg chg="del">
        <pc:chgData name="White (she/her), Whitney" userId="65f39021-2f1d-4d8b-87dc-b123826f65bf" providerId="ADAL" clId="{DF4A7BAA-AC14-430B-8AC1-EB23B988419D}" dt="2023-04-12T19:06:38.007" v="14" actId="2696"/>
        <pc:sldMkLst>
          <pc:docMk/>
          <pc:sldMk cId="4170921578" sldId="262"/>
        </pc:sldMkLst>
      </pc:sldChg>
      <pc:sldChg chg="del">
        <pc:chgData name="White (she/her), Whitney" userId="65f39021-2f1d-4d8b-87dc-b123826f65bf" providerId="ADAL" clId="{DF4A7BAA-AC14-430B-8AC1-EB23B988419D}" dt="2023-04-12T19:06:35.973" v="13" actId="2696"/>
        <pc:sldMkLst>
          <pc:docMk/>
          <pc:sldMk cId="1163931679" sldId="263"/>
        </pc:sldMkLst>
      </pc:sldChg>
      <pc:sldChg chg="del">
        <pc:chgData name="White (she/her), Whitney" userId="65f39021-2f1d-4d8b-87dc-b123826f65bf" providerId="ADAL" clId="{DF4A7BAA-AC14-430B-8AC1-EB23B988419D}" dt="2023-04-12T19:06:33.811" v="12" actId="2696"/>
        <pc:sldMkLst>
          <pc:docMk/>
          <pc:sldMk cId="3493109116" sldId="264"/>
        </pc:sldMkLst>
      </pc:sldChg>
      <pc:sldChg chg="del">
        <pc:chgData name="White (she/her), Whitney" userId="65f39021-2f1d-4d8b-87dc-b123826f65bf" providerId="ADAL" clId="{DF4A7BAA-AC14-430B-8AC1-EB23B988419D}" dt="2023-04-12T19:06:41.310" v="15" actId="47"/>
        <pc:sldMkLst>
          <pc:docMk/>
          <pc:sldMk cId="1754767038" sldId="265"/>
        </pc:sldMkLst>
      </pc:sldChg>
      <pc:sldChg chg="del">
        <pc:chgData name="White (she/her), Whitney" userId="65f39021-2f1d-4d8b-87dc-b123826f65bf" providerId="ADAL" clId="{DF4A7BAA-AC14-430B-8AC1-EB23B988419D}" dt="2023-04-12T19:06:42.008" v="16" actId="47"/>
        <pc:sldMkLst>
          <pc:docMk/>
          <pc:sldMk cId="4007075362" sldId="266"/>
        </pc:sldMkLst>
      </pc:sldChg>
      <pc:sldChg chg="del">
        <pc:chgData name="White (she/her), Whitney" userId="65f39021-2f1d-4d8b-87dc-b123826f65bf" providerId="ADAL" clId="{DF4A7BAA-AC14-430B-8AC1-EB23B988419D}" dt="2023-04-12T19:06:42.941" v="17" actId="47"/>
        <pc:sldMkLst>
          <pc:docMk/>
          <pc:sldMk cId="1959975682" sldId="267"/>
        </pc:sldMkLst>
      </pc:sldChg>
      <pc:sldChg chg="del">
        <pc:chgData name="White (she/her), Whitney" userId="65f39021-2f1d-4d8b-87dc-b123826f65bf" providerId="ADAL" clId="{DF4A7BAA-AC14-430B-8AC1-EB23B988419D}" dt="2023-04-12T19:06:43.534" v="18" actId="47"/>
        <pc:sldMkLst>
          <pc:docMk/>
          <pc:sldMk cId="3337798611"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6225"/>
            <a:ext cx="9144000" cy="370300"/>
          </a:xfrm>
        </p:spPr>
        <p:txBody>
          <a:bodyPr>
            <a:normAutofit/>
          </a:bodyPr>
          <a:lstStyle/>
          <a:p>
            <a:pPr algn="l"/>
            <a:r>
              <a:rPr lang="en-US" sz="1800" dirty="0"/>
              <a:t>Practicum| Unit 3: Research-Based Instructional Strategies (RBIS) Math | Lesson 4.04</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Conceptual and Procedural Balance in Practice</a:t>
            </a:r>
          </a:p>
        </p:txBody>
      </p:sp>
      <p:sp>
        <p:nvSpPr>
          <p:cNvPr id="4" name="TextBox 3">
            <a:extLst>
              <a:ext uri="{FF2B5EF4-FFF2-40B4-BE49-F238E27FC236}">
                <a16:creationId xmlns:a16="http://schemas.microsoft.com/office/drawing/2014/main" id="{B2A979DE-E4A3-AA72-0A26-1748161799C8}"/>
              </a:ext>
            </a:extLst>
          </p:cNvPr>
          <p:cNvSpPr txBox="1"/>
          <p:nvPr/>
        </p:nvSpPr>
        <p:spPr>
          <a:xfrm>
            <a:off x="0" y="6444250"/>
            <a:ext cx="109347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4C, 5B, 6D, 6E</a:t>
            </a:r>
          </a:p>
          <a:p>
            <a:pPr marL="0" indent="0">
              <a:buNone/>
            </a:pPr>
            <a:endParaRPr lang="en-US" dirty="0"/>
          </a:p>
          <a:p>
            <a:pPr marL="0" indent="0">
              <a:buNone/>
            </a:pPr>
            <a:r>
              <a:rPr lang="en-US" dirty="0"/>
              <a:t>Objectives: </a:t>
            </a:r>
          </a:p>
          <a:p>
            <a:r>
              <a:rPr lang="en-US" dirty="0"/>
              <a:t>Identify examples of conceptual understanding and procedural fluency</a:t>
            </a:r>
          </a:p>
          <a:p>
            <a:r>
              <a:rPr lang="en-US" dirty="0"/>
              <a:t>Develop example problems to describe how a balance of conceptual and procedural understanding is necessary to build proficiency in mathematics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1510"/>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397073"/>
            <a:ext cx="10515600" cy="4427552"/>
          </a:xfrm>
        </p:spPr>
        <p:txBody>
          <a:bodyPr>
            <a:no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Why are both conceptual understanding and procedural fluency important when planning how to teach a lesson?</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E1FF-ACA8-0532-1538-E9E68D49EF4D}"/>
              </a:ext>
            </a:extLst>
          </p:cNvPr>
          <p:cNvSpPr>
            <a:spLocks noGrp="1"/>
          </p:cNvSpPr>
          <p:nvPr>
            <p:ph type="title"/>
          </p:nvPr>
        </p:nvSpPr>
        <p:spPr/>
        <p:txBody>
          <a:bodyPr/>
          <a:lstStyle/>
          <a:p>
            <a:r>
              <a:rPr lang="en-US" dirty="0"/>
              <a:t>Teacher Modeled Example:</a:t>
            </a:r>
          </a:p>
        </p:txBody>
      </p:sp>
      <p:sp>
        <p:nvSpPr>
          <p:cNvPr id="3" name="Content Placeholder 2">
            <a:extLst>
              <a:ext uri="{FF2B5EF4-FFF2-40B4-BE49-F238E27FC236}">
                <a16:creationId xmlns:a16="http://schemas.microsoft.com/office/drawing/2014/main" id="{6B719A41-7483-A85A-95A3-2284ED877D05}"/>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TEKS Mathematics Grade 3, 3H: “Compare fractions having the same numerator or denominator in problems by reasoning about their size and justifying the conclusion using symbols, objects, and pictorial models.”</a:t>
            </a:r>
          </a:p>
          <a:p>
            <a:pPr marL="0" indent="0">
              <a:buNone/>
            </a:pPr>
            <a:endParaRPr lang="en-US" dirty="0">
              <a:latin typeface="Calibri" panose="020F0502020204030204" pitchFamily="34" charset="0"/>
              <a:ea typeface="Calibri" panose="020F0502020204030204" pitchFamily="34" charset="0"/>
              <a:cs typeface="Arial" panose="020B0604020202020204" pitchFamily="34" charset="0"/>
            </a:endParaRPr>
          </a:p>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Goal/Objective: Students will compare fractions with the same denominator and arrange them from least to greatest.</a:t>
            </a:r>
          </a:p>
          <a:p>
            <a:pPr marL="0" indent="0">
              <a:buNone/>
            </a:pPr>
            <a:endParaRPr lang="en-US" sz="4000" b="1" dirty="0">
              <a:latin typeface="Calibri" panose="020F0502020204030204" pitchFamily="34" charset="0"/>
              <a:cs typeface="Arial" panose="020B0604020202020204" pitchFamily="34" charset="0"/>
            </a:endParaRPr>
          </a:p>
          <a:p>
            <a:pPr marL="0" indent="0">
              <a:buNone/>
            </a:pPr>
            <a:endParaRPr lang="en-US" sz="3600" dirty="0"/>
          </a:p>
        </p:txBody>
      </p:sp>
      <p:sp>
        <p:nvSpPr>
          <p:cNvPr id="4" name="Slide Number Placeholder 3">
            <a:extLst>
              <a:ext uri="{FF2B5EF4-FFF2-40B4-BE49-F238E27FC236}">
                <a16:creationId xmlns:a16="http://schemas.microsoft.com/office/drawing/2014/main" id="{53B0956A-76A7-21F1-ED70-9E5859D047B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125878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30C2C-081D-6861-4D40-CF67B595C701}"/>
              </a:ext>
            </a:extLst>
          </p:cNvPr>
          <p:cNvSpPr>
            <a:spLocks noGrp="1"/>
          </p:cNvSpPr>
          <p:nvPr>
            <p:ph type="title"/>
          </p:nvPr>
        </p:nvSpPr>
        <p:spPr/>
        <p:txBody>
          <a:bodyPr/>
          <a:lstStyle/>
          <a:p>
            <a:r>
              <a:rPr lang="en-US" dirty="0"/>
              <a:t>Teacher Modeled Example: Procedural Fluency</a:t>
            </a:r>
          </a:p>
        </p:txBody>
      </p:sp>
      <p:sp>
        <p:nvSpPr>
          <p:cNvPr id="3" name="Content Placeholder 2">
            <a:extLst>
              <a:ext uri="{FF2B5EF4-FFF2-40B4-BE49-F238E27FC236}">
                <a16:creationId xmlns:a16="http://schemas.microsoft.com/office/drawing/2014/main" id="{1BAB052C-1EB2-F2FE-F622-2644C7F06CAA}"/>
              </a:ext>
            </a:extLst>
          </p:cNvPr>
          <p:cNvSpPr>
            <a:spLocks noGrp="1"/>
          </p:cNvSpPr>
          <p:nvPr>
            <p:ph idx="1"/>
          </p:nvPr>
        </p:nvSpPr>
        <p:spPr/>
        <p:txBody>
          <a:bodyPr/>
          <a:lstStyle/>
          <a:p>
            <a:pPr marL="342900" marR="0" lvl="0" indent="-342900">
              <a:spcBef>
                <a:spcPts val="600"/>
              </a:spcBef>
              <a:spcAft>
                <a:spcPts val="60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Arial" panose="020B0604020202020204" pitchFamily="34" charset="0"/>
              </a:rPr>
              <a:t>Order the following fractions from least to greatest: 1/9, 7/9, 4/9, 2/9, 6/9, 3/9, 5/9</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Arial" panose="020B0604020202020204" pitchFamily="34" charset="0"/>
              </a:rPr>
              <a:t>Draw pictures to model each fraction above</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FB578BC9-1DF9-7ADF-3647-53D425F33D17}"/>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4005511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0E70-23EA-8FC0-76A4-69F6BDBDF14B}"/>
              </a:ext>
            </a:extLst>
          </p:cNvPr>
          <p:cNvSpPr>
            <a:spLocks noGrp="1"/>
          </p:cNvSpPr>
          <p:nvPr>
            <p:ph type="title"/>
          </p:nvPr>
        </p:nvSpPr>
        <p:spPr/>
        <p:txBody>
          <a:bodyPr/>
          <a:lstStyle/>
          <a:p>
            <a:r>
              <a:rPr lang="en-US" dirty="0"/>
              <a:t>Teacher Modeled Example: Conceptual Understanding</a:t>
            </a:r>
          </a:p>
        </p:txBody>
      </p:sp>
      <p:sp>
        <p:nvSpPr>
          <p:cNvPr id="3" name="Content Placeholder 2">
            <a:extLst>
              <a:ext uri="{FF2B5EF4-FFF2-40B4-BE49-F238E27FC236}">
                <a16:creationId xmlns:a16="http://schemas.microsoft.com/office/drawing/2014/main" id="{4C472233-F646-DE2A-B12E-D2F9E3D2F5D8}"/>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Create a word problem or scenario for students to solve: </a:t>
            </a:r>
          </a:p>
          <a:p>
            <a:pPr marL="457200" lvl="1" indent="0">
              <a:buNone/>
            </a:pPr>
            <a:r>
              <a:rPr lang="en-US" i="1" dirty="0">
                <a:effectLst/>
                <a:latin typeface="Calibri" panose="020F0502020204030204" pitchFamily="34" charset="0"/>
                <a:ea typeface="Calibri" panose="020F0502020204030204" pitchFamily="34" charset="0"/>
                <a:cs typeface="Arial" panose="020B0604020202020204" pitchFamily="34" charset="0"/>
              </a:rPr>
              <a:t>Bob has a birdfeeder outside of his house. It holds 8 ounces of bird food. Each morning, he monitors how much of the food was eaten the day before, and then refills it to 8 ounces. He used the chart below to track the food amounts for last week. Use the chart to answer the questions</a:t>
            </a:r>
            <a:r>
              <a:rPr lang="en-US" i="1" dirty="0">
                <a:latin typeface="Calibri" panose="020F0502020204030204" pitchFamily="34" charset="0"/>
                <a:ea typeface="Calibri" panose="020F0502020204030204" pitchFamily="34" charset="0"/>
                <a:cs typeface="Arial" panose="020B0604020202020204" pitchFamily="34" charset="0"/>
              </a:rPr>
              <a:t>.</a:t>
            </a:r>
            <a:endParaRPr lang="en-US" i="1"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090FF200-99DD-4439-9DC4-2857404FD7FA}"/>
              </a:ext>
            </a:extLst>
          </p:cNvPr>
          <p:cNvGraphicFramePr>
            <a:graphicFrameLocks noGrp="1"/>
          </p:cNvGraphicFramePr>
          <p:nvPr>
            <p:extLst>
              <p:ext uri="{D42A27DB-BD31-4B8C-83A1-F6EECF244321}">
                <p14:modId xmlns:p14="http://schemas.microsoft.com/office/powerpoint/2010/main" val="2740815490"/>
              </p:ext>
            </p:extLst>
          </p:nvPr>
        </p:nvGraphicFramePr>
        <p:xfrm>
          <a:off x="2479249" y="4025244"/>
          <a:ext cx="6890994" cy="1904216"/>
        </p:xfrm>
        <a:graphic>
          <a:graphicData uri="http://schemas.openxmlformats.org/drawingml/2006/table">
            <a:tbl>
              <a:tblPr firstRow="1" firstCol="1" bandRow="1">
                <a:tableStyleId>{5940675A-B579-460E-94D1-54222C63F5DA}</a:tableStyleId>
              </a:tblPr>
              <a:tblGrid>
                <a:gridCol w="3445497">
                  <a:extLst>
                    <a:ext uri="{9D8B030D-6E8A-4147-A177-3AD203B41FA5}">
                      <a16:colId xmlns:a16="http://schemas.microsoft.com/office/drawing/2014/main" val="3584241799"/>
                    </a:ext>
                  </a:extLst>
                </a:gridCol>
                <a:gridCol w="3445497">
                  <a:extLst>
                    <a:ext uri="{9D8B030D-6E8A-4147-A177-3AD203B41FA5}">
                      <a16:colId xmlns:a16="http://schemas.microsoft.com/office/drawing/2014/main" val="3368563228"/>
                    </a:ext>
                  </a:extLst>
                </a:gridCol>
              </a:tblGrid>
              <a:tr h="238027">
                <a:tc>
                  <a:txBody>
                    <a:bodyPr/>
                    <a:lstStyle/>
                    <a:p>
                      <a:pPr marL="0" marR="0" algn="ctr">
                        <a:spcBef>
                          <a:spcPts val="600"/>
                        </a:spcBef>
                        <a:spcAft>
                          <a:spcPts val="600"/>
                        </a:spcAft>
                      </a:pPr>
                      <a:r>
                        <a:rPr lang="en-US" sz="1100" b="1" dirty="0">
                          <a:effectLst/>
                        </a:rPr>
                        <a:t>Day of the Week</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1100" b="1" dirty="0">
                          <a:effectLst/>
                        </a:rPr>
                        <a:t>How Much Food Was Eaten</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1367468"/>
                  </a:ext>
                </a:extLst>
              </a:tr>
              <a:tr h="238027">
                <a:tc>
                  <a:txBody>
                    <a:bodyPr/>
                    <a:lstStyle/>
                    <a:p>
                      <a:pPr marL="0" marR="0">
                        <a:spcBef>
                          <a:spcPts val="600"/>
                        </a:spcBef>
                        <a:spcAft>
                          <a:spcPts val="600"/>
                        </a:spcAft>
                      </a:pPr>
                      <a:r>
                        <a:rPr lang="en-US" sz="1100" b="1" dirty="0">
                          <a:effectLst/>
                        </a:rPr>
                        <a:t>Monday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1/8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9699776"/>
                  </a:ext>
                </a:extLst>
              </a:tr>
              <a:tr h="238027">
                <a:tc>
                  <a:txBody>
                    <a:bodyPr/>
                    <a:lstStyle/>
                    <a:p>
                      <a:pPr marL="0" marR="0">
                        <a:spcBef>
                          <a:spcPts val="600"/>
                        </a:spcBef>
                        <a:spcAft>
                          <a:spcPts val="600"/>
                        </a:spcAft>
                      </a:pPr>
                      <a:r>
                        <a:rPr lang="en-US" sz="1100" b="1" dirty="0">
                          <a:effectLst/>
                        </a:rPr>
                        <a:t>Tuesday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6/8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69916507"/>
                  </a:ext>
                </a:extLst>
              </a:tr>
              <a:tr h="238027">
                <a:tc>
                  <a:txBody>
                    <a:bodyPr/>
                    <a:lstStyle/>
                    <a:p>
                      <a:pPr marL="0" marR="0">
                        <a:spcBef>
                          <a:spcPts val="600"/>
                        </a:spcBef>
                        <a:spcAft>
                          <a:spcPts val="600"/>
                        </a:spcAft>
                      </a:pPr>
                      <a:r>
                        <a:rPr lang="en-US" sz="1100" b="1" dirty="0">
                          <a:effectLst/>
                        </a:rPr>
                        <a:t>Wednesday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4/8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07055714"/>
                  </a:ext>
                </a:extLst>
              </a:tr>
              <a:tr h="238027">
                <a:tc>
                  <a:txBody>
                    <a:bodyPr/>
                    <a:lstStyle/>
                    <a:p>
                      <a:pPr marL="0" marR="0">
                        <a:spcBef>
                          <a:spcPts val="600"/>
                        </a:spcBef>
                        <a:spcAft>
                          <a:spcPts val="600"/>
                        </a:spcAft>
                      </a:pPr>
                      <a:r>
                        <a:rPr lang="en-US" sz="1100" b="1" dirty="0">
                          <a:effectLst/>
                        </a:rPr>
                        <a:t>Thursday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78194934"/>
                  </a:ext>
                </a:extLst>
              </a:tr>
              <a:tr h="238027">
                <a:tc>
                  <a:txBody>
                    <a:bodyPr/>
                    <a:lstStyle/>
                    <a:p>
                      <a:pPr marL="0" marR="0">
                        <a:spcBef>
                          <a:spcPts val="600"/>
                        </a:spcBef>
                        <a:spcAft>
                          <a:spcPts val="600"/>
                        </a:spcAft>
                      </a:pPr>
                      <a:r>
                        <a:rPr lang="en-US" sz="1100" b="1" dirty="0">
                          <a:effectLst/>
                        </a:rPr>
                        <a:t>Friday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68213209"/>
                  </a:ext>
                </a:extLst>
              </a:tr>
              <a:tr h="238027">
                <a:tc>
                  <a:txBody>
                    <a:bodyPr/>
                    <a:lstStyle/>
                    <a:p>
                      <a:pPr marL="0" marR="0">
                        <a:spcBef>
                          <a:spcPts val="600"/>
                        </a:spcBef>
                        <a:spcAft>
                          <a:spcPts val="600"/>
                        </a:spcAft>
                      </a:pPr>
                      <a:r>
                        <a:rPr lang="en-US" sz="1100" b="1" dirty="0">
                          <a:effectLst/>
                        </a:rPr>
                        <a:t>Saturday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5/8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01050294"/>
                  </a:ext>
                </a:extLst>
              </a:tr>
              <a:tr h="238027">
                <a:tc>
                  <a:txBody>
                    <a:bodyPr/>
                    <a:lstStyle/>
                    <a:p>
                      <a:pPr marL="0" marR="0">
                        <a:spcBef>
                          <a:spcPts val="600"/>
                        </a:spcBef>
                        <a:spcAft>
                          <a:spcPts val="600"/>
                        </a:spcAft>
                      </a:pPr>
                      <a:r>
                        <a:rPr lang="en-US" sz="1100" b="1" dirty="0">
                          <a:effectLst/>
                        </a:rPr>
                        <a:t>Sunday</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11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74860582"/>
                  </a:ext>
                </a:extLst>
              </a:tr>
            </a:tbl>
          </a:graphicData>
        </a:graphic>
      </p:graphicFrame>
      <p:sp>
        <p:nvSpPr>
          <p:cNvPr id="4" name="Slide Number Placeholder 3">
            <a:extLst>
              <a:ext uri="{FF2B5EF4-FFF2-40B4-BE49-F238E27FC236}">
                <a16:creationId xmlns:a16="http://schemas.microsoft.com/office/drawing/2014/main" id="{B193790F-38D6-815D-97BB-E412AE0D89E7}"/>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628893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84167"/>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73955"/>
            <a:ext cx="10515600" cy="4351338"/>
          </a:xfrm>
        </p:spPr>
        <p:txBody>
          <a:bodyPr>
            <a:noAutofit/>
          </a:bodyPr>
          <a:lstStyle/>
          <a:p>
            <a:pPr marL="0" indent="0">
              <a:spcBef>
                <a:spcPts val="600"/>
              </a:spcBef>
              <a:spcAft>
                <a:spcPts val="1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Reflect on your experience designing instruction for the math standard you selected. What was challenging about balancing conceptual and procedural instruction? Was one easier to plan for than the other? How does this activity impact your thinking about mathematics instruction?</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lvl="0" indent="0">
              <a:spcBef>
                <a:spcPts val="600"/>
              </a:spcBef>
              <a:spcAft>
                <a:spcPts val="1800"/>
              </a:spcAft>
              <a:buNone/>
            </a:pP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TotalTime>
  <Words>347</Words>
  <Application>Microsoft Office PowerPoint</Application>
  <PresentationFormat>Widescreen</PresentationFormat>
  <Paragraphs>45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Practicum| Unit 3: Research-Based Instructional Strategies (RBIS) Math | Lesson 4.04</vt:lpstr>
      <vt:lpstr>TEKS Standards &amp; Objectives</vt:lpstr>
      <vt:lpstr>Bellringer</vt:lpstr>
      <vt:lpstr>Teacher Modeled Example:</vt:lpstr>
      <vt:lpstr>Teacher Modeled Example: Procedural Fluency</vt:lpstr>
      <vt:lpstr>Teacher Modeled Example: Conceptual Understanding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4.04: Conceptual and Procedural Balance in Practice</dc:title>
  <dc:subject>Lesson 4.04: Conceptual and Procedural Balance in Practice</dc:subject>
  <dc:creator>Texas Education Agency</dc:creator>
  <cp:lastModifiedBy>White (she/her), Whitney</cp:lastModifiedBy>
  <cp:revision>4</cp:revision>
  <dcterms:created xsi:type="dcterms:W3CDTF">2022-05-09T19:40:20Z</dcterms:created>
  <dcterms:modified xsi:type="dcterms:W3CDTF">2023-08-19T02:19:23Z</dcterms:modified>
</cp:coreProperties>
</file>
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4" r:id="rId5"/>
    <p:sldId id="266" r:id="rId6"/>
    <p:sldId id="268"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7" d="100"/>
          <a:sy n="67" d="100"/>
        </p:scale>
        <p:origin x="5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ls, Nicole" userId="635ffad0-149b-4734-875d-ab8f60d68deb" providerId="ADAL" clId="{1B332D02-99EA-4584-97C8-500AB4AD3C33}"/>
    <pc:docChg chg="custSel addSld modSld">
      <pc:chgData name="Mills, Nicole" userId="635ffad0-149b-4734-875d-ab8f60d68deb" providerId="ADAL" clId="{1B332D02-99EA-4584-97C8-500AB4AD3C33}" dt="2023-01-05T13:28:50.053" v="458" actId="20577"/>
      <pc:docMkLst>
        <pc:docMk/>
      </pc:docMkLst>
      <pc:sldChg chg="modSp mod">
        <pc:chgData name="Mills, Nicole" userId="635ffad0-149b-4734-875d-ab8f60d68deb" providerId="ADAL" clId="{1B332D02-99EA-4584-97C8-500AB4AD3C33}" dt="2023-01-05T11:59:24.830" v="19" actId="20577"/>
        <pc:sldMkLst>
          <pc:docMk/>
          <pc:sldMk cId="1482277026" sldId="256"/>
        </pc:sldMkLst>
        <pc:spChg chg="mod">
          <ac:chgData name="Mills, Nicole" userId="635ffad0-149b-4734-875d-ab8f60d68deb" providerId="ADAL" clId="{1B332D02-99EA-4584-97C8-500AB4AD3C33}" dt="2023-01-05T11:59:17.646" v="2" actId="20577"/>
          <ac:spMkLst>
            <pc:docMk/>
            <pc:sldMk cId="1482277026" sldId="256"/>
            <ac:spMk id="2" creationId="{BFFCF5BD-F8FF-4A67-A8B6-EBB21E79279B}"/>
          </ac:spMkLst>
        </pc:spChg>
        <pc:spChg chg="mod">
          <ac:chgData name="Mills, Nicole" userId="635ffad0-149b-4734-875d-ab8f60d68deb" providerId="ADAL" clId="{1B332D02-99EA-4584-97C8-500AB4AD3C33}" dt="2023-01-05T11:59:24.830" v="19" actId="20577"/>
          <ac:spMkLst>
            <pc:docMk/>
            <pc:sldMk cId="1482277026" sldId="256"/>
            <ac:spMk id="3" creationId="{E0FBD98F-3A67-498E-8174-652040DD7B60}"/>
          </ac:spMkLst>
        </pc:spChg>
      </pc:sldChg>
      <pc:sldChg chg="modSp mod">
        <pc:chgData name="Mills, Nicole" userId="635ffad0-149b-4734-875d-ab8f60d68deb" providerId="ADAL" clId="{1B332D02-99EA-4584-97C8-500AB4AD3C33}" dt="2023-01-05T12:02:14.724" v="27"/>
        <pc:sldMkLst>
          <pc:docMk/>
          <pc:sldMk cId="4071305681" sldId="258"/>
        </pc:sldMkLst>
        <pc:spChg chg="mod">
          <ac:chgData name="Mills, Nicole" userId="635ffad0-149b-4734-875d-ab8f60d68deb" providerId="ADAL" clId="{1B332D02-99EA-4584-97C8-500AB4AD3C33}" dt="2023-01-05T12:02:14.724" v="27"/>
          <ac:spMkLst>
            <pc:docMk/>
            <pc:sldMk cId="4071305681" sldId="258"/>
            <ac:spMk id="3" creationId="{392BE286-77A6-49DD-B15D-7E4718D52FE7}"/>
          </ac:spMkLst>
        </pc:spChg>
      </pc:sldChg>
      <pc:sldChg chg="modSp mod">
        <pc:chgData name="Mills, Nicole" userId="635ffad0-149b-4734-875d-ab8f60d68deb" providerId="ADAL" clId="{1B332D02-99EA-4584-97C8-500AB4AD3C33}" dt="2023-01-05T12:02:03.295" v="26" actId="20577"/>
        <pc:sldMkLst>
          <pc:docMk/>
          <pc:sldMk cId="2772527113" sldId="259"/>
        </pc:sldMkLst>
        <pc:spChg chg="mod">
          <ac:chgData name="Mills, Nicole" userId="635ffad0-149b-4734-875d-ab8f60d68deb" providerId="ADAL" clId="{1B332D02-99EA-4584-97C8-500AB4AD3C33}" dt="2023-01-05T12:02:03.295" v="26" actId="20577"/>
          <ac:spMkLst>
            <pc:docMk/>
            <pc:sldMk cId="2772527113" sldId="259"/>
            <ac:spMk id="3" creationId="{8CE08C7F-0286-423B-92F7-DEB89F31111A}"/>
          </ac:spMkLst>
        </pc:spChg>
      </pc:sldChg>
      <pc:sldChg chg="modSp mod">
        <pc:chgData name="Mills, Nicole" userId="635ffad0-149b-4734-875d-ab8f60d68deb" providerId="ADAL" clId="{1B332D02-99EA-4584-97C8-500AB4AD3C33}" dt="2023-01-05T12:02:52.552" v="35" actId="403"/>
        <pc:sldMkLst>
          <pc:docMk/>
          <pc:sldMk cId="3493109116" sldId="264"/>
        </pc:sldMkLst>
        <pc:graphicFrameChg chg="mod modGraphic">
          <ac:chgData name="Mills, Nicole" userId="635ffad0-149b-4734-875d-ab8f60d68deb" providerId="ADAL" clId="{1B332D02-99EA-4584-97C8-500AB4AD3C33}" dt="2023-01-05T12:02:52.552" v="35" actId="403"/>
          <ac:graphicFrameMkLst>
            <pc:docMk/>
            <pc:sldMk cId="3493109116" sldId="264"/>
            <ac:graphicFrameMk id="3" creationId="{F2860C0F-BA53-412B-8826-DAA9A1B29BA9}"/>
          </ac:graphicFrameMkLst>
        </pc:graphicFrameChg>
      </pc:sldChg>
      <pc:sldChg chg="addSp delSp modSp mod delAnim">
        <pc:chgData name="Mills, Nicole" userId="635ffad0-149b-4734-875d-ab8f60d68deb" providerId="ADAL" clId="{1B332D02-99EA-4584-97C8-500AB4AD3C33}" dt="2023-01-05T13:07:14.940" v="144" actId="20577"/>
        <pc:sldMkLst>
          <pc:docMk/>
          <pc:sldMk cId="1936015983" sldId="266"/>
        </pc:sldMkLst>
        <pc:spChg chg="mod">
          <ac:chgData name="Mills, Nicole" userId="635ffad0-149b-4734-875d-ab8f60d68deb" providerId="ADAL" clId="{1B332D02-99EA-4584-97C8-500AB4AD3C33}" dt="2023-01-05T13:07:14.940" v="144" actId="20577"/>
          <ac:spMkLst>
            <pc:docMk/>
            <pc:sldMk cId="1936015983" sldId="266"/>
            <ac:spMk id="2" creationId="{9AFB837C-3E07-4129-B371-9F5CA97D5605}"/>
          </ac:spMkLst>
        </pc:spChg>
        <pc:spChg chg="add mod">
          <ac:chgData name="Mills, Nicole" userId="635ffad0-149b-4734-875d-ab8f60d68deb" providerId="ADAL" clId="{1B332D02-99EA-4584-97C8-500AB4AD3C33}" dt="2023-01-05T13:07:00.707" v="142" actId="20577"/>
          <ac:spMkLst>
            <pc:docMk/>
            <pc:sldMk cId="1936015983" sldId="266"/>
            <ac:spMk id="6" creationId="{0FF8D460-EF1C-4294-87F0-2081A67D40B1}"/>
          </ac:spMkLst>
        </pc:spChg>
        <pc:picChg chg="del">
          <ac:chgData name="Mills, Nicole" userId="635ffad0-149b-4734-875d-ab8f60d68deb" providerId="ADAL" clId="{1B332D02-99EA-4584-97C8-500AB4AD3C33}" dt="2023-01-05T13:06:12.198" v="134" actId="478"/>
          <ac:picMkLst>
            <pc:docMk/>
            <pc:sldMk cId="1936015983" sldId="266"/>
            <ac:picMk id="7" creationId="{F7D056D4-0C3A-4150-A5CC-092E54C1C8FD}"/>
          </ac:picMkLst>
        </pc:picChg>
      </pc:sldChg>
      <pc:sldChg chg="modSp mod">
        <pc:chgData name="Mills, Nicole" userId="635ffad0-149b-4734-875d-ab8f60d68deb" providerId="ADAL" clId="{1B332D02-99EA-4584-97C8-500AB4AD3C33}" dt="2023-01-05T13:28:50.053" v="458" actId="20577"/>
        <pc:sldMkLst>
          <pc:docMk/>
          <pc:sldMk cId="2313533111" sldId="267"/>
        </pc:sldMkLst>
        <pc:spChg chg="mod">
          <ac:chgData name="Mills, Nicole" userId="635ffad0-149b-4734-875d-ab8f60d68deb" providerId="ADAL" clId="{1B332D02-99EA-4584-97C8-500AB4AD3C33}" dt="2023-01-05T13:28:50.053" v="458" actId="20577"/>
          <ac:spMkLst>
            <pc:docMk/>
            <pc:sldMk cId="2313533111" sldId="267"/>
            <ac:spMk id="3" creationId="{49F2A5AF-3C0B-4968-A438-E435325199EA}"/>
          </ac:spMkLst>
        </pc:spChg>
      </pc:sldChg>
      <pc:sldChg chg="addSp modSp add mod">
        <pc:chgData name="Mills, Nicole" userId="635ffad0-149b-4734-875d-ab8f60d68deb" providerId="ADAL" clId="{1B332D02-99EA-4584-97C8-500AB4AD3C33}" dt="2023-01-05T13:22:59.737" v="340" actId="404"/>
        <pc:sldMkLst>
          <pc:docMk/>
          <pc:sldMk cId="687916227" sldId="268"/>
        </pc:sldMkLst>
        <pc:spChg chg="mod">
          <ac:chgData name="Mills, Nicole" userId="635ffad0-149b-4734-875d-ab8f60d68deb" providerId="ADAL" clId="{1B332D02-99EA-4584-97C8-500AB4AD3C33}" dt="2023-01-05T13:08:15.449" v="185" actId="1076"/>
          <ac:spMkLst>
            <pc:docMk/>
            <pc:sldMk cId="687916227" sldId="268"/>
            <ac:spMk id="2" creationId="{9AFB837C-3E07-4129-B371-9F5CA97D5605}"/>
          </ac:spMkLst>
        </pc:spChg>
        <pc:spChg chg="mod">
          <ac:chgData name="Mills, Nicole" userId="635ffad0-149b-4734-875d-ab8f60d68deb" providerId="ADAL" clId="{1B332D02-99EA-4584-97C8-500AB4AD3C33}" dt="2023-01-05T13:08:18.392" v="186" actId="1076"/>
          <ac:spMkLst>
            <pc:docMk/>
            <pc:sldMk cId="687916227" sldId="268"/>
            <ac:spMk id="6" creationId="{0FF8D460-EF1C-4294-87F0-2081A67D40B1}"/>
          </ac:spMkLst>
        </pc:spChg>
        <pc:spChg chg="add mod">
          <ac:chgData name="Mills, Nicole" userId="635ffad0-149b-4734-875d-ab8f60d68deb" providerId="ADAL" clId="{1B332D02-99EA-4584-97C8-500AB4AD3C33}" dt="2023-01-05T13:22:59.737" v="340" actId="404"/>
          <ac:spMkLst>
            <pc:docMk/>
            <pc:sldMk cId="687916227" sldId="268"/>
            <ac:spMk id="7" creationId="{43CC32DF-251F-4E66-9E04-B5B8A41A717E}"/>
          </ac:spMkLst>
        </pc:spChg>
        <pc:picChg chg="add mod">
          <ac:chgData name="Mills, Nicole" userId="635ffad0-149b-4734-875d-ab8f60d68deb" providerId="ADAL" clId="{1B332D02-99EA-4584-97C8-500AB4AD3C33}" dt="2023-01-05T13:08:32.078" v="189" actId="1076"/>
          <ac:picMkLst>
            <pc:docMk/>
            <pc:sldMk cId="687916227" sldId="268"/>
            <ac:picMk id="5" creationId="{542021F2-5A22-46A0-BD2A-7574D35B43CA}"/>
          </ac:picMkLst>
        </pc:picChg>
      </pc:sldChg>
      <pc:sldChg chg="addSp modSp add mod">
        <pc:chgData name="Mills, Nicole" userId="635ffad0-149b-4734-875d-ab8f60d68deb" providerId="ADAL" clId="{1B332D02-99EA-4584-97C8-500AB4AD3C33}" dt="2023-01-05T13:23:05.076" v="341"/>
        <pc:sldMkLst>
          <pc:docMk/>
          <pc:sldMk cId="3710952636" sldId="269"/>
        </pc:sldMkLst>
        <pc:spChg chg="mod">
          <ac:chgData name="Mills, Nicole" userId="635ffad0-149b-4734-875d-ab8f60d68deb" providerId="ADAL" clId="{1B332D02-99EA-4584-97C8-500AB4AD3C33}" dt="2023-01-05T13:08:45.380" v="208" actId="20577"/>
          <ac:spMkLst>
            <pc:docMk/>
            <pc:sldMk cId="3710952636" sldId="269"/>
            <ac:spMk id="2" creationId="{9AFB837C-3E07-4129-B371-9F5CA97D5605}"/>
          </ac:spMkLst>
        </pc:spChg>
        <pc:spChg chg="mod">
          <ac:chgData name="Mills, Nicole" userId="635ffad0-149b-4734-875d-ab8f60d68deb" providerId="ADAL" clId="{1B332D02-99EA-4584-97C8-500AB4AD3C33}" dt="2023-01-05T13:09:12.113" v="212" actId="14100"/>
          <ac:spMkLst>
            <pc:docMk/>
            <pc:sldMk cId="3710952636" sldId="269"/>
            <ac:spMk id="6" creationId="{0FF8D460-EF1C-4294-87F0-2081A67D40B1}"/>
          </ac:spMkLst>
        </pc:spChg>
        <pc:spChg chg="add mod">
          <ac:chgData name="Mills, Nicole" userId="635ffad0-149b-4734-875d-ab8f60d68deb" providerId="ADAL" clId="{1B332D02-99EA-4584-97C8-500AB4AD3C33}" dt="2023-01-05T13:23:05.076" v="341"/>
          <ac:spMkLst>
            <pc:docMk/>
            <pc:sldMk cId="3710952636" sldId="269"/>
            <ac:spMk id="7" creationId="{8BE4EAF1-F728-40F1-80BB-0D33F0A784F2}"/>
          </ac:spMkLst>
        </pc:spChg>
        <pc:picChg chg="mod">
          <ac:chgData name="Mills, Nicole" userId="635ffad0-149b-4734-875d-ab8f60d68deb" providerId="ADAL" clId="{1B332D02-99EA-4584-97C8-500AB4AD3C33}" dt="2023-01-05T13:09:16.439" v="213" actId="14100"/>
          <ac:picMkLst>
            <pc:docMk/>
            <pc:sldMk cId="3710952636" sldId="269"/>
            <ac:picMk id="5" creationId="{542021F2-5A22-46A0-BD2A-7574D35B43CA}"/>
          </ac:picMkLst>
        </pc:picChg>
      </pc:sldChg>
      <pc:sldChg chg="addSp delSp modSp add mod">
        <pc:chgData name="Mills, Nicole" userId="635ffad0-149b-4734-875d-ab8f60d68deb" providerId="ADAL" clId="{1B332D02-99EA-4584-97C8-500AB4AD3C33}" dt="2023-01-05T13:22:55.137" v="339" actId="404"/>
        <pc:sldMkLst>
          <pc:docMk/>
          <pc:sldMk cId="3082515101" sldId="270"/>
        </pc:sldMkLst>
        <pc:spChg chg="mod">
          <ac:chgData name="Mills, Nicole" userId="635ffad0-149b-4734-875d-ab8f60d68deb" providerId="ADAL" clId="{1B332D02-99EA-4584-97C8-500AB4AD3C33}" dt="2023-01-05T13:10:17.889" v="264" actId="14100"/>
          <ac:spMkLst>
            <pc:docMk/>
            <pc:sldMk cId="3082515101" sldId="270"/>
            <ac:spMk id="2" creationId="{9AFB837C-3E07-4129-B371-9F5CA97D5605}"/>
          </ac:spMkLst>
        </pc:spChg>
        <pc:spChg chg="mod">
          <ac:chgData name="Mills, Nicole" userId="635ffad0-149b-4734-875d-ab8f60d68deb" providerId="ADAL" clId="{1B332D02-99EA-4584-97C8-500AB4AD3C33}" dt="2023-01-05T13:10:28.639" v="267" actId="1076"/>
          <ac:spMkLst>
            <pc:docMk/>
            <pc:sldMk cId="3082515101" sldId="270"/>
            <ac:spMk id="6" creationId="{0FF8D460-EF1C-4294-87F0-2081A67D40B1}"/>
          </ac:spMkLst>
        </pc:spChg>
        <pc:spChg chg="add mod">
          <ac:chgData name="Mills, Nicole" userId="635ffad0-149b-4734-875d-ab8f60d68deb" providerId="ADAL" clId="{1B332D02-99EA-4584-97C8-500AB4AD3C33}" dt="2023-01-05T13:22:55.137" v="339" actId="404"/>
          <ac:spMkLst>
            <pc:docMk/>
            <pc:sldMk cId="3082515101" sldId="270"/>
            <ac:spMk id="8" creationId="{B18CF757-C940-4903-9E91-04B61B4952BE}"/>
          </ac:spMkLst>
        </pc:spChg>
        <pc:picChg chg="del">
          <ac:chgData name="Mills, Nicole" userId="635ffad0-149b-4734-875d-ab8f60d68deb" providerId="ADAL" clId="{1B332D02-99EA-4584-97C8-500AB4AD3C33}" dt="2023-01-05T13:10:00.697" v="258" actId="478"/>
          <ac:picMkLst>
            <pc:docMk/>
            <pc:sldMk cId="3082515101" sldId="270"/>
            <ac:picMk id="5" creationId="{542021F2-5A22-46A0-BD2A-7574D35B43CA}"/>
          </ac:picMkLst>
        </pc:picChg>
        <pc:picChg chg="add mod">
          <ac:chgData name="Mills, Nicole" userId="635ffad0-149b-4734-875d-ab8f60d68deb" providerId="ADAL" clId="{1B332D02-99EA-4584-97C8-500AB4AD3C33}" dt="2023-01-05T13:22:34.287" v="335" actId="1076"/>
          <ac:picMkLst>
            <pc:docMk/>
            <pc:sldMk cId="3082515101" sldId="270"/>
            <ac:picMk id="7" creationId="{A6AF8FCD-F890-4127-A784-50F7687E7F99}"/>
          </ac:picMkLst>
        </pc:picChg>
      </pc:sldChg>
      <pc:sldChg chg="addSp modSp add mod">
        <pc:chgData name="Mills, Nicole" userId="635ffad0-149b-4734-875d-ab8f60d68deb" providerId="ADAL" clId="{1B332D02-99EA-4584-97C8-500AB4AD3C33}" dt="2023-01-05T13:22:50.376" v="338" actId="404"/>
        <pc:sldMkLst>
          <pc:docMk/>
          <pc:sldMk cId="2866561618" sldId="271"/>
        </pc:sldMkLst>
        <pc:spChg chg="mod">
          <ac:chgData name="Mills, Nicole" userId="635ffad0-149b-4734-875d-ab8f60d68deb" providerId="ADAL" clId="{1B332D02-99EA-4584-97C8-500AB4AD3C33}" dt="2023-01-05T13:11:05.545" v="310" actId="20577"/>
          <ac:spMkLst>
            <pc:docMk/>
            <pc:sldMk cId="2866561618" sldId="271"/>
            <ac:spMk id="2" creationId="{9AFB837C-3E07-4129-B371-9F5CA97D5605}"/>
          </ac:spMkLst>
        </pc:spChg>
        <pc:spChg chg="mod">
          <ac:chgData name="Mills, Nicole" userId="635ffad0-149b-4734-875d-ab8f60d68deb" providerId="ADAL" clId="{1B332D02-99EA-4584-97C8-500AB4AD3C33}" dt="2023-01-05T13:11:17.181" v="311"/>
          <ac:spMkLst>
            <pc:docMk/>
            <pc:sldMk cId="2866561618" sldId="271"/>
            <ac:spMk id="6" creationId="{0FF8D460-EF1C-4294-87F0-2081A67D40B1}"/>
          </ac:spMkLst>
        </pc:spChg>
        <pc:spChg chg="add mod">
          <ac:chgData name="Mills, Nicole" userId="635ffad0-149b-4734-875d-ab8f60d68deb" providerId="ADAL" clId="{1B332D02-99EA-4584-97C8-500AB4AD3C33}" dt="2023-01-05T13:22:50.376" v="338" actId="404"/>
          <ac:spMkLst>
            <pc:docMk/>
            <pc:sldMk cId="2866561618" sldId="271"/>
            <ac:spMk id="8" creationId="{22FEEFD2-55EB-475E-9EE0-7FD35D91C997}"/>
          </ac:spMkLst>
        </pc:spChg>
        <pc:picChg chg="mod">
          <ac:chgData name="Mills, Nicole" userId="635ffad0-149b-4734-875d-ab8f60d68deb" providerId="ADAL" clId="{1B332D02-99EA-4584-97C8-500AB4AD3C33}" dt="2023-01-05T13:22:44.303" v="337" actId="1076"/>
          <ac:picMkLst>
            <pc:docMk/>
            <pc:sldMk cId="2866561618" sldId="271"/>
            <ac:picMk id="7" creationId="{A6AF8FCD-F890-4127-A784-50F7687E7F99}"/>
          </ac:picMkLst>
        </pc:picChg>
      </pc:sldChg>
      <pc:sldChg chg="delSp modSp add mod">
        <pc:chgData name="Mills, Nicole" userId="635ffad0-149b-4734-875d-ab8f60d68deb" providerId="ADAL" clId="{1B332D02-99EA-4584-97C8-500AB4AD3C33}" dt="2023-01-05T13:24:08.337" v="395" actId="478"/>
        <pc:sldMkLst>
          <pc:docMk/>
          <pc:sldMk cId="3902368305" sldId="272"/>
        </pc:sldMkLst>
        <pc:spChg chg="mod">
          <ac:chgData name="Mills, Nicole" userId="635ffad0-149b-4734-875d-ab8f60d68deb" providerId="ADAL" clId="{1B332D02-99EA-4584-97C8-500AB4AD3C33}" dt="2023-01-05T13:23:43.471" v="389" actId="20577"/>
          <ac:spMkLst>
            <pc:docMk/>
            <pc:sldMk cId="3902368305" sldId="272"/>
            <ac:spMk id="2" creationId="{9AFB837C-3E07-4129-B371-9F5CA97D5605}"/>
          </ac:spMkLst>
        </pc:spChg>
        <pc:spChg chg="mod">
          <ac:chgData name="Mills, Nicole" userId="635ffad0-149b-4734-875d-ab8f60d68deb" providerId="ADAL" clId="{1B332D02-99EA-4584-97C8-500AB4AD3C33}" dt="2023-01-05T13:24:02.570" v="394" actId="120"/>
          <ac:spMkLst>
            <pc:docMk/>
            <pc:sldMk cId="3902368305" sldId="272"/>
            <ac:spMk id="6" creationId="{0FF8D460-EF1C-4294-87F0-2081A67D40B1}"/>
          </ac:spMkLst>
        </pc:spChg>
        <pc:spChg chg="del">
          <ac:chgData name="Mills, Nicole" userId="635ffad0-149b-4734-875d-ab8f60d68deb" providerId="ADAL" clId="{1B332D02-99EA-4584-97C8-500AB4AD3C33}" dt="2023-01-05T13:24:08.337" v="395" actId="478"/>
          <ac:spMkLst>
            <pc:docMk/>
            <pc:sldMk cId="3902368305" sldId="272"/>
            <ac:spMk id="8" creationId="{22FEEFD2-55EB-475E-9EE0-7FD35D91C997}"/>
          </ac:spMkLst>
        </pc:spChg>
        <pc:picChg chg="del">
          <ac:chgData name="Mills, Nicole" userId="635ffad0-149b-4734-875d-ab8f60d68deb" providerId="ADAL" clId="{1B332D02-99EA-4584-97C8-500AB4AD3C33}" dt="2023-01-05T13:23:54.805" v="391" actId="478"/>
          <ac:picMkLst>
            <pc:docMk/>
            <pc:sldMk cId="3902368305" sldId="272"/>
            <ac:picMk id="7" creationId="{A6AF8FCD-F890-4127-A784-50F7687E7F99}"/>
          </ac:picMkLst>
        </pc:picChg>
      </pc:sldChg>
      <pc:sldChg chg="addSp delSp modSp add mod">
        <pc:chgData name="Mills, Nicole" userId="635ffad0-149b-4734-875d-ab8f60d68deb" providerId="ADAL" clId="{1B332D02-99EA-4584-97C8-500AB4AD3C33}" dt="2023-01-05T13:27:37.530" v="434" actId="1076"/>
        <pc:sldMkLst>
          <pc:docMk/>
          <pc:sldMk cId="565676143" sldId="273"/>
        </pc:sldMkLst>
        <pc:spChg chg="mod">
          <ac:chgData name="Mills, Nicole" userId="635ffad0-149b-4734-875d-ab8f60d68deb" providerId="ADAL" clId="{1B332D02-99EA-4584-97C8-500AB4AD3C33}" dt="2023-01-05T13:24:22.071" v="418" actId="20577"/>
          <ac:spMkLst>
            <pc:docMk/>
            <pc:sldMk cId="565676143" sldId="273"/>
            <ac:spMk id="2" creationId="{9AFB837C-3E07-4129-B371-9F5CA97D5605}"/>
          </ac:spMkLst>
        </pc:spChg>
        <pc:spChg chg="del">
          <ac:chgData name="Mills, Nicole" userId="635ffad0-149b-4734-875d-ab8f60d68deb" providerId="ADAL" clId="{1B332D02-99EA-4584-97C8-500AB4AD3C33}" dt="2023-01-05T13:24:24.435" v="419" actId="478"/>
          <ac:spMkLst>
            <pc:docMk/>
            <pc:sldMk cId="565676143" sldId="273"/>
            <ac:spMk id="6" creationId="{0FF8D460-EF1C-4294-87F0-2081A67D40B1}"/>
          </ac:spMkLst>
        </pc:spChg>
        <pc:picChg chg="add mod">
          <ac:chgData name="Mills, Nicole" userId="635ffad0-149b-4734-875d-ab8f60d68deb" providerId="ADAL" clId="{1B332D02-99EA-4584-97C8-500AB4AD3C33}" dt="2023-01-05T13:27:37.530" v="434" actId="1076"/>
          <ac:picMkLst>
            <pc:docMk/>
            <pc:sldMk cId="565676143" sldId="273"/>
            <ac:picMk id="5" creationId="{B6EC0650-40AE-47B0-B775-66C226B5223A}"/>
          </ac:picMkLst>
        </pc:picChg>
        <pc:picChg chg="add del mod">
          <ac:chgData name="Mills, Nicole" userId="635ffad0-149b-4734-875d-ab8f60d68deb" providerId="ADAL" clId="{1B332D02-99EA-4584-97C8-500AB4AD3C33}" dt="2023-01-05T13:27:31.782" v="432" actId="21"/>
          <ac:picMkLst>
            <pc:docMk/>
            <pc:sldMk cId="565676143" sldId="273"/>
            <ac:picMk id="7" creationId="{CAF28F7E-F564-4C9F-936F-AD4DF2943ED4}"/>
          </ac:picMkLst>
        </pc:picChg>
      </pc:sldChg>
      <pc:sldChg chg="addSp delSp modSp add mod">
        <pc:chgData name="Mills, Nicole" userId="635ffad0-149b-4734-875d-ab8f60d68deb" providerId="ADAL" clId="{1B332D02-99EA-4584-97C8-500AB4AD3C33}" dt="2023-01-05T13:27:49.994" v="440" actId="1076"/>
        <pc:sldMkLst>
          <pc:docMk/>
          <pc:sldMk cId="919562121" sldId="274"/>
        </pc:sldMkLst>
        <pc:picChg chg="del">
          <ac:chgData name="Mills, Nicole" userId="635ffad0-149b-4734-875d-ab8f60d68deb" providerId="ADAL" clId="{1B332D02-99EA-4584-97C8-500AB4AD3C33}" dt="2023-01-05T13:27:42.609" v="436" actId="478"/>
          <ac:picMkLst>
            <pc:docMk/>
            <pc:sldMk cId="919562121" sldId="274"/>
            <ac:picMk id="5" creationId="{B6EC0650-40AE-47B0-B775-66C226B5223A}"/>
          </ac:picMkLst>
        </pc:picChg>
        <pc:picChg chg="add mod">
          <ac:chgData name="Mills, Nicole" userId="635ffad0-149b-4734-875d-ab8f60d68deb" providerId="ADAL" clId="{1B332D02-99EA-4584-97C8-500AB4AD3C33}" dt="2023-01-05T13:27:49.994" v="440" actId="1076"/>
          <ac:picMkLst>
            <pc:docMk/>
            <pc:sldMk cId="919562121" sldId="274"/>
            <ac:picMk id="6" creationId="{25EC3DFD-949F-44FF-B967-7C69B4913C92}"/>
          </ac:picMkLst>
        </pc:picChg>
      </pc:sldChg>
    </pc:docChg>
  </pc:docChgLst>
  <pc:docChgLst>
    <pc:chgData name="Mills, Nicole" userId="635ffad0-149b-4734-875d-ab8f60d68deb" providerId="ADAL" clId="{68815E23-D9BD-4821-AC22-4EB0FCB9CA2E}"/>
    <pc:docChg chg="custSel addSld modSld">
      <pc:chgData name="Mills, Nicole" userId="635ffad0-149b-4734-875d-ab8f60d68deb" providerId="ADAL" clId="{68815E23-D9BD-4821-AC22-4EB0FCB9CA2E}" dt="2022-12-02T20:02:57.548" v="71" actId="20577"/>
      <pc:docMkLst>
        <pc:docMk/>
      </pc:docMkLst>
      <pc:sldChg chg="modSp mod">
        <pc:chgData name="Mills, Nicole" userId="635ffad0-149b-4734-875d-ab8f60d68deb" providerId="ADAL" clId="{68815E23-D9BD-4821-AC22-4EB0FCB9CA2E}" dt="2022-12-02T19:58:55.768" v="3" actId="20577"/>
        <pc:sldMkLst>
          <pc:docMk/>
          <pc:sldMk cId="1482277026" sldId="256"/>
        </pc:sldMkLst>
        <pc:spChg chg="mod">
          <ac:chgData name="Mills, Nicole" userId="635ffad0-149b-4734-875d-ab8f60d68deb" providerId="ADAL" clId="{68815E23-D9BD-4821-AC22-4EB0FCB9CA2E}" dt="2022-12-02T19:58:55.768" v="3" actId="20577"/>
          <ac:spMkLst>
            <pc:docMk/>
            <pc:sldMk cId="1482277026" sldId="256"/>
            <ac:spMk id="2" creationId="{BFFCF5BD-F8FF-4A67-A8B6-EBB21E79279B}"/>
          </ac:spMkLst>
        </pc:spChg>
        <pc:spChg chg="mod">
          <ac:chgData name="Mills, Nicole" userId="635ffad0-149b-4734-875d-ab8f60d68deb" providerId="ADAL" clId="{68815E23-D9BD-4821-AC22-4EB0FCB9CA2E}" dt="2022-12-02T19:58:53.188" v="1" actId="20577"/>
          <ac:spMkLst>
            <pc:docMk/>
            <pc:sldMk cId="1482277026" sldId="256"/>
            <ac:spMk id="3" creationId="{E0FBD98F-3A67-498E-8174-652040DD7B60}"/>
          </ac:spMkLst>
        </pc:spChg>
      </pc:sldChg>
      <pc:sldChg chg="modSp mod">
        <pc:chgData name="Mills, Nicole" userId="635ffad0-149b-4734-875d-ab8f60d68deb" providerId="ADAL" clId="{68815E23-D9BD-4821-AC22-4EB0FCB9CA2E}" dt="2022-12-02T20:00:32.020" v="55" actId="20577"/>
        <pc:sldMkLst>
          <pc:docMk/>
          <pc:sldMk cId="4071305681" sldId="258"/>
        </pc:sldMkLst>
        <pc:spChg chg="mod">
          <ac:chgData name="Mills, Nicole" userId="635ffad0-149b-4734-875d-ab8f60d68deb" providerId="ADAL" clId="{68815E23-D9BD-4821-AC22-4EB0FCB9CA2E}" dt="2022-12-02T20:00:32.020" v="55" actId="20577"/>
          <ac:spMkLst>
            <pc:docMk/>
            <pc:sldMk cId="4071305681" sldId="258"/>
            <ac:spMk id="3" creationId="{392BE286-77A6-49DD-B15D-7E4718D52FE7}"/>
          </ac:spMkLst>
        </pc:spChg>
      </pc:sldChg>
      <pc:sldChg chg="modSp mod">
        <pc:chgData name="Mills, Nicole" userId="635ffad0-149b-4734-875d-ab8f60d68deb" providerId="ADAL" clId="{68815E23-D9BD-4821-AC22-4EB0FCB9CA2E}" dt="2022-12-02T19:59:12.009" v="10" actId="20577"/>
        <pc:sldMkLst>
          <pc:docMk/>
          <pc:sldMk cId="2772527113" sldId="259"/>
        </pc:sldMkLst>
        <pc:spChg chg="mod">
          <ac:chgData name="Mills, Nicole" userId="635ffad0-149b-4734-875d-ab8f60d68deb" providerId="ADAL" clId="{68815E23-D9BD-4821-AC22-4EB0FCB9CA2E}" dt="2022-12-02T19:59:12.009" v="10" actId="20577"/>
          <ac:spMkLst>
            <pc:docMk/>
            <pc:sldMk cId="2772527113" sldId="259"/>
            <ac:spMk id="3" creationId="{8CE08C7F-0286-423B-92F7-DEB89F31111A}"/>
          </ac:spMkLst>
        </pc:spChg>
      </pc:sldChg>
      <pc:sldChg chg="addSp delSp modSp mod delAnim">
        <pc:chgData name="Mills, Nicole" userId="635ffad0-149b-4734-875d-ab8f60d68deb" providerId="ADAL" clId="{68815E23-D9BD-4821-AC22-4EB0FCB9CA2E}" dt="2022-12-02T20:00:11.120" v="52" actId="1076"/>
        <pc:sldMkLst>
          <pc:docMk/>
          <pc:sldMk cId="3493109116" sldId="264"/>
        </pc:sldMkLst>
        <pc:spChg chg="mod">
          <ac:chgData name="Mills, Nicole" userId="635ffad0-149b-4734-875d-ab8f60d68deb" providerId="ADAL" clId="{68815E23-D9BD-4821-AC22-4EB0FCB9CA2E}" dt="2022-12-02T19:59:30.889" v="22" actId="20577"/>
          <ac:spMkLst>
            <pc:docMk/>
            <pc:sldMk cId="3493109116" sldId="264"/>
            <ac:spMk id="2" creationId="{D7836664-70C0-47BA-9BFF-496A04EBBFDE}"/>
          </ac:spMkLst>
        </pc:spChg>
        <pc:graphicFrameChg chg="add mod modGraphic">
          <ac:chgData name="Mills, Nicole" userId="635ffad0-149b-4734-875d-ab8f60d68deb" providerId="ADAL" clId="{68815E23-D9BD-4821-AC22-4EB0FCB9CA2E}" dt="2022-12-02T20:00:11.120" v="52" actId="1076"/>
          <ac:graphicFrameMkLst>
            <pc:docMk/>
            <pc:sldMk cId="3493109116" sldId="264"/>
            <ac:graphicFrameMk id="3" creationId="{F2860C0F-BA53-412B-8826-DAA9A1B29BA9}"/>
          </ac:graphicFrameMkLst>
        </pc:graphicFrameChg>
        <pc:picChg chg="del">
          <ac:chgData name="Mills, Nicole" userId="635ffad0-149b-4734-875d-ab8f60d68deb" providerId="ADAL" clId="{68815E23-D9BD-4821-AC22-4EB0FCB9CA2E}" dt="2022-12-02T19:59:32.599" v="23" actId="478"/>
          <ac:picMkLst>
            <pc:docMk/>
            <pc:sldMk cId="3493109116" sldId="264"/>
            <ac:picMk id="8" creationId="{30ACBC68-CBED-4EAE-ADF7-C74881DE47A9}"/>
          </ac:picMkLst>
        </pc:picChg>
      </pc:sldChg>
      <pc:sldChg chg="addSp delSp modSp mod modAnim">
        <pc:chgData name="Mills, Nicole" userId="635ffad0-149b-4734-875d-ab8f60d68deb" providerId="ADAL" clId="{68815E23-D9BD-4821-AC22-4EB0FCB9CA2E}" dt="2022-12-02T20:02:21.537" v="67" actId="1076"/>
        <pc:sldMkLst>
          <pc:docMk/>
          <pc:sldMk cId="1936015983" sldId="266"/>
        </pc:sldMkLst>
        <pc:spChg chg="mod">
          <ac:chgData name="Mills, Nicole" userId="635ffad0-149b-4734-875d-ab8f60d68deb" providerId="ADAL" clId="{68815E23-D9BD-4821-AC22-4EB0FCB9CA2E}" dt="2022-12-02T20:01:56.224" v="61" actId="20577"/>
          <ac:spMkLst>
            <pc:docMk/>
            <pc:sldMk cId="1936015983" sldId="266"/>
            <ac:spMk id="2" creationId="{9AFB837C-3E07-4129-B371-9F5CA97D5605}"/>
          </ac:spMkLst>
        </pc:spChg>
        <pc:spChg chg="del">
          <ac:chgData name="Mills, Nicole" userId="635ffad0-149b-4734-875d-ab8f60d68deb" providerId="ADAL" clId="{68815E23-D9BD-4821-AC22-4EB0FCB9CA2E}" dt="2022-12-02T20:01:59.269" v="62" actId="478"/>
          <ac:spMkLst>
            <pc:docMk/>
            <pc:sldMk cId="1936015983" sldId="266"/>
            <ac:spMk id="3" creationId="{49F2A5AF-3C0B-4968-A438-E435325199EA}"/>
          </ac:spMkLst>
        </pc:spChg>
        <pc:spChg chg="add del mod">
          <ac:chgData name="Mills, Nicole" userId="635ffad0-149b-4734-875d-ab8f60d68deb" providerId="ADAL" clId="{68815E23-D9BD-4821-AC22-4EB0FCB9CA2E}" dt="2022-12-02T20:02:02.987" v="63" actId="478"/>
          <ac:spMkLst>
            <pc:docMk/>
            <pc:sldMk cId="1936015983" sldId="266"/>
            <ac:spMk id="6" creationId="{9942CCE9-E455-4AE7-98D9-9E58C4FB375A}"/>
          </ac:spMkLst>
        </pc:spChg>
        <pc:picChg chg="add mod">
          <ac:chgData name="Mills, Nicole" userId="635ffad0-149b-4734-875d-ab8f60d68deb" providerId="ADAL" clId="{68815E23-D9BD-4821-AC22-4EB0FCB9CA2E}" dt="2022-12-02T20:02:21.537" v="67" actId="1076"/>
          <ac:picMkLst>
            <pc:docMk/>
            <pc:sldMk cId="1936015983" sldId="266"/>
            <ac:picMk id="7" creationId="{F7D056D4-0C3A-4150-A5CC-092E54C1C8FD}"/>
          </ac:picMkLst>
        </pc:picChg>
      </pc:sldChg>
      <pc:sldChg chg="modSp add mod">
        <pc:chgData name="Mills, Nicole" userId="635ffad0-149b-4734-875d-ab8f60d68deb" providerId="ADAL" clId="{68815E23-D9BD-4821-AC22-4EB0FCB9CA2E}" dt="2022-12-02T20:02:57.548" v="71" actId="20577"/>
        <pc:sldMkLst>
          <pc:docMk/>
          <pc:sldMk cId="2313533111" sldId="267"/>
        </pc:sldMkLst>
        <pc:spChg chg="mod">
          <ac:chgData name="Mills, Nicole" userId="635ffad0-149b-4734-875d-ab8f60d68deb" providerId="ADAL" clId="{68815E23-D9BD-4821-AC22-4EB0FCB9CA2E}" dt="2022-12-02T20:02:57.548" v="71" actId="20577"/>
          <ac:spMkLst>
            <pc:docMk/>
            <pc:sldMk cId="2313533111" sldId="267"/>
            <ac:spMk id="3" creationId="{49F2A5AF-3C0B-4968-A438-E435325199EA}"/>
          </ac:spMkLst>
        </pc:spChg>
      </pc:sldChg>
    </pc:docChg>
  </pc:docChgLst>
  <pc:docChgLst>
    <pc:chgData name="White (she/her), Whitney" userId="65f39021-2f1d-4d8b-87dc-b123826f65bf" providerId="ADAL" clId="{FB0641D7-F7F5-462D-98EA-8FD25F7B3638}"/>
    <pc:docChg chg="modSld">
      <pc:chgData name="White (she/her), Whitney" userId="65f39021-2f1d-4d8b-87dc-b123826f65bf" providerId="ADAL" clId="{FB0641D7-F7F5-462D-98EA-8FD25F7B3638}" dt="2023-08-19T00:46:53.617" v="8" actId="1076"/>
      <pc:docMkLst>
        <pc:docMk/>
      </pc:docMkLst>
      <pc:sldChg chg="modSp mod">
        <pc:chgData name="White (she/her), Whitney" userId="65f39021-2f1d-4d8b-87dc-b123826f65bf" providerId="ADAL" clId="{FB0641D7-F7F5-462D-98EA-8FD25F7B3638}" dt="2023-08-19T00:46:53.617" v="8" actId="1076"/>
        <pc:sldMkLst>
          <pc:docMk/>
          <pc:sldMk cId="1482277026" sldId="256"/>
        </pc:sldMkLst>
        <pc:spChg chg="mod">
          <ac:chgData name="White (she/her), Whitney" userId="65f39021-2f1d-4d8b-87dc-b123826f65bf" providerId="ADAL" clId="{FB0641D7-F7F5-462D-98EA-8FD25F7B3638}" dt="2023-08-19T00:46:53.617" v="8" actId="1076"/>
          <ac:spMkLst>
            <pc:docMk/>
            <pc:sldMk cId="1482277026" sldId="256"/>
            <ac:spMk id="2" creationId="{BFFCF5BD-F8FF-4A67-A8B6-EBB21E79279B}"/>
          </ac:spMkLst>
        </pc:spChg>
        <pc:spChg chg="mod">
          <ac:chgData name="White (she/her), Whitney" userId="65f39021-2f1d-4d8b-87dc-b123826f65bf" providerId="ADAL" clId="{FB0641D7-F7F5-462D-98EA-8FD25F7B3638}" dt="2023-08-19T00:46:46.257" v="7" actId="14100"/>
          <ac:spMkLst>
            <pc:docMk/>
            <pc:sldMk cId="1482277026" sldId="256"/>
            <ac:spMk id="4" creationId="{C54CD7E8-C76B-ABEA-FE6C-BA6162D174F0}"/>
          </ac:spMkLst>
        </pc:spChg>
      </pc:sldChg>
    </pc:docChg>
  </pc:docChgLst>
  <pc:docChgLst>
    <pc:chgData name="Mills, Nicole" userId="635ffad0-149b-4734-875d-ab8f60d68deb" providerId="ADAL" clId="{BA8238B6-80EA-4CD7-B4F3-169FC1A13CB7}"/>
    <pc:docChg chg="undo redo custSel addSld delSld modSld">
      <pc:chgData name="Mills, Nicole" userId="635ffad0-149b-4734-875d-ab8f60d68deb" providerId="ADAL" clId="{BA8238B6-80EA-4CD7-B4F3-169FC1A13CB7}" dt="2023-01-05T14:46:59.188" v="184" actId="14100"/>
      <pc:docMkLst>
        <pc:docMk/>
      </pc:docMkLst>
      <pc:sldChg chg="modSp mod">
        <pc:chgData name="Mills, Nicole" userId="635ffad0-149b-4734-875d-ab8f60d68deb" providerId="ADAL" clId="{BA8238B6-80EA-4CD7-B4F3-169FC1A13CB7}" dt="2023-01-05T14:40:56.187" v="2"/>
        <pc:sldMkLst>
          <pc:docMk/>
          <pc:sldMk cId="1482277026" sldId="256"/>
        </pc:sldMkLst>
        <pc:spChg chg="mod">
          <ac:chgData name="Mills, Nicole" userId="635ffad0-149b-4734-875d-ab8f60d68deb" providerId="ADAL" clId="{BA8238B6-80EA-4CD7-B4F3-169FC1A13CB7}" dt="2023-01-05T14:40:52.481" v="1" actId="20577"/>
          <ac:spMkLst>
            <pc:docMk/>
            <pc:sldMk cId="1482277026" sldId="256"/>
            <ac:spMk id="2" creationId="{BFFCF5BD-F8FF-4A67-A8B6-EBB21E79279B}"/>
          </ac:spMkLst>
        </pc:spChg>
        <pc:spChg chg="mod">
          <ac:chgData name="Mills, Nicole" userId="635ffad0-149b-4734-875d-ab8f60d68deb" providerId="ADAL" clId="{BA8238B6-80EA-4CD7-B4F3-169FC1A13CB7}" dt="2023-01-05T14:40:56.187" v="2"/>
          <ac:spMkLst>
            <pc:docMk/>
            <pc:sldMk cId="1482277026" sldId="256"/>
            <ac:spMk id="3" creationId="{E0FBD98F-3A67-498E-8174-652040DD7B60}"/>
          </ac:spMkLst>
        </pc:spChg>
      </pc:sldChg>
      <pc:sldChg chg="modSp mod">
        <pc:chgData name="Mills, Nicole" userId="635ffad0-149b-4734-875d-ab8f60d68deb" providerId="ADAL" clId="{BA8238B6-80EA-4CD7-B4F3-169FC1A13CB7}" dt="2023-01-05T14:41:27.551" v="8"/>
        <pc:sldMkLst>
          <pc:docMk/>
          <pc:sldMk cId="4071305681" sldId="258"/>
        </pc:sldMkLst>
        <pc:spChg chg="mod">
          <ac:chgData name="Mills, Nicole" userId="635ffad0-149b-4734-875d-ab8f60d68deb" providerId="ADAL" clId="{BA8238B6-80EA-4CD7-B4F3-169FC1A13CB7}" dt="2023-01-05T14:41:27.551" v="8"/>
          <ac:spMkLst>
            <pc:docMk/>
            <pc:sldMk cId="4071305681" sldId="258"/>
            <ac:spMk id="3" creationId="{392BE286-77A6-49DD-B15D-7E4718D52FE7}"/>
          </ac:spMkLst>
        </pc:spChg>
      </pc:sldChg>
      <pc:sldChg chg="modSp mod">
        <pc:chgData name="Mills, Nicole" userId="635ffad0-149b-4734-875d-ab8f60d68deb" providerId="ADAL" clId="{BA8238B6-80EA-4CD7-B4F3-169FC1A13CB7}" dt="2023-01-05T14:41:16.358" v="7" actId="20577"/>
        <pc:sldMkLst>
          <pc:docMk/>
          <pc:sldMk cId="2772527113" sldId="259"/>
        </pc:sldMkLst>
        <pc:spChg chg="mod">
          <ac:chgData name="Mills, Nicole" userId="635ffad0-149b-4734-875d-ab8f60d68deb" providerId="ADAL" clId="{BA8238B6-80EA-4CD7-B4F3-169FC1A13CB7}" dt="2023-01-05T14:41:16.358" v="7" actId="20577"/>
          <ac:spMkLst>
            <pc:docMk/>
            <pc:sldMk cId="2772527113" sldId="259"/>
            <ac:spMk id="3" creationId="{8CE08C7F-0286-423B-92F7-DEB89F31111A}"/>
          </ac:spMkLst>
        </pc:spChg>
      </pc:sldChg>
      <pc:sldChg chg="modSp mod">
        <pc:chgData name="Mills, Nicole" userId="635ffad0-149b-4734-875d-ab8f60d68deb" providerId="ADAL" clId="{BA8238B6-80EA-4CD7-B4F3-169FC1A13CB7}" dt="2023-01-05T14:41:50.826" v="16" actId="403"/>
        <pc:sldMkLst>
          <pc:docMk/>
          <pc:sldMk cId="3493109116" sldId="264"/>
        </pc:sldMkLst>
        <pc:graphicFrameChg chg="mod modGraphic">
          <ac:chgData name="Mills, Nicole" userId="635ffad0-149b-4734-875d-ab8f60d68deb" providerId="ADAL" clId="{BA8238B6-80EA-4CD7-B4F3-169FC1A13CB7}" dt="2023-01-05T14:41:50.826" v="16" actId="403"/>
          <ac:graphicFrameMkLst>
            <pc:docMk/>
            <pc:sldMk cId="3493109116" sldId="264"/>
            <ac:graphicFrameMk id="3" creationId="{F2860C0F-BA53-412B-8826-DAA9A1B29BA9}"/>
          </ac:graphicFrameMkLst>
        </pc:graphicFrameChg>
      </pc:sldChg>
      <pc:sldChg chg="addSp delSp modSp add del mod">
        <pc:chgData name="Mills, Nicole" userId="635ffad0-149b-4734-875d-ab8f60d68deb" providerId="ADAL" clId="{BA8238B6-80EA-4CD7-B4F3-169FC1A13CB7}" dt="2023-01-05T14:44:26.264" v="90" actId="1076"/>
        <pc:sldMkLst>
          <pc:docMk/>
          <pc:sldMk cId="1936015983" sldId="266"/>
        </pc:sldMkLst>
        <pc:spChg chg="mod">
          <ac:chgData name="Mills, Nicole" userId="635ffad0-149b-4734-875d-ab8f60d68deb" providerId="ADAL" clId="{BA8238B6-80EA-4CD7-B4F3-169FC1A13CB7}" dt="2023-01-05T14:44:26.264" v="90" actId="1076"/>
          <ac:spMkLst>
            <pc:docMk/>
            <pc:sldMk cId="1936015983" sldId="266"/>
            <ac:spMk id="2" creationId="{9AFB837C-3E07-4129-B371-9F5CA97D5605}"/>
          </ac:spMkLst>
        </pc:spChg>
        <pc:spChg chg="del">
          <ac:chgData name="Mills, Nicole" userId="635ffad0-149b-4734-875d-ab8f60d68deb" providerId="ADAL" clId="{BA8238B6-80EA-4CD7-B4F3-169FC1A13CB7}" dt="2023-01-05T14:42:38.491" v="59" actId="478"/>
          <ac:spMkLst>
            <pc:docMk/>
            <pc:sldMk cId="1936015983" sldId="266"/>
            <ac:spMk id="6" creationId="{0FF8D460-EF1C-4294-87F0-2081A67D40B1}"/>
          </ac:spMkLst>
        </pc:spChg>
        <pc:graphicFrameChg chg="add mod modGraphic">
          <ac:chgData name="Mills, Nicole" userId="635ffad0-149b-4734-875d-ab8f60d68deb" providerId="ADAL" clId="{BA8238B6-80EA-4CD7-B4F3-169FC1A13CB7}" dt="2023-01-05T14:43:34.077" v="76" actId="113"/>
          <ac:graphicFrameMkLst>
            <pc:docMk/>
            <pc:sldMk cId="1936015983" sldId="266"/>
            <ac:graphicFrameMk id="3" creationId="{ED3728B0-209C-4DF5-B27D-EBAF62A2ED42}"/>
          </ac:graphicFrameMkLst>
        </pc:graphicFrameChg>
      </pc:sldChg>
      <pc:sldChg chg="modSp mod">
        <pc:chgData name="Mills, Nicole" userId="635ffad0-149b-4734-875d-ab8f60d68deb" providerId="ADAL" clId="{BA8238B6-80EA-4CD7-B4F3-169FC1A13CB7}" dt="2023-01-05T14:46:59.188" v="184" actId="14100"/>
        <pc:sldMkLst>
          <pc:docMk/>
          <pc:sldMk cId="2313533111" sldId="267"/>
        </pc:sldMkLst>
        <pc:spChg chg="mod">
          <ac:chgData name="Mills, Nicole" userId="635ffad0-149b-4734-875d-ab8f60d68deb" providerId="ADAL" clId="{BA8238B6-80EA-4CD7-B4F3-169FC1A13CB7}" dt="2023-01-05T14:46:59.188" v="184" actId="14100"/>
          <ac:spMkLst>
            <pc:docMk/>
            <pc:sldMk cId="2313533111" sldId="267"/>
            <ac:spMk id="3" creationId="{49F2A5AF-3C0B-4968-A438-E435325199EA}"/>
          </ac:spMkLst>
        </pc:spChg>
      </pc:sldChg>
      <pc:sldChg chg="add del">
        <pc:chgData name="Mills, Nicole" userId="635ffad0-149b-4734-875d-ab8f60d68deb" providerId="ADAL" clId="{BA8238B6-80EA-4CD7-B4F3-169FC1A13CB7}" dt="2023-01-05T14:44:28.552" v="91" actId="47"/>
        <pc:sldMkLst>
          <pc:docMk/>
          <pc:sldMk cId="687916227" sldId="268"/>
        </pc:sldMkLst>
      </pc:sldChg>
      <pc:sldChg chg="addSp delSp modSp add mod">
        <pc:chgData name="Mills, Nicole" userId="635ffad0-149b-4734-875d-ab8f60d68deb" providerId="ADAL" clId="{BA8238B6-80EA-4CD7-B4F3-169FC1A13CB7}" dt="2023-01-05T14:45:18.847" v="156" actId="14100"/>
        <pc:sldMkLst>
          <pc:docMk/>
          <pc:sldMk cId="1815750250" sldId="268"/>
        </pc:sldMkLst>
        <pc:spChg chg="mod">
          <ac:chgData name="Mills, Nicole" userId="635ffad0-149b-4734-875d-ab8f60d68deb" providerId="ADAL" clId="{BA8238B6-80EA-4CD7-B4F3-169FC1A13CB7}" dt="2023-01-05T14:45:00.460" v="149" actId="20577"/>
          <ac:spMkLst>
            <pc:docMk/>
            <pc:sldMk cId="1815750250" sldId="268"/>
            <ac:spMk id="2" creationId="{9AFB837C-3E07-4129-B371-9F5CA97D5605}"/>
          </ac:spMkLst>
        </pc:spChg>
        <pc:spChg chg="add mod">
          <ac:chgData name="Mills, Nicole" userId="635ffad0-149b-4734-875d-ab8f60d68deb" providerId="ADAL" clId="{BA8238B6-80EA-4CD7-B4F3-169FC1A13CB7}" dt="2023-01-05T14:45:18.847" v="156" actId="14100"/>
          <ac:spMkLst>
            <pc:docMk/>
            <pc:sldMk cId="1815750250" sldId="268"/>
            <ac:spMk id="6" creationId="{D7FF49D8-B932-4D38-A62C-4C973617E4E5}"/>
          </ac:spMkLst>
        </pc:spChg>
        <pc:graphicFrameChg chg="del">
          <ac:chgData name="Mills, Nicole" userId="635ffad0-149b-4734-875d-ab8f60d68deb" providerId="ADAL" clId="{BA8238B6-80EA-4CD7-B4F3-169FC1A13CB7}" dt="2023-01-05T14:44:48.696" v="99" actId="478"/>
          <ac:graphicFrameMkLst>
            <pc:docMk/>
            <pc:sldMk cId="1815750250" sldId="268"/>
            <ac:graphicFrameMk id="3" creationId="{ED3728B0-209C-4DF5-B27D-EBAF62A2ED42}"/>
          </ac:graphicFrameMkLst>
        </pc:graphicFrameChg>
      </pc:sldChg>
      <pc:sldChg chg="add del">
        <pc:chgData name="Mills, Nicole" userId="635ffad0-149b-4734-875d-ab8f60d68deb" providerId="ADAL" clId="{BA8238B6-80EA-4CD7-B4F3-169FC1A13CB7}" dt="2023-01-05T14:44:30.044" v="92" actId="47"/>
        <pc:sldMkLst>
          <pc:docMk/>
          <pc:sldMk cId="3710952636" sldId="269"/>
        </pc:sldMkLst>
      </pc:sldChg>
      <pc:sldChg chg="add del">
        <pc:chgData name="Mills, Nicole" userId="635ffad0-149b-4734-875d-ab8f60d68deb" providerId="ADAL" clId="{BA8238B6-80EA-4CD7-B4F3-169FC1A13CB7}" dt="2023-01-05T14:44:31.609" v="93" actId="47"/>
        <pc:sldMkLst>
          <pc:docMk/>
          <pc:sldMk cId="3082515101" sldId="270"/>
        </pc:sldMkLst>
      </pc:sldChg>
      <pc:sldChg chg="add del">
        <pc:chgData name="Mills, Nicole" userId="635ffad0-149b-4734-875d-ab8f60d68deb" providerId="ADAL" clId="{BA8238B6-80EA-4CD7-B4F3-169FC1A13CB7}" dt="2023-01-05T14:44:32.739" v="94" actId="47"/>
        <pc:sldMkLst>
          <pc:docMk/>
          <pc:sldMk cId="2866561618" sldId="271"/>
        </pc:sldMkLst>
      </pc:sldChg>
      <pc:sldChg chg="del">
        <pc:chgData name="Mills, Nicole" userId="635ffad0-149b-4734-875d-ab8f60d68deb" providerId="ADAL" clId="{BA8238B6-80EA-4CD7-B4F3-169FC1A13CB7}" dt="2023-01-05T14:44:34.195" v="95" actId="47"/>
        <pc:sldMkLst>
          <pc:docMk/>
          <pc:sldMk cId="3902368305" sldId="272"/>
        </pc:sldMkLst>
      </pc:sldChg>
      <pc:sldChg chg="del">
        <pc:chgData name="Mills, Nicole" userId="635ffad0-149b-4734-875d-ab8f60d68deb" providerId="ADAL" clId="{BA8238B6-80EA-4CD7-B4F3-169FC1A13CB7}" dt="2023-01-05T14:44:35.281" v="96" actId="47"/>
        <pc:sldMkLst>
          <pc:docMk/>
          <pc:sldMk cId="565676143" sldId="273"/>
        </pc:sldMkLst>
      </pc:sldChg>
      <pc:sldChg chg="del">
        <pc:chgData name="Mills, Nicole" userId="635ffad0-149b-4734-875d-ab8f60d68deb" providerId="ADAL" clId="{BA8238B6-80EA-4CD7-B4F3-169FC1A13CB7}" dt="2023-01-05T14:44:36.662" v="97" actId="47"/>
        <pc:sldMkLst>
          <pc:docMk/>
          <pc:sldMk cId="919562121" sldId="274"/>
        </pc:sldMkLst>
      </pc:sldChg>
    </pc:docChg>
  </pc:docChgLst>
  <pc:docChgLst>
    <pc:chgData name="Veenis, Sierra" userId="S::sveenis@rti.org::200c9325-9a6d-4db1-8535-3c88a644c387" providerId="AD" clId="Web-{FB032AD9-8035-D29A-BBC8-76AE3B7C4FED}"/>
    <pc:docChg chg="modSld">
      <pc:chgData name="Veenis, Sierra" userId="S::sveenis@rti.org::200c9325-9a6d-4db1-8535-3c88a644c387" providerId="AD" clId="Web-{FB032AD9-8035-D29A-BBC8-76AE3B7C4FED}" dt="2023-06-15T19:34:31.733" v="32"/>
      <pc:docMkLst>
        <pc:docMk/>
      </pc:docMkLst>
      <pc:sldChg chg="addSp modSp">
        <pc:chgData name="Veenis, Sierra" userId="S::sveenis@rti.org::200c9325-9a6d-4db1-8535-3c88a644c387" providerId="AD" clId="Web-{FB032AD9-8035-D29A-BBC8-76AE3B7C4FED}" dt="2023-06-15T19:33:03.371" v="6" actId="1076"/>
        <pc:sldMkLst>
          <pc:docMk/>
          <pc:sldMk cId="1482277026" sldId="256"/>
        </pc:sldMkLst>
        <pc:spChg chg="mod">
          <ac:chgData name="Veenis, Sierra" userId="S::sveenis@rti.org::200c9325-9a6d-4db1-8535-3c88a644c387" providerId="AD" clId="Web-{FB032AD9-8035-D29A-BBC8-76AE3B7C4FED}" dt="2023-06-15T19:33:03.371" v="6" actId="1076"/>
          <ac:spMkLst>
            <pc:docMk/>
            <pc:sldMk cId="1482277026" sldId="256"/>
            <ac:spMk id="2" creationId="{BFFCF5BD-F8FF-4A67-A8B6-EBB21E79279B}"/>
          </ac:spMkLst>
        </pc:spChg>
        <pc:spChg chg="add">
          <ac:chgData name="Veenis, Sierra" userId="S::sveenis@rti.org::200c9325-9a6d-4db1-8535-3c88a644c387" providerId="AD" clId="Web-{FB032AD9-8035-D29A-BBC8-76AE3B7C4FED}" dt="2023-06-15T19:33:00.387" v="5"/>
          <ac:spMkLst>
            <pc:docMk/>
            <pc:sldMk cId="1482277026" sldId="256"/>
            <ac:spMk id="4" creationId="{C54CD7E8-C76B-ABEA-FE6C-BA6162D174F0}"/>
          </ac:spMkLst>
        </pc:spChg>
      </pc:sldChg>
      <pc:sldChg chg="addSp delSp">
        <pc:chgData name="Veenis, Sierra" userId="S::sveenis@rti.org::200c9325-9a6d-4db1-8535-3c88a644c387" providerId="AD" clId="Web-{FB032AD9-8035-D29A-BBC8-76AE3B7C4FED}" dt="2023-06-15T19:33:54.139" v="19"/>
        <pc:sldMkLst>
          <pc:docMk/>
          <pc:sldMk cId="4071305681" sldId="258"/>
        </pc:sldMkLst>
        <pc:spChg chg="del">
          <ac:chgData name="Veenis, Sierra" userId="S::sveenis@rti.org::200c9325-9a6d-4db1-8535-3c88a644c387" providerId="AD" clId="Web-{FB032AD9-8035-D29A-BBC8-76AE3B7C4FED}" dt="2023-06-15T19:33:54.139" v="19"/>
          <ac:spMkLst>
            <pc:docMk/>
            <pc:sldMk cId="4071305681" sldId="258"/>
            <ac:spMk id="4" creationId="{2DC7D18A-F106-4CA1-A59B-DE4084E585CF}"/>
          </ac:spMkLst>
        </pc:spChg>
        <pc:spChg chg="add">
          <ac:chgData name="Veenis, Sierra" userId="S::sveenis@rti.org::200c9325-9a6d-4db1-8535-3c88a644c387" providerId="AD" clId="Web-{FB032AD9-8035-D29A-BBC8-76AE3B7C4FED}" dt="2023-06-15T19:33:51.607" v="17"/>
          <ac:spMkLst>
            <pc:docMk/>
            <pc:sldMk cId="4071305681" sldId="258"/>
            <ac:spMk id="6" creationId="{7C0B375B-96AD-BA39-7061-DB003898DAE5}"/>
          </ac:spMkLst>
        </pc:spChg>
        <pc:spChg chg="add">
          <ac:chgData name="Veenis, Sierra" userId="S::sveenis@rti.org::200c9325-9a6d-4db1-8535-3c88a644c387" providerId="AD" clId="Web-{FB032AD9-8035-D29A-BBC8-76AE3B7C4FED}" dt="2023-06-15T19:33:51.607" v="18"/>
          <ac:spMkLst>
            <pc:docMk/>
            <pc:sldMk cId="4071305681" sldId="258"/>
            <ac:spMk id="8" creationId="{9EF39B1F-431A-C389-D0A2-68EC2F7720D6}"/>
          </ac:spMkLst>
        </pc:spChg>
      </pc:sldChg>
      <pc:sldChg chg="addSp delSp modSp">
        <pc:chgData name="Veenis, Sierra" userId="S::sveenis@rti.org::200c9325-9a6d-4db1-8535-3c88a644c387" providerId="AD" clId="Web-{FB032AD9-8035-D29A-BBC8-76AE3B7C4FED}" dt="2023-06-15T19:33:46.701" v="16"/>
        <pc:sldMkLst>
          <pc:docMk/>
          <pc:sldMk cId="2772527113" sldId="259"/>
        </pc:sldMkLst>
        <pc:spChg chg="mod">
          <ac:chgData name="Veenis, Sierra" userId="S::sveenis@rti.org::200c9325-9a6d-4db1-8535-3c88a644c387" providerId="AD" clId="Web-{FB032AD9-8035-D29A-BBC8-76AE3B7C4FED}" dt="2023-06-15T19:32:50.215" v="3" actId="20577"/>
          <ac:spMkLst>
            <pc:docMk/>
            <pc:sldMk cId="2772527113" sldId="259"/>
            <ac:spMk id="3" creationId="{8CE08C7F-0286-423B-92F7-DEB89F31111A}"/>
          </ac:spMkLst>
        </pc:spChg>
        <pc:spChg chg="del">
          <ac:chgData name="Veenis, Sierra" userId="S::sveenis@rti.org::200c9325-9a6d-4db1-8535-3c88a644c387" providerId="AD" clId="Web-{FB032AD9-8035-D29A-BBC8-76AE3B7C4FED}" dt="2023-06-15T19:33:33.591" v="15"/>
          <ac:spMkLst>
            <pc:docMk/>
            <pc:sldMk cId="2772527113" sldId="259"/>
            <ac:spMk id="4" creationId="{FD0EEDDD-3DDC-4909-AF99-60870B25C0CC}"/>
          </ac:spMkLst>
        </pc:spChg>
        <pc:spChg chg="add mod">
          <ac:chgData name="Veenis, Sierra" userId="S::sveenis@rti.org::200c9325-9a6d-4db1-8535-3c88a644c387" providerId="AD" clId="Web-{FB032AD9-8035-D29A-BBC8-76AE3B7C4FED}" dt="2023-06-15T19:33:28.872" v="14" actId="20577"/>
          <ac:spMkLst>
            <pc:docMk/>
            <pc:sldMk cId="2772527113" sldId="259"/>
            <ac:spMk id="5" creationId="{2A1B63FE-F2F1-599D-4864-30F60DD3A68C}"/>
          </ac:spMkLst>
        </pc:spChg>
        <pc:spChg chg="add">
          <ac:chgData name="Veenis, Sierra" userId="S::sveenis@rti.org::200c9325-9a6d-4db1-8535-3c88a644c387" providerId="AD" clId="Web-{FB032AD9-8035-D29A-BBC8-76AE3B7C4FED}" dt="2023-06-15T19:33:46.701" v="16"/>
          <ac:spMkLst>
            <pc:docMk/>
            <pc:sldMk cId="2772527113" sldId="259"/>
            <ac:spMk id="6" creationId="{3DEABB80-1D04-8E16-2742-7221B51C1A2B}"/>
          </ac:spMkLst>
        </pc:spChg>
      </pc:sldChg>
      <pc:sldChg chg="addSp delSp">
        <pc:chgData name="Veenis, Sierra" userId="S::sveenis@rti.org::200c9325-9a6d-4db1-8535-3c88a644c387" providerId="AD" clId="Web-{FB032AD9-8035-D29A-BBC8-76AE3B7C4FED}" dt="2023-06-15T19:33:59.389" v="22"/>
        <pc:sldMkLst>
          <pc:docMk/>
          <pc:sldMk cId="3493109116" sldId="264"/>
        </pc:sldMkLst>
        <pc:spChg chg="del">
          <ac:chgData name="Veenis, Sierra" userId="S::sveenis@rti.org::200c9325-9a6d-4db1-8535-3c88a644c387" providerId="AD" clId="Web-{FB032AD9-8035-D29A-BBC8-76AE3B7C4FED}" dt="2023-06-15T19:33:57.654" v="20"/>
          <ac:spMkLst>
            <pc:docMk/>
            <pc:sldMk cId="3493109116" sldId="264"/>
            <ac:spMk id="4" creationId="{F767700B-954E-42AD-AD69-9CC1C5B510A5}"/>
          </ac:spMkLst>
        </pc:spChg>
        <pc:spChg chg="add">
          <ac:chgData name="Veenis, Sierra" userId="S::sveenis@rti.org::200c9325-9a6d-4db1-8535-3c88a644c387" providerId="AD" clId="Web-{FB032AD9-8035-D29A-BBC8-76AE3B7C4FED}" dt="2023-06-15T19:33:59.373" v="21"/>
          <ac:spMkLst>
            <pc:docMk/>
            <pc:sldMk cId="3493109116" sldId="264"/>
            <ac:spMk id="6" creationId="{48251B59-1338-F65E-9E16-100123989145}"/>
          </ac:spMkLst>
        </pc:spChg>
        <pc:spChg chg="add">
          <ac:chgData name="Veenis, Sierra" userId="S::sveenis@rti.org::200c9325-9a6d-4db1-8535-3c88a644c387" providerId="AD" clId="Web-{FB032AD9-8035-D29A-BBC8-76AE3B7C4FED}" dt="2023-06-15T19:33:59.389" v="22"/>
          <ac:spMkLst>
            <pc:docMk/>
            <pc:sldMk cId="3493109116" sldId="264"/>
            <ac:spMk id="8" creationId="{782CD52D-489A-4427-61DF-6E931F469848}"/>
          </ac:spMkLst>
        </pc:spChg>
      </pc:sldChg>
      <pc:sldChg chg="addSp delSp modSp">
        <pc:chgData name="Veenis, Sierra" userId="S::sveenis@rti.org::200c9325-9a6d-4db1-8535-3c88a644c387" providerId="AD" clId="Web-{FB032AD9-8035-D29A-BBC8-76AE3B7C4FED}" dt="2023-06-15T19:34:15.655" v="26"/>
        <pc:sldMkLst>
          <pc:docMk/>
          <pc:sldMk cId="1936015983" sldId="266"/>
        </pc:sldMkLst>
        <pc:spChg chg="del">
          <ac:chgData name="Veenis, Sierra" userId="S::sveenis@rti.org::200c9325-9a6d-4db1-8535-3c88a644c387" providerId="AD" clId="Web-{FB032AD9-8035-D29A-BBC8-76AE3B7C4FED}" dt="2023-06-15T19:34:14.764" v="24"/>
          <ac:spMkLst>
            <pc:docMk/>
            <pc:sldMk cId="1936015983" sldId="266"/>
            <ac:spMk id="4" creationId="{00210221-3F4A-4187-A674-5BB2A5218FDE}"/>
          </ac:spMkLst>
        </pc:spChg>
        <pc:spChg chg="add">
          <ac:chgData name="Veenis, Sierra" userId="S::sveenis@rti.org::200c9325-9a6d-4db1-8535-3c88a644c387" providerId="AD" clId="Web-{FB032AD9-8035-D29A-BBC8-76AE3B7C4FED}" dt="2023-06-15T19:34:15.639" v="25"/>
          <ac:spMkLst>
            <pc:docMk/>
            <pc:sldMk cId="1936015983" sldId="266"/>
            <ac:spMk id="6" creationId="{9A4F31BE-BCFC-A4F3-CD19-90EF366FC980}"/>
          </ac:spMkLst>
        </pc:spChg>
        <pc:spChg chg="add">
          <ac:chgData name="Veenis, Sierra" userId="S::sveenis@rti.org::200c9325-9a6d-4db1-8535-3c88a644c387" providerId="AD" clId="Web-{FB032AD9-8035-D29A-BBC8-76AE3B7C4FED}" dt="2023-06-15T19:34:15.655" v="26"/>
          <ac:spMkLst>
            <pc:docMk/>
            <pc:sldMk cId="1936015983" sldId="266"/>
            <ac:spMk id="8" creationId="{E5CFAD93-E6CA-0E9B-8A16-90FFC6B8A775}"/>
          </ac:spMkLst>
        </pc:spChg>
        <pc:graphicFrameChg chg="mod">
          <ac:chgData name="Veenis, Sierra" userId="S::sveenis@rti.org::200c9325-9a6d-4db1-8535-3c88a644c387" providerId="AD" clId="Web-{FB032AD9-8035-D29A-BBC8-76AE3B7C4FED}" dt="2023-06-15T19:34:12.967" v="23" actId="1076"/>
          <ac:graphicFrameMkLst>
            <pc:docMk/>
            <pc:sldMk cId="1936015983" sldId="266"/>
            <ac:graphicFrameMk id="3" creationId="{ED3728B0-209C-4DF5-B27D-EBAF62A2ED42}"/>
          </ac:graphicFrameMkLst>
        </pc:graphicFrameChg>
      </pc:sldChg>
      <pc:sldChg chg="addSp delSp">
        <pc:chgData name="Veenis, Sierra" userId="S::sveenis@rti.org::200c9325-9a6d-4db1-8535-3c88a644c387" providerId="AD" clId="Web-{FB032AD9-8035-D29A-BBC8-76AE3B7C4FED}" dt="2023-06-15T19:34:31.733" v="32"/>
        <pc:sldMkLst>
          <pc:docMk/>
          <pc:sldMk cId="2313533111" sldId="267"/>
        </pc:sldMkLst>
        <pc:spChg chg="del">
          <ac:chgData name="Veenis, Sierra" userId="S::sveenis@rti.org::200c9325-9a6d-4db1-8535-3c88a644c387" providerId="AD" clId="Web-{FB032AD9-8035-D29A-BBC8-76AE3B7C4FED}" dt="2023-06-15T19:34:31.733" v="32"/>
          <ac:spMkLst>
            <pc:docMk/>
            <pc:sldMk cId="2313533111" sldId="267"/>
            <ac:spMk id="4" creationId="{00210221-3F4A-4187-A674-5BB2A5218FDE}"/>
          </ac:spMkLst>
        </pc:spChg>
        <pc:spChg chg="add">
          <ac:chgData name="Veenis, Sierra" userId="S::sveenis@rti.org::200c9325-9a6d-4db1-8535-3c88a644c387" providerId="AD" clId="Web-{FB032AD9-8035-D29A-BBC8-76AE3B7C4FED}" dt="2023-06-15T19:34:30.327" v="30"/>
          <ac:spMkLst>
            <pc:docMk/>
            <pc:sldMk cId="2313533111" sldId="267"/>
            <ac:spMk id="6" creationId="{48B1C276-02E7-E2C3-F825-AA1269544C5B}"/>
          </ac:spMkLst>
        </pc:spChg>
        <pc:spChg chg="add">
          <ac:chgData name="Veenis, Sierra" userId="S::sveenis@rti.org::200c9325-9a6d-4db1-8535-3c88a644c387" providerId="AD" clId="Web-{FB032AD9-8035-D29A-BBC8-76AE3B7C4FED}" dt="2023-06-15T19:34:30.327" v="31"/>
          <ac:spMkLst>
            <pc:docMk/>
            <pc:sldMk cId="2313533111" sldId="267"/>
            <ac:spMk id="8" creationId="{126AB5F2-F037-F997-9723-E57F88D5B023}"/>
          </ac:spMkLst>
        </pc:spChg>
      </pc:sldChg>
      <pc:sldChg chg="addSp delSp">
        <pc:chgData name="Veenis, Sierra" userId="S::sveenis@rti.org::200c9325-9a6d-4db1-8535-3c88a644c387" providerId="AD" clId="Web-{FB032AD9-8035-D29A-BBC8-76AE3B7C4FED}" dt="2023-06-15T19:34:24.046" v="29"/>
        <pc:sldMkLst>
          <pc:docMk/>
          <pc:sldMk cId="1815750250" sldId="268"/>
        </pc:sldMkLst>
        <pc:spChg chg="del">
          <ac:chgData name="Veenis, Sierra" userId="S::sveenis@rti.org::200c9325-9a6d-4db1-8535-3c88a644c387" providerId="AD" clId="Web-{FB032AD9-8035-D29A-BBC8-76AE3B7C4FED}" dt="2023-06-15T19:34:23.546" v="27"/>
          <ac:spMkLst>
            <pc:docMk/>
            <pc:sldMk cId="1815750250" sldId="268"/>
            <ac:spMk id="4" creationId="{00210221-3F4A-4187-A674-5BB2A5218FDE}"/>
          </ac:spMkLst>
        </pc:spChg>
        <pc:spChg chg="add">
          <ac:chgData name="Veenis, Sierra" userId="S::sveenis@rti.org::200c9325-9a6d-4db1-8535-3c88a644c387" providerId="AD" clId="Web-{FB032AD9-8035-D29A-BBC8-76AE3B7C4FED}" dt="2023-06-15T19:34:24.030" v="28"/>
          <ac:spMkLst>
            <pc:docMk/>
            <pc:sldMk cId="1815750250" sldId="268"/>
            <ac:spMk id="5" creationId="{C0A5AC61-D774-7A84-9C87-792E1ED6FA86}"/>
          </ac:spMkLst>
        </pc:spChg>
        <pc:spChg chg="add">
          <ac:chgData name="Veenis, Sierra" userId="S::sveenis@rti.org::200c9325-9a6d-4db1-8535-3c88a644c387" providerId="AD" clId="Web-{FB032AD9-8035-D29A-BBC8-76AE3B7C4FED}" dt="2023-06-15T19:34:24.046" v="29"/>
          <ac:spMkLst>
            <pc:docMk/>
            <pc:sldMk cId="1815750250" sldId="268"/>
            <ac:spMk id="8" creationId="{BCA13CD7-776E-B8DC-0B32-4C4617F6AD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107660" y="5985761"/>
            <a:ext cx="9144000" cy="370300"/>
          </a:xfrm>
        </p:spPr>
        <p:txBody>
          <a:bodyPr>
            <a:normAutofit fontScale="90000"/>
          </a:bodyPr>
          <a:lstStyle/>
          <a:p>
            <a:pPr algn="l"/>
            <a:r>
              <a:rPr lang="en-US" sz="1800" dirty="0"/>
              <a:t>Practicum| Unit 3: Research-Based Instructional Strategies (RBIS) Reading Language Arts (RLA)| Lesson 3.06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Complex Text in Tier 1 Instruction</a:t>
            </a:r>
          </a:p>
        </p:txBody>
      </p:sp>
      <p:sp>
        <p:nvSpPr>
          <p:cNvPr id="4" name="TextBox 1">
            <a:extLst>
              <a:ext uri="{FF2B5EF4-FFF2-40B4-BE49-F238E27FC236}">
                <a16:creationId xmlns:a16="http://schemas.microsoft.com/office/drawing/2014/main" id="{C54CD7E8-C76B-ABEA-FE6C-BA6162D174F0}"/>
              </a:ext>
            </a:extLst>
          </p:cNvPr>
          <p:cNvSpPr txBox="1"/>
          <p:nvPr/>
        </p:nvSpPr>
        <p:spPr>
          <a:xfrm>
            <a:off x="107660" y="6356061"/>
            <a:ext cx="10484139"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latin typeface="+mj-lt"/>
                <a:cs typeface="Calibri"/>
              </a:rPr>
              <a:t>This work is licensed under a </a:t>
            </a:r>
            <a:r>
              <a:rPr lang="en-US" sz="1600" dirty="0">
                <a:solidFill>
                  <a:srgbClr val="0070C0"/>
                </a:solidFill>
                <a:latin typeface="+mj-lt"/>
                <a:cs typeface="Calibri"/>
                <a:hlinkClick r:id="rId2"/>
              </a:rPr>
              <a:t>Creative Commons Attribution-Noncommercial-Share Alike 4.0 International License</a:t>
            </a:r>
            <a:r>
              <a:rPr lang="en-US" sz="1600" dirty="0">
                <a:solidFill>
                  <a:srgbClr val="0070C0"/>
                </a:solidFill>
                <a:latin typeface="+mj-lt"/>
                <a:cs typeface="Calibri"/>
              </a:rPr>
              <a:t>.</a:t>
            </a:r>
            <a:endParaRPr lang="en-US" sz="3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6A, 6C, 6D, 6F, 6G</a:t>
            </a:r>
          </a:p>
          <a:p>
            <a:pPr marL="0" indent="0">
              <a:buNone/>
            </a:pPr>
            <a:endParaRPr lang="en-US" dirty="0"/>
          </a:p>
          <a:p>
            <a:pPr marL="0" indent="0">
              <a:buNone/>
            </a:pPr>
            <a:r>
              <a:rPr lang="en-US" dirty="0"/>
              <a:t>The student will…</a:t>
            </a:r>
          </a:p>
          <a:p>
            <a:r>
              <a:rPr lang="en-US" dirty="0"/>
              <a:t>Describe the importance of using complex texts in effective Tier 1 instruction.</a:t>
            </a:r>
          </a:p>
          <a:p>
            <a:r>
              <a:rPr lang="en-US" dirty="0"/>
              <a:t>Examine instructional materials to identify supports that help students access complex texts. </a:t>
            </a:r>
          </a:p>
        </p:txBody>
      </p:sp>
      <p:sp>
        <p:nvSpPr>
          <p:cNvPr id="5" name="Title 1">
            <a:extLst>
              <a:ext uri="{FF2B5EF4-FFF2-40B4-BE49-F238E27FC236}">
                <a16:creationId xmlns:a16="http://schemas.microsoft.com/office/drawing/2014/main" id="{2A1B63FE-F2F1-599D-4864-30F60DD3A68C}"/>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6" name="Slide Number Placeholder 3">
            <a:extLst>
              <a:ext uri="{FF2B5EF4-FFF2-40B4-BE49-F238E27FC236}">
                <a16:creationId xmlns:a16="http://schemas.microsoft.com/office/drawing/2014/main" id="{3DEABB80-1D04-8E16-2742-7221B51C1A2B}"/>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A 4th grade teacher is planning for their next unit from high-quality instructional curriculum, but they are concerned that the text complexity is too advanced for many of their students who are struggling readers. The teacher decides to find an alternative text on a lower reading level that they feel might be more appropriate and engaging for their students. How will this decision impact their students?</a:t>
            </a:r>
          </a:p>
        </p:txBody>
      </p:sp>
      <p:sp>
        <p:nvSpPr>
          <p:cNvPr id="6" name="Title 1">
            <a:extLst>
              <a:ext uri="{FF2B5EF4-FFF2-40B4-BE49-F238E27FC236}">
                <a16:creationId xmlns:a16="http://schemas.microsoft.com/office/drawing/2014/main" id="{7C0B375B-96AD-BA39-7061-DB003898DAE5}"/>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8" name="Slide Number Placeholder 3">
            <a:extLst>
              <a:ext uri="{FF2B5EF4-FFF2-40B4-BE49-F238E27FC236}">
                <a16:creationId xmlns:a16="http://schemas.microsoft.com/office/drawing/2014/main" id="{9EF39B1F-431A-C389-D0A2-68EC2F7720D6}"/>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542929421"/>
              </p:ext>
            </p:extLst>
          </p:nvPr>
        </p:nvGraphicFramePr>
        <p:xfrm>
          <a:off x="1185115" y="1311408"/>
          <a:ext cx="9463876" cy="1538702"/>
        </p:xfrm>
        <a:graphic>
          <a:graphicData uri="http://schemas.openxmlformats.org/drawingml/2006/table">
            <a:tbl>
              <a:tblPr firstRow="1" bandRow="1">
                <a:tableStyleId>{5C22544A-7EE6-4342-B048-85BDC9FD1C3A}</a:tableStyleId>
              </a:tblPr>
              <a:tblGrid>
                <a:gridCol w="2629801">
                  <a:extLst>
                    <a:ext uri="{9D8B030D-6E8A-4147-A177-3AD203B41FA5}">
                      <a16:colId xmlns:a16="http://schemas.microsoft.com/office/drawing/2014/main" val="1922918179"/>
                    </a:ext>
                  </a:extLst>
                </a:gridCol>
                <a:gridCol w="6834075">
                  <a:extLst>
                    <a:ext uri="{9D8B030D-6E8A-4147-A177-3AD203B41FA5}">
                      <a16:colId xmlns:a16="http://schemas.microsoft.com/office/drawing/2014/main" val="3619535809"/>
                    </a:ext>
                  </a:extLst>
                </a:gridCol>
              </a:tblGrid>
              <a:tr h="356770">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1172942">
                <a:tc>
                  <a:txBody>
                    <a:bodyPr/>
                    <a:lstStyle/>
                    <a:p>
                      <a:pPr marL="0" marR="0">
                        <a:spcBef>
                          <a:spcPts val="600"/>
                        </a:spcBef>
                        <a:spcAft>
                          <a:spcPts val="600"/>
                        </a:spcAft>
                      </a:pPr>
                      <a:r>
                        <a:rPr lang="en-US" sz="2400" b="1">
                          <a:effectLst/>
                          <a:latin typeface="Calibri" panose="020F0502020204030204" pitchFamily="34" charset="0"/>
                          <a:ea typeface="Calibri" panose="020F0502020204030204" pitchFamily="34" charset="0"/>
                          <a:cs typeface="Arial" panose="020B0604020202020204" pitchFamily="34" charset="0"/>
                        </a:rPr>
                        <a:t>Tier 1 Instruction</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High-quality classroom-wide instruction and support for all students focused on essential grade-level skills and concepts.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89762599"/>
                  </a:ext>
                </a:extLst>
              </a:tr>
            </a:tbl>
          </a:graphicData>
        </a:graphic>
      </p:graphicFrame>
      <p:sp>
        <p:nvSpPr>
          <p:cNvPr id="6" name="Title 1">
            <a:extLst>
              <a:ext uri="{FF2B5EF4-FFF2-40B4-BE49-F238E27FC236}">
                <a16:creationId xmlns:a16="http://schemas.microsoft.com/office/drawing/2014/main" id="{48251B59-1338-F65E-9E16-100123989145}"/>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8" name="Slide Number Placeholder 3">
            <a:extLst>
              <a:ext uri="{FF2B5EF4-FFF2-40B4-BE49-F238E27FC236}">
                <a16:creationId xmlns:a16="http://schemas.microsoft.com/office/drawing/2014/main" id="{782CD52D-489A-4427-61DF-6E931F469848}"/>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Practice: The Impact of Vocabulary</a:t>
            </a:r>
          </a:p>
        </p:txBody>
      </p:sp>
      <p:graphicFrame>
        <p:nvGraphicFramePr>
          <p:cNvPr id="3" name="Table 2">
            <a:extLst>
              <a:ext uri="{FF2B5EF4-FFF2-40B4-BE49-F238E27FC236}">
                <a16:creationId xmlns:a16="http://schemas.microsoft.com/office/drawing/2014/main" id="{ED3728B0-209C-4DF5-B27D-EBAF62A2ED42}"/>
              </a:ext>
            </a:extLst>
          </p:cNvPr>
          <p:cNvGraphicFramePr>
            <a:graphicFrameLocks noGrp="1"/>
          </p:cNvGraphicFramePr>
          <p:nvPr>
            <p:extLst>
              <p:ext uri="{D42A27DB-BD31-4B8C-83A1-F6EECF244321}">
                <p14:modId xmlns:p14="http://schemas.microsoft.com/office/powerpoint/2010/main" val="941562202"/>
              </p:ext>
            </p:extLst>
          </p:nvPr>
        </p:nvGraphicFramePr>
        <p:xfrm>
          <a:off x="2128595" y="1203723"/>
          <a:ext cx="7837713" cy="5136304"/>
        </p:xfrm>
        <a:graphic>
          <a:graphicData uri="http://schemas.openxmlformats.org/drawingml/2006/table">
            <a:tbl>
              <a:tblPr firstRow="1" firstCol="1" bandRow="1">
                <a:tableStyleId>{5C22544A-7EE6-4342-B048-85BDC9FD1C3A}</a:tableStyleId>
              </a:tblPr>
              <a:tblGrid>
                <a:gridCol w="2612078">
                  <a:extLst>
                    <a:ext uri="{9D8B030D-6E8A-4147-A177-3AD203B41FA5}">
                      <a16:colId xmlns:a16="http://schemas.microsoft.com/office/drawing/2014/main" val="512070095"/>
                    </a:ext>
                  </a:extLst>
                </a:gridCol>
                <a:gridCol w="2612078">
                  <a:extLst>
                    <a:ext uri="{9D8B030D-6E8A-4147-A177-3AD203B41FA5}">
                      <a16:colId xmlns:a16="http://schemas.microsoft.com/office/drawing/2014/main" val="1182904098"/>
                    </a:ext>
                  </a:extLst>
                </a:gridCol>
                <a:gridCol w="2613557">
                  <a:extLst>
                    <a:ext uri="{9D8B030D-6E8A-4147-A177-3AD203B41FA5}">
                      <a16:colId xmlns:a16="http://schemas.microsoft.com/office/drawing/2014/main" val="1701528443"/>
                    </a:ext>
                  </a:extLst>
                </a:gridCol>
              </a:tblGrid>
              <a:tr h="453369">
                <a:tc>
                  <a:txBody>
                    <a:bodyPr/>
                    <a:lstStyle/>
                    <a:p>
                      <a:pPr marL="0" marR="0">
                        <a:lnSpc>
                          <a:spcPct val="107000"/>
                        </a:lnSpc>
                        <a:spcBef>
                          <a:spcPts val="0"/>
                        </a:spcBef>
                        <a:spcAft>
                          <a:spcPts val="0"/>
                        </a:spcAft>
                      </a:pPr>
                      <a:r>
                        <a:rPr lang="en-US" sz="1800">
                          <a:effectLst/>
                        </a:rPr>
                        <a:t>Well Below Level Text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Below Level Text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On Level Text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49467293"/>
                  </a:ext>
                </a:extLst>
              </a:tr>
              <a:tr h="3698755">
                <a:tc>
                  <a:txBody>
                    <a:bodyPr/>
                    <a:lstStyle/>
                    <a:p>
                      <a:pPr marL="0" marR="0">
                        <a:lnSpc>
                          <a:spcPct val="107000"/>
                        </a:lnSpc>
                        <a:spcBef>
                          <a:spcPts val="0"/>
                        </a:spcBef>
                        <a:spcAft>
                          <a:spcPts val="0"/>
                        </a:spcAft>
                      </a:pPr>
                      <a:r>
                        <a:rPr lang="en-US" sz="1800" b="0" dirty="0">
                          <a:solidFill>
                            <a:schemeClr val="tx1"/>
                          </a:solidFill>
                          <a:effectLst/>
                        </a:rPr>
                        <a:t>Raptor</a:t>
                      </a:r>
                    </a:p>
                    <a:p>
                      <a:pPr marL="0" marR="0">
                        <a:lnSpc>
                          <a:spcPct val="107000"/>
                        </a:lnSpc>
                        <a:spcBef>
                          <a:spcPts val="0"/>
                        </a:spcBef>
                        <a:spcAft>
                          <a:spcPts val="0"/>
                        </a:spcAft>
                      </a:pPr>
                      <a:r>
                        <a:rPr lang="en-US" sz="1800" b="0" dirty="0">
                          <a:solidFill>
                            <a:schemeClr val="tx1"/>
                          </a:solidFill>
                          <a:effectLst/>
                        </a:rPr>
                        <a:t>Rescue</a:t>
                      </a:r>
                    </a:p>
                    <a:p>
                      <a:pPr marL="0" marR="0">
                        <a:lnSpc>
                          <a:spcPct val="107000"/>
                        </a:lnSpc>
                        <a:spcBef>
                          <a:spcPts val="0"/>
                        </a:spcBef>
                        <a:spcAft>
                          <a:spcPts val="0"/>
                        </a:spcAft>
                      </a:pPr>
                      <a:r>
                        <a:rPr lang="en-US" sz="1800" b="0" dirty="0">
                          <a:solidFill>
                            <a:schemeClr val="tx1"/>
                          </a:solidFill>
                          <a:effectLst/>
                        </a:rPr>
                        <a:t>Spotted</a:t>
                      </a:r>
                    </a:p>
                    <a:p>
                      <a:pPr marL="0" marR="0">
                        <a:lnSpc>
                          <a:spcPct val="107000"/>
                        </a:lnSpc>
                        <a:spcBef>
                          <a:spcPts val="0"/>
                        </a:spcBef>
                        <a:spcAft>
                          <a:spcPts val="0"/>
                        </a:spcAft>
                      </a:pPr>
                      <a:r>
                        <a:rPr lang="en-US" sz="1800" b="0" dirty="0">
                          <a:solidFill>
                            <a:schemeClr val="tx1"/>
                          </a:solidFill>
                          <a:effectLst/>
                        </a:rPr>
                        <a:t>Base</a:t>
                      </a:r>
                    </a:p>
                    <a:p>
                      <a:pPr marL="0" marR="0">
                        <a:lnSpc>
                          <a:spcPct val="107000"/>
                        </a:lnSpc>
                        <a:spcBef>
                          <a:spcPts val="0"/>
                        </a:spcBef>
                        <a:spcAft>
                          <a:spcPts val="0"/>
                        </a:spcAft>
                      </a:pPr>
                      <a:r>
                        <a:rPr lang="en-US" sz="1800" b="0" dirty="0">
                          <a:solidFill>
                            <a:schemeClr val="tx1"/>
                          </a:solidFill>
                          <a:effectLst/>
                        </a:rPr>
                        <a:t>Hunting</a:t>
                      </a:r>
                    </a:p>
                    <a:p>
                      <a:pPr marL="0" marR="0">
                        <a:lnSpc>
                          <a:spcPct val="107000"/>
                        </a:lnSpc>
                        <a:spcBef>
                          <a:spcPts val="0"/>
                        </a:spcBef>
                        <a:spcAft>
                          <a:spcPts val="0"/>
                        </a:spcAft>
                      </a:pPr>
                      <a:r>
                        <a:rPr lang="en-US" sz="1800" b="0" dirty="0">
                          <a:solidFill>
                            <a:schemeClr val="tx1"/>
                          </a:solidFill>
                          <a:effectLst/>
                        </a:rPr>
                        <a:t>Tucked</a:t>
                      </a:r>
                    </a:p>
                    <a:p>
                      <a:pPr marL="0" marR="0">
                        <a:lnSpc>
                          <a:spcPct val="107000"/>
                        </a:lnSpc>
                        <a:spcBef>
                          <a:spcPts val="0"/>
                        </a:spcBef>
                        <a:spcAft>
                          <a:spcPts val="0"/>
                        </a:spcAft>
                      </a:pPr>
                      <a:r>
                        <a:rPr lang="en-US" sz="1800" b="0" dirty="0">
                          <a:solidFill>
                            <a:schemeClr val="tx1"/>
                          </a:solidFill>
                          <a:effectLst/>
                        </a:rPr>
                        <a:t>Carrier</a:t>
                      </a:r>
                      <a:endParaRPr lang="en-US" sz="1800" b="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1800" b="0">
                          <a:solidFill>
                            <a:schemeClr val="tx1"/>
                          </a:solidFill>
                          <a:effectLst/>
                        </a:rPr>
                        <a:t>Raptor</a:t>
                      </a:r>
                    </a:p>
                    <a:p>
                      <a:pPr marL="0" marR="0">
                        <a:lnSpc>
                          <a:spcPct val="107000"/>
                        </a:lnSpc>
                        <a:spcBef>
                          <a:spcPts val="0"/>
                        </a:spcBef>
                        <a:spcAft>
                          <a:spcPts val="0"/>
                        </a:spcAft>
                      </a:pPr>
                      <a:r>
                        <a:rPr lang="en-US" sz="1800" b="0">
                          <a:solidFill>
                            <a:schemeClr val="tx1"/>
                          </a:solidFill>
                          <a:effectLst/>
                        </a:rPr>
                        <a:t>Surprised</a:t>
                      </a:r>
                    </a:p>
                    <a:p>
                      <a:pPr marL="0" marR="0">
                        <a:lnSpc>
                          <a:spcPct val="107000"/>
                        </a:lnSpc>
                        <a:spcBef>
                          <a:spcPts val="0"/>
                        </a:spcBef>
                        <a:spcAft>
                          <a:spcPts val="0"/>
                        </a:spcAft>
                      </a:pPr>
                      <a:r>
                        <a:rPr lang="en-US" sz="1800" b="0">
                          <a:solidFill>
                            <a:schemeClr val="tx1"/>
                          </a:solidFill>
                          <a:effectLst/>
                        </a:rPr>
                        <a:t>Rescued</a:t>
                      </a:r>
                    </a:p>
                    <a:p>
                      <a:pPr marL="0" marR="0">
                        <a:lnSpc>
                          <a:spcPct val="107000"/>
                        </a:lnSpc>
                        <a:spcBef>
                          <a:spcPts val="0"/>
                        </a:spcBef>
                        <a:spcAft>
                          <a:spcPts val="0"/>
                        </a:spcAft>
                      </a:pPr>
                      <a:r>
                        <a:rPr lang="en-US" sz="1800" b="0">
                          <a:solidFill>
                            <a:schemeClr val="tx1"/>
                          </a:solidFill>
                          <a:effectLst/>
                        </a:rPr>
                        <a:t>Sagging</a:t>
                      </a:r>
                    </a:p>
                    <a:p>
                      <a:pPr marL="0" marR="0">
                        <a:lnSpc>
                          <a:spcPct val="107000"/>
                        </a:lnSpc>
                        <a:spcBef>
                          <a:spcPts val="0"/>
                        </a:spcBef>
                        <a:spcAft>
                          <a:spcPts val="0"/>
                        </a:spcAft>
                      </a:pPr>
                      <a:r>
                        <a:rPr lang="en-US" sz="1800" b="0">
                          <a:solidFill>
                            <a:schemeClr val="tx1"/>
                          </a:solidFill>
                          <a:effectLst/>
                        </a:rPr>
                        <a:t>Unwrapping</a:t>
                      </a:r>
                    </a:p>
                    <a:p>
                      <a:pPr marL="0" marR="0">
                        <a:lnSpc>
                          <a:spcPct val="107000"/>
                        </a:lnSpc>
                        <a:spcBef>
                          <a:spcPts val="0"/>
                        </a:spcBef>
                        <a:spcAft>
                          <a:spcPts val="0"/>
                        </a:spcAft>
                      </a:pPr>
                      <a:r>
                        <a:rPr lang="en-US" sz="1800" b="0">
                          <a:solidFill>
                            <a:schemeClr val="tx1"/>
                          </a:solidFill>
                          <a:effectLst/>
                        </a:rPr>
                        <a:t>Prey</a:t>
                      </a:r>
                    </a:p>
                    <a:p>
                      <a:pPr marL="0" marR="0">
                        <a:lnSpc>
                          <a:spcPct val="107000"/>
                        </a:lnSpc>
                        <a:spcBef>
                          <a:spcPts val="0"/>
                        </a:spcBef>
                        <a:spcAft>
                          <a:spcPts val="0"/>
                        </a:spcAft>
                      </a:pPr>
                      <a:r>
                        <a:rPr lang="en-US" sz="1800" b="0">
                          <a:solidFill>
                            <a:schemeClr val="tx1"/>
                          </a:solidFill>
                          <a:effectLst/>
                        </a:rPr>
                        <a:t>Needles</a:t>
                      </a:r>
                    </a:p>
                    <a:p>
                      <a:pPr marL="0" marR="0">
                        <a:lnSpc>
                          <a:spcPct val="107000"/>
                        </a:lnSpc>
                        <a:spcBef>
                          <a:spcPts val="0"/>
                        </a:spcBef>
                        <a:spcAft>
                          <a:spcPts val="0"/>
                        </a:spcAft>
                      </a:pPr>
                      <a:r>
                        <a:rPr lang="en-US" sz="1800" b="0">
                          <a:solidFill>
                            <a:schemeClr val="tx1"/>
                          </a:solidFill>
                          <a:effectLst/>
                        </a:rPr>
                        <a:t>Creature</a:t>
                      </a:r>
                    </a:p>
                    <a:p>
                      <a:pPr marL="0" marR="0">
                        <a:lnSpc>
                          <a:spcPct val="107000"/>
                        </a:lnSpc>
                        <a:spcBef>
                          <a:spcPts val="0"/>
                        </a:spcBef>
                        <a:spcAft>
                          <a:spcPts val="0"/>
                        </a:spcAft>
                      </a:pPr>
                      <a:r>
                        <a:rPr lang="en-US" sz="1800" b="0">
                          <a:solidFill>
                            <a:schemeClr val="tx1"/>
                          </a:solidFill>
                          <a:effectLst/>
                        </a:rPr>
                        <a:t>Squished</a:t>
                      </a:r>
                    </a:p>
                    <a:p>
                      <a:pPr marL="0" marR="0">
                        <a:lnSpc>
                          <a:spcPct val="107000"/>
                        </a:lnSpc>
                        <a:spcBef>
                          <a:spcPts val="0"/>
                        </a:spcBef>
                        <a:spcAft>
                          <a:spcPts val="0"/>
                        </a:spcAft>
                      </a:pPr>
                      <a:r>
                        <a:rPr lang="en-US" sz="1800" b="0">
                          <a:solidFill>
                            <a:schemeClr val="tx1"/>
                          </a:solidFill>
                          <a:effectLst/>
                        </a:rPr>
                        <a:t>Surprised</a:t>
                      </a:r>
                    </a:p>
                    <a:p>
                      <a:pPr marL="0" marR="0">
                        <a:lnSpc>
                          <a:spcPct val="107000"/>
                        </a:lnSpc>
                        <a:spcBef>
                          <a:spcPts val="0"/>
                        </a:spcBef>
                        <a:spcAft>
                          <a:spcPts val="0"/>
                        </a:spcAft>
                      </a:pPr>
                      <a:r>
                        <a:rPr lang="en-US" sz="1800" b="0">
                          <a:solidFill>
                            <a:schemeClr val="tx1"/>
                          </a:solidFill>
                          <a:effectLst/>
                        </a:rPr>
                        <a:t>Impressed</a:t>
                      </a:r>
                    </a:p>
                    <a:p>
                      <a:pPr marL="0" marR="0">
                        <a:lnSpc>
                          <a:spcPct val="107000"/>
                        </a:lnSpc>
                        <a:spcBef>
                          <a:spcPts val="0"/>
                        </a:spcBef>
                        <a:spcAft>
                          <a:spcPts val="0"/>
                        </a:spcAft>
                      </a:pPr>
                      <a:r>
                        <a:rPr lang="en-US" sz="1800" b="0">
                          <a:solidFill>
                            <a:schemeClr val="tx1"/>
                          </a:solidFill>
                          <a:effectLst/>
                        </a:rPr>
                        <a:t>Preparing</a:t>
                      </a:r>
                      <a:endParaRPr lang="en-US" sz="1800" b="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1800" b="0" dirty="0">
                          <a:solidFill>
                            <a:schemeClr val="tx1"/>
                          </a:solidFill>
                          <a:effectLst/>
                        </a:rPr>
                        <a:t>Raptor</a:t>
                      </a:r>
                    </a:p>
                    <a:p>
                      <a:pPr marL="0" marR="0">
                        <a:lnSpc>
                          <a:spcPct val="107000"/>
                        </a:lnSpc>
                        <a:spcBef>
                          <a:spcPts val="0"/>
                        </a:spcBef>
                        <a:spcAft>
                          <a:spcPts val="0"/>
                        </a:spcAft>
                      </a:pPr>
                      <a:r>
                        <a:rPr lang="en-US" sz="1800" b="0" dirty="0">
                          <a:solidFill>
                            <a:schemeClr val="tx1"/>
                          </a:solidFill>
                          <a:effectLst/>
                        </a:rPr>
                        <a:t>Undomesticated</a:t>
                      </a:r>
                    </a:p>
                    <a:p>
                      <a:pPr marL="0" marR="0">
                        <a:lnSpc>
                          <a:spcPct val="107000"/>
                        </a:lnSpc>
                        <a:spcBef>
                          <a:spcPts val="0"/>
                        </a:spcBef>
                        <a:spcAft>
                          <a:spcPts val="0"/>
                        </a:spcAft>
                      </a:pPr>
                      <a:r>
                        <a:rPr lang="en-US" sz="1800" b="0" dirty="0">
                          <a:solidFill>
                            <a:schemeClr val="tx1"/>
                          </a:solidFill>
                          <a:effectLst/>
                        </a:rPr>
                        <a:t>Nonprofit</a:t>
                      </a:r>
                    </a:p>
                    <a:p>
                      <a:pPr marL="0" marR="0">
                        <a:lnSpc>
                          <a:spcPct val="107000"/>
                        </a:lnSpc>
                        <a:spcBef>
                          <a:spcPts val="0"/>
                        </a:spcBef>
                        <a:spcAft>
                          <a:spcPts val="0"/>
                        </a:spcAft>
                      </a:pPr>
                      <a:r>
                        <a:rPr lang="en-US" sz="1800" b="0" dirty="0">
                          <a:solidFill>
                            <a:schemeClr val="tx1"/>
                          </a:solidFill>
                          <a:effectLst/>
                        </a:rPr>
                        <a:t>Rehabilitate</a:t>
                      </a:r>
                    </a:p>
                    <a:p>
                      <a:pPr marL="0" marR="0">
                        <a:lnSpc>
                          <a:spcPct val="107000"/>
                        </a:lnSpc>
                        <a:spcBef>
                          <a:spcPts val="0"/>
                        </a:spcBef>
                        <a:spcAft>
                          <a:spcPts val="0"/>
                        </a:spcAft>
                      </a:pPr>
                      <a:r>
                        <a:rPr lang="en-US" sz="1800" b="0" dirty="0">
                          <a:solidFill>
                            <a:schemeClr val="tx1"/>
                          </a:solidFill>
                          <a:effectLst/>
                        </a:rPr>
                        <a:t>Iconic</a:t>
                      </a:r>
                    </a:p>
                    <a:p>
                      <a:pPr marL="0" marR="0">
                        <a:lnSpc>
                          <a:spcPct val="107000"/>
                        </a:lnSpc>
                        <a:spcBef>
                          <a:spcPts val="0"/>
                        </a:spcBef>
                        <a:spcAft>
                          <a:spcPts val="0"/>
                        </a:spcAft>
                      </a:pPr>
                      <a:r>
                        <a:rPr lang="en-US" sz="1800" b="0" dirty="0">
                          <a:solidFill>
                            <a:schemeClr val="tx1"/>
                          </a:solidFill>
                          <a:effectLst/>
                        </a:rPr>
                        <a:t>Mocking</a:t>
                      </a:r>
                    </a:p>
                    <a:p>
                      <a:pPr marL="0" marR="0">
                        <a:lnSpc>
                          <a:spcPct val="107000"/>
                        </a:lnSpc>
                        <a:spcBef>
                          <a:spcPts val="0"/>
                        </a:spcBef>
                        <a:spcAft>
                          <a:spcPts val="0"/>
                        </a:spcAft>
                      </a:pPr>
                      <a:r>
                        <a:rPr lang="en-US" sz="1800" b="0" dirty="0">
                          <a:solidFill>
                            <a:schemeClr val="tx1"/>
                          </a:solidFill>
                          <a:effectLst/>
                        </a:rPr>
                        <a:t>Bedraggled </a:t>
                      </a:r>
                    </a:p>
                    <a:p>
                      <a:pPr marL="0" marR="0">
                        <a:lnSpc>
                          <a:spcPct val="107000"/>
                        </a:lnSpc>
                        <a:spcBef>
                          <a:spcPts val="0"/>
                        </a:spcBef>
                        <a:spcAft>
                          <a:spcPts val="0"/>
                        </a:spcAft>
                      </a:pPr>
                      <a:r>
                        <a:rPr lang="en-US" sz="1800" b="0" dirty="0">
                          <a:solidFill>
                            <a:schemeClr val="tx1"/>
                          </a:solidFill>
                          <a:effectLst/>
                        </a:rPr>
                        <a:t>Metaphor</a:t>
                      </a:r>
                    </a:p>
                    <a:p>
                      <a:pPr marL="0" marR="0">
                        <a:lnSpc>
                          <a:spcPct val="107000"/>
                        </a:lnSpc>
                        <a:spcBef>
                          <a:spcPts val="0"/>
                        </a:spcBef>
                        <a:spcAft>
                          <a:spcPts val="0"/>
                        </a:spcAft>
                      </a:pPr>
                      <a:r>
                        <a:rPr lang="en-US" sz="1800" b="0" dirty="0">
                          <a:solidFill>
                            <a:schemeClr val="tx1"/>
                          </a:solidFill>
                          <a:effectLst/>
                        </a:rPr>
                        <a:t>Stowaway</a:t>
                      </a:r>
                    </a:p>
                    <a:p>
                      <a:pPr marL="0" marR="0">
                        <a:lnSpc>
                          <a:spcPct val="107000"/>
                        </a:lnSpc>
                        <a:spcBef>
                          <a:spcPts val="0"/>
                        </a:spcBef>
                        <a:spcAft>
                          <a:spcPts val="0"/>
                        </a:spcAft>
                      </a:pPr>
                      <a:r>
                        <a:rPr lang="en-US" sz="1800" b="0" dirty="0">
                          <a:solidFill>
                            <a:schemeClr val="tx1"/>
                          </a:solidFill>
                          <a:effectLst/>
                        </a:rPr>
                        <a:t>Possibilities</a:t>
                      </a:r>
                    </a:p>
                    <a:p>
                      <a:pPr marL="0" marR="0">
                        <a:lnSpc>
                          <a:spcPct val="107000"/>
                        </a:lnSpc>
                        <a:spcBef>
                          <a:spcPts val="0"/>
                        </a:spcBef>
                        <a:spcAft>
                          <a:spcPts val="0"/>
                        </a:spcAft>
                      </a:pPr>
                      <a:r>
                        <a:rPr lang="en-US" sz="1800" b="0" dirty="0">
                          <a:solidFill>
                            <a:schemeClr val="tx1"/>
                          </a:solidFill>
                          <a:effectLst/>
                        </a:rPr>
                        <a:t>Chaos</a:t>
                      </a:r>
                    </a:p>
                    <a:p>
                      <a:pPr marL="0" marR="0">
                        <a:lnSpc>
                          <a:spcPct val="107000"/>
                        </a:lnSpc>
                        <a:spcBef>
                          <a:spcPts val="0"/>
                        </a:spcBef>
                        <a:spcAft>
                          <a:spcPts val="0"/>
                        </a:spcAft>
                      </a:pPr>
                      <a:r>
                        <a:rPr lang="en-US" sz="1800" b="0" dirty="0">
                          <a:solidFill>
                            <a:schemeClr val="tx1"/>
                          </a:solidFill>
                          <a:effectLst/>
                        </a:rPr>
                        <a:t>Relieved</a:t>
                      </a:r>
                    </a:p>
                    <a:p>
                      <a:pPr marL="0" marR="0">
                        <a:lnSpc>
                          <a:spcPct val="107000"/>
                        </a:lnSpc>
                        <a:spcBef>
                          <a:spcPts val="0"/>
                        </a:spcBef>
                        <a:spcAft>
                          <a:spcPts val="0"/>
                        </a:spcAft>
                      </a:pPr>
                      <a:r>
                        <a:rPr lang="en-US" sz="1800" b="0" dirty="0">
                          <a:solidFill>
                            <a:schemeClr val="tx1"/>
                          </a:solidFill>
                          <a:effectLst/>
                        </a:rPr>
                        <a:t>Refuge</a:t>
                      </a:r>
                    </a:p>
                    <a:p>
                      <a:pPr marL="0" marR="0">
                        <a:lnSpc>
                          <a:spcPct val="107000"/>
                        </a:lnSpc>
                        <a:spcBef>
                          <a:spcPts val="0"/>
                        </a:spcBef>
                        <a:spcAft>
                          <a:spcPts val="0"/>
                        </a:spcAft>
                      </a:pPr>
                      <a:r>
                        <a:rPr lang="en-US" sz="1800" b="0" dirty="0">
                          <a:solidFill>
                            <a:schemeClr val="tx1"/>
                          </a:solidFill>
                          <a:effectLst/>
                        </a:rPr>
                        <a:t>Fractures</a:t>
                      </a:r>
                    </a:p>
                    <a:p>
                      <a:pPr marL="0" marR="0">
                        <a:lnSpc>
                          <a:spcPct val="107000"/>
                        </a:lnSpc>
                        <a:spcBef>
                          <a:spcPts val="0"/>
                        </a:spcBef>
                        <a:spcAft>
                          <a:spcPts val="0"/>
                        </a:spcAft>
                      </a:pPr>
                      <a:r>
                        <a:rPr lang="en-US" sz="1800" b="0" dirty="0">
                          <a:solidFill>
                            <a:schemeClr val="tx1"/>
                          </a:solidFill>
                          <a:effectLst/>
                        </a:rPr>
                        <a:t>Strive </a:t>
                      </a:r>
                    </a:p>
                    <a:p>
                      <a:pPr marL="0" marR="0">
                        <a:lnSpc>
                          <a:spcPct val="107000"/>
                        </a:lnSpc>
                        <a:spcBef>
                          <a:spcPts val="0"/>
                        </a:spcBef>
                        <a:spcAft>
                          <a:spcPts val="0"/>
                        </a:spcAft>
                      </a:pPr>
                      <a:r>
                        <a:rPr lang="en-US" sz="1800" b="0" dirty="0">
                          <a:solidFill>
                            <a:schemeClr val="tx1"/>
                          </a:solidFill>
                          <a:effectLst/>
                        </a:rPr>
                        <a:t>Honored</a:t>
                      </a:r>
                      <a:endParaRPr lang="en-US" sz="1800" b="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242278395"/>
                  </a:ext>
                </a:extLst>
              </a:tr>
            </a:tbl>
          </a:graphicData>
        </a:graphic>
      </p:graphicFrame>
      <p:sp>
        <p:nvSpPr>
          <p:cNvPr id="6" name="Title 1">
            <a:extLst>
              <a:ext uri="{FF2B5EF4-FFF2-40B4-BE49-F238E27FC236}">
                <a16:creationId xmlns:a16="http://schemas.microsoft.com/office/drawing/2014/main" id="{9A4F31BE-BCFC-A4F3-CD19-90EF366FC980}"/>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8" name="Slide Number Placeholder 3">
            <a:extLst>
              <a:ext uri="{FF2B5EF4-FFF2-40B4-BE49-F238E27FC236}">
                <a16:creationId xmlns:a16="http://schemas.microsoft.com/office/drawing/2014/main" id="{E5CFAD93-E6CA-0E9B-8A16-90FFC6B8A775}"/>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93601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Scaffolds and Support for Tier 1 Instruction</a:t>
            </a:r>
          </a:p>
        </p:txBody>
      </p:sp>
      <p:sp>
        <p:nvSpPr>
          <p:cNvPr id="6" name="TextBox 5">
            <a:extLst>
              <a:ext uri="{FF2B5EF4-FFF2-40B4-BE49-F238E27FC236}">
                <a16:creationId xmlns:a16="http://schemas.microsoft.com/office/drawing/2014/main" id="{D7FF49D8-B932-4D38-A62C-4C973617E4E5}"/>
              </a:ext>
            </a:extLst>
          </p:cNvPr>
          <p:cNvSpPr txBox="1"/>
          <p:nvPr/>
        </p:nvSpPr>
        <p:spPr>
          <a:xfrm>
            <a:off x="1073020" y="1520890"/>
            <a:ext cx="9451911" cy="2940613"/>
          </a:xfrm>
          <a:prstGeom prst="rect">
            <a:avLst/>
          </a:prstGeom>
          <a:noFill/>
        </p:spPr>
        <p:txBody>
          <a:bodyPr wrap="square">
            <a:spAutoFit/>
          </a:bodyPr>
          <a:lstStyle/>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To help students access grade-level complex texts, teachers can:</a:t>
            </a:r>
          </a:p>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Pre-teach unfamiliar vocabulary and concepts</a:t>
            </a:r>
          </a:p>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Provide necessary background knowledge</a:t>
            </a:r>
          </a:p>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Use Text Sets (multiple texts on the same topic)</a:t>
            </a:r>
          </a:p>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Use graphic organizers</a:t>
            </a:r>
          </a:p>
          <a:p>
            <a:pPr marL="342900" marR="0" lvl="0" indent="-342900">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Read complex texts aloud to students</a:t>
            </a:r>
          </a:p>
        </p:txBody>
      </p:sp>
      <p:sp>
        <p:nvSpPr>
          <p:cNvPr id="5" name="Title 1">
            <a:extLst>
              <a:ext uri="{FF2B5EF4-FFF2-40B4-BE49-F238E27FC236}">
                <a16:creationId xmlns:a16="http://schemas.microsoft.com/office/drawing/2014/main" id="{C0A5AC61-D774-7A84-9C87-792E1ED6FA86}"/>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8" name="Slide Number Placeholder 3">
            <a:extLst>
              <a:ext uri="{FF2B5EF4-FFF2-40B4-BE49-F238E27FC236}">
                <a16:creationId xmlns:a16="http://schemas.microsoft.com/office/drawing/2014/main" id="{BCA13CD7-776E-B8DC-0B32-4C4617F6AD2B}"/>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815750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84802"/>
            <a:ext cx="10515600" cy="3798961"/>
          </a:xfrm>
        </p:spPr>
        <p:txBody>
          <a:bodyPr>
            <a:normAutofit/>
          </a:bodyPr>
          <a:lstStyle/>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What is tier one Instruction?</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Why is it important to provide students opportunities to access grade-level complex texts during tier one instruction?</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What supports and scaffolds can a teacher provide to support students in accessing grade-level complex texts?</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How have you seen complex texts used in your own internship experience?</a:t>
            </a:r>
          </a:p>
        </p:txBody>
      </p:sp>
      <p:sp>
        <p:nvSpPr>
          <p:cNvPr id="6" name="Title 1">
            <a:extLst>
              <a:ext uri="{FF2B5EF4-FFF2-40B4-BE49-F238E27FC236}">
                <a16:creationId xmlns:a16="http://schemas.microsoft.com/office/drawing/2014/main" id="{48B1C276-02E7-E2C3-F825-AA1269544C5B}"/>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3.06</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a:p>
        </p:txBody>
      </p:sp>
      <p:sp>
        <p:nvSpPr>
          <p:cNvPr id="8" name="Slide Number Placeholder 3">
            <a:extLst>
              <a:ext uri="{FF2B5EF4-FFF2-40B4-BE49-F238E27FC236}">
                <a16:creationId xmlns:a16="http://schemas.microsoft.com/office/drawing/2014/main" id="{126AB5F2-F037-F997-9723-E57F88D5B023}"/>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TotalTime>
  <Words>540</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Practicum| Unit 3: Research-Based Instructional Strategies (RBIS) Reading Language Arts (RLA)| Lesson 3.06</vt:lpstr>
      <vt:lpstr>TEKS Standards &amp; Objectives</vt:lpstr>
      <vt:lpstr>Bellringer</vt:lpstr>
      <vt:lpstr>Vocabulary</vt:lpstr>
      <vt:lpstr>Practice: The Impact of Vocabulary</vt:lpstr>
      <vt:lpstr>Scaffolds and Support for Tier 1 Instruction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3.06: Complex Text in Tier 1 Instruction</dc:title>
  <dc:subject>Lesson 3.06: Complex Text in Tier 1 Instruction</dc:subject>
  <dc:creator>Texas Education Agency</dc:creator>
  <cp:lastModifiedBy>White (she/her), Whitney</cp:lastModifiedBy>
  <cp:revision>25</cp:revision>
  <dcterms:created xsi:type="dcterms:W3CDTF">2022-05-09T19:40:20Z</dcterms:created>
  <dcterms:modified xsi:type="dcterms:W3CDTF">2023-08-19T00:46:56Z</dcterms:modified>
</cp:coreProperties>
</file>
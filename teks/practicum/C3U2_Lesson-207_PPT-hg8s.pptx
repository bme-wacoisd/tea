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859EA-928A-4168-A588-44CDBCDE20A3}" v="1" dt="2023-08-31T19:38:03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46859EA-928A-4168-A588-44CDBCDE20A3}"/>
    <pc:docChg chg="modSld">
      <pc:chgData name="White (she/her), Whitney" userId="65f39021-2f1d-4d8b-87dc-b123826f65bf" providerId="ADAL" clId="{546859EA-928A-4168-A588-44CDBCDE20A3}" dt="2023-08-31T19:38:06.081" v="2" actId="1076"/>
      <pc:docMkLst>
        <pc:docMk/>
      </pc:docMkLst>
      <pc:sldChg chg="addSp modSp mod">
        <pc:chgData name="White (she/her), Whitney" userId="65f39021-2f1d-4d8b-87dc-b123826f65bf" providerId="ADAL" clId="{546859EA-928A-4168-A588-44CDBCDE20A3}" dt="2023-08-31T19:38:06.081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546859EA-928A-4168-A588-44CDBCDE20A3}" dt="2023-08-31T19:38:06.081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546859EA-928A-4168-A588-44CDBCDE20A3}" dt="2023-08-31T19:38:03.563" v="1"/>
          <ac:spMkLst>
            <pc:docMk/>
            <pc:sldMk cId="1482277026" sldId="256"/>
            <ac:spMk id="4" creationId="{18522408-2204-2406-8098-BC316A7AF8F1}"/>
          </ac:spMkLst>
        </pc:spChg>
      </pc:sldChg>
    </pc:docChg>
  </pc:docChgLst>
  <pc:docChgLst>
    <pc:chgData name="White, Whitney" userId="65f39021-2f1d-4d8b-87dc-b123826f65bf" providerId="ADAL" clId="{083F0359-BD24-408D-89C5-A8B79698D948}"/>
    <pc:docChg chg="delSld modSld">
      <pc:chgData name="White, Whitney" userId="65f39021-2f1d-4d8b-87dc-b123826f65bf" providerId="ADAL" clId="{083F0359-BD24-408D-89C5-A8B79698D948}" dt="2022-08-04T14:42:34.472" v="109" actId="20577"/>
      <pc:docMkLst>
        <pc:docMk/>
      </pc:docMkLst>
      <pc:sldChg chg="modSp mod">
        <pc:chgData name="White, Whitney" userId="65f39021-2f1d-4d8b-87dc-b123826f65bf" providerId="ADAL" clId="{083F0359-BD24-408D-89C5-A8B79698D948}" dt="2022-08-04T14:40:34.140" v="85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083F0359-BD24-408D-89C5-A8B79698D948}" dt="2022-07-31T04:45:30.412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083F0359-BD24-408D-89C5-A8B79698D948}" dt="2022-08-04T14:40:34.140" v="8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083F0359-BD24-408D-89C5-A8B79698D948}" dt="2022-08-04T14:40:18.792" v="44" actId="404"/>
        <pc:sldMkLst>
          <pc:docMk/>
          <pc:sldMk cId="4071305681" sldId="258"/>
        </pc:sldMkLst>
        <pc:spChg chg="mod">
          <ac:chgData name="White, Whitney" userId="65f39021-2f1d-4d8b-87dc-b123826f65bf" providerId="ADAL" clId="{083F0359-BD24-408D-89C5-A8B79698D948}" dt="2022-08-04T14:40:18.792" v="44" actId="40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083F0359-BD24-408D-89C5-A8B79698D948}" dt="2022-08-04T14:39:50.385" v="37" actId="255"/>
        <pc:sldMkLst>
          <pc:docMk/>
          <pc:sldMk cId="2772527113" sldId="259"/>
        </pc:sldMkLst>
        <pc:spChg chg="mod">
          <ac:chgData name="White, Whitney" userId="65f39021-2f1d-4d8b-87dc-b123826f65bf" providerId="ADAL" clId="{083F0359-BD24-408D-89C5-A8B79698D948}" dt="2022-08-04T14:39:50.385" v="37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083F0359-BD24-408D-89C5-A8B79698D948}" dt="2022-08-04T14:42:34.472" v="109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083F0359-BD24-408D-89C5-A8B79698D948}" dt="2022-08-04T14:42:34.472" v="109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083F0359-BD24-408D-89C5-A8B79698D948}" dt="2022-08-04T14:40:26.520" v="45" actId="2696"/>
        <pc:sldMkLst>
          <pc:docMk/>
          <pc:sldMk cId="3054216349" sldId="261"/>
        </pc:sldMkLst>
      </pc:sldChg>
      <pc:sldChg chg="del">
        <pc:chgData name="White, Whitney" userId="65f39021-2f1d-4d8b-87dc-b123826f65bf" providerId="ADAL" clId="{083F0359-BD24-408D-89C5-A8B79698D948}" dt="2022-08-04T14:41:07.179" v="88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083F0359-BD24-408D-89C5-A8B79698D948}" dt="2022-08-04T14:41:07.037" v="87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083F0359-BD24-408D-89C5-A8B79698D948}" dt="2022-08-04T14:41:06.890" v="86" actId="47"/>
        <pc:sldMkLst>
          <pc:docMk/>
          <pc:sldMk cId="3493109116" sldId="264"/>
        </pc:sldMkLst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Demonstrating Professional Communication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522408-2204-2406-8098-BC316A7AF8F1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1C, 1E, 1I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portfolio work/presentation day</a:t>
            </a:r>
          </a:p>
          <a:p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en-US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eflect on the role and examples of professionalism of educators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“Being a professional is doing the things you love to do on the days you don’t feel like doing them.” -Julius Erving, American Basketball Player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is an example of a time you did not feel like doing something you enjoyed, but did so anyway because it was the right thing?</a:t>
            </a:r>
          </a:p>
          <a:p>
            <a:pPr marL="0" indent="0"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does this quote relate to the teaching profession?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does professionalism mean to you as a future educator? What does it look like?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are three specific skills that you can work on individually to develop your professionalism as a future educator?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172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Practicum in Education and Training| Unit 2: The Professional Educator | Lesson 2.07</vt:lpstr>
      <vt:lpstr>TEKS Standards &amp; Objectives</vt:lpstr>
      <vt:lpstr>Bellringer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2.07: Demonstrating Professional Communication</dc:title>
  <dc:subject>Lesson 2.07: Demonstrating Professional Communication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2023-08-31T19:38:08Z</dcterms:modified>
</cp:coreProperties>
</file>
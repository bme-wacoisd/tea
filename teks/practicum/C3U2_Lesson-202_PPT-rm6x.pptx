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9" r:id="rId3"/>
    <p:sldId id="258" r:id="rId4"/>
    <p:sldId id="264" r:id="rId5"/>
    <p:sldId id="263" r:id="rId6"/>
    <p:sldId id="265" r:id="rId7"/>
    <p:sldId id="266" r:id="rId8"/>
    <p:sldId id="267" r:id="rId9"/>
    <p:sldId id="262" r:id="rId10"/>
    <p:sldId id="268" r:id="rId11"/>
    <p:sldId id="269" r:id="rId12"/>
    <p:sldId id="270" r:id="rId13"/>
    <p:sldId id="271" r:id="rId14"/>
    <p:sldId id="272" r:id="rId15"/>
    <p:sldId id="26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00"/>
    <a:srgbClr val="FF0000"/>
    <a:srgbClr val="7800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B3D06D-4E0E-4799-B531-72CA4AF8C366}" v="1" dt="2023-08-31T19:35:23.6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04" d="100"/>
          <a:sy n="104" d="100"/>
        </p:scale>
        <p:origin x="12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AAB3D06D-4E0E-4799-B531-72CA4AF8C366}"/>
    <pc:docChg chg="modSld">
      <pc:chgData name="White (she/her), Whitney" userId="65f39021-2f1d-4d8b-87dc-b123826f65bf" providerId="ADAL" clId="{AAB3D06D-4E0E-4799-B531-72CA4AF8C366}" dt="2023-08-31T19:36:27.145" v="414" actId="962"/>
      <pc:docMkLst>
        <pc:docMk/>
      </pc:docMkLst>
      <pc:sldChg chg="addSp modSp mod">
        <pc:chgData name="White (she/her), Whitney" userId="65f39021-2f1d-4d8b-87dc-b123826f65bf" providerId="ADAL" clId="{AAB3D06D-4E0E-4799-B531-72CA4AF8C366}" dt="2023-08-31T19:35:26.320" v="2" actId="1076"/>
        <pc:sldMkLst>
          <pc:docMk/>
          <pc:sldMk cId="1482277026" sldId="256"/>
        </pc:sldMkLst>
        <pc:spChg chg="mod">
          <ac:chgData name="White (she/her), Whitney" userId="65f39021-2f1d-4d8b-87dc-b123826f65bf" providerId="ADAL" clId="{AAB3D06D-4E0E-4799-B531-72CA4AF8C366}" dt="2023-08-31T19:35:26.320" v="2" actId="1076"/>
          <ac:spMkLst>
            <pc:docMk/>
            <pc:sldMk cId="1482277026" sldId="256"/>
            <ac:spMk id="2" creationId="{BFFCF5BD-F8FF-4A67-A8B6-EBB21E79279B}"/>
          </ac:spMkLst>
        </pc:spChg>
        <pc:spChg chg="add mod">
          <ac:chgData name="White (she/her), Whitney" userId="65f39021-2f1d-4d8b-87dc-b123826f65bf" providerId="ADAL" clId="{AAB3D06D-4E0E-4799-B531-72CA4AF8C366}" dt="2023-08-31T19:35:23.680" v="1"/>
          <ac:spMkLst>
            <pc:docMk/>
            <pc:sldMk cId="1482277026" sldId="256"/>
            <ac:spMk id="4" creationId="{D0C5C185-2FDD-2602-257E-2829A6F6239D}"/>
          </ac:spMkLst>
        </pc:spChg>
      </pc:sldChg>
      <pc:sldChg chg="modSp mod">
        <pc:chgData name="White (she/her), Whitney" userId="65f39021-2f1d-4d8b-87dc-b123826f65bf" providerId="ADAL" clId="{AAB3D06D-4E0E-4799-B531-72CA4AF8C366}" dt="2023-08-31T19:36:27.145" v="414" actId="962"/>
        <pc:sldMkLst>
          <pc:docMk/>
          <pc:sldMk cId="977045898" sldId="270"/>
        </pc:sldMkLst>
        <pc:picChg chg="mod">
          <ac:chgData name="White (she/her), Whitney" userId="65f39021-2f1d-4d8b-87dc-b123826f65bf" providerId="ADAL" clId="{AAB3D06D-4E0E-4799-B531-72CA4AF8C366}" dt="2023-08-31T19:36:27.145" v="414" actId="962"/>
          <ac:picMkLst>
            <pc:docMk/>
            <pc:sldMk cId="977045898" sldId="270"/>
            <ac:picMk id="5" creationId="{29971D08-0BC2-414C-A18A-27B1F5763C82}"/>
          </ac:picMkLst>
        </pc:picChg>
      </pc:sldChg>
    </pc:docChg>
  </pc:docChgLst>
  <pc:docChgLst>
    <pc:chgData name="White, Whitney" userId="65f39021-2f1d-4d8b-87dc-b123826f65bf" providerId="ADAL" clId="{09A634B0-AB72-4FC4-8A65-4E33841F1622}"/>
    <pc:docChg chg="undo custSel addSld delSld modSld">
      <pc:chgData name="White, Whitney" userId="65f39021-2f1d-4d8b-87dc-b123826f65bf" providerId="ADAL" clId="{09A634B0-AB72-4FC4-8A65-4E33841F1622}" dt="2022-08-04T13:00:10.982" v="598" actId="5793"/>
      <pc:docMkLst>
        <pc:docMk/>
      </pc:docMkLst>
      <pc:sldChg chg="modSp mod">
        <pc:chgData name="White, Whitney" userId="65f39021-2f1d-4d8b-87dc-b123826f65bf" providerId="ADAL" clId="{09A634B0-AB72-4FC4-8A65-4E33841F1622}" dt="2022-08-04T12:36:57.682" v="52" actId="20577"/>
        <pc:sldMkLst>
          <pc:docMk/>
          <pc:sldMk cId="1482277026" sldId="256"/>
        </pc:sldMkLst>
        <pc:spChg chg="mod">
          <ac:chgData name="White, Whitney" userId="65f39021-2f1d-4d8b-87dc-b123826f65bf" providerId="ADAL" clId="{09A634B0-AB72-4FC4-8A65-4E33841F1622}" dt="2022-07-31T02:31:06.591" v="3" actId="20577"/>
          <ac:spMkLst>
            <pc:docMk/>
            <pc:sldMk cId="1482277026" sldId="256"/>
            <ac:spMk id="2" creationId="{BFFCF5BD-F8FF-4A67-A8B6-EBB21E79279B}"/>
          </ac:spMkLst>
        </pc:spChg>
        <pc:spChg chg="mod">
          <ac:chgData name="White, Whitney" userId="65f39021-2f1d-4d8b-87dc-b123826f65bf" providerId="ADAL" clId="{09A634B0-AB72-4FC4-8A65-4E33841F1622}" dt="2022-08-04T12:36:57.682" v="52" actId="20577"/>
          <ac:spMkLst>
            <pc:docMk/>
            <pc:sldMk cId="1482277026" sldId="256"/>
            <ac:spMk id="3" creationId="{E0FBD98F-3A67-498E-8174-652040DD7B60}"/>
          </ac:spMkLst>
        </pc:spChg>
      </pc:sldChg>
      <pc:sldChg chg="modSp mod">
        <pc:chgData name="White, Whitney" userId="65f39021-2f1d-4d8b-87dc-b123826f65bf" providerId="ADAL" clId="{09A634B0-AB72-4FC4-8A65-4E33841F1622}" dt="2022-08-04T12:38:22.090" v="61" actId="11"/>
        <pc:sldMkLst>
          <pc:docMk/>
          <pc:sldMk cId="4071305681" sldId="258"/>
        </pc:sldMkLst>
        <pc:spChg chg="mod">
          <ac:chgData name="White, Whitney" userId="65f39021-2f1d-4d8b-87dc-b123826f65bf" providerId="ADAL" clId="{09A634B0-AB72-4FC4-8A65-4E33841F1622}" dt="2022-08-04T12:38:22.090" v="61" actId="11"/>
          <ac:spMkLst>
            <pc:docMk/>
            <pc:sldMk cId="4071305681" sldId="258"/>
            <ac:spMk id="3" creationId="{392BE286-77A6-49DD-B15D-7E4718D52FE7}"/>
          </ac:spMkLst>
        </pc:spChg>
      </pc:sldChg>
      <pc:sldChg chg="modSp mod">
        <pc:chgData name="White, Whitney" userId="65f39021-2f1d-4d8b-87dc-b123826f65bf" providerId="ADAL" clId="{09A634B0-AB72-4FC4-8A65-4E33841F1622}" dt="2022-08-04T12:36:44.258" v="28" actId="255"/>
        <pc:sldMkLst>
          <pc:docMk/>
          <pc:sldMk cId="2772527113" sldId="259"/>
        </pc:sldMkLst>
        <pc:spChg chg="mod">
          <ac:chgData name="White, Whitney" userId="65f39021-2f1d-4d8b-87dc-b123826f65bf" providerId="ADAL" clId="{09A634B0-AB72-4FC4-8A65-4E33841F1622}" dt="2022-08-04T12:36:44.258" v="28" actId="255"/>
          <ac:spMkLst>
            <pc:docMk/>
            <pc:sldMk cId="2772527113" sldId="259"/>
            <ac:spMk id="3" creationId="{8CE08C7F-0286-423B-92F7-DEB89F31111A}"/>
          </ac:spMkLst>
        </pc:spChg>
      </pc:sldChg>
      <pc:sldChg chg="modSp mod">
        <pc:chgData name="White, Whitney" userId="65f39021-2f1d-4d8b-87dc-b123826f65bf" providerId="ADAL" clId="{09A634B0-AB72-4FC4-8A65-4E33841F1622}" dt="2022-08-04T12:37:32.130" v="56" actId="403"/>
        <pc:sldMkLst>
          <pc:docMk/>
          <pc:sldMk cId="2147408764" sldId="260"/>
        </pc:sldMkLst>
        <pc:spChg chg="mod">
          <ac:chgData name="White, Whitney" userId="65f39021-2f1d-4d8b-87dc-b123826f65bf" providerId="ADAL" clId="{09A634B0-AB72-4FC4-8A65-4E33841F1622}" dt="2022-08-04T12:37:32.130" v="56" actId="403"/>
          <ac:spMkLst>
            <pc:docMk/>
            <pc:sldMk cId="2147408764" sldId="260"/>
            <ac:spMk id="3" creationId="{49F2A5AF-3C0B-4968-A438-E435325199EA}"/>
          </ac:spMkLst>
        </pc:spChg>
      </pc:sldChg>
      <pc:sldChg chg="del">
        <pc:chgData name="White, Whitney" userId="65f39021-2f1d-4d8b-87dc-b123826f65bf" providerId="ADAL" clId="{09A634B0-AB72-4FC4-8A65-4E33841F1622}" dt="2022-08-04T12:38:50.935" v="62" actId="47"/>
        <pc:sldMkLst>
          <pc:docMk/>
          <pc:sldMk cId="3054216349" sldId="261"/>
        </pc:sldMkLst>
      </pc:sldChg>
      <pc:sldChg chg="addSp delSp modSp mod setBg modClrScheme modAnim chgLayout">
        <pc:chgData name="White, Whitney" userId="65f39021-2f1d-4d8b-87dc-b123826f65bf" providerId="ADAL" clId="{09A634B0-AB72-4FC4-8A65-4E33841F1622}" dt="2022-08-04T12:53:33.919" v="406" actId="1076"/>
        <pc:sldMkLst>
          <pc:docMk/>
          <pc:sldMk cId="4170921578" sldId="262"/>
        </pc:sldMkLst>
        <pc:spChg chg="mod ord">
          <ac:chgData name="White, Whitney" userId="65f39021-2f1d-4d8b-87dc-b123826f65bf" providerId="ADAL" clId="{09A634B0-AB72-4FC4-8A65-4E33841F1622}" dt="2022-08-04T12:47:03.966" v="324" actId="700"/>
          <ac:spMkLst>
            <pc:docMk/>
            <pc:sldMk cId="4170921578" sldId="262"/>
            <ac:spMk id="2" creationId="{A7DAC820-49EE-4F41-8B1F-B9E33FF6BE24}"/>
          </ac:spMkLst>
        </pc:spChg>
        <pc:spChg chg="del">
          <ac:chgData name="White, Whitney" userId="65f39021-2f1d-4d8b-87dc-b123826f65bf" providerId="ADAL" clId="{09A634B0-AB72-4FC4-8A65-4E33841F1622}" dt="2022-08-04T12:46:17.515" v="319"/>
          <ac:spMkLst>
            <pc:docMk/>
            <pc:sldMk cId="4170921578" sldId="262"/>
            <ac:spMk id="3" creationId="{79FFCA46-4155-4484-8350-F1E0B95F6088}"/>
          </ac:spMkLst>
        </pc:spChg>
        <pc:spChg chg="mod ord">
          <ac:chgData name="White, Whitney" userId="65f39021-2f1d-4d8b-87dc-b123826f65bf" providerId="ADAL" clId="{09A634B0-AB72-4FC4-8A65-4E33841F1622}" dt="2022-08-04T12:47:03.966" v="324" actId="700"/>
          <ac:spMkLst>
            <pc:docMk/>
            <pc:sldMk cId="4170921578" sldId="262"/>
            <ac:spMk id="4" creationId="{3E0C1FB4-016B-4122-B211-50411DB9BA9F}"/>
          </ac:spMkLst>
        </pc:spChg>
        <pc:spChg chg="add mod ord">
          <ac:chgData name="White, Whitney" userId="65f39021-2f1d-4d8b-87dc-b123826f65bf" providerId="ADAL" clId="{09A634B0-AB72-4FC4-8A65-4E33841F1622}" dt="2022-08-04T12:49:25.826" v="356" actId="1076"/>
          <ac:spMkLst>
            <pc:docMk/>
            <pc:sldMk cId="4170921578" sldId="262"/>
            <ac:spMk id="6" creationId="{93F000F3-EA26-4326-AE0E-F69A2AAA86FD}"/>
          </ac:spMkLst>
        </pc:spChg>
        <pc:spChg chg="add del">
          <ac:chgData name="White, Whitney" userId="65f39021-2f1d-4d8b-87dc-b123826f65bf" providerId="ADAL" clId="{09A634B0-AB72-4FC4-8A65-4E33841F1622}" dt="2022-08-04T12:46:40.339" v="323" actId="26606"/>
          <ac:spMkLst>
            <pc:docMk/>
            <pc:sldMk cId="4170921578" sldId="262"/>
            <ac:spMk id="9" creationId="{F8A322A0-4A01-BAE1-0AFC-EDC218D1E172}"/>
          </ac:spMkLst>
        </pc:spChg>
        <pc:spChg chg="add del">
          <ac:chgData name="White, Whitney" userId="65f39021-2f1d-4d8b-87dc-b123826f65bf" providerId="ADAL" clId="{09A634B0-AB72-4FC4-8A65-4E33841F1622}" dt="2022-08-04T12:46:40.339" v="323" actId="26606"/>
          <ac:spMkLst>
            <pc:docMk/>
            <pc:sldMk cId="4170921578" sldId="262"/>
            <ac:spMk id="12" creationId="{3EEB8ED6-9142-4A11-B029-18DDE98C4952}"/>
          </ac:spMkLst>
        </pc:spChg>
        <pc:picChg chg="add mod ord modCrop">
          <ac:chgData name="White, Whitney" userId="65f39021-2f1d-4d8b-87dc-b123826f65bf" providerId="ADAL" clId="{09A634B0-AB72-4FC4-8A65-4E33841F1622}" dt="2022-08-04T12:53:33.919" v="406" actId="1076"/>
          <ac:picMkLst>
            <pc:docMk/>
            <pc:sldMk cId="4170921578" sldId="262"/>
            <ac:picMk id="5" creationId="{7C9F3DC4-1BEA-4C5F-A6A9-B3F03E1267A7}"/>
          </ac:picMkLst>
        </pc:picChg>
      </pc:sldChg>
      <pc:sldChg chg="modSp mod modAnim">
        <pc:chgData name="White, Whitney" userId="65f39021-2f1d-4d8b-87dc-b123826f65bf" providerId="ADAL" clId="{09A634B0-AB72-4FC4-8A65-4E33841F1622}" dt="2022-08-04T12:40:28.912" v="144" actId="207"/>
        <pc:sldMkLst>
          <pc:docMk/>
          <pc:sldMk cId="1163931679" sldId="263"/>
        </pc:sldMkLst>
        <pc:spChg chg="mod">
          <ac:chgData name="White, Whitney" userId="65f39021-2f1d-4d8b-87dc-b123826f65bf" providerId="ADAL" clId="{09A634B0-AB72-4FC4-8A65-4E33841F1622}" dt="2022-08-04T12:39:39.020" v="115" actId="20577"/>
          <ac:spMkLst>
            <pc:docMk/>
            <pc:sldMk cId="1163931679" sldId="263"/>
            <ac:spMk id="2" creationId="{531ECDB3-7F62-4124-A1E9-E48D699D2427}"/>
          </ac:spMkLst>
        </pc:spChg>
        <pc:spChg chg="mod">
          <ac:chgData name="White, Whitney" userId="65f39021-2f1d-4d8b-87dc-b123826f65bf" providerId="ADAL" clId="{09A634B0-AB72-4FC4-8A65-4E33841F1622}" dt="2022-08-04T12:40:28.912" v="144" actId="207"/>
          <ac:spMkLst>
            <pc:docMk/>
            <pc:sldMk cId="1163931679" sldId="263"/>
            <ac:spMk id="3" creationId="{012C84E3-4C09-4253-8964-13B9C34E5E48}"/>
          </ac:spMkLst>
        </pc:spChg>
      </pc:sldChg>
      <pc:sldChg chg="modSp mod">
        <pc:chgData name="White, Whitney" userId="65f39021-2f1d-4d8b-87dc-b123826f65bf" providerId="ADAL" clId="{09A634B0-AB72-4FC4-8A65-4E33841F1622}" dt="2022-08-04T12:39:22.589" v="86"/>
        <pc:sldMkLst>
          <pc:docMk/>
          <pc:sldMk cId="3493109116" sldId="264"/>
        </pc:sldMkLst>
        <pc:spChg chg="mod">
          <ac:chgData name="White, Whitney" userId="65f39021-2f1d-4d8b-87dc-b123826f65bf" providerId="ADAL" clId="{09A634B0-AB72-4FC4-8A65-4E33841F1622}" dt="2022-08-04T12:39:13.996" v="85" actId="20577"/>
          <ac:spMkLst>
            <pc:docMk/>
            <pc:sldMk cId="3493109116" sldId="264"/>
            <ac:spMk id="2" creationId="{D7836664-70C0-47BA-9BFF-496A04EBBFDE}"/>
          </ac:spMkLst>
        </pc:spChg>
        <pc:spChg chg="mod">
          <ac:chgData name="White, Whitney" userId="65f39021-2f1d-4d8b-87dc-b123826f65bf" providerId="ADAL" clId="{09A634B0-AB72-4FC4-8A65-4E33841F1622}" dt="2022-08-04T12:39:22.589" v="86"/>
          <ac:spMkLst>
            <pc:docMk/>
            <pc:sldMk cId="3493109116" sldId="264"/>
            <ac:spMk id="3" creationId="{F64339F5-2F5D-46B5-A25D-C197D73747BD}"/>
          </ac:spMkLst>
        </pc:spChg>
      </pc:sldChg>
      <pc:sldChg chg="modSp add mod modAnim">
        <pc:chgData name="White, Whitney" userId="65f39021-2f1d-4d8b-87dc-b123826f65bf" providerId="ADAL" clId="{09A634B0-AB72-4FC4-8A65-4E33841F1622}" dt="2022-08-04T12:41:32.291" v="164"/>
        <pc:sldMkLst>
          <pc:docMk/>
          <pc:sldMk cId="258636000" sldId="265"/>
        </pc:sldMkLst>
        <pc:spChg chg="mod">
          <ac:chgData name="White, Whitney" userId="65f39021-2f1d-4d8b-87dc-b123826f65bf" providerId="ADAL" clId="{09A634B0-AB72-4FC4-8A65-4E33841F1622}" dt="2022-08-04T12:40:46.190" v="147" actId="20577"/>
          <ac:spMkLst>
            <pc:docMk/>
            <pc:sldMk cId="258636000" sldId="265"/>
            <ac:spMk id="2" creationId="{531ECDB3-7F62-4124-A1E9-E48D699D2427}"/>
          </ac:spMkLst>
        </pc:spChg>
        <pc:spChg chg="mod">
          <ac:chgData name="White, Whitney" userId="65f39021-2f1d-4d8b-87dc-b123826f65bf" providerId="ADAL" clId="{09A634B0-AB72-4FC4-8A65-4E33841F1622}" dt="2022-08-04T12:41:06.285" v="162" actId="20577"/>
          <ac:spMkLst>
            <pc:docMk/>
            <pc:sldMk cId="258636000" sldId="265"/>
            <ac:spMk id="3" creationId="{012C84E3-4C09-4253-8964-13B9C34E5E48}"/>
          </ac:spMkLst>
        </pc:spChg>
      </pc:sldChg>
      <pc:sldChg chg="addSp modSp add mod setBg modAnim">
        <pc:chgData name="White, Whitney" userId="65f39021-2f1d-4d8b-87dc-b123826f65bf" providerId="ADAL" clId="{09A634B0-AB72-4FC4-8A65-4E33841F1622}" dt="2022-08-04T12:44:05.978" v="220"/>
        <pc:sldMkLst>
          <pc:docMk/>
          <pc:sldMk cId="2806002090" sldId="266"/>
        </pc:sldMkLst>
        <pc:spChg chg="mod">
          <ac:chgData name="White, Whitney" userId="65f39021-2f1d-4d8b-87dc-b123826f65bf" providerId="ADAL" clId="{09A634B0-AB72-4FC4-8A65-4E33841F1622}" dt="2022-08-04T12:43:29.242" v="201" actId="26606"/>
          <ac:spMkLst>
            <pc:docMk/>
            <pc:sldMk cId="2806002090" sldId="266"/>
            <ac:spMk id="2" creationId="{531ECDB3-7F62-4124-A1E9-E48D699D2427}"/>
          </ac:spMkLst>
        </pc:spChg>
        <pc:spChg chg="mod">
          <ac:chgData name="White, Whitney" userId="65f39021-2f1d-4d8b-87dc-b123826f65bf" providerId="ADAL" clId="{09A634B0-AB72-4FC4-8A65-4E33841F1622}" dt="2022-08-04T12:43:58.300" v="219" actId="207"/>
          <ac:spMkLst>
            <pc:docMk/>
            <pc:sldMk cId="2806002090" sldId="266"/>
            <ac:spMk id="3" creationId="{012C84E3-4C09-4253-8964-13B9C34E5E48}"/>
          </ac:spMkLst>
        </pc:spChg>
        <pc:spChg chg="mod">
          <ac:chgData name="White, Whitney" userId="65f39021-2f1d-4d8b-87dc-b123826f65bf" providerId="ADAL" clId="{09A634B0-AB72-4FC4-8A65-4E33841F1622}" dt="2022-08-04T12:43:29.242" v="201" actId="26606"/>
          <ac:spMkLst>
            <pc:docMk/>
            <pc:sldMk cId="2806002090" sldId="266"/>
            <ac:spMk id="4" creationId="{497159D5-CAC3-47F8-8492-7D28C15A3A58}"/>
          </ac:spMkLst>
        </pc:spChg>
        <pc:spChg chg="add">
          <ac:chgData name="White, Whitney" userId="65f39021-2f1d-4d8b-87dc-b123826f65bf" providerId="ADAL" clId="{09A634B0-AB72-4FC4-8A65-4E33841F1622}" dt="2022-08-04T12:43:29.242" v="201" actId="26606"/>
          <ac:spMkLst>
            <pc:docMk/>
            <pc:sldMk cId="2806002090" sldId="266"/>
            <ac:spMk id="10" creationId="{3EEB8ED6-9142-4A11-B029-18DDE98C4952}"/>
          </ac:spMkLst>
        </pc:spChg>
        <pc:picChg chg="add mod ord">
          <ac:chgData name="White, Whitney" userId="65f39021-2f1d-4d8b-87dc-b123826f65bf" providerId="ADAL" clId="{09A634B0-AB72-4FC4-8A65-4E33841F1622}" dt="2022-08-04T12:43:29.242" v="201" actId="26606"/>
          <ac:picMkLst>
            <pc:docMk/>
            <pc:sldMk cId="2806002090" sldId="266"/>
            <ac:picMk id="5" creationId="{D823FC05-0CD0-46B9-A850-1472B9EEB05F}"/>
          </ac:picMkLst>
        </pc:picChg>
      </pc:sldChg>
      <pc:sldChg chg="addSp delSp modSp add mod setBg modAnim">
        <pc:chgData name="White, Whitney" userId="65f39021-2f1d-4d8b-87dc-b123826f65bf" providerId="ADAL" clId="{09A634B0-AB72-4FC4-8A65-4E33841F1622}" dt="2022-08-04T12:45:47.470" v="289"/>
        <pc:sldMkLst>
          <pc:docMk/>
          <pc:sldMk cId="1530355521" sldId="267"/>
        </pc:sldMkLst>
        <pc:spChg chg="mod">
          <ac:chgData name="White, Whitney" userId="65f39021-2f1d-4d8b-87dc-b123826f65bf" providerId="ADAL" clId="{09A634B0-AB72-4FC4-8A65-4E33841F1622}" dt="2022-08-04T12:44:43.791" v="229" actId="26606"/>
          <ac:spMkLst>
            <pc:docMk/>
            <pc:sldMk cId="1530355521" sldId="267"/>
            <ac:spMk id="2" creationId="{531ECDB3-7F62-4124-A1E9-E48D699D2427}"/>
          </ac:spMkLst>
        </pc:spChg>
        <pc:spChg chg="del mod">
          <ac:chgData name="White, Whitney" userId="65f39021-2f1d-4d8b-87dc-b123826f65bf" providerId="ADAL" clId="{09A634B0-AB72-4FC4-8A65-4E33841F1622}" dt="2022-08-04T12:44:30.320" v="228"/>
          <ac:spMkLst>
            <pc:docMk/>
            <pc:sldMk cId="1530355521" sldId="267"/>
            <ac:spMk id="3" creationId="{012C84E3-4C09-4253-8964-13B9C34E5E48}"/>
          </ac:spMkLst>
        </pc:spChg>
        <pc:spChg chg="mod ord">
          <ac:chgData name="White, Whitney" userId="65f39021-2f1d-4d8b-87dc-b123826f65bf" providerId="ADAL" clId="{09A634B0-AB72-4FC4-8A65-4E33841F1622}" dt="2022-08-04T12:44:43.791" v="229" actId="26606"/>
          <ac:spMkLst>
            <pc:docMk/>
            <pc:sldMk cId="1530355521" sldId="267"/>
            <ac:spMk id="4" creationId="{497159D5-CAC3-47F8-8492-7D28C15A3A58}"/>
          </ac:spMkLst>
        </pc:spChg>
        <pc:spChg chg="add mod">
          <ac:chgData name="White, Whitney" userId="65f39021-2f1d-4d8b-87dc-b123826f65bf" providerId="ADAL" clId="{09A634B0-AB72-4FC4-8A65-4E33841F1622}" dt="2022-08-04T12:45:27.686" v="287" actId="207"/>
          <ac:spMkLst>
            <pc:docMk/>
            <pc:sldMk cId="1530355521" sldId="267"/>
            <ac:spMk id="9" creationId="{90C3C90E-5824-95C5-1768-1BC79AEC55A6}"/>
          </ac:spMkLst>
        </pc:spChg>
        <pc:spChg chg="add">
          <ac:chgData name="White, Whitney" userId="65f39021-2f1d-4d8b-87dc-b123826f65bf" providerId="ADAL" clId="{09A634B0-AB72-4FC4-8A65-4E33841F1622}" dt="2022-08-04T12:44:43.791" v="229" actId="26606"/>
          <ac:spMkLst>
            <pc:docMk/>
            <pc:sldMk cId="1530355521" sldId="267"/>
            <ac:spMk id="12" creationId="{3EEB8ED6-9142-4A11-B029-18DDE98C4952}"/>
          </ac:spMkLst>
        </pc:spChg>
        <pc:picChg chg="add mod">
          <ac:chgData name="White, Whitney" userId="65f39021-2f1d-4d8b-87dc-b123826f65bf" providerId="ADAL" clId="{09A634B0-AB72-4FC4-8A65-4E33841F1622}" dt="2022-08-04T12:44:43.791" v="229" actId="26606"/>
          <ac:picMkLst>
            <pc:docMk/>
            <pc:sldMk cId="1530355521" sldId="267"/>
            <ac:picMk id="5" creationId="{F20F5163-CEA8-43AD-9D06-21386F8496D9}"/>
          </ac:picMkLst>
        </pc:picChg>
      </pc:sldChg>
      <pc:sldChg chg="add del">
        <pc:chgData name="White, Whitney" userId="65f39021-2f1d-4d8b-87dc-b123826f65bf" providerId="ADAL" clId="{09A634B0-AB72-4FC4-8A65-4E33841F1622}" dt="2022-08-04T12:42:58.852" v="199"/>
        <pc:sldMkLst>
          <pc:docMk/>
          <pc:sldMk cId="989358829" sldId="268"/>
        </pc:sldMkLst>
      </pc:sldChg>
      <pc:sldChg chg="addSp delSp modSp add mod modClrScheme delAnim modAnim chgLayout">
        <pc:chgData name="White, Whitney" userId="65f39021-2f1d-4d8b-87dc-b123826f65bf" providerId="ADAL" clId="{09A634B0-AB72-4FC4-8A65-4E33841F1622}" dt="2022-08-04T12:53:26.233" v="403" actId="1076"/>
        <pc:sldMkLst>
          <pc:docMk/>
          <pc:sldMk cId="3808904712" sldId="268"/>
        </pc:sldMkLst>
        <pc:spChg chg="mod ord">
          <ac:chgData name="White, Whitney" userId="65f39021-2f1d-4d8b-87dc-b123826f65bf" providerId="ADAL" clId="{09A634B0-AB72-4FC4-8A65-4E33841F1622}" dt="2022-08-04T12:50:24.452" v="368" actId="700"/>
          <ac:spMkLst>
            <pc:docMk/>
            <pc:sldMk cId="3808904712" sldId="268"/>
            <ac:spMk id="2" creationId="{A7DAC820-49EE-4F41-8B1F-B9E33FF6BE24}"/>
          </ac:spMkLst>
        </pc:spChg>
        <pc:spChg chg="mod ord">
          <ac:chgData name="White, Whitney" userId="65f39021-2f1d-4d8b-87dc-b123826f65bf" providerId="ADAL" clId="{09A634B0-AB72-4FC4-8A65-4E33841F1622}" dt="2022-08-04T12:50:24.452" v="368" actId="700"/>
          <ac:spMkLst>
            <pc:docMk/>
            <pc:sldMk cId="3808904712" sldId="268"/>
            <ac:spMk id="4" creationId="{3E0C1FB4-016B-4122-B211-50411DB9BA9F}"/>
          </ac:spMkLst>
        </pc:spChg>
        <pc:spChg chg="del">
          <ac:chgData name="White, Whitney" userId="65f39021-2f1d-4d8b-87dc-b123826f65bf" providerId="ADAL" clId="{09A634B0-AB72-4FC4-8A65-4E33841F1622}" dt="2022-08-04T12:50:00.835" v="365" actId="21"/>
          <ac:spMkLst>
            <pc:docMk/>
            <pc:sldMk cId="3808904712" sldId="268"/>
            <ac:spMk id="6" creationId="{93F000F3-EA26-4326-AE0E-F69A2AAA86FD}"/>
          </ac:spMkLst>
        </pc:spChg>
        <pc:spChg chg="add del mod">
          <ac:chgData name="White, Whitney" userId="65f39021-2f1d-4d8b-87dc-b123826f65bf" providerId="ADAL" clId="{09A634B0-AB72-4FC4-8A65-4E33841F1622}" dt="2022-08-04T12:49:56.934" v="364" actId="21"/>
          <ac:spMkLst>
            <pc:docMk/>
            <pc:sldMk cId="3808904712" sldId="268"/>
            <ac:spMk id="7" creationId="{62D38307-EC0A-46B5-8012-240AD8D37A4E}"/>
          </ac:spMkLst>
        </pc:spChg>
        <pc:spChg chg="add del mod">
          <ac:chgData name="White, Whitney" userId="65f39021-2f1d-4d8b-87dc-b123826f65bf" providerId="ADAL" clId="{09A634B0-AB72-4FC4-8A65-4E33841F1622}" dt="2022-08-04T12:50:09.784" v="366" actId="21"/>
          <ac:spMkLst>
            <pc:docMk/>
            <pc:sldMk cId="3808904712" sldId="268"/>
            <ac:spMk id="9" creationId="{AB7045F2-9C23-4964-BACA-0F16219A7A38}"/>
          </ac:spMkLst>
        </pc:spChg>
        <pc:spChg chg="add del mod ord">
          <ac:chgData name="White, Whitney" userId="65f39021-2f1d-4d8b-87dc-b123826f65bf" providerId="ADAL" clId="{09A634B0-AB72-4FC4-8A65-4E33841F1622}" dt="2022-08-04T12:50:35.355" v="370"/>
          <ac:spMkLst>
            <pc:docMk/>
            <pc:sldMk cId="3808904712" sldId="268"/>
            <ac:spMk id="10" creationId="{70A15798-4409-43B0-819D-90063DB71C0A}"/>
          </ac:spMkLst>
        </pc:spChg>
        <pc:spChg chg="add mod">
          <ac:chgData name="White, Whitney" userId="65f39021-2f1d-4d8b-87dc-b123826f65bf" providerId="ADAL" clId="{09A634B0-AB72-4FC4-8A65-4E33841F1622}" dt="2022-08-04T12:51:49.780" v="397" actId="1076"/>
          <ac:spMkLst>
            <pc:docMk/>
            <pc:sldMk cId="3808904712" sldId="268"/>
            <ac:spMk id="12" creationId="{2A82CBFE-037D-42DB-BDAE-217BCBF7DD9D}"/>
          </ac:spMkLst>
        </pc:spChg>
        <pc:picChg chg="del">
          <ac:chgData name="White, Whitney" userId="65f39021-2f1d-4d8b-87dc-b123826f65bf" providerId="ADAL" clId="{09A634B0-AB72-4FC4-8A65-4E33841F1622}" dt="2022-08-04T12:49:48.288" v="362" actId="21"/>
          <ac:picMkLst>
            <pc:docMk/>
            <pc:sldMk cId="3808904712" sldId="268"/>
            <ac:picMk id="5" creationId="{7C9F3DC4-1BEA-4C5F-A6A9-B3F03E1267A7}"/>
          </ac:picMkLst>
        </pc:picChg>
        <pc:picChg chg="add mod">
          <ac:chgData name="White, Whitney" userId="65f39021-2f1d-4d8b-87dc-b123826f65bf" providerId="ADAL" clId="{09A634B0-AB72-4FC4-8A65-4E33841F1622}" dt="2022-08-04T12:53:26.233" v="403" actId="1076"/>
          <ac:picMkLst>
            <pc:docMk/>
            <pc:sldMk cId="3808904712" sldId="268"/>
            <ac:picMk id="11" creationId="{2D10D062-329D-4732-9769-DBF5C5C6C85B}"/>
          </ac:picMkLst>
        </pc:picChg>
      </pc:sldChg>
      <pc:sldChg chg="new del">
        <pc:chgData name="White, Whitney" userId="65f39021-2f1d-4d8b-87dc-b123826f65bf" providerId="ADAL" clId="{09A634B0-AB72-4FC4-8A65-4E33841F1622}" dt="2022-08-04T12:53:48.402" v="408" actId="680"/>
        <pc:sldMkLst>
          <pc:docMk/>
          <pc:sldMk cId="2987194728" sldId="269"/>
        </pc:sldMkLst>
      </pc:sldChg>
      <pc:sldChg chg="addSp delSp modSp new mod setBg modAnim">
        <pc:chgData name="White, Whitney" userId="65f39021-2f1d-4d8b-87dc-b123826f65bf" providerId="ADAL" clId="{09A634B0-AB72-4FC4-8A65-4E33841F1622}" dt="2022-08-04T12:55:15.064" v="460"/>
        <pc:sldMkLst>
          <pc:docMk/>
          <pc:sldMk cId="3839134572" sldId="269"/>
        </pc:sldMkLst>
        <pc:spChg chg="mod">
          <ac:chgData name="White, Whitney" userId="65f39021-2f1d-4d8b-87dc-b123826f65bf" providerId="ADAL" clId="{09A634B0-AB72-4FC4-8A65-4E33841F1622}" dt="2022-08-04T12:54:36.561" v="442" actId="20577"/>
          <ac:spMkLst>
            <pc:docMk/>
            <pc:sldMk cId="3839134572" sldId="269"/>
            <ac:spMk id="2" creationId="{9DD7005B-96A3-42D9-806F-9E4C33B58862}"/>
          </ac:spMkLst>
        </pc:spChg>
        <pc:spChg chg="del mod">
          <ac:chgData name="White, Whitney" userId="65f39021-2f1d-4d8b-87dc-b123826f65bf" providerId="ADAL" clId="{09A634B0-AB72-4FC4-8A65-4E33841F1622}" dt="2022-08-04T12:54:05.043" v="412"/>
          <ac:spMkLst>
            <pc:docMk/>
            <pc:sldMk cId="3839134572" sldId="269"/>
            <ac:spMk id="3" creationId="{11BE3321-1E88-48AD-96B1-B6CC986F4B59}"/>
          </ac:spMkLst>
        </pc:spChg>
        <pc:spChg chg="mod ord">
          <ac:chgData name="White, Whitney" userId="65f39021-2f1d-4d8b-87dc-b123826f65bf" providerId="ADAL" clId="{09A634B0-AB72-4FC4-8A65-4E33841F1622}" dt="2022-08-04T12:54:18.354" v="413" actId="26606"/>
          <ac:spMkLst>
            <pc:docMk/>
            <pc:sldMk cId="3839134572" sldId="269"/>
            <ac:spMk id="4" creationId="{166C49E1-456E-41A1-8F8D-1EFE8F4F7ACC}"/>
          </ac:spMkLst>
        </pc:spChg>
        <pc:spChg chg="add mod">
          <ac:chgData name="White, Whitney" userId="65f39021-2f1d-4d8b-87dc-b123826f65bf" providerId="ADAL" clId="{09A634B0-AB72-4FC4-8A65-4E33841F1622}" dt="2022-08-04T12:54:54.757" v="458" actId="207"/>
          <ac:spMkLst>
            <pc:docMk/>
            <pc:sldMk cId="3839134572" sldId="269"/>
            <ac:spMk id="9" creationId="{7539670A-C003-8CF3-DA74-5E16B2F61751}"/>
          </ac:spMkLst>
        </pc:spChg>
        <pc:spChg chg="add">
          <ac:chgData name="White, Whitney" userId="65f39021-2f1d-4d8b-87dc-b123826f65bf" providerId="ADAL" clId="{09A634B0-AB72-4FC4-8A65-4E33841F1622}" dt="2022-08-04T12:54:18.354" v="413" actId="26606"/>
          <ac:spMkLst>
            <pc:docMk/>
            <pc:sldMk cId="3839134572" sldId="269"/>
            <ac:spMk id="12" creationId="{3EEB8ED6-9142-4A11-B029-18DDE98C4952}"/>
          </ac:spMkLst>
        </pc:spChg>
        <pc:picChg chg="add mod">
          <ac:chgData name="White, Whitney" userId="65f39021-2f1d-4d8b-87dc-b123826f65bf" providerId="ADAL" clId="{09A634B0-AB72-4FC4-8A65-4E33841F1622}" dt="2022-08-04T12:54:18.354" v="413" actId="26606"/>
          <ac:picMkLst>
            <pc:docMk/>
            <pc:sldMk cId="3839134572" sldId="269"/>
            <ac:picMk id="5" creationId="{61036E74-0779-4884-835E-104BD60A65FD}"/>
          </ac:picMkLst>
        </pc:picChg>
      </pc:sldChg>
      <pc:sldChg chg="addSp delSp modSp new mod setBg modAnim">
        <pc:chgData name="White, Whitney" userId="65f39021-2f1d-4d8b-87dc-b123826f65bf" providerId="ADAL" clId="{09A634B0-AB72-4FC4-8A65-4E33841F1622}" dt="2022-08-04T12:58:22.165" v="559"/>
        <pc:sldMkLst>
          <pc:docMk/>
          <pc:sldMk cId="977045898" sldId="270"/>
        </pc:sldMkLst>
        <pc:spChg chg="mod">
          <ac:chgData name="White, Whitney" userId="65f39021-2f1d-4d8b-87dc-b123826f65bf" providerId="ADAL" clId="{09A634B0-AB72-4FC4-8A65-4E33841F1622}" dt="2022-08-04T12:57:39.249" v="534" actId="20577"/>
          <ac:spMkLst>
            <pc:docMk/>
            <pc:sldMk cId="977045898" sldId="270"/>
            <ac:spMk id="2" creationId="{251759A2-5CD8-4045-BC4A-72EC9D086729}"/>
          </ac:spMkLst>
        </pc:spChg>
        <pc:spChg chg="del mod">
          <ac:chgData name="White, Whitney" userId="65f39021-2f1d-4d8b-87dc-b123826f65bf" providerId="ADAL" clId="{09A634B0-AB72-4FC4-8A65-4E33841F1622}" dt="2022-08-04T12:55:32.559" v="462"/>
          <ac:spMkLst>
            <pc:docMk/>
            <pc:sldMk cId="977045898" sldId="270"/>
            <ac:spMk id="3" creationId="{4E5C4FF4-C49D-4087-A14F-8BD53A79DD94}"/>
          </ac:spMkLst>
        </pc:spChg>
        <pc:spChg chg="mod ord">
          <ac:chgData name="White, Whitney" userId="65f39021-2f1d-4d8b-87dc-b123826f65bf" providerId="ADAL" clId="{09A634B0-AB72-4FC4-8A65-4E33841F1622}" dt="2022-08-04T12:56:26.162" v="499" actId="26606"/>
          <ac:spMkLst>
            <pc:docMk/>
            <pc:sldMk cId="977045898" sldId="270"/>
            <ac:spMk id="4" creationId="{812010B0-6A00-4A34-A232-39D902D810F6}"/>
          </ac:spMkLst>
        </pc:spChg>
        <pc:spChg chg="add mod">
          <ac:chgData name="White, Whitney" userId="65f39021-2f1d-4d8b-87dc-b123826f65bf" providerId="ADAL" clId="{09A634B0-AB72-4FC4-8A65-4E33841F1622}" dt="2022-08-04T12:58:16.038" v="557" actId="1076"/>
          <ac:spMkLst>
            <pc:docMk/>
            <pc:sldMk cId="977045898" sldId="270"/>
            <ac:spMk id="6" creationId="{9C149CFB-5748-47DA-B43D-96F35CA9248E}"/>
          </ac:spMkLst>
        </pc:spChg>
        <pc:spChg chg="add del">
          <ac:chgData name="White, Whitney" userId="65f39021-2f1d-4d8b-87dc-b123826f65bf" providerId="ADAL" clId="{09A634B0-AB72-4FC4-8A65-4E33841F1622}" dt="2022-08-04T12:55:43.519" v="464" actId="26606"/>
          <ac:spMkLst>
            <pc:docMk/>
            <pc:sldMk cId="977045898" sldId="270"/>
            <ac:spMk id="9" creationId="{5524DC99-D2D3-C457-9869-3E6A8914AA3F}"/>
          </ac:spMkLst>
        </pc:spChg>
        <pc:spChg chg="add del">
          <ac:chgData name="White, Whitney" userId="65f39021-2f1d-4d8b-87dc-b123826f65bf" providerId="ADAL" clId="{09A634B0-AB72-4FC4-8A65-4E33841F1622}" dt="2022-08-04T12:55:43.519" v="464" actId="26606"/>
          <ac:spMkLst>
            <pc:docMk/>
            <pc:sldMk cId="977045898" sldId="270"/>
            <ac:spMk id="12" creationId="{22587ECF-85E9-4393-9D87-8EB6F3F6C208}"/>
          </ac:spMkLst>
        </pc:spChg>
        <pc:spChg chg="add del">
          <ac:chgData name="White, Whitney" userId="65f39021-2f1d-4d8b-87dc-b123826f65bf" providerId="ADAL" clId="{09A634B0-AB72-4FC4-8A65-4E33841F1622}" dt="2022-08-04T12:56:26.162" v="499" actId="26606"/>
          <ac:spMkLst>
            <pc:docMk/>
            <pc:sldMk cId="977045898" sldId="270"/>
            <ac:spMk id="17" creationId="{2B566528-1B12-4246-9431-5C2D7D081168}"/>
          </ac:spMkLst>
        </pc:spChg>
        <pc:spChg chg="add del mod">
          <ac:chgData name="White, Whitney" userId="65f39021-2f1d-4d8b-87dc-b123826f65bf" providerId="ADAL" clId="{09A634B0-AB72-4FC4-8A65-4E33841F1622}" dt="2022-08-04T12:56:26.162" v="499" actId="26606"/>
          <ac:spMkLst>
            <pc:docMk/>
            <pc:sldMk cId="977045898" sldId="270"/>
            <ac:spMk id="21" creationId="{009446FA-D62F-328F-CEDF-B8B59231BA21}"/>
          </ac:spMkLst>
        </pc:spChg>
        <pc:grpChg chg="add del">
          <ac:chgData name="White, Whitney" userId="65f39021-2f1d-4d8b-87dc-b123826f65bf" providerId="ADAL" clId="{09A634B0-AB72-4FC4-8A65-4E33841F1622}" dt="2022-08-04T12:56:26.162" v="499" actId="26606"/>
          <ac:grpSpMkLst>
            <pc:docMk/>
            <pc:sldMk cId="977045898" sldId="270"/>
            <ac:grpSpMk id="14" creationId="{287F69AB-2350-44E3-9076-00265B93F313}"/>
          </ac:grpSpMkLst>
        </pc:grpChg>
        <pc:grpChg chg="add del">
          <ac:chgData name="White, Whitney" userId="65f39021-2f1d-4d8b-87dc-b123826f65bf" providerId="ADAL" clId="{09A634B0-AB72-4FC4-8A65-4E33841F1622}" dt="2022-08-04T12:56:26.162" v="499" actId="26606"/>
          <ac:grpSpMkLst>
            <pc:docMk/>
            <pc:sldMk cId="977045898" sldId="270"/>
            <ac:grpSpMk id="18" creationId="{3EA7D759-6BEF-4CBD-A325-BCFA77832B3F}"/>
          </ac:grpSpMkLst>
        </pc:grpChg>
        <pc:picChg chg="add mod">
          <ac:chgData name="White, Whitney" userId="65f39021-2f1d-4d8b-87dc-b123826f65bf" providerId="ADAL" clId="{09A634B0-AB72-4FC4-8A65-4E33841F1622}" dt="2022-08-04T12:58:12.529" v="556" actId="1076"/>
          <ac:picMkLst>
            <pc:docMk/>
            <pc:sldMk cId="977045898" sldId="270"/>
            <ac:picMk id="5" creationId="{29971D08-0BC2-414C-A18A-27B1F5763C82}"/>
          </ac:picMkLst>
        </pc:picChg>
      </pc:sldChg>
      <pc:sldChg chg="new del">
        <pc:chgData name="White, Whitney" userId="65f39021-2f1d-4d8b-87dc-b123826f65bf" providerId="ADAL" clId="{09A634B0-AB72-4FC4-8A65-4E33841F1622}" dt="2022-08-04T12:59:11.675" v="561" actId="2696"/>
        <pc:sldMkLst>
          <pc:docMk/>
          <pc:sldMk cId="958389663" sldId="271"/>
        </pc:sldMkLst>
      </pc:sldChg>
      <pc:sldChg chg="modSp new mod">
        <pc:chgData name="White, Whitney" userId="65f39021-2f1d-4d8b-87dc-b123826f65bf" providerId="ADAL" clId="{09A634B0-AB72-4FC4-8A65-4E33841F1622}" dt="2022-08-04T12:59:46.714" v="589" actId="404"/>
        <pc:sldMkLst>
          <pc:docMk/>
          <pc:sldMk cId="2698114438" sldId="271"/>
        </pc:sldMkLst>
        <pc:spChg chg="mod">
          <ac:chgData name="White, Whitney" userId="65f39021-2f1d-4d8b-87dc-b123826f65bf" providerId="ADAL" clId="{09A634B0-AB72-4FC4-8A65-4E33841F1622}" dt="2022-08-04T12:59:29.087" v="582" actId="20577"/>
          <ac:spMkLst>
            <pc:docMk/>
            <pc:sldMk cId="2698114438" sldId="271"/>
            <ac:spMk id="2" creationId="{63048849-F4B4-444A-A908-A92D452C49EE}"/>
          </ac:spMkLst>
        </pc:spChg>
        <pc:spChg chg="mod">
          <ac:chgData name="White, Whitney" userId="65f39021-2f1d-4d8b-87dc-b123826f65bf" providerId="ADAL" clId="{09A634B0-AB72-4FC4-8A65-4E33841F1622}" dt="2022-08-04T12:59:46.714" v="589" actId="404"/>
          <ac:spMkLst>
            <pc:docMk/>
            <pc:sldMk cId="2698114438" sldId="271"/>
            <ac:spMk id="3" creationId="{1296FABE-4397-4783-B7D2-09CC5723D462}"/>
          </ac:spMkLst>
        </pc:spChg>
      </pc:sldChg>
      <pc:sldChg chg="modSp add mod">
        <pc:chgData name="White, Whitney" userId="65f39021-2f1d-4d8b-87dc-b123826f65bf" providerId="ADAL" clId="{09A634B0-AB72-4FC4-8A65-4E33841F1622}" dt="2022-08-04T13:00:10.982" v="598" actId="5793"/>
        <pc:sldMkLst>
          <pc:docMk/>
          <pc:sldMk cId="4168748254" sldId="272"/>
        </pc:sldMkLst>
        <pc:spChg chg="mod">
          <ac:chgData name="White, Whitney" userId="65f39021-2f1d-4d8b-87dc-b123826f65bf" providerId="ADAL" clId="{09A634B0-AB72-4FC4-8A65-4E33841F1622}" dt="2022-08-04T12:59:55.032" v="592" actId="20577"/>
          <ac:spMkLst>
            <pc:docMk/>
            <pc:sldMk cId="4168748254" sldId="272"/>
            <ac:spMk id="2" creationId="{63048849-F4B4-444A-A908-A92D452C49EE}"/>
          </ac:spMkLst>
        </pc:spChg>
        <pc:spChg chg="mod">
          <ac:chgData name="White, Whitney" userId="65f39021-2f1d-4d8b-87dc-b123826f65bf" providerId="ADAL" clId="{09A634B0-AB72-4FC4-8A65-4E33841F1622}" dt="2022-08-04T13:00:10.982" v="598" actId="5793"/>
          <ac:spMkLst>
            <pc:docMk/>
            <pc:sldMk cId="4168748254" sldId="272"/>
            <ac:spMk id="3" creationId="{1296FABE-4397-4783-B7D2-09CC5723D462}"/>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2.02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What is Professionalism?</a:t>
            </a:r>
          </a:p>
        </p:txBody>
      </p:sp>
      <p:sp>
        <p:nvSpPr>
          <p:cNvPr id="4" name="TextBox 3">
            <a:extLst>
              <a:ext uri="{FF2B5EF4-FFF2-40B4-BE49-F238E27FC236}">
                <a16:creationId xmlns:a16="http://schemas.microsoft.com/office/drawing/2014/main" id="{D0C5C185-2FDD-2602-257E-2829A6F6239D}"/>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1I, 11A, 11B</a:t>
            </a:r>
          </a:p>
          <a:p>
            <a:pPr marL="0" indent="0">
              <a:buNone/>
            </a:pPr>
            <a:endParaRPr lang="en-US" dirty="0"/>
          </a:p>
          <a:p>
            <a:pPr marL="0" indent="0">
              <a:buNone/>
            </a:pPr>
            <a:r>
              <a:rPr lang="en-US" dirty="0"/>
              <a:t>The student will:</a:t>
            </a:r>
          </a:p>
          <a:p>
            <a:pPr marL="342900" marR="0" lvl="0" indent="-342900" fontAlgn="base">
              <a:buFont typeface="Symbol" panose="05050102010706020507" pitchFamily="18" charset="2"/>
              <a:buChar char=""/>
            </a:pPr>
            <a:r>
              <a:rPr lang="en-US" dirty="0">
                <a:effectLst/>
                <a:ea typeface="Times New Roman" panose="02020603050405020304" pitchFamily="18" charset="0"/>
              </a:rPr>
              <a:t>describe professional and ethical behavior as essential responsibilities of an educator.</a:t>
            </a:r>
          </a:p>
          <a:p>
            <a:pPr marL="342900" marR="0" lvl="0" indent="-342900" fontAlgn="base">
              <a:buFont typeface="Symbol" panose="05050102010706020507" pitchFamily="18" charset="2"/>
              <a:buChar char=""/>
            </a:pPr>
            <a:r>
              <a:rPr lang="en-US" dirty="0">
                <a:effectLst/>
                <a:ea typeface="Times New Roman" panose="02020603050405020304" pitchFamily="18" charset="0"/>
              </a:rPr>
              <a:t>analyze and plan a professional and ethical response to common field site scenarios </a:t>
            </a:r>
            <a:endParaRPr lang="en-US" dirty="0">
              <a:ea typeface="Times New Roman" panose="02020603050405020304" pitchFamily="18" charset="0"/>
            </a:endParaRPr>
          </a:p>
          <a:p>
            <a:pPr marL="342900" marR="0" lvl="0" indent="-342900" fontAlgn="base">
              <a:buFont typeface="Symbol" panose="05050102010706020507" pitchFamily="18" charset="2"/>
              <a:buChar char=""/>
            </a:pPr>
            <a:r>
              <a:rPr lang="en-US" dirty="0">
                <a:effectLst/>
                <a:ea typeface="Calibri" panose="020F0502020204030204" pitchFamily="34" charset="0"/>
              </a:rPr>
              <a:t>explain the importance of professionalism at the E&amp;T field site.</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514350" marR="0" lvl="0" indent="-51435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How do you communicate/plan to communicate with your field site teacher?</a:t>
            </a:r>
          </a:p>
          <a:p>
            <a:pPr marL="514350" marR="0" lvl="0" indent="-514350">
              <a:lnSpc>
                <a:spcPct val="107000"/>
              </a:lnSpc>
              <a:spcBef>
                <a:spcPts val="0"/>
              </a:spcBef>
              <a:spcAft>
                <a:spcPts val="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How do you communicate/plan to communicate with the students at your field site?</a:t>
            </a:r>
          </a:p>
          <a:p>
            <a:pPr marL="514350" marR="0" lvl="0" indent="-514350">
              <a:lnSpc>
                <a:spcPct val="107000"/>
              </a:lnSpc>
              <a:spcBef>
                <a:spcPts val="0"/>
              </a:spcBef>
              <a:spcAft>
                <a:spcPts val="8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How do you maintain professional conduct with your students and field site staff?</a:t>
            </a:r>
          </a:p>
          <a:p>
            <a:pPr marL="514350" marR="0" lvl="0" indent="-514350">
              <a:lnSpc>
                <a:spcPct val="107000"/>
              </a:lnSpc>
              <a:spcBef>
                <a:spcPts val="0"/>
              </a:spcBef>
              <a:spcAft>
                <a:spcPts val="8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What do you have to consider when planning your attire for your field site visit</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Teacher Professionalism</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342900" marR="0" lvl="0" indent="-342900">
              <a:spcBef>
                <a:spcPts val="60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Interactions with students</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Workplace professional conduct</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Appearance</a:t>
            </a:r>
          </a:p>
          <a:p>
            <a:pPr marL="342900" marR="0" lvl="0" indent="-342900">
              <a:spcBef>
                <a:spcPts val="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Interactions with colleagues and the community</a:t>
            </a: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Professionalism Scenario #1</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A high school social studies teacher frequently gives students extra credit on assignments for wearing team gear from his favorite college sports team.</a:t>
            </a:r>
          </a:p>
          <a:p>
            <a:pPr marL="0" indent="0">
              <a:buNone/>
            </a:pPr>
            <a:endParaRPr lang="en-US" dirty="0"/>
          </a:p>
          <a:p>
            <a:pPr marL="0" indent="0">
              <a:buNone/>
            </a:pPr>
            <a:r>
              <a:rPr lang="en-US" i="1" dirty="0">
                <a:solidFill>
                  <a:srgbClr val="007800"/>
                </a:solidFill>
              </a:rPr>
              <a:t>Unprofessional</a:t>
            </a: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16393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Professionalism Scenario #2</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dirty="0"/>
              <a:t>Mr. Jarrell is a middle school math teacher. He just gave his students an assignment, but they seem to really be struggling. He doesn’t seem to understand because he just went over the assignment. Mr. Jarrell gives a signal for the students to direct their attention back to the board. He asks students to share what part of the assignment they are struggling with the most and models a few problems on the board before having students continue with the assignment. </a:t>
            </a:r>
          </a:p>
          <a:p>
            <a:pPr marL="0" indent="0">
              <a:buNone/>
            </a:pPr>
            <a:endParaRPr lang="en-US" dirty="0"/>
          </a:p>
          <a:p>
            <a:pPr marL="0" indent="0">
              <a:buNone/>
            </a:pPr>
            <a:r>
              <a:rPr lang="en-US" i="1" dirty="0">
                <a:solidFill>
                  <a:srgbClr val="007800"/>
                </a:solidFill>
              </a:rPr>
              <a:t>Professional</a:t>
            </a: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5863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EB8ED6-9142-4A11-B029-18DDE98C4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365126"/>
            <a:ext cx="10515600" cy="1288784"/>
          </a:xfrm>
        </p:spPr>
        <p:txBody>
          <a:bodyPr>
            <a:normAutofit/>
          </a:bodyPr>
          <a:lstStyle/>
          <a:p>
            <a:r>
              <a:rPr lang="en-US" sz="4000" dirty="0"/>
              <a:t>Professionalism Scenario #3</a:t>
            </a:r>
          </a:p>
        </p:txBody>
      </p:sp>
      <p:pic>
        <p:nvPicPr>
          <p:cNvPr id="5" name="Picture 4" descr="Image titled Dress when You're a Teacher Step 7">
            <a:extLst>
              <a:ext uri="{FF2B5EF4-FFF2-40B4-BE49-F238E27FC236}">
                <a16:creationId xmlns:a16="http://schemas.microsoft.com/office/drawing/2014/main" id="{D823FC05-0CD0-46B9-A850-1472B9EEB05F}"/>
              </a:ext>
            </a:extLst>
          </p:cNvPr>
          <p:cNvPicPr/>
          <p:nvPr/>
        </p:nvPicPr>
        <p:blipFill rotWithShape="1">
          <a:blip r:embed="rId2" cstate="print">
            <a:extLst>
              <a:ext uri="{28A0092B-C50C-407E-A947-70E740481C1C}">
                <a14:useLocalDpi xmlns:a14="http://schemas.microsoft.com/office/drawing/2010/main" val="0"/>
              </a:ext>
            </a:extLst>
          </a:blip>
          <a:srcRect r="-1" b="6724"/>
          <a:stretch/>
        </p:blipFill>
        <p:spPr bwMode="auto">
          <a:xfrm>
            <a:off x="838200" y="1825625"/>
            <a:ext cx="6151651" cy="4303465"/>
          </a:xfrm>
          <a:prstGeom prst="rect">
            <a:avLst/>
          </a:prstGeom>
          <a:noFill/>
          <a:extLst>
            <a:ext uri="{53640926-AAD7-44D8-BBD7-CCE9431645EC}">
              <a14:shadowObscured xmlns:a14="http://schemas.microsoft.com/office/drawing/2010/main"/>
            </a:ext>
          </a:extLst>
        </p:spPr>
      </p:pic>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a:xfrm>
            <a:off x="7552944" y="1825625"/>
            <a:ext cx="3800856" cy="4303464"/>
          </a:xfrm>
        </p:spPr>
        <p:txBody>
          <a:bodyPr>
            <a:normAutofit/>
          </a:bodyPr>
          <a:lstStyle/>
          <a:p>
            <a:pPr marL="0" indent="0">
              <a:buNone/>
            </a:pPr>
            <a:endParaRPr lang="en-US" sz="2000" dirty="0"/>
          </a:p>
          <a:p>
            <a:pPr marL="0" indent="0">
              <a:buNone/>
            </a:pPr>
            <a:r>
              <a:rPr lang="en-US" sz="3200" i="1" dirty="0">
                <a:solidFill>
                  <a:srgbClr val="007800"/>
                </a:solidFill>
              </a:rPr>
              <a:t>Professional</a:t>
            </a:r>
            <a:endParaRPr lang="en-US" sz="2000" i="1" dirty="0">
              <a:solidFill>
                <a:srgbClr val="007800"/>
              </a:solidFill>
            </a:endParaRP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a:xfrm>
            <a:off x="8610600" y="6356350"/>
            <a:ext cx="2743200" cy="365125"/>
          </a:xfrm>
        </p:spPr>
        <p:txBody>
          <a:bodyPr>
            <a:normAutofit/>
          </a:bodyPr>
          <a:lstStyle/>
          <a:p>
            <a:pPr>
              <a:spcAft>
                <a:spcPts val="600"/>
              </a:spcAft>
            </a:pPr>
            <a:fld id="{E2D56C8B-F564-4051-AFED-A78F1C6A2F0E}" type="slidenum">
              <a:rPr lang="en-US" smtClean="0"/>
              <a:pPr>
                <a:spcAft>
                  <a:spcPts val="600"/>
                </a:spcAft>
              </a:pPr>
              <a:t>7</a:t>
            </a:fld>
            <a:endParaRPr lang="en-US"/>
          </a:p>
        </p:txBody>
      </p:sp>
    </p:spTree>
    <p:extLst>
      <p:ext uri="{BB962C8B-B14F-4D97-AF65-F5344CB8AC3E}">
        <p14:creationId xmlns:p14="http://schemas.microsoft.com/office/powerpoint/2010/main" val="280600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EEB8ED6-9142-4A11-B029-18DDE98C4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365126"/>
            <a:ext cx="10515600" cy="1288784"/>
          </a:xfrm>
        </p:spPr>
        <p:txBody>
          <a:bodyPr>
            <a:normAutofit/>
          </a:bodyPr>
          <a:lstStyle/>
          <a:p>
            <a:r>
              <a:rPr lang="en-US" sz="4000"/>
              <a:t>Professionalism Scenario #4</a:t>
            </a:r>
          </a:p>
        </p:txBody>
      </p:sp>
      <p:pic>
        <p:nvPicPr>
          <p:cNvPr id="5" name="Content Placeholder 4" descr="Image titled Dress when You're a Teacher Step 5">
            <a:extLst>
              <a:ext uri="{FF2B5EF4-FFF2-40B4-BE49-F238E27FC236}">
                <a16:creationId xmlns:a16="http://schemas.microsoft.com/office/drawing/2014/main" id="{F20F5163-CEA8-43AD-9D06-21386F8496D9}"/>
              </a:ext>
            </a:extLst>
          </p:cNvPr>
          <p:cNvPicPr>
            <a:picLocks/>
          </p:cNvPicPr>
          <p:nvPr/>
        </p:nvPicPr>
        <p:blipFill rotWithShape="1">
          <a:blip r:embed="rId2" cstate="print">
            <a:extLst>
              <a:ext uri="{28A0092B-C50C-407E-A947-70E740481C1C}">
                <a14:useLocalDpi xmlns:a14="http://schemas.microsoft.com/office/drawing/2010/main" val="0"/>
              </a:ext>
            </a:extLst>
          </a:blip>
          <a:srcRect r="-1" b="6724"/>
          <a:stretch/>
        </p:blipFill>
        <p:spPr bwMode="auto">
          <a:xfrm>
            <a:off x="838200" y="1825625"/>
            <a:ext cx="6151651" cy="4303465"/>
          </a:xfrm>
          <a:prstGeom prst="rect">
            <a:avLst/>
          </a:prstGeom>
          <a:noFill/>
          <a:extLst>
            <a:ext uri="{53640926-AAD7-44D8-BBD7-CCE9431645EC}">
              <a14:shadowObscured xmlns:a14="http://schemas.microsoft.com/office/drawing/2010/main"/>
            </a:ext>
          </a:extLst>
        </p:spPr>
      </p:pic>
      <p:sp>
        <p:nvSpPr>
          <p:cNvPr id="9" name="Content Placeholder 8">
            <a:extLst>
              <a:ext uri="{FF2B5EF4-FFF2-40B4-BE49-F238E27FC236}">
                <a16:creationId xmlns:a16="http://schemas.microsoft.com/office/drawing/2014/main" id="{90C3C90E-5824-95C5-1768-1BC79AEC55A6}"/>
              </a:ext>
            </a:extLst>
          </p:cNvPr>
          <p:cNvSpPr>
            <a:spLocks noGrp="1"/>
          </p:cNvSpPr>
          <p:nvPr>
            <p:ph idx="1"/>
          </p:nvPr>
        </p:nvSpPr>
        <p:spPr>
          <a:xfrm>
            <a:off x="7552944" y="1825625"/>
            <a:ext cx="3800856" cy="4303464"/>
          </a:xfrm>
        </p:spPr>
        <p:txBody>
          <a:bodyPr>
            <a:normAutofit/>
          </a:bodyPr>
          <a:lstStyle/>
          <a:p>
            <a:pPr marL="0" indent="0">
              <a:buNone/>
            </a:pPr>
            <a:r>
              <a:rPr lang="en-US" i="1" dirty="0">
                <a:solidFill>
                  <a:srgbClr val="007800"/>
                </a:solidFill>
              </a:rPr>
              <a:t>Unprofessional*</a:t>
            </a:r>
          </a:p>
          <a:p>
            <a:pPr marL="0" indent="0">
              <a:buNone/>
            </a:pPr>
            <a:endParaRPr lang="en-US" sz="2000" dirty="0">
              <a:solidFill>
                <a:srgbClr val="007800"/>
              </a:solidFill>
            </a:endParaRPr>
          </a:p>
          <a:p>
            <a:pPr marL="0" indent="0">
              <a:buNone/>
            </a:pPr>
            <a:r>
              <a:rPr lang="en-US" sz="2000" i="1" dirty="0">
                <a:solidFill>
                  <a:srgbClr val="007800"/>
                </a:solidFill>
              </a:rPr>
              <a:t>*Except for PE teacher</a:t>
            </a: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a:xfrm>
            <a:off x="8610600" y="6356350"/>
            <a:ext cx="2743200" cy="365125"/>
          </a:xfrm>
        </p:spPr>
        <p:txBody>
          <a:bodyPr>
            <a:normAutofit/>
          </a:bodyPr>
          <a:lstStyle/>
          <a:p>
            <a:pPr>
              <a:spcAft>
                <a:spcPts val="600"/>
              </a:spcAft>
            </a:pPr>
            <a:fld id="{E2D56C8B-F564-4051-AFED-A78F1C6A2F0E}" type="slidenum">
              <a:rPr lang="en-US" smtClean="0"/>
              <a:pPr>
                <a:spcAft>
                  <a:spcPts val="600"/>
                </a:spcAft>
              </a:pPr>
              <a:t>8</a:t>
            </a:fld>
            <a:endParaRPr lang="en-US"/>
          </a:p>
        </p:txBody>
      </p:sp>
    </p:spTree>
    <p:extLst>
      <p:ext uri="{BB962C8B-B14F-4D97-AF65-F5344CB8AC3E}">
        <p14:creationId xmlns:p14="http://schemas.microsoft.com/office/powerpoint/2010/main" val="153035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p:txBody>
          <a:bodyPr/>
          <a:lstStyle/>
          <a:p>
            <a:r>
              <a:rPr lang="en-US" dirty="0"/>
              <a:t>Professionalism Scenario #5</a:t>
            </a:r>
          </a:p>
        </p:txBody>
      </p:sp>
      <p:pic>
        <p:nvPicPr>
          <p:cNvPr id="5" name="Content Placeholder 4" descr="Image titled Dress when You're a Teacher Step 5">
            <a:extLst>
              <a:ext uri="{FF2B5EF4-FFF2-40B4-BE49-F238E27FC236}">
                <a16:creationId xmlns:a16="http://schemas.microsoft.com/office/drawing/2014/main" id="{7C9F3DC4-1BEA-4C5F-A6A9-B3F03E1267A7}"/>
              </a:ext>
            </a:extLst>
          </p:cNvPr>
          <p:cNvPicPr>
            <a:picLocks noGrp="1" noChangeAspect="1"/>
          </p:cNvPicPr>
          <p:nvPr>
            <p:ph sz="half" idx="1"/>
          </p:nvPr>
        </p:nvPicPr>
        <p:blipFill rotWithShape="1">
          <a:blip r:embed="rId2" cstate="print">
            <a:extLst>
              <a:ext uri="{28A0092B-C50C-407E-A947-70E740481C1C}">
                <a14:useLocalDpi xmlns:a14="http://schemas.microsoft.com/office/drawing/2010/main" val="0"/>
              </a:ext>
            </a:extLst>
          </a:blip>
          <a:srcRect l="24192" r="27802"/>
          <a:stretch/>
        </p:blipFill>
        <p:spPr bwMode="auto">
          <a:xfrm>
            <a:off x="6096000" y="1420727"/>
            <a:ext cx="3246589" cy="5072148"/>
          </a:xfrm>
          <a:prstGeom prst="rect">
            <a:avLst/>
          </a:prstGeom>
          <a:noFill/>
          <a:ln>
            <a:noFill/>
          </a:ln>
          <a:extLst>
            <a:ext uri="{53640926-AAD7-44D8-BBD7-CCE9431645EC}">
              <a14:shadowObscured xmlns:a14="http://schemas.microsoft.com/office/drawing/2010/main"/>
            </a:ext>
          </a:extLst>
        </p:spPr>
      </p:pic>
      <p:sp>
        <p:nvSpPr>
          <p:cNvPr id="6" name="Content Placeholder 5">
            <a:extLst>
              <a:ext uri="{FF2B5EF4-FFF2-40B4-BE49-F238E27FC236}">
                <a16:creationId xmlns:a16="http://schemas.microsoft.com/office/drawing/2014/main" id="{93F000F3-EA26-4326-AE0E-F69A2AAA86FD}"/>
              </a:ext>
            </a:extLst>
          </p:cNvPr>
          <p:cNvSpPr>
            <a:spLocks noGrp="1"/>
          </p:cNvSpPr>
          <p:nvPr>
            <p:ph sz="half" idx="2"/>
          </p:nvPr>
        </p:nvSpPr>
        <p:spPr>
          <a:xfrm>
            <a:off x="2251716" y="2871999"/>
            <a:ext cx="2507530" cy="1916817"/>
          </a:xfrm>
        </p:spPr>
        <p:txBody>
          <a:bodyPr/>
          <a:lstStyle/>
          <a:p>
            <a:pPr marL="0" indent="0">
              <a:buNone/>
            </a:pPr>
            <a:r>
              <a:rPr lang="en-US" i="1" dirty="0">
                <a:solidFill>
                  <a:srgbClr val="007800"/>
                </a:solidFill>
              </a:rPr>
              <a:t>Unprofessional</a:t>
            </a:r>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417092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p:txBody>
          <a:bodyPr/>
          <a:lstStyle/>
          <a:p>
            <a:r>
              <a:rPr lang="en-US" dirty="0"/>
              <a:t>Professionalism Scenario #6</a:t>
            </a:r>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10</a:t>
            </a:fld>
            <a:endParaRPr lang="en-US" dirty="0"/>
          </a:p>
        </p:txBody>
      </p:sp>
      <p:pic>
        <p:nvPicPr>
          <p:cNvPr id="11" name="Content Placeholder 10" descr="Image titled Dress when You're a Teacher Step 6">
            <a:extLst>
              <a:ext uri="{FF2B5EF4-FFF2-40B4-BE49-F238E27FC236}">
                <a16:creationId xmlns:a16="http://schemas.microsoft.com/office/drawing/2014/main" id="{2D10D062-329D-4732-9769-DBF5C5C6C85B}"/>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10122"/>
          <a:stretch/>
        </p:blipFill>
        <p:spPr bwMode="auto">
          <a:xfrm>
            <a:off x="623933" y="1925282"/>
            <a:ext cx="5614882" cy="3787621"/>
          </a:xfrm>
          <a:prstGeom prst="rect">
            <a:avLst/>
          </a:prstGeom>
          <a:noFill/>
          <a:ln>
            <a:no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2A82CBFE-037D-42DB-BDAE-217BCBF7DD9D}"/>
              </a:ext>
            </a:extLst>
          </p:cNvPr>
          <p:cNvSpPr txBox="1"/>
          <p:nvPr/>
        </p:nvSpPr>
        <p:spPr>
          <a:xfrm>
            <a:off x="6557580" y="3081862"/>
            <a:ext cx="2525086" cy="523220"/>
          </a:xfrm>
          <a:prstGeom prst="rect">
            <a:avLst/>
          </a:prstGeom>
          <a:noFill/>
        </p:spPr>
        <p:txBody>
          <a:bodyPr wrap="square" rtlCol="0">
            <a:spAutoFit/>
          </a:bodyPr>
          <a:lstStyle/>
          <a:p>
            <a:r>
              <a:rPr lang="en-US" sz="2800" i="1" dirty="0">
                <a:solidFill>
                  <a:srgbClr val="007800"/>
                </a:solidFill>
              </a:rPr>
              <a:t>Professional</a:t>
            </a:r>
          </a:p>
        </p:txBody>
      </p:sp>
    </p:spTree>
    <p:extLst>
      <p:ext uri="{BB962C8B-B14F-4D97-AF65-F5344CB8AC3E}">
        <p14:creationId xmlns:p14="http://schemas.microsoft.com/office/powerpoint/2010/main" val="3808904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EEB8ED6-9142-4A11-B029-18DDE98C4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D7005B-96A3-42D9-806F-9E4C33B58862}"/>
              </a:ext>
            </a:extLst>
          </p:cNvPr>
          <p:cNvSpPr>
            <a:spLocks noGrp="1"/>
          </p:cNvSpPr>
          <p:nvPr>
            <p:ph type="title"/>
          </p:nvPr>
        </p:nvSpPr>
        <p:spPr>
          <a:xfrm>
            <a:off x="838200" y="365126"/>
            <a:ext cx="10515600" cy="1288784"/>
          </a:xfrm>
        </p:spPr>
        <p:txBody>
          <a:bodyPr>
            <a:normAutofit/>
          </a:bodyPr>
          <a:lstStyle/>
          <a:p>
            <a:r>
              <a:rPr lang="en-US" sz="4000" dirty="0"/>
              <a:t>Professionalism Scenario #7</a:t>
            </a:r>
          </a:p>
        </p:txBody>
      </p:sp>
      <p:pic>
        <p:nvPicPr>
          <p:cNvPr id="5" name="Content Placeholder 4" descr="email">
            <a:extLst>
              <a:ext uri="{FF2B5EF4-FFF2-40B4-BE49-F238E27FC236}">
                <a16:creationId xmlns:a16="http://schemas.microsoft.com/office/drawing/2014/main" id="{61036E74-0779-4884-835E-104BD60A65FD}"/>
              </a:ext>
            </a:extLst>
          </p:cNvPr>
          <p:cNvPicPr>
            <a:picLocks/>
          </p:cNvPicPr>
          <p:nvPr/>
        </p:nvPicPr>
        <p:blipFill rotWithShape="1">
          <a:blip r:embed="rId2">
            <a:extLst>
              <a:ext uri="{28A0092B-C50C-407E-A947-70E740481C1C}">
                <a14:useLocalDpi xmlns:a14="http://schemas.microsoft.com/office/drawing/2010/main" val="0"/>
              </a:ext>
            </a:extLst>
          </a:blip>
          <a:srcRect t="7766" r="1" b="4166"/>
          <a:stretch/>
        </p:blipFill>
        <p:spPr bwMode="auto">
          <a:xfrm>
            <a:off x="838200" y="1825625"/>
            <a:ext cx="6151651" cy="4303465"/>
          </a:xfrm>
          <a:prstGeom prst="rect">
            <a:avLst/>
          </a:prstGeom>
          <a:noFill/>
        </p:spPr>
      </p:pic>
      <p:sp>
        <p:nvSpPr>
          <p:cNvPr id="9" name="Content Placeholder 8">
            <a:extLst>
              <a:ext uri="{FF2B5EF4-FFF2-40B4-BE49-F238E27FC236}">
                <a16:creationId xmlns:a16="http://schemas.microsoft.com/office/drawing/2014/main" id="{7539670A-C003-8CF3-DA74-5E16B2F61751}"/>
              </a:ext>
            </a:extLst>
          </p:cNvPr>
          <p:cNvSpPr>
            <a:spLocks noGrp="1"/>
          </p:cNvSpPr>
          <p:nvPr>
            <p:ph idx="1"/>
          </p:nvPr>
        </p:nvSpPr>
        <p:spPr>
          <a:xfrm>
            <a:off x="7552944" y="1825625"/>
            <a:ext cx="3800856" cy="4303464"/>
          </a:xfrm>
        </p:spPr>
        <p:txBody>
          <a:bodyPr>
            <a:normAutofit/>
          </a:bodyPr>
          <a:lstStyle/>
          <a:p>
            <a:pPr marL="0" indent="0">
              <a:buNone/>
            </a:pPr>
            <a:r>
              <a:rPr lang="en-US" i="1" dirty="0">
                <a:solidFill>
                  <a:srgbClr val="007800"/>
                </a:solidFill>
              </a:rPr>
              <a:t>Professional</a:t>
            </a:r>
          </a:p>
        </p:txBody>
      </p:sp>
      <p:sp>
        <p:nvSpPr>
          <p:cNvPr id="4" name="Slide Number Placeholder 3">
            <a:extLst>
              <a:ext uri="{FF2B5EF4-FFF2-40B4-BE49-F238E27FC236}">
                <a16:creationId xmlns:a16="http://schemas.microsoft.com/office/drawing/2014/main" id="{166C49E1-456E-41A1-8F8D-1EFE8F4F7ACC}"/>
              </a:ext>
            </a:extLst>
          </p:cNvPr>
          <p:cNvSpPr>
            <a:spLocks noGrp="1"/>
          </p:cNvSpPr>
          <p:nvPr>
            <p:ph type="sldNum" sz="quarter" idx="12"/>
          </p:nvPr>
        </p:nvSpPr>
        <p:spPr>
          <a:xfrm>
            <a:off x="8610600" y="6356350"/>
            <a:ext cx="2743200" cy="365125"/>
          </a:xfrm>
        </p:spPr>
        <p:txBody>
          <a:bodyPr>
            <a:normAutofit/>
          </a:bodyPr>
          <a:lstStyle/>
          <a:p>
            <a:pPr>
              <a:spcAft>
                <a:spcPts val="600"/>
              </a:spcAft>
            </a:pPr>
            <a:fld id="{E2D56C8B-F564-4051-AFED-A78F1C6A2F0E}" type="slidenum">
              <a:rPr lang="en-US" smtClean="0"/>
              <a:pPr>
                <a:spcAft>
                  <a:spcPts val="600"/>
                </a:spcAft>
              </a:pPr>
              <a:t>11</a:t>
            </a:fld>
            <a:endParaRPr lang="en-US"/>
          </a:p>
        </p:txBody>
      </p:sp>
    </p:spTree>
    <p:extLst>
      <p:ext uri="{BB962C8B-B14F-4D97-AF65-F5344CB8AC3E}">
        <p14:creationId xmlns:p14="http://schemas.microsoft.com/office/powerpoint/2010/main" val="383913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59A2-5CD8-4045-BC4A-72EC9D086729}"/>
              </a:ext>
            </a:extLst>
          </p:cNvPr>
          <p:cNvSpPr>
            <a:spLocks noGrp="1"/>
          </p:cNvSpPr>
          <p:nvPr>
            <p:ph type="title"/>
          </p:nvPr>
        </p:nvSpPr>
        <p:spPr/>
        <p:txBody>
          <a:bodyPr/>
          <a:lstStyle/>
          <a:p>
            <a:r>
              <a:rPr lang="en-US" dirty="0"/>
              <a:t>Professionalism Scenario #8</a:t>
            </a:r>
          </a:p>
        </p:txBody>
      </p:sp>
      <p:sp>
        <p:nvSpPr>
          <p:cNvPr id="4" name="Slide Number Placeholder 3">
            <a:extLst>
              <a:ext uri="{FF2B5EF4-FFF2-40B4-BE49-F238E27FC236}">
                <a16:creationId xmlns:a16="http://schemas.microsoft.com/office/drawing/2014/main" id="{812010B0-6A00-4A34-A232-39D902D810F6}"/>
              </a:ext>
            </a:extLst>
          </p:cNvPr>
          <p:cNvSpPr>
            <a:spLocks noGrp="1"/>
          </p:cNvSpPr>
          <p:nvPr>
            <p:ph type="sldNum" sz="quarter" idx="12"/>
          </p:nvPr>
        </p:nvSpPr>
        <p:spPr/>
        <p:txBody>
          <a:bodyPr/>
          <a:lstStyle/>
          <a:p>
            <a:fld id="{E2D56C8B-F564-4051-AFED-A78F1C6A2F0E}" type="slidenum">
              <a:rPr lang="en-US" smtClean="0"/>
              <a:pPr/>
              <a:t>12</a:t>
            </a:fld>
            <a:endParaRPr lang="en-US" dirty="0"/>
          </a:p>
        </p:txBody>
      </p:sp>
      <p:pic>
        <p:nvPicPr>
          <p:cNvPr id="5" name="Content Placeholder 4" descr="A text message between a coach and a student that is unprofessional in nature.">
            <a:extLst>
              <a:ext uri="{FF2B5EF4-FFF2-40B4-BE49-F238E27FC236}">
                <a16:creationId xmlns:a16="http://schemas.microsoft.com/office/drawing/2014/main" id="{29971D08-0BC2-414C-A18A-27B1F5763C82}"/>
              </a:ext>
            </a:extLst>
          </p:cNvPr>
          <p:cNvPicPr>
            <a:picLocks noGrp="1" noChangeAspect="1"/>
          </p:cNvPicPr>
          <p:nvPr>
            <p:ph idx="1"/>
          </p:nvPr>
        </p:nvPicPr>
        <p:blipFill>
          <a:blip r:embed="rId2"/>
          <a:stretch>
            <a:fillRect/>
          </a:stretch>
        </p:blipFill>
        <p:spPr>
          <a:xfrm>
            <a:off x="4837197" y="1690688"/>
            <a:ext cx="2517606" cy="4998620"/>
          </a:xfrm>
          <a:prstGeom prst="rect">
            <a:avLst/>
          </a:prstGeom>
        </p:spPr>
      </p:pic>
      <p:sp>
        <p:nvSpPr>
          <p:cNvPr id="6" name="TextBox 5">
            <a:extLst>
              <a:ext uri="{FF2B5EF4-FFF2-40B4-BE49-F238E27FC236}">
                <a16:creationId xmlns:a16="http://schemas.microsoft.com/office/drawing/2014/main" id="{9C149CFB-5748-47DA-B43D-96F35CA9248E}"/>
              </a:ext>
            </a:extLst>
          </p:cNvPr>
          <p:cNvSpPr txBox="1"/>
          <p:nvPr/>
        </p:nvSpPr>
        <p:spPr>
          <a:xfrm>
            <a:off x="2447827" y="3016251"/>
            <a:ext cx="3648173" cy="523220"/>
          </a:xfrm>
          <a:prstGeom prst="rect">
            <a:avLst/>
          </a:prstGeom>
          <a:noFill/>
        </p:spPr>
        <p:txBody>
          <a:bodyPr wrap="square" rtlCol="0">
            <a:spAutoFit/>
          </a:bodyPr>
          <a:lstStyle/>
          <a:p>
            <a:r>
              <a:rPr lang="en-US" sz="2800" i="1" dirty="0">
                <a:solidFill>
                  <a:srgbClr val="007800"/>
                </a:solidFill>
              </a:rPr>
              <a:t>Unprofessional</a:t>
            </a:r>
          </a:p>
        </p:txBody>
      </p:sp>
    </p:spTree>
    <p:extLst>
      <p:ext uri="{BB962C8B-B14F-4D97-AF65-F5344CB8AC3E}">
        <p14:creationId xmlns:p14="http://schemas.microsoft.com/office/powerpoint/2010/main" val="97704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48849-F4B4-444A-A908-A92D452C49EE}"/>
              </a:ext>
            </a:extLst>
          </p:cNvPr>
          <p:cNvSpPr>
            <a:spLocks noGrp="1"/>
          </p:cNvSpPr>
          <p:nvPr>
            <p:ph type="title"/>
          </p:nvPr>
        </p:nvSpPr>
        <p:spPr/>
        <p:txBody>
          <a:bodyPr/>
          <a:lstStyle/>
          <a:p>
            <a:r>
              <a:rPr lang="en-US" dirty="0"/>
              <a:t>Practice Scenario #1</a:t>
            </a:r>
          </a:p>
        </p:txBody>
      </p:sp>
      <p:sp>
        <p:nvSpPr>
          <p:cNvPr id="3" name="Content Placeholder 2">
            <a:extLst>
              <a:ext uri="{FF2B5EF4-FFF2-40B4-BE49-F238E27FC236}">
                <a16:creationId xmlns:a16="http://schemas.microsoft.com/office/drawing/2014/main" id="{1296FABE-4397-4783-B7D2-09CC5723D462}"/>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You wake up late on the morning of your site visit and you don’t have time to iron the dress shirt and dress pants you had planned to wear. Your other professional attire is either dirty or wrinkled. What should you do?</a:t>
            </a:r>
          </a:p>
          <a:p>
            <a:pPr marL="0" indent="0">
              <a:buNone/>
            </a:pPr>
            <a:endParaRPr lang="en-US" dirty="0"/>
          </a:p>
        </p:txBody>
      </p:sp>
      <p:sp>
        <p:nvSpPr>
          <p:cNvPr id="4" name="Slide Number Placeholder 3">
            <a:extLst>
              <a:ext uri="{FF2B5EF4-FFF2-40B4-BE49-F238E27FC236}">
                <a16:creationId xmlns:a16="http://schemas.microsoft.com/office/drawing/2014/main" id="{5B9CA3D4-FC02-42AB-B644-4F6DEFE30182}"/>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2698114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48849-F4B4-444A-A908-A92D452C49EE}"/>
              </a:ext>
            </a:extLst>
          </p:cNvPr>
          <p:cNvSpPr>
            <a:spLocks noGrp="1"/>
          </p:cNvSpPr>
          <p:nvPr>
            <p:ph type="title"/>
          </p:nvPr>
        </p:nvSpPr>
        <p:spPr/>
        <p:txBody>
          <a:bodyPr/>
          <a:lstStyle/>
          <a:p>
            <a:r>
              <a:rPr lang="en-US" dirty="0"/>
              <a:t>Practice Scenario #2</a:t>
            </a:r>
          </a:p>
        </p:txBody>
      </p:sp>
      <p:sp>
        <p:nvSpPr>
          <p:cNvPr id="3" name="Content Placeholder 2">
            <a:extLst>
              <a:ext uri="{FF2B5EF4-FFF2-40B4-BE49-F238E27FC236}">
                <a16:creationId xmlns:a16="http://schemas.microsoft.com/office/drawing/2014/main" id="{1296FABE-4397-4783-B7D2-09CC5723D462}"/>
              </a:ext>
            </a:extLst>
          </p:cNvPr>
          <p:cNvSpPr>
            <a:spLocks noGrp="1"/>
          </p:cNvSpPr>
          <p:nvPr>
            <p:ph idx="1"/>
          </p:nvPr>
        </p:nvSpPr>
        <p:spPr/>
        <p:txBody>
          <a:bodyPr/>
          <a:lstStyle/>
          <a:p>
            <a:pPr marL="0" marR="0" indent="0">
              <a:spcBef>
                <a:spcPts val="600"/>
              </a:spcBef>
              <a:spcAft>
                <a:spcPts val="600"/>
              </a:spcAft>
              <a:buNone/>
            </a:pPr>
            <a:r>
              <a:rPr lang="en-US">
                <a:effectLst/>
                <a:latin typeface="Calibri" panose="020F0502020204030204" pitchFamily="34" charset="0"/>
                <a:ea typeface="Calibri" panose="020F0502020204030204" pitchFamily="34" charset="0"/>
                <a:cs typeface="Arial" panose="020B0604020202020204" pitchFamily="34" charset="0"/>
              </a:rPr>
              <a:t>One </a:t>
            </a:r>
            <a:r>
              <a:rPr lang="en-US" dirty="0">
                <a:effectLst/>
                <a:latin typeface="Calibri" panose="020F0502020204030204" pitchFamily="34" charset="0"/>
                <a:ea typeface="Calibri" panose="020F0502020204030204" pitchFamily="34" charset="0"/>
                <a:cs typeface="Arial" panose="020B0604020202020204" pitchFamily="34" charset="0"/>
              </a:rPr>
              <a:t>of your students asks for your personal cell phone number so they can share pictures of their project with you. You also notice that they tried to friend you on one of your personal social media accounts. What should you do?</a:t>
            </a:r>
          </a:p>
          <a:p>
            <a:pPr marL="0" indent="0">
              <a:buNone/>
            </a:pPr>
            <a:endParaRPr lang="en-US" dirty="0"/>
          </a:p>
        </p:txBody>
      </p:sp>
      <p:sp>
        <p:nvSpPr>
          <p:cNvPr id="4" name="Slide Number Placeholder 3">
            <a:extLst>
              <a:ext uri="{FF2B5EF4-FFF2-40B4-BE49-F238E27FC236}">
                <a16:creationId xmlns:a16="http://schemas.microsoft.com/office/drawing/2014/main" id="{5B9CA3D4-FC02-42AB-B644-4F6DEFE30182}"/>
              </a:ext>
            </a:extLst>
          </p:cNvPr>
          <p:cNvSpPr>
            <a:spLocks noGrp="1"/>
          </p:cNvSpPr>
          <p:nvPr>
            <p:ph type="sldNum" sz="quarter" idx="12"/>
          </p:nvPr>
        </p:nvSpPr>
        <p:spPr/>
        <p:txBody>
          <a:bodyPr/>
          <a:lstStyle/>
          <a:p>
            <a:fld id="{E2D56C8B-F564-4051-AFED-A78F1C6A2F0E}" type="slidenum">
              <a:rPr lang="en-US" smtClean="0"/>
              <a:pPr/>
              <a:t>14</a:t>
            </a:fld>
            <a:endParaRPr lang="en-US" dirty="0"/>
          </a:p>
        </p:txBody>
      </p:sp>
    </p:spTree>
    <p:extLst>
      <p:ext uri="{BB962C8B-B14F-4D97-AF65-F5344CB8AC3E}">
        <p14:creationId xmlns:p14="http://schemas.microsoft.com/office/powerpoint/2010/main" val="4168748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342900" marR="0" lvl="0" indent="-342900">
              <a:lnSpc>
                <a:spcPct val="107000"/>
              </a:lnSpc>
              <a:spcBef>
                <a:spcPts val="0"/>
              </a:spcBef>
              <a:spcAft>
                <a:spcPts val="800"/>
              </a:spcAft>
              <a:buFont typeface="+mj-lt"/>
              <a:buAutoNum type="arabicPeriod"/>
            </a:pPr>
            <a:r>
              <a:rPr lang="en-US" dirty="0">
                <a:solidFill>
                  <a:srgbClr val="000000"/>
                </a:solidFill>
                <a:effectLst/>
                <a:latin typeface="Calibri" panose="020F0502020204030204" pitchFamily="34" charset="0"/>
                <a:ea typeface="Calibri" panose="020F0502020204030204" pitchFamily="34" charset="0"/>
                <a:cs typeface="Arial" panose="020B0604020202020204" pitchFamily="34" charset="0"/>
              </a:rPr>
              <a:t>Why is it important to demonstrate professional behavior at your E&amp;T field site? How might unprofessional behavior impact your future as well as impact the students and teachers you are working with?</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Analyze the scenarios. Determine if the educator behaviors are professional (P) or not professional (NP) and explain the message the teacher is sending through their actions.</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TotalTime>
  <Words>501</Words>
  <Application>Microsoft Office PowerPoint</Application>
  <PresentationFormat>Widescreen</PresentationFormat>
  <Paragraphs>64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Symbol</vt:lpstr>
      <vt:lpstr>Office Theme</vt:lpstr>
      <vt:lpstr>Practicum in Education and Training| Unit 2: The Professional Educator | Lesson 2.02</vt:lpstr>
      <vt:lpstr>TEKS Standards &amp; Objectives</vt:lpstr>
      <vt:lpstr>Bellringer</vt:lpstr>
      <vt:lpstr>Teacher Professionalism</vt:lpstr>
      <vt:lpstr>Professionalism Scenario #1</vt:lpstr>
      <vt:lpstr>Professionalism Scenario #2</vt:lpstr>
      <vt:lpstr>Professionalism Scenario #3</vt:lpstr>
      <vt:lpstr>Professionalism Scenario #4</vt:lpstr>
      <vt:lpstr>Professionalism Scenario #5</vt:lpstr>
      <vt:lpstr>Professionalism Scenario #6</vt:lpstr>
      <vt:lpstr>Professionalism Scenario #7</vt:lpstr>
      <vt:lpstr>Professionalism Scenario #8</vt:lpstr>
      <vt:lpstr>Practice Scenario #1</vt:lpstr>
      <vt:lpstr>Practice Scenario #2</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2.02: What is Professionalism?</dc:title>
  <dc:subject>Lesson 2.02: What is Professionalism?</dc:subject>
  <dc:creator>Texas Education Agency</dc:creator>
  <cp:lastModifiedBy>White (she/her), Whitney</cp:lastModifiedBy>
  <cp:revision>3</cp:revision>
  <dcterms:created xsi:type="dcterms:W3CDTF">2022-05-09T19:40:20Z</dcterms:created>
  <dcterms:modified xsi:type="dcterms:W3CDTF">2023-08-31T19:36:34Z</dcterms:modified>
</cp:coreProperties>
</file>
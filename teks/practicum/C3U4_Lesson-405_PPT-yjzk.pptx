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58" r:id="rId4"/>
    <p:sldId id="261" r:id="rId5"/>
    <p:sldId id="262" r:id="rId6"/>
    <p:sldId id="263" r:id="rId7"/>
    <p:sldId id="264" r:id="rId8"/>
    <p:sldId id="265"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143B12-1618-4B3F-BDE7-280951A1A359}" v="1" dt="2023-08-19T02:19:39.7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3792" autoAdjust="0"/>
  </p:normalViewPr>
  <p:slideViewPr>
    <p:cSldViewPr snapToGrid="0">
      <p:cViewPr varScale="1">
        <p:scale>
          <a:sx n="62" d="100"/>
          <a:sy n="62" d="100"/>
        </p:scale>
        <p:origin x="7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08143B12-1618-4B3F-BDE7-280951A1A359}"/>
    <pc:docChg chg="modSld">
      <pc:chgData name="White (she/her), Whitney" userId="65f39021-2f1d-4d8b-87dc-b123826f65bf" providerId="ADAL" clId="{08143B12-1618-4B3F-BDE7-280951A1A359}" dt="2023-08-19T02:20:41.412" v="7" actId="1076"/>
      <pc:docMkLst>
        <pc:docMk/>
      </pc:docMkLst>
      <pc:sldChg chg="addSp modSp mod">
        <pc:chgData name="White (she/her), Whitney" userId="65f39021-2f1d-4d8b-87dc-b123826f65bf" providerId="ADAL" clId="{08143B12-1618-4B3F-BDE7-280951A1A359}" dt="2023-08-19T02:20:41.412" v="7" actId="1076"/>
        <pc:sldMkLst>
          <pc:docMk/>
          <pc:sldMk cId="1482277026" sldId="256"/>
        </pc:sldMkLst>
        <pc:spChg chg="mod">
          <ac:chgData name="White (she/her), Whitney" userId="65f39021-2f1d-4d8b-87dc-b123826f65bf" providerId="ADAL" clId="{08143B12-1618-4B3F-BDE7-280951A1A359}" dt="2023-08-19T02:20:38.048" v="6" actId="1076"/>
          <ac:spMkLst>
            <pc:docMk/>
            <pc:sldMk cId="1482277026" sldId="256"/>
            <ac:spMk id="2" creationId="{BFFCF5BD-F8FF-4A67-A8B6-EBB21E79279B}"/>
          </ac:spMkLst>
        </pc:spChg>
        <pc:spChg chg="add mod">
          <ac:chgData name="White (she/her), Whitney" userId="65f39021-2f1d-4d8b-87dc-b123826f65bf" providerId="ADAL" clId="{08143B12-1618-4B3F-BDE7-280951A1A359}" dt="2023-08-19T02:20:41.412" v="7" actId="1076"/>
          <ac:spMkLst>
            <pc:docMk/>
            <pc:sldMk cId="1482277026" sldId="256"/>
            <ac:spMk id="4" creationId="{66D52F85-3AC3-8737-D19C-7612299CA229}"/>
          </ac:spMkLst>
        </pc:spChg>
      </pc:sldChg>
      <pc:sldChg chg="modSp mod">
        <pc:chgData name="White (she/her), Whitney" userId="65f39021-2f1d-4d8b-87dc-b123826f65bf" providerId="ADAL" clId="{08143B12-1618-4B3F-BDE7-280951A1A359}" dt="2023-08-19T02:20:18.282" v="5" actId="20577"/>
        <pc:sldMkLst>
          <pc:docMk/>
          <pc:sldMk cId="2772527113" sldId="259"/>
        </pc:sldMkLst>
        <pc:spChg chg="mod">
          <ac:chgData name="White (she/her), Whitney" userId="65f39021-2f1d-4d8b-87dc-b123826f65bf" providerId="ADAL" clId="{08143B12-1618-4B3F-BDE7-280951A1A359}" dt="2023-08-19T02:20:18.282" v="5" actId="20577"/>
          <ac:spMkLst>
            <pc:docMk/>
            <pc:sldMk cId="2772527113" sldId="259"/>
            <ac:spMk id="3" creationId="{8CE08C7F-0286-423B-92F7-DEB89F31111A}"/>
          </ac:spMkLst>
        </pc:spChg>
      </pc:sldChg>
    </pc:docChg>
  </pc:docChgLst>
  <pc:docChgLst>
    <pc:chgData name="White (she/her), Whitney" userId="65f39021-2f1d-4d8b-87dc-b123826f65bf" providerId="ADAL" clId="{34D341F3-260D-41AF-8A01-414D1C9C0EE5}"/>
    <pc:docChg chg="undo redo custSel addSld modSld">
      <pc:chgData name="White (she/her), Whitney" userId="65f39021-2f1d-4d8b-87dc-b123826f65bf" providerId="ADAL" clId="{34D341F3-260D-41AF-8A01-414D1C9C0EE5}" dt="2023-04-12T19:49:52.105" v="613" actId="20577"/>
      <pc:docMkLst>
        <pc:docMk/>
      </pc:docMkLst>
      <pc:sldChg chg="modSp mod">
        <pc:chgData name="White (she/her), Whitney" userId="65f39021-2f1d-4d8b-87dc-b123826f65bf" providerId="ADAL" clId="{34D341F3-260D-41AF-8A01-414D1C9C0EE5}" dt="2023-04-12T19:44:04.619" v="84" actId="20577"/>
        <pc:sldMkLst>
          <pc:docMk/>
          <pc:sldMk cId="1482277026" sldId="256"/>
        </pc:sldMkLst>
        <pc:spChg chg="mod">
          <ac:chgData name="White (she/her), Whitney" userId="65f39021-2f1d-4d8b-87dc-b123826f65bf" providerId="ADAL" clId="{34D341F3-260D-41AF-8A01-414D1C9C0EE5}" dt="2023-04-12T19:43:41.154" v="4" actId="20577"/>
          <ac:spMkLst>
            <pc:docMk/>
            <pc:sldMk cId="1482277026" sldId="256"/>
            <ac:spMk id="2" creationId="{BFFCF5BD-F8FF-4A67-A8B6-EBB21E79279B}"/>
          </ac:spMkLst>
        </pc:spChg>
        <pc:spChg chg="mod">
          <ac:chgData name="White (she/her), Whitney" userId="65f39021-2f1d-4d8b-87dc-b123826f65bf" providerId="ADAL" clId="{34D341F3-260D-41AF-8A01-414D1C9C0EE5}" dt="2023-04-12T19:44:04.619" v="84" actId="20577"/>
          <ac:spMkLst>
            <pc:docMk/>
            <pc:sldMk cId="1482277026" sldId="256"/>
            <ac:spMk id="3" creationId="{E0FBD98F-3A67-498E-8174-652040DD7B60}"/>
          </ac:spMkLst>
        </pc:spChg>
      </pc:sldChg>
      <pc:sldChg chg="modSp mod">
        <pc:chgData name="White (she/her), Whitney" userId="65f39021-2f1d-4d8b-87dc-b123826f65bf" providerId="ADAL" clId="{34D341F3-260D-41AF-8A01-414D1C9C0EE5}" dt="2023-04-12T19:45:39.996" v="346" actId="403"/>
        <pc:sldMkLst>
          <pc:docMk/>
          <pc:sldMk cId="4071305681" sldId="258"/>
        </pc:sldMkLst>
        <pc:spChg chg="mod">
          <ac:chgData name="White (she/her), Whitney" userId="65f39021-2f1d-4d8b-87dc-b123826f65bf" providerId="ADAL" clId="{34D341F3-260D-41AF-8A01-414D1C9C0EE5}" dt="2023-04-12T19:45:39.996" v="346" actId="403"/>
          <ac:spMkLst>
            <pc:docMk/>
            <pc:sldMk cId="4071305681" sldId="258"/>
            <ac:spMk id="3" creationId="{392BE286-77A6-49DD-B15D-7E4718D52FE7}"/>
          </ac:spMkLst>
        </pc:spChg>
      </pc:sldChg>
      <pc:sldChg chg="modSp mod">
        <pc:chgData name="White (she/her), Whitney" userId="65f39021-2f1d-4d8b-87dc-b123826f65bf" providerId="ADAL" clId="{34D341F3-260D-41AF-8A01-414D1C9C0EE5}" dt="2023-04-12T19:45:28.498" v="342" actId="20577"/>
        <pc:sldMkLst>
          <pc:docMk/>
          <pc:sldMk cId="2772527113" sldId="259"/>
        </pc:sldMkLst>
        <pc:spChg chg="mod">
          <ac:chgData name="White (she/her), Whitney" userId="65f39021-2f1d-4d8b-87dc-b123826f65bf" providerId="ADAL" clId="{34D341F3-260D-41AF-8A01-414D1C9C0EE5}" dt="2023-04-12T19:45:28.498" v="342" actId="20577"/>
          <ac:spMkLst>
            <pc:docMk/>
            <pc:sldMk cId="2772527113" sldId="259"/>
            <ac:spMk id="3" creationId="{8CE08C7F-0286-423B-92F7-DEB89F31111A}"/>
          </ac:spMkLst>
        </pc:spChg>
      </pc:sldChg>
      <pc:sldChg chg="modSp mod">
        <pc:chgData name="White (she/her), Whitney" userId="65f39021-2f1d-4d8b-87dc-b123826f65bf" providerId="ADAL" clId="{34D341F3-260D-41AF-8A01-414D1C9C0EE5}" dt="2023-04-12T19:49:52.105" v="613" actId="20577"/>
        <pc:sldMkLst>
          <pc:docMk/>
          <pc:sldMk cId="2147408764" sldId="260"/>
        </pc:sldMkLst>
        <pc:spChg chg="mod">
          <ac:chgData name="White (she/her), Whitney" userId="65f39021-2f1d-4d8b-87dc-b123826f65bf" providerId="ADAL" clId="{34D341F3-260D-41AF-8A01-414D1C9C0EE5}" dt="2023-04-12T19:49:52.105" v="613" actId="20577"/>
          <ac:spMkLst>
            <pc:docMk/>
            <pc:sldMk cId="2147408764" sldId="260"/>
            <ac:spMk id="3" creationId="{49F2A5AF-3C0B-4968-A438-E435325199EA}"/>
          </ac:spMkLst>
        </pc:spChg>
      </pc:sldChg>
      <pc:sldChg chg="modSp mod">
        <pc:chgData name="White (she/her), Whitney" userId="65f39021-2f1d-4d8b-87dc-b123826f65bf" providerId="ADAL" clId="{34D341F3-260D-41AF-8A01-414D1C9C0EE5}" dt="2023-04-12T19:45:52.649" v="353" actId="403"/>
        <pc:sldMkLst>
          <pc:docMk/>
          <pc:sldMk cId="3054216349" sldId="261"/>
        </pc:sldMkLst>
        <pc:graphicFrameChg chg="mod modGraphic">
          <ac:chgData name="White (she/her), Whitney" userId="65f39021-2f1d-4d8b-87dc-b123826f65bf" providerId="ADAL" clId="{34D341F3-260D-41AF-8A01-414D1C9C0EE5}" dt="2023-04-12T19:45:52.649" v="353" actId="403"/>
          <ac:graphicFrameMkLst>
            <pc:docMk/>
            <pc:sldMk cId="3054216349" sldId="261"/>
            <ac:graphicFrameMk id="5" creationId="{8D31F9C6-28EB-4419-B90D-7DE05C4C1D8A}"/>
          </ac:graphicFrameMkLst>
        </pc:graphicFrameChg>
      </pc:sldChg>
      <pc:sldChg chg="modSp new mod">
        <pc:chgData name="White (she/her), Whitney" userId="65f39021-2f1d-4d8b-87dc-b123826f65bf" providerId="ADAL" clId="{34D341F3-260D-41AF-8A01-414D1C9C0EE5}" dt="2023-04-12T19:46:18.448" v="387" actId="403"/>
        <pc:sldMkLst>
          <pc:docMk/>
          <pc:sldMk cId="2969836178" sldId="262"/>
        </pc:sldMkLst>
        <pc:spChg chg="mod">
          <ac:chgData name="White (she/her), Whitney" userId="65f39021-2f1d-4d8b-87dc-b123826f65bf" providerId="ADAL" clId="{34D341F3-260D-41AF-8A01-414D1C9C0EE5}" dt="2023-04-12T19:46:08.220" v="382" actId="20577"/>
          <ac:spMkLst>
            <pc:docMk/>
            <pc:sldMk cId="2969836178" sldId="262"/>
            <ac:spMk id="2" creationId="{1F04A221-CD3E-F9A9-2FA3-9FADE64EFA3E}"/>
          </ac:spMkLst>
        </pc:spChg>
        <pc:spChg chg="mod">
          <ac:chgData name="White (she/her), Whitney" userId="65f39021-2f1d-4d8b-87dc-b123826f65bf" providerId="ADAL" clId="{34D341F3-260D-41AF-8A01-414D1C9C0EE5}" dt="2023-04-12T19:46:18.448" v="387" actId="403"/>
          <ac:spMkLst>
            <pc:docMk/>
            <pc:sldMk cId="2969836178" sldId="262"/>
            <ac:spMk id="3" creationId="{169B9CD3-1F61-919B-D388-509E5ED45F9F}"/>
          </ac:spMkLst>
        </pc:spChg>
      </pc:sldChg>
      <pc:sldChg chg="modSp new mod">
        <pc:chgData name="White (she/her), Whitney" userId="65f39021-2f1d-4d8b-87dc-b123826f65bf" providerId="ADAL" clId="{34D341F3-260D-41AF-8A01-414D1C9C0EE5}" dt="2023-04-12T19:46:54.124" v="430" actId="5793"/>
        <pc:sldMkLst>
          <pc:docMk/>
          <pc:sldMk cId="1251374402" sldId="263"/>
        </pc:sldMkLst>
        <pc:spChg chg="mod">
          <ac:chgData name="White (she/her), Whitney" userId="65f39021-2f1d-4d8b-87dc-b123826f65bf" providerId="ADAL" clId="{34D341F3-260D-41AF-8A01-414D1C9C0EE5}" dt="2023-04-12T19:46:50.302" v="428" actId="20577"/>
          <ac:spMkLst>
            <pc:docMk/>
            <pc:sldMk cId="1251374402" sldId="263"/>
            <ac:spMk id="2" creationId="{F0DF1177-CBD2-6494-D98B-8415E8133AAD}"/>
          </ac:spMkLst>
        </pc:spChg>
        <pc:spChg chg="mod">
          <ac:chgData name="White (she/her), Whitney" userId="65f39021-2f1d-4d8b-87dc-b123826f65bf" providerId="ADAL" clId="{34D341F3-260D-41AF-8A01-414D1C9C0EE5}" dt="2023-04-12T19:46:54.124" v="430" actId="5793"/>
          <ac:spMkLst>
            <pc:docMk/>
            <pc:sldMk cId="1251374402" sldId="263"/>
            <ac:spMk id="3" creationId="{0C143F70-FBEF-E618-0210-759748D4F6A9}"/>
          </ac:spMkLst>
        </pc:spChg>
      </pc:sldChg>
      <pc:sldChg chg="addSp delSp modSp new mod">
        <pc:chgData name="White (she/her), Whitney" userId="65f39021-2f1d-4d8b-87dc-b123826f65bf" providerId="ADAL" clId="{34D341F3-260D-41AF-8A01-414D1C9C0EE5}" dt="2023-04-12T19:48:15.155" v="506" actId="403"/>
        <pc:sldMkLst>
          <pc:docMk/>
          <pc:sldMk cId="1502528125" sldId="264"/>
        </pc:sldMkLst>
        <pc:spChg chg="mod">
          <ac:chgData name="White (she/her), Whitney" userId="65f39021-2f1d-4d8b-87dc-b123826f65bf" providerId="ADAL" clId="{34D341F3-260D-41AF-8A01-414D1C9C0EE5}" dt="2023-04-12T19:47:45.669" v="496" actId="20577"/>
          <ac:spMkLst>
            <pc:docMk/>
            <pc:sldMk cId="1502528125" sldId="264"/>
            <ac:spMk id="2" creationId="{2A9361E0-C477-6586-3BDC-1FEB6B502A8B}"/>
          </ac:spMkLst>
        </pc:spChg>
        <pc:spChg chg="del mod">
          <ac:chgData name="White (she/her), Whitney" userId="65f39021-2f1d-4d8b-87dc-b123826f65bf" providerId="ADAL" clId="{34D341F3-260D-41AF-8A01-414D1C9C0EE5}" dt="2023-04-12T19:47:53.792" v="498"/>
          <ac:spMkLst>
            <pc:docMk/>
            <pc:sldMk cId="1502528125" sldId="264"/>
            <ac:spMk id="3" creationId="{CC66F065-A2BA-89CF-5F8C-32F5C917FA9B}"/>
          </ac:spMkLst>
        </pc:spChg>
        <pc:graphicFrameChg chg="add mod modGraphic">
          <ac:chgData name="White (she/her), Whitney" userId="65f39021-2f1d-4d8b-87dc-b123826f65bf" providerId="ADAL" clId="{34D341F3-260D-41AF-8A01-414D1C9C0EE5}" dt="2023-04-12T19:48:15.155" v="506" actId="403"/>
          <ac:graphicFrameMkLst>
            <pc:docMk/>
            <pc:sldMk cId="1502528125" sldId="264"/>
            <ac:graphicFrameMk id="5" creationId="{D80AE8F6-4340-E0A7-9A7C-226F54AD800E}"/>
          </ac:graphicFrameMkLst>
        </pc:graphicFrameChg>
      </pc:sldChg>
      <pc:sldChg chg="modSp new mod modAnim">
        <pc:chgData name="White (she/her), Whitney" userId="65f39021-2f1d-4d8b-87dc-b123826f65bf" providerId="ADAL" clId="{34D341F3-260D-41AF-8A01-414D1C9C0EE5}" dt="2023-04-12T19:48:56.304" v="578"/>
        <pc:sldMkLst>
          <pc:docMk/>
          <pc:sldMk cId="1534269488" sldId="265"/>
        </pc:sldMkLst>
        <pc:spChg chg="mod">
          <ac:chgData name="White (she/her), Whitney" userId="65f39021-2f1d-4d8b-87dc-b123826f65bf" providerId="ADAL" clId="{34D341F3-260D-41AF-8A01-414D1C9C0EE5}" dt="2023-04-12T19:48:41.867" v="571" actId="20577"/>
          <ac:spMkLst>
            <pc:docMk/>
            <pc:sldMk cId="1534269488" sldId="265"/>
            <ac:spMk id="2" creationId="{626C0DAE-9100-6115-8A18-4D627A3231CE}"/>
          </ac:spMkLst>
        </pc:spChg>
        <pc:spChg chg="mod">
          <ac:chgData name="White (she/her), Whitney" userId="65f39021-2f1d-4d8b-87dc-b123826f65bf" providerId="ADAL" clId="{34D341F3-260D-41AF-8A01-414D1C9C0EE5}" dt="2023-04-12T19:48:47.264" v="576" actId="403"/>
          <ac:spMkLst>
            <pc:docMk/>
            <pc:sldMk cId="1534269488" sldId="265"/>
            <ac:spMk id="3" creationId="{B78023AB-9A1B-00EF-3E23-582F7B1D514D}"/>
          </ac:spMkLst>
        </pc:spChg>
      </pc:sldChg>
    </pc:docChg>
  </pc:docChgLst>
  <pc:docChgLst>
    <pc:chgData name="Rogers, Kristana" userId="06c54908-b913-4b34-a3f2-9a6986972442" providerId="ADAL" clId="{448B3D01-C9DE-469B-B639-D1A4899B2439}"/>
    <pc:docChg chg="undo custSel addSld modSld">
      <pc:chgData name="Rogers, Kristana" userId="06c54908-b913-4b34-a3f2-9a6986972442" providerId="ADAL" clId="{448B3D01-C9DE-469B-B639-D1A4899B2439}" dt="2023-03-16T01:10:56.846" v="861" actId="1076"/>
      <pc:docMkLst>
        <pc:docMk/>
      </pc:docMkLst>
      <pc:sldChg chg="modSp mod">
        <pc:chgData name="Rogers, Kristana" userId="06c54908-b913-4b34-a3f2-9a6986972442" providerId="ADAL" clId="{448B3D01-C9DE-469B-B639-D1A4899B2439}" dt="2023-03-16T00:51:19.221" v="63" actId="20577"/>
        <pc:sldMkLst>
          <pc:docMk/>
          <pc:sldMk cId="1482277026" sldId="256"/>
        </pc:sldMkLst>
        <pc:spChg chg="mod">
          <ac:chgData name="Rogers, Kristana" userId="06c54908-b913-4b34-a3f2-9a6986972442" providerId="ADAL" clId="{448B3D01-C9DE-469B-B639-D1A4899B2439}" dt="2023-03-16T00:51:19.221" v="63" actId="20577"/>
          <ac:spMkLst>
            <pc:docMk/>
            <pc:sldMk cId="1482277026" sldId="256"/>
            <ac:spMk id="2" creationId="{BFFCF5BD-F8FF-4A67-A8B6-EBB21E79279B}"/>
          </ac:spMkLst>
        </pc:spChg>
        <pc:spChg chg="mod">
          <ac:chgData name="Rogers, Kristana" userId="06c54908-b913-4b34-a3f2-9a6986972442" providerId="ADAL" clId="{448B3D01-C9DE-469B-B639-D1A4899B2439}" dt="2023-03-16T00:51:14.165" v="62" actId="20577"/>
          <ac:spMkLst>
            <pc:docMk/>
            <pc:sldMk cId="1482277026" sldId="256"/>
            <ac:spMk id="3" creationId="{E0FBD98F-3A67-498E-8174-652040DD7B60}"/>
          </ac:spMkLst>
        </pc:spChg>
      </pc:sldChg>
      <pc:sldChg chg="modSp mod">
        <pc:chgData name="Rogers, Kristana" userId="06c54908-b913-4b34-a3f2-9a6986972442" providerId="ADAL" clId="{448B3D01-C9DE-469B-B639-D1A4899B2439}" dt="2023-03-16T00:53:39.021" v="90" actId="14100"/>
        <pc:sldMkLst>
          <pc:docMk/>
          <pc:sldMk cId="4071305681" sldId="258"/>
        </pc:sldMkLst>
        <pc:spChg chg="mod">
          <ac:chgData name="Rogers, Kristana" userId="06c54908-b913-4b34-a3f2-9a6986972442" providerId="ADAL" clId="{448B3D01-C9DE-469B-B639-D1A4899B2439}" dt="2023-03-16T00:53:34.755" v="89" actId="1076"/>
          <ac:spMkLst>
            <pc:docMk/>
            <pc:sldMk cId="4071305681" sldId="258"/>
            <ac:spMk id="2" creationId="{2F03F004-EE4F-44F2-AA0E-56B8CFF11342}"/>
          </ac:spMkLst>
        </pc:spChg>
        <pc:spChg chg="mod">
          <ac:chgData name="Rogers, Kristana" userId="06c54908-b913-4b34-a3f2-9a6986972442" providerId="ADAL" clId="{448B3D01-C9DE-469B-B639-D1A4899B2439}" dt="2023-03-16T00:53:39.021" v="90" actId="14100"/>
          <ac:spMkLst>
            <pc:docMk/>
            <pc:sldMk cId="4071305681" sldId="258"/>
            <ac:spMk id="3" creationId="{392BE286-77A6-49DD-B15D-7E4718D52FE7}"/>
          </ac:spMkLst>
        </pc:spChg>
      </pc:sldChg>
      <pc:sldChg chg="modSp mod">
        <pc:chgData name="Rogers, Kristana" userId="06c54908-b913-4b34-a3f2-9a6986972442" providerId="ADAL" clId="{448B3D01-C9DE-469B-B639-D1A4899B2439}" dt="2023-03-16T00:52:22.224" v="79" actId="255"/>
        <pc:sldMkLst>
          <pc:docMk/>
          <pc:sldMk cId="2772527113" sldId="259"/>
        </pc:sldMkLst>
        <pc:spChg chg="mod">
          <ac:chgData name="Rogers, Kristana" userId="06c54908-b913-4b34-a3f2-9a6986972442" providerId="ADAL" clId="{448B3D01-C9DE-469B-B639-D1A4899B2439}" dt="2023-03-16T00:52:22.224" v="79" actId="255"/>
          <ac:spMkLst>
            <pc:docMk/>
            <pc:sldMk cId="2772527113" sldId="259"/>
            <ac:spMk id="3" creationId="{8CE08C7F-0286-423B-92F7-DEB89F31111A}"/>
          </ac:spMkLst>
        </pc:spChg>
      </pc:sldChg>
      <pc:sldChg chg="modSp mod">
        <pc:chgData name="Rogers, Kristana" userId="06c54908-b913-4b34-a3f2-9a6986972442" providerId="ADAL" clId="{448B3D01-C9DE-469B-B639-D1A4899B2439}" dt="2023-03-16T01:10:56.846" v="861" actId="1076"/>
        <pc:sldMkLst>
          <pc:docMk/>
          <pc:sldMk cId="2147408764" sldId="260"/>
        </pc:sldMkLst>
        <pc:spChg chg="mod">
          <ac:chgData name="Rogers, Kristana" userId="06c54908-b913-4b34-a3f2-9a6986972442" providerId="ADAL" clId="{448B3D01-C9DE-469B-B639-D1A4899B2439}" dt="2023-03-16T01:10:38.754" v="859" actId="1076"/>
          <ac:spMkLst>
            <pc:docMk/>
            <pc:sldMk cId="2147408764" sldId="260"/>
            <ac:spMk id="2" creationId="{9AFB837C-3E07-4129-B371-9F5CA97D5605}"/>
          </ac:spMkLst>
        </pc:spChg>
        <pc:spChg chg="mod">
          <ac:chgData name="Rogers, Kristana" userId="06c54908-b913-4b34-a3f2-9a6986972442" providerId="ADAL" clId="{448B3D01-C9DE-469B-B639-D1A4899B2439}" dt="2023-03-16T01:10:56.846" v="861" actId="1076"/>
          <ac:spMkLst>
            <pc:docMk/>
            <pc:sldMk cId="2147408764" sldId="260"/>
            <ac:spMk id="3" creationId="{49F2A5AF-3C0B-4968-A438-E435325199EA}"/>
          </ac:spMkLst>
        </pc:spChg>
      </pc:sldChg>
      <pc:sldChg chg="modSp mod">
        <pc:chgData name="Rogers, Kristana" userId="06c54908-b913-4b34-a3f2-9a6986972442" providerId="ADAL" clId="{448B3D01-C9DE-469B-B639-D1A4899B2439}" dt="2023-03-16T00:55:40.876" v="527" actId="27107"/>
        <pc:sldMkLst>
          <pc:docMk/>
          <pc:sldMk cId="3054216349" sldId="261"/>
        </pc:sldMkLst>
        <pc:graphicFrameChg chg="modGraphic">
          <ac:chgData name="Rogers, Kristana" userId="06c54908-b913-4b34-a3f2-9a6986972442" providerId="ADAL" clId="{448B3D01-C9DE-469B-B639-D1A4899B2439}" dt="2023-03-16T00:55:40.876" v="527" actId="27107"/>
          <ac:graphicFrameMkLst>
            <pc:docMk/>
            <pc:sldMk cId="3054216349" sldId="261"/>
            <ac:graphicFrameMk id="5" creationId="{8D31F9C6-28EB-4419-B90D-7DE05C4C1D8A}"/>
          </ac:graphicFrameMkLst>
        </pc:graphicFrameChg>
      </pc:sldChg>
      <pc:sldChg chg="modSp mod">
        <pc:chgData name="Rogers, Kristana" userId="06c54908-b913-4b34-a3f2-9a6986972442" providerId="ADAL" clId="{448B3D01-C9DE-469B-B639-D1A4899B2439}" dt="2023-03-16T00:59:57.477" v="642" actId="948"/>
        <pc:sldMkLst>
          <pc:docMk/>
          <pc:sldMk cId="4170921578" sldId="262"/>
        </pc:sldMkLst>
        <pc:spChg chg="mod">
          <ac:chgData name="Rogers, Kristana" userId="06c54908-b913-4b34-a3f2-9a6986972442" providerId="ADAL" clId="{448B3D01-C9DE-469B-B639-D1A4899B2439}" dt="2023-03-16T00:58:50.175" v="626" actId="1076"/>
          <ac:spMkLst>
            <pc:docMk/>
            <pc:sldMk cId="4170921578" sldId="262"/>
            <ac:spMk id="2" creationId="{A7DAC820-49EE-4F41-8B1F-B9E33FF6BE24}"/>
          </ac:spMkLst>
        </pc:spChg>
        <pc:spChg chg="mod">
          <ac:chgData name="Rogers, Kristana" userId="06c54908-b913-4b34-a3f2-9a6986972442" providerId="ADAL" clId="{448B3D01-C9DE-469B-B639-D1A4899B2439}" dt="2023-03-16T00:59:57.477" v="642" actId="948"/>
          <ac:spMkLst>
            <pc:docMk/>
            <pc:sldMk cId="4170921578" sldId="262"/>
            <ac:spMk id="3" creationId="{79FFCA46-4155-4484-8350-F1E0B95F6088}"/>
          </ac:spMkLst>
        </pc:spChg>
      </pc:sldChg>
      <pc:sldChg chg="addSp delSp modSp mod">
        <pc:chgData name="Rogers, Kristana" userId="06c54908-b913-4b34-a3f2-9a6986972442" providerId="ADAL" clId="{448B3D01-C9DE-469B-B639-D1A4899B2439}" dt="2023-03-16T00:58:10.724" v="612" actId="1076"/>
        <pc:sldMkLst>
          <pc:docMk/>
          <pc:sldMk cId="1163931679" sldId="263"/>
        </pc:sldMkLst>
        <pc:spChg chg="del">
          <ac:chgData name="Rogers, Kristana" userId="06c54908-b913-4b34-a3f2-9a6986972442" providerId="ADAL" clId="{448B3D01-C9DE-469B-B639-D1A4899B2439}" dt="2023-03-16T00:57:56.746" v="607" actId="478"/>
          <ac:spMkLst>
            <pc:docMk/>
            <pc:sldMk cId="1163931679" sldId="263"/>
            <ac:spMk id="2" creationId="{531ECDB3-7F62-4124-A1E9-E48D699D2427}"/>
          </ac:spMkLst>
        </pc:spChg>
        <pc:spChg chg="del">
          <ac:chgData name="Rogers, Kristana" userId="06c54908-b913-4b34-a3f2-9a6986972442" providerId="ADAL" clId="{448B3D01-C9DE-469B-B639-D1A4899B2439}" dt="2023-03-16T00:57:33.716" v="601" actId="478"/>
          <ac:spMkLst>
            <pc:docMk/>
            <pc:sldMk cId="1163931679" sldId="263"/>
            <ac:spMk id="3" creationId="{012C84E3-4C09-4253-8964-13B9C34E5E48}"/>
          </ac:spMkLst>
        </pc:spChg>
        <pc:spChg chg="add del mod">
          <ac:chgData name="Rogers, Kristana" userId="06c54908-b913-4b34-a3f2-9a6986972442" providerId="ADAL" clId="{448B3D01-C9DE-469B-B639-D1A4899B2439}" dt="2023-03-16T00:57:37.048" v="602" actId="478"/>
          <ac:spMkLst>
            <pc:docMk/>
            <pc:sldMk cId="1163931679" sldId="263"/>
            <ac:spMk id="6" creationId="{D84294E8-D0C5-82EF-52B8-ECBE9DAFDEC9}"/>
          </ac:spMkLst>
        </pc:spChg>
        <pc:spChg chg="add del mod">
          <ac:chgData name="Rogers, Kristana" userId="06c54908-b913-4b34-a3f2-9a6986972442" providerId="ADAL" clId="{448B3D01-C9DE-469B-B639-D1A4899B2439}" dt="2023-03-16T00:57:58.582" v="608" actId="478"/>
          <ac:spMkLst>
            <pc:docMk/>
            <pc:sldMk cId="1163931679" sldId="263"/>
            <ac:spMk id="9" creationId="{C0B40ED0-7C1D-9C87-B8D5-DCA3D2DF4E2E}"/>
          </ac:spMkLst>
        </pc:spChg>
        <pc:picChg chg="add mod">
          <ac:chgData name="Rogers, Kristana" userId="06c54908-b913-4b34-a3f2-9a6986972442" providerId="ADAL" clId="{448B3D01-C9DE-469B-B639-D1A4899B2439}" dt="2023-03-16T00:58:10.724" v="612" actId="1076"/>
          <ac:picMkLst>
            <pc:docMk/>
            <pc:sldMk cId="1163931679" sldId="263"/>
            <ac:picMk id="7" creationId="{56B33DE3-B7A8-79C3-14BB-F1620BA8290B}"/>
          </ac:picMkLst>
        </pc:picChg>
      </pc:sldChg>
      <pc:sldChg chg="addSp delSp modSp mod">
        <pc:chgData name="Rogers, Kristana" userId="06c54908-b913-4b34-a3f2-9a6986972442" providerId="ADAL" clId="{448B3D01-C9DE-469B-B639-D1A4899B2439}" dt="2023-03-16T00:57:08.420" v="600" actId="1076"/>
        <pc:sldMkLst>
          <pc:docMk/>
          <pc:sldMk cId="3493109116" sldId="264"/>
        </pc:sldMkLst>
        <pc:spChg chg="mod">
          <ac:chgData name="Rogers, Kristana" userId="06c54908-b913-4b34-a3f2-9a6986972442" providerId="ADAL" clId="{448B3D01-C9DE-469B-B639-D1A4899B2439}" dt="2023-03-16T00:57:08.420" v="600" actId="1076"/>
          <ac:spMkLst>
            <pc:docMk/>
            <pc:sldMk cId="3493109116" sldId="264"/>
            <ac:spMk id="2" creationId="{D7836664-70C0-47BA-9BFF-496A04EBBFDE}"/>
          </ac:spMkLst>
        </pc:spChg>
        <pc:spChg chg="add del mod">
          <ac:chgData name="Rogers, Kristana" userId="06c54908-b913-4b34-a3f2-9a6986972442" providerId="ADAL" clId="{448B3D01-C9DE-469B-B639-D1A4899B2439}" dt="2023-03-16T00:56:30.025" v="586" actId="478"/>
          <ac:spMkLst>
            <pc:docMk/>
            <pc:sldMk cId="3493109116" sldId="264"/>
            <ac:spMk id="6" creationId="{C4FA0834-3910-4249-434C-3B2DDC3BC5FB}"/>
          </ac:spMkLst>
        </pc:spChg>
        <pc:spChg chg="add mod">
          <ac:chgData name="Rogers, Kristana" userId="06c54908-b913-4b34-a3f2-9a6986972442" providerId="ADAL" clId="{448B3D01-C9DE-469B-B639-D1A4899B2439}" dt="2023-03-16T00:56:46.850" v="590" actId="255"/>
          <ac:spMkLst>
            <pc:docMk/>
            <pc:sldMk cId="3493109116" sldId="264"/>
            <ac:spMk id="8" creationId="{2A776615-A862-6EA1-CBB4-D6E9471CD041}"/>
          </ac:spMkLst>
        </pc:spChg>
        <pc:graphicFrameChg chg="del">
          <ac:chgData name="Rogers, Kristana" userId="06c54908-b913-4b34-a3f2-9a6986972442" providerId="ADAL" clId="{448B3D01-C9DE-469B-B639-D1A4899B2439}" dt="2023-03-16T00:56:24.012" v="584" actId="478"/>
          <ac:graphicFrameMkLst>
            <pc:docMk/>
            <pc:sldMk cId="3493109116" sldId="264"/>
            <ac:graphicFrameMk id="5" creationId="{5C543D04-921E-4C6A-AF4F-2BDE37415EFE}"/>
          </ac:graphicFrameMkLst>
        </pc:graphicFrameChg>
      </pc:sldChg>
      <pc:sldChg chg="addSp delSp modSp mod">
        <pc:chgData name="Rogers, Kristana" userId="06c54908-b913-4b34-a3f2-9a6986972442" providerId="ADAL" clId="{448B3D01-C9DE-469B-B639-D1A4899B2439}" dt="2023-03-16T01:00:35.135" v="652" actId="1076"/>
        <pc:sldMkLst>
          <pc:docMk/>
          <pc:sldMk cId="1754767038" sldId="265"/>
        </pc:sldMkLst>
        <pc:spChg chg="del mod">
          <ac:chgData name="Rogers, Kristana" userId="06c54908-b913-4b34-a3f2-9a6986972442" providerId="ADAL" clId="{448B3D01-C9DE-469B-B639-D1A4899B2439}" dt="2023-03-16T01:00:21.417" v="645" actId="478"/>
          <ac:spMkLst>
            <pc:docMk/>
            <pc:sldMk cId="1754767038" sldId="265"/>
            <ac:spMk id="2" creationId="{A7DAC820-49EE-4F41-8B1F-B9E33FF6BE24}"/>
          </ac:spMkLst>
        </pc:spChg>
        <pc:spChg chg="del mod">
          <ac:chgData name="Rogers, Kristana" userId="06c54908-b913-4b34-a3f2-9a6986972442" providerId="ADAL" clId="{448B3D01-C9DE-469B-B639-D1A4899B2439}" dt="2023-03-16T01:00:22.407" v="646" actId="478"/>
          <ac:spMkLst>
            <pc:docMk/>
            <pc:sldMk cId="1754767038" sldId="265"/>
            <ac:spMk id="3" creationId="{79FFCA46-4155-4484-8350-F1E0B95F6088}"/>
          </ac:spMkLst>
        </pc:spChg>
        <pc:picChg chg="add mod">
          <ac:chgData name="Rogers, Kristana" userId="06c54908-b913-4b34-a3f2-9a6986972442" providerId="ADAL" clId="{448B3D01-C9DE-469B-B639-D1A4899B2439}" dt="2023-03-16T01:00:35.135" v="652" actId="1076"/>
          <ac:picMkLst>
            <pc:docMk/>
            <pc:sldMk cId="1754767038" sldId="265"/>
            <ac:picMk id="5" creationId="{19BFEAFD-D8B1-7257-B050-1100EF497783}"/>
          </ac:picMkLst>
        </pc:picChg>
      </pc:sldChg>
      <pc:sldChg chg="addSp delSp modSp new mod modAnim">
        <pc:chgData name="Rogers, Kristana" userId="06c54908-b913-4b34-a3f2-9a6986972442" providerId="ADAL" clId="{448B3D01-C9DE-469B-B639-D1A4899B2439}" dt="2023-03-16T01:02:20.801" v="658" actId="14100"/>
        <pc:sldMkLst>
          <pc:docMk/>
          <pc:sldMk cId="4007075362" sldId="266"/>
        </pc:sldMkLst>
        <pc:spChg chg="del">
          <ac:chgData name="Rogers, Kristana" userId="06c54908-b913-4b34-a3f2-9a6986972442" providerId="ADAL" clId="{448B3D01-C9DE-469B-B639-D1A4899B2439}" dt="2023-03-16T01:02:16.551" v="656" actId="478"/>
          <ac:spMkLst>
            <pc:docMk/>
            <pc:sldMk cId="4007075362" sldId="266"/>
            <ac:spMk id="2" creationId="{9D30319C-AC60-AC32-5F41-493B59D06695}"/>
          </ac:spMkLst>
        </pc:spChg>
        <pc:spChg chg="del">
          <ac:chgData name="Rogers, Kristana" userId="06c54908-b913-4b34-a3f2-9a6986972442" providerId="ADAL" clId="{448B3D01-C9DE-469B-B639-D1A4899B2439}" dt="2023-03-16T01:02:02.605" v="654"/>
          <ac:spMkLst>
            <pc:docMk/>
            <pc:sldMk cId="4007075362" sldId="266"/>
            <ac:spMk id="3" creationId="{94C9C681-91DB-44B7-2F27-91D4BC5A7B91}"/>
          </ac:spMkLst>
        </pc:spChg>
        <pc:picChg chg="add mod">
          <ac:chgData name="Rogers, Kristana" userId="06c54908-b913-4b34-a3f2-9a6986972442" providerId="ADAL" clId="{448B3D01-C9DE-469B-B639-D1A4899B2439}" dt="2023-03-16T01:02:20.801" v="658" actId="14100"/>
          <ac:picMkLst>
            <pc:docMk/>
            <pc:sldMk cId="4007075362" sldId="266"/>
            <ac:picMk id="5" creationId="{984CABFA-5E6D-CC99-A324-AB48F71D2B56}"/>
          </ac:picMkLst>
        </pc:picChg>
      </pc:sldChg>
      <pc:sldChg chg="addSp delSp modSp new mod">
        <pc:chgData name="Rogers, Kristana" userId="06c54908-b913-4b34-a3f2-9a6986972442" providerId="ADAL" clId="{448B3D01-C9DE-469B-B639-D1A4899B2439}" dt="2023-03-16T01:08:18.768" v="798" actId="1076"/>
        <pc:sldMkLst>
          <pc:docMk/>
          <pc:sldMk cId="1959975682" sldId="267"/>
        </pc:sldMkLst>
        <pc:spChg chg="mod">
          <ac:chgData name="Rogers, Kristana" userId="06c54908-b913-4b34-a3f2-9a6986972442" providerId="ADAL" clId="{448B3D01-C9DE-469B-B639-D1A4899B2439}" dt="2023-03-16T01:08:18.768" v="798" actId="1076"/>
          <ac:spMkLst>
            <pc:docMk/>
            <pc:sldMk cId="1959975682" sldId="267"/>
            <ac:spMk id="2" creationId="{2BC40441-7E45-9D0A-46BA-DC937883D3C3}"/>
          </ac:spMkLst>
        </pc:spChg>
        <pc:spChg chg="del mod">
          <ac:chgData name="Rogers, Kristana" userId="06c54908-b913-4b34-a3f2-9a6986972442" providerId="ADAL" clId="{448B3D01-C9DE-469B-B639-D1A4899B2439}" dt="2023-03-16T01:05:32.964" v="709"/>
          <ac:spMkLst>
            <pc:docMk/>
            <pc:sldMk cId="1959975682" sldId="267"/>
            <ac:spMk id="3" creationId="{13B62576-0C37-F19C-B12D-2097E87AA073}"/>
          </ac:spMkLst>
        </pc:spChg>
        <pc:spChg chg="add mod">
          <ac:chgData name="Rogers, Kristana" userId="06c54908-b913-4b34-a3f2-9a6986972442" providerId="ADAL" clId="{448B3D01-C9DE-469B-B639-D1A4899B2439}" dt="2023-03-16T01:07:04.797" v="738" actId="1076"/>
          <ac:spMkLst>
            <pc:docMk/>
            <pc:sldMk cId="1959975682" sldId="267"/>
            <ac:spMk id="6" creationId="{60F02D2D-4D99-A0EF-2C2C-23DB692FE93B}"/>
          </ac:spMkLst>
        </pc:spChg>
        <pc:picChg chg="add mod">
          <ac:chgData name="Rogers, Kristana" userId="06c54908-b913-4b34-a3f2-9a6986972442" providerId="ADAL" clId="{448B3D01-C9DE-469B-B639-D1A4899B2439}" dt="2023-03-16T01:07:01.871" v="737" actId="1076"/>
          <ac:picMkLst>
            <pc:docMk/>
            <pc:sldMk cId="1959975682" sldId="267"/>
            <ac:picMk id="5" creationId="{42B0C646-9917-C6C3-3A7A-A95FA431B13E}"/>
          </ac:picMkLst>
        </pc:picChg>
      </pc:sldChg>
      <pc:sldChg chg="addSp delSp modSp new mod">
        <pc:chgData name="Rogers, Kristana" userId="06c54908-b913-4b34-a3f2-9a6986972442" providerId="ADAL" clId="{448B3D01-C9DE-469B-B639-D1A4899B2439}" dt="2023-03-16T01:08:07.217" v="778" actId="20577"/>
        <pc:sldMkLst>
          <pc:docMk/>
          <pc:sldMk cId="3337798611" sldId="268"/>
        </pc:sldMkLst>
        <pc:spChg chg="mod">
          <ac:chgData name="Rogers, Kristana" userId="06c54908-b913-4b34-a3f2-9a6986972442" providerId="ADAL" clId="{448B3D01-C9DE-469B-B639-D1A4899B2439}" dt="2023-03-16T01:08:07.217" v="778" actId="20577"/>
          <ac:spMkLst>
            <pc:docMk/>
            <pc:sldMk cId="3337798611" sldId="268"/>
            <ac:spMk id="2" creationId="{5539CE80-E199-6445-331C-A57B501C9393}"/>
          </ac:spMkLst>
        </pc:spChg>
        <pc:spChg chg="del mod">
          <ac:chgData name="Rogers, Kristana" userId="06c54908-b913-4b34-a3f2-9a6986972442" providerId="ADAL" clId="{448B3D01-C9DE-469B-B639-D1A4899B2439}" dt="2023-03-16T01:07:43.847" v="749"/>
          <ac:spMkLst>
            <pc:docMk/>
            <pc:sldMk cId="3337798611" sldId="268"/>
            <ac:spMk id="3" creationId="{A87A687F-97C0-3472-D7BC-D417E06A3107}"/>
          </ac:spMkLst>
        </pc:spChg>
        <pc:picChg chg="add mod">
          <ac:chgData name="Rogers, Kristana" userId="06c54908-b913-4b34-a3f2-9a6986972442" providerId="ADAL" clId="{448B3D01-C9DE-469B-B639-D1A4899B2439}" dt="2023-03-16T01:07:52.109" v="753" actId="14100"/>
          <ac:picMkLst>
            <pc:docMk/>
            <pc:sldMk cId="3337798611" sldId="268"/>
            <ac:picMk id="5" creationId="{6C1DE45E-B5A3-9BA2-CDF7-BFE8741477C5}"/>
          </ac:picMkLst>
        </pc:picChg>
      </pc:sldChg>
    </pc:docChg>
  </pc:docChgLst>
  <pc:docChgLst>
    <pc:chgData name="White (she/her), Whitney" userId="65f39021-2f1d-4d8b-87dc-b123826f65bf" providerId="ADAL" clId="{DF4A7BAA-AC14-430B-8AC1-EB23B988419D}"/>
    <pc:docChg chg="custSel delSld modSld">
      <pc:chgData name="White (she/her), Whitney" userId="65f39021-2f1d-4d8b-87dc-b123826f65bf" providerId="ADAL" clId="{DF4A7BAA-AC14-430B-8AC1-EB23B988419D}" dt="2023-04-12T19:06:48.121" v="20" actId="5793"/>
      <pc:docMkLst>
        <pc:docMk/>
      </pc:docMkLst>
      <pc:sldChg chg="modSp mod">
        <pc:chgData name="White (she/her), Whitney" userId="65f39021-2f1d-4d8b-87dc-b123826f65bf" providerId="ADAL" clId="{DF4A7BAA-AC14-430B-8AC1-EB23B988419D}" dt="2023-04-12T19:06:08.472" v="8" actId="20577"/>
        <pc:sldMkLst>
          <pc:docMk/>
          <pc:sldMk cId="1482277026" sldId="256"/>
        </pc:sldMkLst>
        <pc:spChg chg="mod">
          <ac:chgData name="White (she/her), Whitney" userId="65f39021-2f1d-4d8b-87dc-b123826f65bf" providerId="ADAL" clId="{DF4A7BAA-AC14-430B-8AC1-EB23B988419D}" dt="2023-04-12T19:06:04.434" v="0" actId="20577"/>
          <ac:spMkLst>
            <pc:docMk/>
            <pc:sldMk cId="1482277026" sldId="256"/>
            <ac:spMk id="2" creationId="{BFFCF5BD-F8FF-4A67-A8B6-EBB21E79279B}"/>
          </ac:spMkLst>
        </pc:spChg>
        <pc:spChg chg="mod">
          <ac:chgData name="White (she/her), Whitney" userId="65f39021-2f1d-4d8b-87dc-b123826f65bf" providerId="ADAL" clId="{DF4A7BAA-AC14-430B-8AC1-EB23B988419D}" dt="2023-04-12T19:06:08.472" v="8" actId="20577"/>
          <ac:spMkLst>
            <pc:docMk/>
            <pc:sldMk cId="1482277026" sldId="256"/>
            <ac:spMk id="3" creationId="{E0FBD98F-3A67-498E-8174-652040DD7B60}"/>
          </ac:spMkLst>
        </pc:spChg>
      </pc:sldChg>
      <pc:sldChg chg="modSp mod">
        <pc:chgData name="White (she/her), Whitney" userId="65f39021-2f1d-4d8b-87dc-b123826f65bf" providerId="ADAL" clId="{DF4A7BAA-AC14-430B-8AC1-EB23B988419D}" dt="2023-04-12T19:06:23.605" v="10" actId="20577"/>
        <pc:sldMkLst>
          <pc:docMk/>
          <pc:sldMk cId="4071305681" sldId="258"/>
        </pc:sldMkLst>
        <pc:spChg chg="mod">
          <ac:chgData name="White (she/her), Whitney" userId="65f39021-2f1d-4d8b-87dc-b123826f65bf" providerId="ADAL" clId="{DF4A7BAA-AC14-430B-8AC1-EB23B988419D}" dt="2023-04-12T19:06:23.605" v="10" actId="20577"/>
          <ac:spMkLst>
            <pc:docMk/>
            <pc:sldMk cId="4071305681" sldId="258"/>
            <ac:spMk id="3" creationId="{392BE286-77A6-49DD-B15D-7E4718D52FE7}"/>
          </ac:spMkLst>
        </pc:spChg>
      </pc:sldChg>
      <pc:sldChg chg="modSp mod">
        <pc:chgData name="White (she/her), Whitney" userId="65f39021-2f1d-4d8b-87dc-b123826f65bf" providerId="ADAL" clId="{DF4A7BAA-AC14-430B-8AC1-EB23B988419D}" dt="2023-04-12T19:06:18.596" v="9" actId="20577"/>
        <pc:sldMkLst>
          <pc:docMk/>
          <pc:sldMk cId="2772527113" sldId="259"/>
        </pc:sldMkLst>
        <pc:spChg chg="mod">
          <ac:chgData name="White (she/her), Whitney" userId="65f39021-2f1d-4d8b-87dc-b123826f65bf" providerId="ADAL" clId="{DF4A7BAA-AC14-430B-8AC1-EB23B988419D}" dt="2023-04-12T19:06:18.596" v="9" actId="20577"/>
          <ac:spMkLst>
            <pc:docMk/>
            <pc:sldMk cId="2772527113" sldId="259"/>
            <ac:spMk id="3" creationId="{8CE08C7F-0286-423B-92F7-DEB89F31111A}"/>
          </ac:spMkLst>
        </pc:spChg>
      </pc:sldChg>
      <pc:sldChg chg="modSp mod">
        <pc:chgData name="White (she/her), Whitney" userId="65f39021-2f1d-4d8b-87dc-b123826f65bf" providerId="ADAL" clId="{DF4A7BAA-AC14-430B-8AC1-EB23B988419D}" dt="2023-04-12T19:06:48.121" v="20" actId="5793"/>
        <pc:sldMkLst>
          <pc:docMk/>
          <pc:sldMk cId="2147408764" sldId="260"/>
        </pc:sldMkLst>
        <pc:spChg chg="mod">
          <ac:chgData name="White (she/her), Whitney" userId="65f39021-2f1d-4d8b-87dc-b123826f65bf" providerId="ADAL" clId="{DF4A7BAA-AC14-430B-8AC1-EB23B988419D}" dt="2023-04-12T19:06:48.121" v="20" actId="5793"/>
          <ac:spMkLst>
            <pc:docMk/>
            <pc:sldMk cId="2147408764" sldId="260"/>
            <ac:spMk id="3" creationId="{49F2A5AF-3C0B-4968-A438-E435325199EA}"/>
          </ac:spMkLst>
        </pc:spChg>
      </pc:sldChg>
      <pc:sldChg chg="modSp mod">
        <pc:chgData name="White (she/her), Whitney" userId="65f39021-2f1d-4d8b-87dc-b123826f65bf" providerId="ADAL" clId="{DF4A7BAA-AC14-430B-8AC1-EB23B988419D}" dt="2023-04-12T19:06:27.755" v="11" actId="6549"/>
        <pc:sldMkLst>
          <pc:docMk/>
          <pc:sldMk cId="3054216349" sldId="261"/>
        </pc:sldMkLst>
        <pc:graphicFrameChg chg="modGraphic">
          <ac:chgData name="White (she/her), Whitney" userId="65f39021-2f1d-4d8b-87dc-b123826f65bf" providerId="ADAL" clId="{DF4A7BAA-AC14-430B-8AC1-EB23B988419D}" dt="2023-04-12T19:06:27.755" v="11" actId="6549"/>
          <ac:graphicFrameMkLst>
            <pc:docMk/>
            <pc:sldMk cId="3054216349" sldId="261"/>
            <ac:graphicFrameMk id="5" creationId="{8D31F9C6-28EB-4419-B90D-7DE05C4C1D8A}"/>
          </ac:graphicFrameMkLst>
        </pc:graphicFrameChg>
      </pc:sldChg>
      <pc:sldChg chg="del">
        <pc:chgData name="White (she/her), Whitney" userId="65f39021-2f1d-4d8b-87dc-b123826f65bf" providerId="ADAL" clId="{DF4A7BAA-AC14-430B-8AC1-EB23B988419D}" dt="2023-04-12T19:06:38.007" v="14" actId="2696"/>
        <pc:sldMkLst>
          <pc:docMk/>
          <pc:sldMk cId="4170921578" sldId="262"/>
        </pc:sldMkLst>
      </pc:sldChg>
      <pc:sldChg chg="del">
        <pc:chgData name="White (she/her), Whitney" userId="65f39021-2f1d-4d8b-87dc-b123826f65bf" providerId="ADAL" clId="{DF4A7BAA-AC14-430B-8AC1-EB23B988419D}" dt="2023-04-12T19:06:35.973" v="13" actId="2696"/>
        <pc:sldMkLst>
          <pc:docMk/>
          <pc:sldMk cId="1163931679" sldId="263"/>
        </pc:sldMkLst>
      </pc:sldChg>
      <pc:sldChg chg="del">
        <pc:chgData name="White (she/her), Whitney" userId="65f39021-2f1d-4d8b-87dc-b123826f65bf" providerId="ADAL" clId="{DF4A7BAA-AC14-430B-8AC1-EB23B988419D}" dt="2023-04-12T19:06:33.811" v="12" actId="2696"/>
        <pc:sldMkLst>
          <pc:docMk/>
          <pc:sldMk cId="3493109116" sldId="264"/>
        </pc:sldMkLst>
      </pc:sldChg>
      <pc:sldChg chg="del">
        <pc:chgData name="White (she/her), Whitney" userId="65f39021-2f1d-4d8b-87dc-b123826f65bf" providerId="ADAL" clId="{DF4A7BAA-AC14-430B-8AC1-EB23B988419D}" dt="2023-04-12T19:06:41.310" v="15" actId="47"/>
        <pc:sldMkLst>
          <pc:docMk/>
          <pc:sldMk cId="1754767038" sldId="265"/>
        </pc:sldMkLst>
      </pc:sldChg>
      <pc:sldChg chg="del">
        <pc:chgData name="White (she/her), Whitney" userId="65f39021-2f1d-4d8b-87dc-b123826f65bf" providerId="ADAL" clId="{DF4A7BAA-AC14-430B-8AC1-EB23B988419D}" dt="2023-04-12T19:06:42.008" v="16" actId="47"/>
        <pc:sldMkLst>
          <pc:docMk/>
          <pc:sldMk cId="4007075362" sldId="266"/>
        </pc:sldMkLst>
      </pc:sldChg>
      <pc:sldChg chg="del">
        <pc:chgData name="White (she/her), Whitney" userId="65f39021-2f1d-4d8b-87dc-b123826f65bf" providerId="ADAL" clId="{DF4A7BAA-AC14-430B-8AC1-EB23B988419D}" dt="2023-04-12T19:06:42.941" v="17" actId="47"/>
        <pc:sldMkLst>
          <pc:docMk/>
          <pc:sldMk cId="1959975682" sldId="267"/>
        </pc:sldMkLst>
      </pc:sldChg>
      <pc:sldChg chg="del">
        <pc:chgData name="White (she/her), Whitney" userId="65f39021-2f1d-4d8b-87dc-b123826f65bf" providerId="ADAL" clId="{DF4A7BAA-AC14-430B-8AC1-EB23B988419D}" dt="2023-04-12T19:06:43.534" v="18" actId="47"/>
        <pc:sldMkLst>
          <pc:docMk/>
          <pc:sldMk cId="3337798611"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youtu.be/ktysenPO1Ec"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5971209"/>
            <a:ext cx="9144000" cy="370300"/>
          </a:xfrm>
        </p:spPr>
        <p:txBody>
          <a:bodyPr>
            <a:normAutofit/>
          </a:bodyPr>
          <a:lstStyle/>
          <a:p>
            <a:pPr algn="l"/>
            <a:r>
              <a:rPr lang="en-US" sz="1800" dirty="0"/>
              <a:t>Practicum| Unit 3: Research-Based Instructional Strategies (RBIS) Math | Lesson 4.05</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Productive Struggle: The Connection Between Learning and Challenge</a:t>
            </a:r>
          </a:p>
        </p:txBody>
      </p:sp>
      <p:sp>
        <p:nvSpPr>
          <p:cNvPr id="4" name="TextBox 3">
            <a:extLst>
              <a:ext uri="{FF2B5EF4-FFF2-40B4-BE49-F238E27FC236}">
                <a16:creationId xmlns:a16="http://schemas.microsoft.com/office/drawing/2014/main" id="{66D52F85-3AC3-8737-D19C-7612299CA229}"/>
              </a:ext>
            </a:extLst>
          </p:cNvPr>
          <p:cNvSpPr txBox="1"/>
          <p:nvPr/>
        </p:nvSpPr>
        <p:spPr>
          <a:xfrm>
            <a:off x="0" y="6341509"/>
            <a:ext cx="109347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464646"/>
                </a:solidFill>
                <a:latin typeface="+mj-lt"/>
                <a:cs typeface="Calibri"/>
              </a:rPr>
              <a:t>This work is licensed under a </a:t>
            </a:r>
            <a:r>
              <a:rPr lang="en-US" dirty="0">
                <a:solidFill>
                  <a:srgbClr val="0070C0"/>
                </a:solidFill>
                <a:latin typeface="+mj-lt"/>
                <a:cs typeface="Calibri"/>
                <a:hlinkClick r:id="rId2"/>
              </a:rPr>
              <a:t>Creative Commons Attribution-Noncommercial-Share Alike 4.0 International License</a:t>
            </a:r>
            <a:r>
              <a:rPr lang="en-US" dirty="0">
                <a:solidFill>
                  <a:srgbClr val="0070C0"/>
                </a:solidFill>
                <a:latin typeface="+mj-lt"/>
                <a:cs typeface="Calibri"/>
              </a:rPr>
              <a:t>.</a:t>
            </a:r>
            <a:endParaRPr lang="en-US"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4B</a:t>
            </a:r>
          </a:p>
          <a:p>
            <a:pPr marL="0" indent="0">
              <a:buNone/>
            </a:pPr>
            <a:endParaRPr lang="en-US" dirty="0"/>
          </a:p>
          <a:p>
            <a:pPr marL="0" indent="0">
              <a:buNone/>
            </a:pPr>
            <a:r>
              <a:rPr lang="en-US" dirty="0"/>
              <a:t>Objectives: </a:t>
            </a:r>
          </a:p>
          <a:p>
            <a:r>
              <a:rPr lang="en-US" dirty="0"/>
              <a:t>Define productive struggle as it relates to mathematics instruction</a:t>
            </a:r>
          </a:p>
          <a:p>
            <a:r>
              <a:rPr lang="en-US" dirty="0"/>
              <a:t>Describe the benefits of using productive struggle</a:t>
            </a:r>
          </a:p>
          <a:p>
            <a:r>
              <a:rPr lang="en-US" dirty="0"/>
              <a:t>Describe and observe the instructional practices of promoting productive struggle</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838200" y="71510"/>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838200" y="1397073"/>
            <a:ext cx="10515600" cy="4427552"/>
          </a:xfrm>
        </p:spPr>
        <p:txBody>
          <a:bodyPr>
            <a:noAutofit/>
          </a:bodyPr>
          <a:lstStyle/>
          <a:p>
            <a:pPr marL="0" marR="0" indent="0">
              <a:lnSpc>
                <a:spcPct val="107000"/>
              </a:lnSpc>
              <a:spcBef>
                <a:spcPts val="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Think about your own experiences learning mathematics. Reflect on a concept that you have a hard time understanding at first, but eventually understood? </a:t>
            </a:r>
            <a:endParaRPr lang="en-US" sz="32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Table 5">
            <a:extLst>
              <a:ext uri="{FF2B5EF4-FFF2-40B4-BE49-F238E27FC236}">
                <a16:creationId xmlns:a16="http://schemas.microsoft.com/office/drawing/2014/main" id="{8D31F9C6-28EB-4419-B90D-7DE05C4C1D8A}"/>
              </a:ext>
            </a:extLst>
          </p:cNvPr>
          <p:cNvGraphicFramePr>
            <a:graphicFrameLocks noGrp="1"/>
          </p:cNvGraphicFramePr>
          <p:nvPr>
            <p:ph idx="1"/>
            <p:extLst>
              <p:ext uri="{D42A27DB-BD31-4B8C-83A1-F6EECF244321}">
                <p14:modId xmlns:p14="http://schemas.microsoft.com/office/powerpoint/2010/main" val="1415870205"/>
              </p:ext>
            </p:extLst>
          </p:nvPr>
        </p:nvGraphicFramePr>
        <p:xfrm>
          <a:off x="838200" y="1825625"/>
          <a:ext cx="10515600" cy="3657600"/>
        </p:xfrm>
        <a:graphic>
          <a:graphicData uri="http://schemas.openxmlformats.org/drawingml/2006/table">
            <a:tbl>
              <a:tblPr firstRow="1" bandRow="1">
                <a:tableStyleId>{5940675A-B579-460E-94D1-54222C63F5DA}</a:tableStyleId>
              </a:tblPr>
              <a:tblGrid>
                <a:gridCol w="3162300">
                  <a:extLst>
                    <a:ext uri="{9D8B030D-6E8A-4147-A177-3AD203B41FA5}">
                      <a16:colId xmlns:a16="http://schemas.microsoft.com/office/drawing/2014/main" val="3000189658"/>
                    </a:ext>
                  </a:extLst>
                </a:gridCol>
                <a:gridCol w="7353300">
                  <a:extLst>
                    <a:ext uri="{9D8B030D-6E8A-4147-A177-3AD203B41FA5}">
                      <a16:colId xmlns:a16="http://schemas.microsoft.com/office/drawing/2014/main" val="39715007"/>
                    </a:ext>
                  </a:extLst>
                </a:gridCol>
              </a:tblGrid>
              <a:tr h="370840">
                <a:tc>
                  <a:txBody>
                    <a:bodyPr/>
                    <a:lstStyle/>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Arial" panose="020B0604020202020204" pitchFamily="34" charset="0"/>
                        </a:rPr>
                        <a:t>Productive Struggle</a:t>
                      </a:r>
                    </a:p>
                  </a:txBody>
                  <a:tcPr marL="68580" marR="68580" marT="0" marB="0"/>
                </a:tc>
                <a:tc>
                  <a:txBody>
                    <a:bodyPr/>
                    <a:lstStyle/>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Arial" panose="020B0604020202020204" pitchFamily="34" charset="0"/>
                        </a:rPr>
                        <a:t>The process of providing a learner with an opportunity to struggle with a developmentally appropriate concept that might be new or challenging and encouraging, in order to find a solution.</a:t>
                      </a:r>
                    </a:p>
                  </a:txBody>
                  <a:tcPr marL="68580" marR="68580" marT="0" marB="0"/>
                </a:tc>
                <a:extLst>
                  <a:ext uri="{0D108BD9-81ED-4DB2-BD59-A6C34878D82A}">
                    <a16:rowId xmlns:a16="http://schemas.microsoft.com/office/drawing/2014/main" val="3479194781"/>
                  </a:ext>
                </a:extLst>
              </a:tr>
              <a:tr h="370840">
                <a:tc>
                  <a:txBody>
                    <a:bodyPr/>
                    <a:lstStyle/>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Arial" panose="020B0604020202020204" pitchFamily="34" charset="0"/>
                        </a:rPr>
                        <a:t>Growth Mindset</a:t>
                      </a:r>
                    </a:p>
                  </a:txBody>
                  <a:tcPr marL="68580" marR="68580" marT="0" marB="0"/>
                </a:tc>
                <a:tc>
                  <a:txBody>
                    <a:bodyPr/>
                    <a:lstStyle/>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Arial" panose="020B0604020202020204" pitchFamily="34" charset="0"/>
                        </a:rPr>
                        <a:t>The belief that struggling with tasks or skills creates opportunities for new learning and improvement over time. </a:t>
                      </a:r>
                    </a:p>
                  </a:txBody>
                  <a:tcPr marL="68580" marR="68580" marT="0" marB="0"/>
                </a:tc>
                <a:extLst>
                  <a:ext uri="{0D108BD9-81ED-4DB2-BD59-A6C34878D82A}">
                    <a16:rowId xmlns:a16="http://schemas.microsoft.com/office/drawing/2014/main" val="1318573825"/>
                  </a:ext>
                </a:extLst>
              </a:tr>
              <a:tr h="370840">
                <a:tc>
                  <a:txBody>
                    <a:bodyPr/>
                    <a:lstStyle/>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Arial" panose="020B0604020202020204" pitchFamily="34" charset="0"/>
                        </a:rPr>
                        <a:t>Fixed Mindset</a:t>
                      </a:r>
                    </a:p>
                  </a:txBody>
                  <a:tcPr marL="68580" marR="68580" marT="0" marB="0"/>
                </a:tc>
                <a:tc>
                  <a:txBody>
                    <a:bodyPr/>
                    <a:lstStyle/>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Arial" panose="020B0604020202020204" pitchFamily="34" charset="0"/>
                        </a:rPr>
                        <a:t>The belief that ability (intelligence, talent, etc.) are inherent, or unable to be changed regardless of time spent on the skill/task.</a:t>
                      </a:r>
                    </a:p>
                  </a:txBody>
                  <a:tcPr marL="68580" marR="68580" marT="0" marB="0"/>
                </a:tc>
                <a:extLst>
                  <a:ext uri="{0D108BD9-81ED-4DB2-BD59-A6C34878D82A}">
                    <a16:rowId xmlns:a16="http://schemas.microsoft.com/office/drawing/2014/main" val="350566796"/>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4A221-CD3E-F9A9-2FA3-9FADE64EFA3E}"/>
              </a:ext>
            </a:extLst>
          </p:cNvPr>
          <p:cNvSpPr>
            <a:spLocks noGrp="1"/>
          </p:cNvSpPr>
          <p:nvPr>
            <p:ph type="title"/>
          </p:nvPr>
        </p:nvSpPr>
        <p:spPr/>
        <p:txBody>
          <a:bodyPr/>
          <a:lstStyle/>
          <a:p>
            <a:r>
              <a:rPr lang="en-US" dirty="0"/>
              <a:t>Delivery Dilemma</a:t>
            </a:r>
          </a:p>
        </p:txBody>
      </p:sp>
      <p:sp>
        <p:nvSpPr>
          <p:cNvPr id="3" name="Content Placeholder 2">
            <a:extLst>
              <a:ext uri="{FF2B5EF4-FFF2-40B4-BE49-F238E27FC236}">
                <a16:creationId xmlns:a16="http://schemas.microsoft.com/office/drawing/2014/main" id="{169B9CD3-1F61-919B-D388-509E5ED45F9F}"/>
              </a:ext>
            </a:extLst>
          </p:cNvPr>
          <p:cNvSpPr>
            <a:spLocks noGrp="1"/>
          </p:cNvSpPr>
          <p:nvPr>
            <p:ph idx="1"/>
          </p:nvPr>
        </p:nvSpPr>
        <p:spPr/>
        <p:txBody>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The T-Shirt Company shipped t-shirts to ABC Elementary School. The T-Shirt Company can fit 10 small boxes or 8 large boxes into a carton. A total of 96 boxes were sent. There were fewer small boxes sent than large boxes. What is the total number of cartons the ABC Elementary will receive? </a:t>
            </a:r>
          </a:p>
          <a:p>
            <a:pPr marL="0" indent="0">
              <a:buNone/>
            </a:pPr>
            <a:endParaRPr lang="en-US" dirty="0"/>
          </a:p>
        </p:txBody>
      </p:sp>
      <p:sp>
        <p:nvSpPr>
          <p:cNvPr id="4" name="Slide Number Placeholder 3">
            <a:extLst>
              <a:ext uri="{FF2B5EF4-FFF2-40B4-BE49-F238E27FC236}">
                <a16:creationId xmlns:a16="http://schemas.microsoft.com/office/drawing/2014/main" id="{64A6D78E-8E6E-1580-B2CC-3272544EBCEB}"/>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969836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1177-CBD2-6494-D98B-8415E8133AAD}"/>
              </a:ext>
            </a:extLst>
          </p:cNvPr>
          <p:cNvSpPr>
            <a:spLocks noGrp="1"/>
          </p:cNvSpPr>
          <p:nvPr>
            <p:ph type="title"/>
          </p:nvPr>
        </p:nvSpPr>
        <p:spPr/>
        <p:txBody>
          <a:bodyPr/>
          <a:lstStyle/>
          <a:p>
            <a:r>
              <a:rPr lang="en-US" dirty="0"/>
              <a:t>Video: Productive Struggle</a:t>
            </a:r>
          </a:p>
        </p:txBody>
      </p:sp>
      <p:sp>
        <p:nvSpPr>
          <p:cNvPr id="3" name="Content Placeholder 2">
            <a:extLst>
              <a:ext uri="{FF2B5EF4-FFF2-40B4-BE49-F238E27FC236}">
                <a16:creationId xmlns:a16="http://schemas.microsoft.com/office/drawing/2014/main" id="{0C143F70-FBEF-E618-0210-759748D4F6A9}"/>
              </a:ext>
            </a:extLst>
          </p:cNvPr>
          <p:cNvSpPr>
            <a:spLocks noGrp="1"/>
          </p:cNvSpPr>
          <p:nvPr>
            <p:ph idx="1"/>
          </p:nvPr>
        </p:nvSpPr>
        <p:spPr/>
        <p:txBody>
          <a:bodyPr/>
          <a:lstStyle/>
          <a:p>
            <a:pPr marL="0" indent="0">
              <a:buNone/>
            </a:pPr>
            <a:r>
              <a:rPr lang="en-US" sz="1800" u="sng" dirty="0">
                <a:solidFill>
                  <a:srgbClr val="0D6CB9"/>
                </a:solidFill>
                <a:effectLst/>
                <a:latin typeface="Calibri" panose="020F0502020204030204" pitchFamily="34" charset="0"/>
                <a:ea typeface="Calibri" panose="020F0502020204030204" pitchFamily="34" charset="0"/>
                <a:cs typeface="Arial" panose="020B0604020202020204" pitchFamily="34" charset="0"/>
                <a:hlinkClick r:id="rId2"/>
              </a:rPr>
              <a:t>Productive Struggle Video</a:t>
            </a:r>
            <a:endParaRPr lang="en-US" dirty="0"/>
          </a:p>
        </p:txBody>
      </p:sp>
      <p:sp>
        <p:nvSpPr>
          <p:cNvPr id="4" name="Slide Number Placeholder 3">
            <a:extLst>
              <a:ext uri="{FF2B5EF4-FFF2-40B4-BE49-F238E27FC236}">
                <a16:creationId xmlns:a16="http://schemas.microsoft.com/office/drawing/2014/main" id="{62550D3C-F507-9D00-D5CB-3CCF276717A3}"/>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251374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361E0-C477-6586-3BDC-1FEB6B502A8B}"/>
              </a:ext>
            </a:extLst>
          </p:cNvPr>
          <p:cNvSpPr>
            <a:spLocks noGrp="1"/>
          </p:cNvSpPr>
          <p:nvPr>
            <p:ph type="title"/>
          </p:nvPr>
        </p:nvSpPr>
        <p:spPr/>
        <p:txBody>
          <a:bodyPr/>
          <a:lstStyle/>
          <a:p>
            <a:r>
              <a:rPr lang="en-US" dirty="0"/>
              <a:t>Productive Struggle: Do’s and Don’ts</a:t>
            </a:r>
          </a:p>
        </p:txBody>
      </p:sp>
      <p:graphicFrame>
        <p:nvGraphicFramePr>
          <p:cNvPr id="5" name="Content Placeholder 4">
            <a:extLst>
              <a:ext uri="{FF2B5EF4-FFF2-40B4-BE49-F238E27FC236}">
                <a16:creationId xmlns:a16="http://schemas.microsoft.com/office/drawing/2014/main" id="{D80AE8F6-4340-E0A7-9A7C-226F54AD800E}"/>
              </a:ext>
            </a:extLst>
          </p:cNvPr>
          <p:cNvGraphicFramePr>
            <a:graphicFrameLocks noGrp="1"/>
          </p:cNvGraphicFramePr>
          <p:nvPr>
            <p:ph idx="1"/>
            <p:extLst>
              <p:ext uri="{D42A27DB-BD31-4B8C-83A1-F6EECF244321}">
                <p14:modId xmlns:p14="http://schemas.microsoft.com/office/powerpoint/2010/main" val="3722931947"/>
              </p:ext>
            </p:extLst>
          </p:nvPr>
        </p:nvGraphicFramePr>
        <p:xfrm>
          <a:off x="1282044" y="1998482"/>
          <a:ext cx="8964892" cy="4114800"/>
        </p:xfrm>
        <a:graphic>
          <a:graphicData uri="http://schemas.openxmlformats.org/drawingml/2006/table">
            <a:tbl>
              <a:tblPr firstRow="1" firstCol="1" bandRow="1">
                <a:tableStyleId>{5940675A-B579-460E-94D1-54222C63F5DA}</a:tableStyleId>
              </a:tblPr>
              <a:tblGrid>
                <a:gridCol w="4482446">
                  <a:extLst>
                    <a:ext uri="{9D8B030D-6E8A-4147-A177-3AD203B41FA5}">
                      <a16:colId xmlns:a16="http://schemas.microsoft.com/office/drawing/2014/main" val="2989224923"/>
                    </a:ext>
                  </a:extLst>
                </a:gridCol>
                <a:gridCol w="4482446">
                  <a:extLst>
                    <a:ext uri="{9D8B030D-6E8A-4147-A177-3AD203B41FA5}">
                      <a16:colId xmlns:a16="http://schemas.microsoft.com/office/drawing/2014/main" val="630280508"/>
                    </a:ext>
                  </a:extLst>
                </a:gridCol>
              </a:tblGrid>
              <a:tr h="268839">
                <a:tc>
                  <a:txBody>
                    <a:bodyPr/>
                    <a:lstStyle/>
                    <a:p>
                      <a:pPr marL="0" marR="0" algn="ctr">
                        <a:spcBef>
                          <a:spcPts val="600"/>
                        </a:spcBef>
                        <a:spcAft>
                          <a:spcPts val="600"/>
                        </a:spcAft>
                      </a:pPr>
                      <a:r>
                        <a:rPr lang="en-US" sz="2000" dirty="0">
                          <a:effectLst/>
                        </a:rPr>
                        <a:t>Do’s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spcBef>
                          <a:spcPts val="600"/>
                        </a:spcBef>
                        <a:spcAft>
                          <a:spcPts val="600"/>
                        </a:spcAft>
                      </a:pPr>
                      <a:r>
                        <a:rPr lang="en-US" sz="2000" dirty="0">
                          <a:effectLst/>
                        </a:rPr>
                        <a:t>Don’ts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65195414"/>
                  </a:ext>
                </a:extLst>
              </a:tr>
              <a:tr h="3690419">
                <a:tc>
                  <a:txBody>
                    <a:bodyPr/>
                    <a:lstStyle/>
                    <a:p>
                      <a:pPr marL="342900" marR="0" lvl="0" indent="-342900">
                        <a:spcBef>
                          <a:spcPts val="600"/>
                        </a:spcBef>
                        <a:spcAft>
                          <a:spcPts val="600"/>
                        </a:spcAft>
                        <a:buFont typeface="Symbol" panose="05050102010706020507" pitchFamily="18" charset="2"/>
                        <a:buChar char=""/>
                      </a:pPr>
                      <a:r>
                        <a:rPr lang="en-US" sz="2000" dirty="0">
                          <a:effectLst/>
                        </a:rPr>
                        <a:t>Encourage students to work through the struggle by activating their prior knowledge.</a:t>
                      </a:r>
                    </a:p>
                    <a:p>
                      <a:pPr marL="342900" marR="0" lvl="0" indent="-342900">
                        <a:spcBef>
                          <a:spcPts val="600"/>
                        </a:spcBef>
                        <a:spcAft>
                          <a:spcPts val="600"/>
                        </a:spcAft>
                        <a:buFont typeface="Symbol" panose="05050102010706020507" pitchFamily="18" charset="2"/>
                        <a:buChar char=""/>
                      </a:pPr>
                      <a:r>
                        <a:rPr lang="en-US" sz="2000" dirty="0">
                          <a:effectLst/>
                        </a:rPr>
                        <a:t>Support students to use multiple strategies to practice, refine, and revise their understanding.</a:t>
                      </a:r>
                    </a:p>
                    <a:p>
                      <a:pPr marL="342900" marR="0" lvl="0" indent="-342900">
                        <a:spcBef>
                          <a:spcPts val="600"/>
                        </a:spcBef>
                        <a:spcAft>
                          <a:spcPts val="600"/>
                        </a:spcAft>
                        <a:buFont typeface="Symbol" panose="05050102010706020507" pitchFamily="18" charset="2"/>
                        <a:buChar char=""/>
                      </a:pPr>
                      <a:r>
                        <a:rPr lang="en-US" sz="2000" dirty="0">
                          <a:effectLst/>
                        </a:rPr>
                        <a:t>Encourage students to think aloud, write, and draw their ideas.</a:t>
                      </a:r>
                    </a:p>
                    <a:p>
                      <a:pPr marL="342900" marR="0" lvl="0" indent="-342900">
                        <a:spcBef>
                          <a:spcPts val="600"/>
                        </a:spcBef>
                        <a:spcAft>
                          <a:spcPts val="600"/>
                        </a:spcAft>
                        <a:buFont typeface="Symbol" panose="05050102010706020507" pitchFamily="18" charset="2"/>
                        <a:buChar char=""/>
                      </a:pPr>
                      <a:r>
                        <a:rPr lang="en-US" sz="2000" dirty="0">
                          <a:effectLst/>
                        </a:rPr>
                        <a:t>Create an environment in which “embracing the struggle” is accepted and expected.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342900" marR="0" lvl="0" indent="-342900">
                        <a:spcBef>
                          <a:spcPts val="600"/>
                        </a:spcBef>
                        <a:spcAft>
                          <a:spcPts val="600"/>
                        </a:spcAft>
                        <a:buFont typeface="Symbol" panose="05050102010706020507" pitchFamily="18" charset="2"/>
                        <a:buChar char=""/>
                      </a:pPr>
                      <a:r>
                        <a:rPr lang="en-US" sz="2000" dirty="0">
                          <a:effectLst/>
                        </a:rPr>
                        <a:t>Create struggles for students that are not appropriate to the TEKS, the content being taught, or the student’s grade level. Productive struggle only occurs when students are striving to reach an achievable goal.</a:t>
                      </a:r>
                    </a:p>
                    <a:p>
                      <a:pPr marL="342900" marR="0" lvl="0" indent="-342900">
                        <a:spcBef>
                          <a:spcPts val="600"/>
                        </a:spcBef>
                        <a:spcAft>
                          <a:spcPts val="600"/>
                        </a:spcAft>
                        <a:buFont typeface="Symbol" panose="05050102010706020507" pitchFamily="18" charset="2"/>
                        <a:buChar char=""/>
                      </a:pPr>
                      <a:r>
                        <a:rPr lang="en-US" sz="2000" dirty="0">
                          <a:effectLst/>
                        </a:rPr>
                        <a:t>Fail to provide supports for students to assist them through the struggle.</a:t>
                      </a:r>
                    </a:p>
                    <a:p>
                      <a:pPr marL="342900" marR="0" lvl="0" indent="-342900">
                        <a:spcBef>
                          <a:spcPts val="600"/>
                        </a:spcBef>
                        <a:spcAft>
                          <a:spcPts val="600"/>
                        </a:spcAft>
                        <a:buFont typeface="Symbol" panose="05050102010706020507" pitchFamily="18" charset="2"/>
                        <a:buChar char=""/>
                      </a:pPr>
                      <a:r>
                        <a:rPr lang="en-US" sz="2000" dirty="0">
                          <a:effectLst/>
                        </a:rPr>
                        <a:t>Use discouraging language when students are exploring new avenues of thinking.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90561386"/>
                  </a:ext>
                </a:extLst>
              </a:tr>
            </a:tbl>
          </a:graphicData>
        </a:graphic>
      </p:graphicFrame>
      <p:sp>
        <p:nvSpPr>
          <p:cNvPr id="4" name="Slide Number Placeholder 3">
            <a:extLst>
              <a:ext uri="{FF2B5EF4-FFF2-40B4-BE49-F238E27FC236}">
                <a16:creationId xmlns:a16="http://schemas.microsoft.com/office/drawing/2014/main" id="{2EDF44F1-65EF-3375-0D81-FBF7E312A9E1}"/>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1502528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C0DAE-9100-6115-8A18-4D627A3231CE}"/>
              </a:ext>
            </a:extLst>
          </p:cNvPr>
          <p:cNvSpPr>
            <a:spLocks noGrp="1"/>
          </p:cNvSpPr>
          <p:nvPr>
            <p:ph type="title"/>
          </p:nvPr>
        </p:nvSpPr>
        <p:spPr/>
        <p:txBody>
          <a:bodyPr/>
          <a:lstStyle/>
          <a:p>
            <a:r>
              <a:rPr lang="en-US" dirty="0"/>
              <a:t>Productive Struggle: Example &amp; Non-Example</a:t>
            </a:r>
          </a:p>
        </p:txBody>
      </p:sp>
      <p:sp>
        <p:nvSpPr>
          <p:cNvPr id="3" name="Content Placeholder 2">
            <a:extLst>
              <a:ext uri="{FF2B5EF4-FFF2-40B4-BE49-F238E27FC236}">
                <a16:creationId xmlns:a16="http://schemas.microsoft.com/office/drawing/2014/main" id="{B78023AB-9A1B-00EF-3E23-582F7B1D514D}"/>
              </a:ext>
            </a:extLst>
          </p:cNvPr>
          <p:cNvSpPr>
            <a:spLocks noGrp="1"/>
          </p:cNvSpPr>
          <p:nvPr>
            <p:ph idx="1"/>
          </p:nvPr>
        </p:nvSpPr>
        <p:spPr/>
        <p:txBody>
          <a:bodyPr/>
          <a:lstStyle/>
          <a:p>
            <a:pPr marL="0" marR="0">
              <a:spcBef>
                <a:spcPts val="600"/>
              </a:spcBef>
              <a:spcAft>
                <a:spcPts val="600"/>
              </a:spcAft>
            </a:pPr>
            <a:r>
              <a:rPr lang="en-US" b="1" dirty="0">
                <a:effectLst/>
                <a:latin typeface="Calibri" panose="020F0502020204030204" pitchFamily="34" charset="0"/>
                <a:ea typeface="Calibri" panose="020F0502020204030204" pitchFamily="34" charset="0"/>
                <a:cs typeface="Arial" panose="020B0604020202020204" pitchFamily="34" charset="0"/>
              </a:rPr>
              <a:t>Example of Productive Struggle: </a:t>
            </a:r>
            <a:r>
              <a:rPr lang="en-US" dirty="0">
                <a:effectLst/>
                <a:latin typeface="Calibri" panose="020F0502020204030204" pitchFamily="34" charset="0"/>
                <a:ea typeface="Calibri" panose="020F0502020204030204" pitchFamily="34" charset="0"/>
                <a:cs typeface="Arial" panose="020B0604020202020204" pitchFamily="34" charset="0"/>
              </a:rPr>
              <a:t>A 6</a:t>
            </a:r>
            <a:r>
              <a:rPr lang="en-US" baseline="30000" dirty="0">
                <a:effectLst/>
                <a:latin typeface="Calibri" panose="020F0502020204030204" pitchFamily="34" charset="0"/>
                <a:ea typeface="Calibri" panose="020F0502020204030204" pitchFamily="34" charset="0"/>
                <a:cs typeface="Arial" panose="020B0604020202020204" pitchFamily="34" charset="0"/>
              </a:rPr>
              <a:t>th</a:t>
            </a:r>
            <a:r>
              <a:rPr lang="en-US" dirty="0">
                <a:effectLst/>
                <a:latin typeface="Calibri" panose="020F0502020204030204" pitchFamily="34" charset="0"/>
                <a:ea typeface="Calibri" panose="020F0502020204030204" pitchFamily="34" charset="0"/>
                <a:cs typeface="Arial" panose="020B0604020202020204" pitchFamily="34" charset="0"/>
              </a:rPr>
              <a:t> grade teacher gives a challenging word problem to expand on her students’ understanding of surface area. The students work together in groups to solve the problem and display their answers on the white board to review their solutions.</a:t>
            </a:r>
          </a:p>
          <a:p>
            <a:pPr marL="0" marR="0">
              <a:spcBef>
                <a:spcPts val="600"/>
              </a:spcBef>
              <a:spcAft>
                <a:spcPts val="600"/>
              </a:spcAft>
            </a:pPr>
            <a:r>
              <a:rPr lang="en-US" b="1" dirty="0">
                <a:effectLst/>
                <a:latin typeface="Calibri" panose="020F0502020204030204" pitchFamily="34" charset="0"/>
                <a:ea typeface="Calibri" panose="020F0502020204030204" pitchFamily="34" charset="0"/>
                <a:cs typeface="Arial" panose="020B0604020202020204" pitchFamily="34" charset="0"/>
              </a:rPr>
              <a:t>Non-Example of Productive Struggle: </a:t>
            </a:r>
            <a:r>
              <a:rPr lang="en-US" dirty="0">
                <a:effectLst/>
                <a:latin typeface="Calibri" panose="020F0502020204030204" pitchFamily="34" charset="0"/>
                <a:ea typeface="Calibri" panose="020F0502020204030204" pitchFamily="34" charset="0"/>
                <a:cs typeface="Arial" panose="020B0604020202020204" pitchFamily="34" charset="0"/>
              </a:rPr>
              <a:t>A 3</a:t>
            </a:r>
            <a:r>
              <a:rPr lang="en-US" baseline="30000" dirty="0">
                <a:effectLst/>
                <a:latin typeface="Calibri" panose="020F0502020204030204" pitchFamily="34" charset="0"/>
                <a:ea typeface="Calibri" panose="020F0502020204030204" pitchFamily="34" charset="0"/>
                <a:cs typeface="Arial" panose="020B0604020202020204" pitchFamily="34" charset="0"/>
              </a:rPr>
              <a:t>rd</a:t>
            </a:r>
            <a:r>
              <a:rPr lang="en-US" dirty="0">
                <a:effectLst/>
                <a:latin typeface="Calibri" panose="020F0502020204030204" pitchFamily="34" charset="0"/>
                <a:ea typeface="Calibri" panose="020F0502020204030204" pitchFamily="34" charset="0"/>
                <a:cs typeface="Arial" panose="020B0604020202020204" pitchFamily="34" charset="0"/>
              </a:rPr>
              <a:t> grade teacher uses a 5</a:t>
            </a:r>
            <a:r>
              <a:rPr lang="en-US" baseline="30000" dirty="0">
                <a:effectLst/>
                <a:latin typeface="Calibri" panose="020F0502020204030204" pitchFamily="34" charset="0"/>
                <a:ea typeface="Calibri" panose="020F0502020204030204" pitchFamily="34" charset="0"/>
                <a:cs typeface="Arial" panose="020B0604020202020204" pitchFamily="34" charset="0"/>
              </a:rPr>
              <a:t>th</a:t>
            </a:r>
            <a:r>
              <a:rPr lang="en-US" dirty="0">
                <a:effectLst/>
                <a:latin typeface="Calibri" panose="020F0502020204030204" pitchFamily="34" charset="0"/>
                <a:ea typeface="Calibri" panose="020F0502020204030204" pitchFamily="34" charset="0"/>
                <a:cs typeface="Arial" panose="020B0604020202020204" pitchFamily="34" charset="0"/>
              </a:rPr>
              <a:t> grade math resource to challenge her students when discussing fractions. The students work independently to solve the problem and the teacher takes up their work to review who understood the concept.</a:t>
            </a:r>
          </a:p>
          <a:p>
            <a:pPr marL="0" indent="0">
              <a:buNone/>
            </a:pPr>
            <a:endParaRPr lang="en-US" dirty="0"/>
          </a:p>
        </p:txBody>
      </p:sp>
      <p:sp>
        <p:nvSpPr>
          <p:cNvPr id="4" name="Slide Number Placeholder 3">
            <a:extLst>
              <a:ext uri="{FF2B5EF4-FFF2-40B4-BE49-F238E27FC236}">
                <a16:creationId xmlns:a16="http://schemas.microsoft.com/office/drawing/2014/main" id="{68D40F32-973B-52A1-7489-6390C13425ED}"/>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1534269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200" y="84167"/>
            <a:ext cx="10515600" cy="1325563"/>
          </a:xfrm>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73955"/>
            <a:ext cx="10515600" cy="4351338"/>
          </a:xfrm>
        </p:spPr>
        <p:txBody>
          <a:bodyPr>
            <a:noAutofit/>
          </a:bodyPr>
          <a:lstStyle/>
          <a:p>
            <a:pPr marL="0" marR="0" lvl="0" indent="0">
              <a:lnSpc>
                <a:spcPct val="107000"/>
              </a:lnSpc>
              <a:spcBef>
                <a:spcPts val="0"/>
              </a:spcBef>
              <a:spcAft>
                <a:spcPts val="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do students benefit from productive struggle?</a:t>
            </a:r>
            <a:endParaRPr lang="en-US" dirty="0">
              <a:solidFill>
                <a:srgbClr val="000000"/>
              </a:solidFill>
              <a:latin typeface="Calibri" panose="020F0502020204030204" pitchFamily="34" charset="0"/>
              <a:ea typeface="Calibri" panose="020F0502020204030204" pitchFamily="34" charset="0"/>
              <a:cs typeface="Arial" panose="020B0604020202020204" pitchFamily="34" charset="0"/>
            </a:endParaRPr>
          </a:p>
          <a:p>
            <a:pPr marL="0" marR="0" lvl="0" indent="0">
              <a:lnSpc>
                <a:spcPct val="107000"/>
              </a:lnSpc>
              <a:spcBef>
                <a:spcPts val="0"/>
              </a:spcBef>
              <a:spcAft>
                <a:spcPts val="0"/>
              </a:spcAft>
              <a:buNone/>
            </a:pPr>
            <a:r>
              <a:rPr lang="en-US" dirty="0">
                <a:effectLst/>
                <a:latin typeface="Calibri" panose="020F0502020204030204" pitchFamily="34" charset="0"/>
                <a:ea typeface="Calibri" panose="020F0502020204030204" pitchFamily="34" charset="0"/>
                <a:cs typeface="Calibri" panose="020F0502020204030204" pitchFamily="34" charset="0"/>
              </a:rPr>
              <a:t> </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nSpc>
                <a:spcPct val="107000"/>
              </a:lnSpc>
              <a:spcBef>
                <a:spcPts val="0"/>
              </a:spcBef>
              <a:spcAft>
                <a:spcPts val="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do teachers benefit from allowing students to struggle productively?</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0"/>
              </a:spcAft>
              <a:buNone/>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nSpc>
                <a:spcPct val="107000"/>
              </a:lnSpc>
              <a:spcBef>
                <a:spcPts val="0"/>
              </a:spcBef>
              <a:spcAft>
                <a:spcPts val="80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What challenges might a teacher experience when asking students to complete a task through productive struggle?</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marR="0" lvl="0" indent="0">
              <a:spcBef>
                <a:spcPts val="600"/>
              </a:spcBef>
              <a:spcAft>
                <a:spcPts val="1800"/>
              </a:spcAft>
              <a:buNone/>
            </a:pPr>
            <a:endParaRPr lang="en-US" sz="2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144</TotalTime>
  <Words>525</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Symbol</vt:lpstr>
      <vt:lpstr>Office Theme</vt:lpstr>
      <vt:lpstr>Practicum| Unit 3: Research-Based Instructional Strategies (RBIS) Math | Lesson 4.05</vt:lpstr>
      <vt:lpstr>TEKS Standards &amp; Objectives</vt:lpstr>
      <vt:lpstr>Bellringer</vt:lpstr>
      <vt:lpstr>Vocabulary</vt:lpstr>
      <vt:lpstr>Delivery Dilemma</vt:lpstr>
      <vt:lpstr>Video: Productive Struggle</vt:lpstr>
      <vt:lpstr>Productive Struggle: Do’s and Don’ts</vt:lpstr>
      <vt:lpstr>Productive Struggle: Example &amp; Non-Example</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4.05: Productive Struggle: The Connection Between Learning and Challenge</dc:title>
  <dc:subject>Lesson 4.05: Productive Struggle: The Connection Between Learning and Challenge</dc:subject>
  <dc:creator>Texas Education Agency</dc:creator>
  <cp:lastModifiedBy>White (she/her), Whitney</cp:lastModifiedBy>
  <cp:revision>4</cp:revision>
  <dcterms:created xsi:type="dcterms:W3CDTF">2022-05-09T19:40:20Z</dcterms:created>
  <dcterms:modified xsi:type="dcterms:W3CDTF">2023-08-19T02:20:47Z</dcterms:modified>
</cp:coreProperties>
</file>
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217FE0B4-82CC-4A81-BF0A-D61816834DC7}"/>
    <pc:docChg chg="custSel delSld modSld">
      <pc:chgData name="White, Whitney" userId="65f39021-2f1d-4d8b-87dc-b123826f65bf" providerId="ADAL" clId="{217FE0B4-82CC-4A81-BF0A-D61816834DC7}" dt="2022-07-27T19:09:57.590" v="154" actId="20577"/>
      <pc:docMkLst>
        <pc:docMk/>
      </pc:docMkLst>
      <pc:sldChg chg="modSp mod">
        <pc:chgData name="White, Whitney" userId="65f39021-2f1d-4d8b-87dc-b123826f65bf" providerId="ADAL" clId="{217FE0B4-82CC-4A81-BF0A-D61816834DC7}" dt="2022-07-27T19:06:47.790" v="5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217FE0B4-82CC-4A81-BF0A-D61816834DC7}" dt="2022-07-27T19:06:37.673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17FE0B4-82CC-4A81-BF0A-D61816834DC7}" dt="2022-07-27T19:06:47.790" v="5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217FE0B4-82CC-4A81-BF0A-D61816834DC7}" dt="2022-07-27T19:09:57.590" v="154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217FE0B4-82CC-4A81-BF0A-D61816834DC7}" dt="2022-07-27T19:09:57.590" v="154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17FE0B4-82CC-4A81-BF0A-D61816834DC7}" dt="2022-07-27T19:07:18.258" v="66" actId="255"/>
        <pc:sldMkLst>
          <pc:docMk/>
          <pc:sldMk cId="2772527113" sldId="259"/>
        </pc:sldMkLst>
        <pc:spChg chg="mod">
          <ac:chgData name="White, Whitney" userId="65f39021-2f1d-4d8b-87dc-b123826f65bf" providerId="ADAL" clId="{217FE0B4-82CC-4A81-BF0A-D61816834DC7}" dt="2022-07-27T19:07:18.258" v="66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217FE0B4-82CC-4A81-BF0A-D61816834DC7}" dt="2022-07-27T19:07:38.259" v="69" actId="5793"/>
        <pc:sldMkLst>
          <pc:docMk/>
          <pc:sldMk cId="2147408764" sldId="260"/>
        </pc:sldMkLst>
        <pc:spChg chg="mod">
          <ac:chgData name="White, Whitney" userId="65f39021-2f1d-4d8b-87dc-b123826f65bf" providerId="ADAL" clId="{217FE0B4-82CC-4A81-BF0A-D61816834DC7}" dt="2022-07-27T19:07:38.259" v="69" actId="579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217FE0B4-82CC-4A81-BF0A-D61816834DC7}" dt="2022-07-27T19:08:50.910" v="145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217FE0B4-82CC-4A81-BF0A-D61816834DC7}" dt="2022-07-27T19:08:50.910" v="145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217FE0B4-82CC-4A81-BF0A-D61816834DC7}" dt="2022-07-27T19:09:36.101" v="148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217FE0B4-82CC-4A81-BF0A-D61816834DC7}" dt="2022-07-27T19:09:35.606" v="147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217FE0B4-82CC-4A81-BF0A-D61816834DC7}" dt="2022-07-27T19:09:34.900" v="146" actId="47"/>
        <pc:sldMkLst>
          <pc:docMk/>
          <pc:sldMk cId="3493109116" sldId="264"/>
        </pc:sldMkLst>
      </pc:sldChg>
    </pc:docChg>
  </pc:docChgLst>
  <pc:docChgLst>
    <pc:chgData name="White (she/her), Whitney" userId="65f39021-2f1d-4d8b-87dc-b123826f65bf" providerId="ADAL" clId="{2B81C605-7F4E-444E-BDB3-A75C0985D839}"/>
    <pc:docChg chg="modSld">
      <pc:chgData name="White (she/her), Whitney" userId="65f39021-2f1d-4d8b-87dc-b123826f65bf" providerId="ADAL" clId="{2B81C605-7F4E-444E-BDB3-A75C0985D839}" dt="2023-08-18T20:25:43.686" v="8" actId="20577"/>
      <pc:docMkLst>
        <pc:docMk/>
      </pc:docMkLst>
      <pc:sldChg chg="addSp modSp mod">
        <pc:chgData name="White (she/her), Whitney" userId="65f39021-2f1d-4d8b-87dc-b123826f65bf" providerId="ADAL" clId="{2B81C605-7F4E-444E-BDB3-A75C0985D839}" dt="2023-08-18T20:25:31.298" v="6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2B81C605-7F4E-444E-BDB3-A75C0985D839}" dt="2023-08-18T20:25:19.069" v="1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2B81C605-7F4E-444E-BDB3-A75C0985D839}" dt="2023-08-18T20:25:31.298" v="6" actId="1076"/>
          <ac:spMkLst>
            <pc:docMk/>
            <pc:sldMk cId="1482277026" sldId="256"/>
            <ac:spMk id="5" creationId="{854DE341-BC25-D274-65EA-D66171D9EA28}"/>
          </ac:spMkLst>
        </pc:spChg>
      </pc:sldChg>
      <pc:sldChg chg="modSp mod">
        <pc:chgData name="White (she/her), Whitney" userId="65f39021-2f1d-4d8b-87dc-b123826f65bf" providerId="ADAL" clId="{2B81C605-7F4E-444E-BDB3-A75C0985D839}" dt="2023-08-18T20:25:43.686" v="8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2B81C605-7F4E-444E-BDB3-A75C0985D839}" dt="2023-08-18T20:25:43.686" v="8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948B2063-2475-4187-B304-5889A87451E2}"/>
    <pc:docChg chg="modSld">
      <pc:chgData name="White, Whitney" userId="65f39021-2f1d-4d8b-87dc-b123826f65bf" providerId="ADAL" clId="{948B2063-2475-4187-B304-5889A87451E2}" dt="2022-07-27T17:20:08.539" v="50" actId="20577"/>
      <pc:docMkLst>
        <pc:docMk/>
      </pc:docMkLst>
      <pc:sldChg chg="modSp mod">
        <pc:chgData name="White, Whitney" userId="65f39021-2f1d-4d8b-87dc-b123826f65bf" providerId="ADAL" clId="{948B2063-2475-4187-B304-5889A87451E2}" dt="2022-07-27T17:20:08.539" v="50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948B2063-2475-4187-B304-5889A87451E2}" dt="2022-07-27T17:20:08.539" v="50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8/18/2023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8/18/2023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8/18/2023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34694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Practicum in Education and Training | Unit 1: Career Exploration and Awareness? | Lesson 1.10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Factors that Create High Need Teaching Areas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DE341-BC25-D274-65EA-D66171D9EA28}"/>
              </a:ext>
            </a:extLst>
          </p:cNvPr>
          <p:cNvSpPr txBox="1"/>
          <p:nvPr/>
        </p:nvSpPr>
        <p:spPr>
          <a:xfrm>
            <a:off x="-43770" y="6404994"/>
            <a:ext cx="10897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64646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TEKS 3H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 </a:t>
            </a:r>
          </a:p>
          <a:p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nalyze factors that create high-need and teacher shortages within the state and local school systems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 teacher shortage exists in education. There are some areas identified as hard to staff such as special education, math, and science classrooms</a:t>
            </a:r>
            <a:r>
              <a:rPr lang="en-US" sz="32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32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Why </a:t>
            </a:r>
            <a:r>
              <a:rPr lang="en-US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might it be more difficult to fill these positions? 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Disproportional: </a:t>
            </a:r>
            <a:r>
              <a:rPr lang="en-US" dirty="0">
                <a:effectLst/>
                <a:ea typeface="Calibri" panose="020F0502020204030204" pitchFamily="34" charset="0"/>
              </a:rPr>
              <a:t>Unequal or out of proportion</a:t>
            </a:r>
            <a:endParaRPr lang="en-US" dirty="0"/>
          </a:p>
          <a:p>
            <a:endParaRPr lang="en-US" dirty="0"/>
          </a:p>
          <a:p>
            <a:r>
              <a:rPr lang="en-US" dirty="0"/>
              <a:t>Teacher Retention: </a:t>
            </a:r>
            <a:r>
              <a:rPr lang="en-US" dirty="0">
                <a:effectLst/>
                <a:ea typeface="Calibri" panose="020F0502020204030204" pitchFamily="34" charset="0"/>
              </a:rPr>
              <a:t>The number of teachers who remain in the classroom over time. </a:t>
            </a:r>
            <a:endParaRPr lang="en-US" dirty="0"/>
          </a:p>
          <a:p>
            <a:endParaRPr lang="en-US" dirty="0"/>
          </a:p>
          <a:p>
            <a:r>
              <a:rPr lang="en-US" dirty="0"/>
              <a:t>Supply and Demand: </a:t>
            </a:r>
            <a:r>
              <a:rPr lang="en-US" dirty="0">
                <a:effectLst/>
                <a:ea typeface="Calibri" panose="020F0502020204030204" pitchFamily="34" charset="0"/>
              </a:rPr>
              <a:t>The number of teachers available and qualified for a position compared to the number of available positions.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Respond to the prompts below: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Poor working conditions are a factor that create high-need and teacher shortages, why do you believe this is true?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Lower teacher retention rates are a factor that create high-need and teacher shortages, why do you believe this is true?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204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Practicum in Education and Training | Unit 1: Career Exploration and Awareness? | Lesson 1.10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1.10 Factors that Create High Need Teaching Areas </dc:title>
  <dc:subject>Lesson 1.10 Factors that Create High Need Teaching Areas 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2023-08-18T20:25:45Z</dcterms:modified>
</cp:coreProperties>
</file>
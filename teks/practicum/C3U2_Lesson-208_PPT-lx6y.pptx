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0C7BC8-E3B4-4348-AF08-81EE7A37C376}" v="1" dt="2023-08-31T19:38:18.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D10C7BC8-E3B4-4348-AF08-81EE7A37C376}"/>
    <pc:docChg chg="modSld">
      <pc:chgData name="White (she/her), Whitney" userId="65f39021-2f1d-4d8b-87dc-b123826f65bf" providerId="ADAL" clId="{D10C7BC8-E3B4-4348-AF08-81EE7A37C376}" dt="2023-08-31T19:38:21.148" v="3" actId="1076"/>
      <pc:docMkLst>
        <pc:docMk/>
      </pc:docMkLst>
      <pc:sldChg chg="addSp modSp mod">
        <pc:chgData name="White (she/her), Whitney" userId="65f39021-2f1d-4d8b-87dc-b123826f65bf" providerId="ADAL" clId="{D10C7BC8-E3B4-4348-AF08-81EE7A37C376}" dt="2023-08-31T19:38:21.148" v="3" actId="1076"/>
        <pc:sldMkLst>
          <pc:docMk/>
          <pc:sldMk cId="1482277026" sldId="256"/>
        </pc:sldMkLst>
        <pc:spChg chg="mod">
          <ac:chgData name="White (she/her), Whitney" userId="65f39021-2f1d-4d8b-87dc-b123826f65bf" providerId="ADAL" clId="{D10C7BC8-E3B4-4348-AF08-81EE7A37C376}" dt="2023-08-31T19:38:21.148" v="3" actId="1076"/>
          <ac:spMkLst>
            <pc:docMk/>
            <pc:sldMk cId="1482277026" sldId="256"/>
            <ac:spMk id="2" creationId="{BFFCF5BD-F8FF-4A67-A8B6-EBB21E79279B}"/>
          </ac:spMkLst>
        </pc:spChg>
        <pc:spChg chg="add mod">
          <ac:chgData name="White (she/her), Whitney" userId="65f39021-2f1d-4d8b-87dc-b123826f65bf" providerId="ADAL" clId="{D10C7BC8-E3B4-4348-AF08-81EE7A37C376}" dt="2023-08-31T19:38:18.513" v="2"/>
          <ac:spMkLst>
            <pc:docMk/>
            <pc:sldMk cId="1482277026" sldId="256"/>
            <ac:spMk id="4" creationId="{98B91B8A-40C8-7C12-8A9E-DBA5A5B77F6F}"/>
          </ac:spMkLst>
        </pc:spChg>
      </pc:sldChg>
    </pc:docChg>
  </pc:docChgLst>
  <pc:docChgLst>
    <pc:chgData name="White, Whitney" userId="65f39021-2f1d-4d8b-87dc-b123826f65bf" providerId="ADAL" clId="{27FD2E8C-0CC1-4C1E-BACB-273422ADD20A}"/>
    <pc:docChg chg="custSel delSld modSld">
      <pc:chgData name="White, Whitney" userId="65f39021-2f1d-4d8b-87dc-b123826f65bf" providerId="ADAL" clId="{27FD2E8C-0CC1-4C1E-BACB-273422ADD20A}" dt="2022-08-04T14:46:34.205" v="241" actId="404"/>
      <pc:docMkLst>
        <pc:docMk/>
      </pc:docMkLst>
      <pc:sldChg chg="modSp mod">
        <pc:chgData name="White, Whitney" userId="65f39021-2f1d-4d8b-87dc-b123826f65bf" providerId="ADAL" clId="{27FD2E8C-0CC1-4C1E-BACB-273422ADD20A}" dt="2022-08-04T14:43:03.237" v="26" actId="20577"/>
        <pc:sldMkLst>
          <pc:docMk/>
          <pc:sldMk cId="1482277026" sldId="256"/>
        </pc:sldMkLst>
        <pc:spChg chg="mod">
          <ac:chgData name="White, Whitney" userId="65f39021-2f1d-4d8b-87dc-b123826f65bf" providerId="ADAL" clId="{27FD2E8C-0CC1-4C1E-BACB-273422ADD20A}" dt="2022-07-31T03:35:29.259" v="3" actId="20577"/>
          <ac:spMkLst>
            <pc:docMk/>
            <pc:sldMk cId="1482277026" sldId="256"/>
            <ac:spMk id="2" creationId="{BFFCF5BD-F8FF-4A67-A8B6-EBB21E79279B}"/>
          </ac:spMkLst>
        </pc:spChg>
        <pc:spChg chg="mod">
          <ac:chgData name="White, Whitney" userId="65f39021-2f1d-4d8b-87dc-b123826f65bf" providerId="ADAL" clId="{27FD2E8C-0CC1-4C1E-BACB-273422ADD20A}" dt="2022-08-04T14:43:03.237" v="26" actId="20577"/>
          <ac:spMkLst>
            <pc:docMk/>
            <pc:sldMk cId="1482277026" sldId="256"/>
            <ac:spMk id="3" creationId="{E0FBD98F-3A67-498E-8174-652040DD7B60}"/>
          </ac:spMkLst>
        </pc:spChg>
      </pc:sldChg>
      <pc:sldChg chg="modSp mod">
        <pc:chgData name="White, Whitney" userId="65f39021-2f1d-4d8b-87dc-b123826f65bf" providerId="ADAL" clId="{27FD2E8C-0CC1-4C1E-BACB-273422ADD20A}" dt="2022-08-04T14:43:43.798" v="59" actId="255"/>
        <pc:sldMkLst>
          <pc:docMk/>
          <pc:sldMk cId="4071305681" sldId="258"/>
        </pc:sldMkLst>
        <pc:spChg chg="mod">
          <ac:chgData name="White, Whitney" userId="65f39021-2f1d-4d8b-87dc-b123826f65bf" providerId="ADAL" clId="{27FD2E8C-0CC1-4C1E-BACB-273422ADD20A}" dt="2022-08-04T14:43:43.798" v="59" actId="255"/>
          <ac:spMkLst>
            <pc:docMk/>
            <pc:sldMk cId="4071305681" sldId="258"/>
            <ac:spMk id="3" creationId="{392BE286-77A6-49DD-B15D-7E4718D52FE7}"/>
          </ac:spMkLst>
        </pc:spChg>
      </pc:sldChg>
      <pc:sldChg chg="modSp mod">
        <pc:chgData name="White, Whitney" userId="65f39021-2f1d-4d8b-87dc-b123826f65bf" providerId="ADAL" clId="{27FD2E8C-0CC1-4C1E-BACB-273422ADD20A}" dt="2022-08-04T14:43:30.984" v="57" actId="255"/>
        <pc:sldMkLst>
          <pc:docMk/>
          <pc:sldMk cId="2772527113" sldId="259"/>
        </pc:sldMkLst>
        <pc:spChg chg="mod">
          <ac:chgData name="White, Whitney" userId="65f39021-2f1d-4d8b-87dc-b123826f65bf" providerId="ADAL" clId="{27FD2E8C-0CC1-4C1E-BACB-273422ADD20A}" dt="2022-08-04T14:43:30.984" v="57" actId="255"/>
          <ac:spMkLst>
            <pc:docMk/>
            <pc:sldMk cId="2772527113" sldId="259"/>
            <ac:spMk id="3" creationId="{8CE08C7F-0286-423B-92F7-DEB89F31111A}"/>
          </ac:spMkLst>
        </pc:spChg>
      </pc:sldChg>
      <pc:sldChg chg="modSp mod">
        <pc:chgData name="White, Whitney" userId="65f39021-2f1d-4d8b-87dc-b123826f65bf" providerId="ADAL" clId="{27FD2E8C-0CC1-4C1E-BACB-273422ADD20A}" dt="2022-08-04T14:46:34.205" v="241" actId="404"/>
        <pc:sldMkLst>
          <pc:docMk/>
          <pc:sldMk cId="2147408764" sldId="260"/>
        </pc:sldMkLst>
        <pc:spChg chg="mod">
          <ac:chgData name="White, Whitney" userId="65f39021-2f1d-4d8b-87dc-b123826f65bf" providerId="ADAL" clId="{27FD2E8C-0CC1-4C1E-BACB-273422ADD20A}" dt="2022-08-04T14:46:34.205" v="241" actId="404"/>
          <ac:spMkLst>
            <pc:docMk/>
            <pc:sldMk cId="2147408764" sldId="260"/>
            <ac:spMk id="3" creationId="{49F2A5AF-3C0B-4968-A438-E435325199EA}"/>
          </ac:spMkLst>
        </pc:spChg>
      </pc:sldChg>
      <pc:sldChg chg="modSp mod">
        <pc:chgData name="White, Whitney" userId="65f39021-2f1d-4d8b-87dc-b123826f65bf" providerId="ADAL" clId="{27FD2E8C-0CC1-4C1E-BACB-273422ADD20A}" dt="2022-08-04T14:44:00.687" v="136" actId="20577"/>
        <pc:sldMkLst>
          <pc:docMk/>
          <pc:sldMk cId="3054216349" sldId="261"/>
        </pc:sldMkLst>
        <pc:spChg chg="mod">
          <ac:chgData name="White, Whitney" userId="65f39021-2f1d-4d8b-87dc-b123826f65bf" providerId="ADAL" clId="{27FD2E8C-0CC1-4C1E-BACB-273422ADD20A}" dt="2022-08-04T14:44:00.687" v="136" actId="20577"/>
          <ac:spMkLst>
            <pc:docMk/>
            <pc:sldMk cId="3054216349" sldId="261"/>
            <ac:spMk id="3" creationId="{AE13FDB6-F093-4D9E-B14E-3D7DB894C34C}"/>
          </ac:spMkLst>
        </pc:spChg>
      </pc:sldChg>
      <pc:sldChg chg="del">
        <pc:chgData name="White, Whitney" userId="65f39021-2f1d-4d8b-87dc-b123826f65bf" providerId="ADAL" clId="{27FD2E8C-0CC1-4C1E-BACB-273422ADD20A}" dt="2022-08-04T14:45:53.066" v="203" actId="47"/>
        <pc:sldMkLst>
          <pc:docMk/>
          <pc:sldMk cId="4170921578" sldId="262"/>
        </pc:sldMkLst>
      </pc:sldChg>
      <pc:sldChg chg="del">
        <pc:chgData name="White, Whitney" userId="65f39021-2f1d-4d8b-87dc-b123826f65bf" providerId="ADAL" clId="{27FD2E8C-0CC1-4C1E-BACB-273422ADD20A}" dt="2022-08-04T14:45:52.523" v="202" actId="47"/>
        <pc:sldMkLst>
          <pc:docMk/>
          <pc:sldMk cId="1163931679" sldId="263"/>
        </pc:sldMkLst>
      </pc:sldChg>
      <pc:sldChg chg="modSp mod">
        <pc:chgData name="White, Whitney" userId="65f39021-2f1d-4d8b-87dc-b123826f65bf" providerId="ADAL" clId="{27FD2E8C-0CC1-4C1E-BACB-273422ADD20A}" dt="2022-08-04T14:45:11.512" v="201" actId="27636"/>
        <pc:sldMkLst>
          <pc:docMk/>
          <pc:sldMk cId="3493109116" sldId="264"/>
        </pc:sldMkLst>
        <pc:spChg chg="mod">
          <ac:chgData name="White, Whitney" userId="65f39021-2f1d-4d8b-87dc-b123826f65bf" providerId="ADAL" clId="{27FD2E8C-0CC1-4C1E-BACB-273422ADD20A}" dt="2022-08-04T14:44:44.492" v="191" actId="20577"/>
          <ac:spMkLst>
            <pc:docMk/>
            <pc:sldMk cId="3493109116" sldId="264"/>
            <ac:spMk id="2" creationId="{D7836664-70C0-47BA-9BFF-496A04EBBFDE}"/>
          </ac:spMkLst>
        </pc:spChg>
        <pc:spChg chg="mod">
          <ac:chgData name="White, Whitney" userId="65f39021-2f1d-4d8b-87dc-b123826f65bf" providerId="ADAL" clId="{27FD2E8C-0CC1-4C1E-BACB-273422ADD20A}" dt="2022-08-04T14:45:11.512" v="201" actId="27636"/>
          <ac:spMkLst>
            <pc:docMk/>
            <pc:sldMk cId="3493109116" sldId="264"/>
            <ac:spMk id="3" creationId="{F64339F5-2F5D-46B5-A25D-C197D73747BD}"/>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texreg.sos.state.tx.us/public/readtac$ext.TacPage?sl=R&amp;app=9&amp;p_dir=&amp;p_rloc=&amp;p_tloc=&amp;p_ploc=&amp;pg=1&amp;p_tac=&amp;ti=19&amp;pt=7&amp;ch=247&amp;rl=1"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2.08</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Educator Code of Ethics</a:t>
            </a:r>
          </a:p>
        </p:txBody>
      </p:sp>
      <p:sp>
        <p:nvSpPr>
          <p:cNvPr id="4" name="TextBox 3">
            <a:extLst>
              <a:ext uri="{FF2B5EF4-FFF2-40B4-BE49-F238E27FC236}">
                <a16:creationId xmlns:a16="http://schemas.microsoft.com/office/drawing/2014/main" id="{98B91B8A-40C8-7C12-8A9E-DBA5A5B77F6F}"/>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11A, 11B, 11C, 11D </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800"/>
              </a:spcAft>
              <a:buFont typeface="Symbol" panose="05050102010706020507" pitchFamily="18" charset="2"/>
              <a:buChar char=""/>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e</a:t>
            </a: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xplain the purpose of an educator code of conduct</a:t>
            </a:r>
            <a:endParaRPr lang="en-US" dirty="0">
              <a:latin typeface="Calibri" panose="020F0502020204030204" pitchFamily="34" charset="0"/>
              <a:ea typeface="Times New Roman" panose="02020603050405020304" pitchFamily="18" charset="0"/>
              <a:cs typeface="Arial" panose="020B0604020202020204" pitchFamily="34" charset="0"/>
            </a:endParaRPr>
          </a:p>
          <a:p>
            <a:pPr marL="342900" marR="0" lvl="0" indent="-342900">
              <a:lnSpc>
                <a:spcPct val="107000"/>
              </a:lnSpc>
              <a:spcBef>
                <a:spcPts val="600"/>
              </a:spcBef>
              <a:spcAft>
                <a:spcPts val="800"/>
              </a:spcAft>
              <a:buFont typeface="Symbol" panose="05050102010706020507" pitchFamily="18" charset="2"/>
              <a:buChar char=""/>
            </a:pPr>
            <a:r>
              <a:rPr lang="en-US" dirty="0">
                <a:solidFill>
                  <a:srgbClr val="000000"/>
                </a:solidFill>
                <a:effectLst/>
                <a:latin typeface="Calibri" panose="020F0502020204030204" pitchFamily="34" charset="0"/>
                <a:ea typeface="Times New Roman" panose="02020603050405020304" pitchFamily="18" charset="0"/>
                <a:cs typeface="Arial" panose="020B0604020202020204" pitchFamily="34" charset="0"/>
              </a:rPr>
              <a:t>d</a:t>
            </a:r>
            <a:r>
              <a:rPr lang="en-US" dirty="0">
                <a:solidFill>
                  <a:srgbClr val="000000"/>
                </a:solidFill>
                <a:effectLst/>
                <a:latin typeface="Calibri" panose="020F0502020204030204" pitchFamily="34" charset="0"/>
                <a:ea typeface="Times New Roman" panose="02020603050405020304" pitchFamily="18" charset="0"/>
              </a:rPr>
              <a:t>escribe ethical conduct-as a professional, toward professional colleagues, and toward students-as an essential responsibility of an educator.</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What does it mean to be ethical?  What are some specific actions or behaviors of an ethical person? What does it look like to be unethical? </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Ethics: Moral principles that govern a person’s behaviors  or actions</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Excerpt: Texas Educators Code of Ethics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sz="2400" b="1" i="1" dirty="0">
                <a:effectLst/>
                <a:latin typeface="Calibri" panose="020F0502020204030204" pitchFamily="34" charset="0"/>
                <a:ea typeface="Calibri" panose="020F0502020204030204" pitchFamily="34" charset="0"/>
                <a:cs typeface="Calibri" panose="020F0502020204030204" pitchFamily="34" charset="0"/>
              </a:rPr>
              <a:t>“</a:t>
            </a:r>
            <a:r>
              <a:rPr lang="en-US" sz="24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The Texas educator shall comply with standard practices and ethical conduct toward students, professional colleagues, school officials, parents, and members of the community and shall safeguard academic freedom. The Texas educator, in maintaining the dignity of the profession, shall respect and obey the law, demonstrate personal integrity, and exemplify honesty and good moral character. The Texas educator, in exemplifying ethical relations with colleagues, shall extend just and equitable treatment to all members of the profession. The Texas educator, in accepting a position of public trust, shall measure success by the progress of each student toward realization of his or her potential as an effective citizen. The Texas educator, in fulfilling responsibilities in the community, shall cooperate with parents and others to improve the public schools of the community”</a:t>
            </a:r>
            <a:endParaRPr lang="en-US" sz="2400"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200" i="1" dirty="0">
                <a:effectLst/>
                <a:latin typeface="Calibri" panose="020F0502020204030204" pitchFamily="34" charset="0"/>
                <a:ea typeface="Calibri" panose="020F0502020204030204" pitchFamily="34" charset="0"/>
                <a:cs typeface="Calibri" panose="020F0502020204030204" pitchFamily="34" charset="0"/>
              </a:rPr>
              <a:t>Texas Educators Code of Ethics, Retrieved from: </a:t>
            </a:r>
            <a:r>
              <a:rPr lang="en-US" sz="1200"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https://texreg.sos.state.tx.us/public/readtac$ext.TacPage?sl=R&amp;app=9&amp;p_dir=&amp;p_rloc=&amp;p_tloc=&amp;p_ploc=&amp;pg=1&amp;p_tac=&amp;ti=19&amp;pt=7&amp;ch=247&amp;rl=1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lvl="0" indent="0">
              <a:lnSpc>
                <a:spcPct val="107000"/>
              </a:lnSpc>
              <a:spcBef>
                <a:spcPts val="0"/>
              </a:spcBef>
              <a:spcAft>
                <a:spcPts val="0"/>
              </a:spcAft>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Why is it important to have an educator code of ethics?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0"/>
              </a:spcBef>
              <a:spcAft>
                <a:spcPts val="0"/>
              </a:spcAft>
              <a:buNone/>
            </a:pPr>
            <a:r>
              <a:rPr lang="en-US" i="1" dirty="0">
                <a:solidFill>
                  <a:srgbClr val="70AD47"/>
                </a:solidFill>
                <a:effectLst/>
                <a:latin typeface="Calibri" panose="020F0502020204030204" pitchFamily="34" charset="0"/>
                <a:ea typeface="Times New Roman" panose="02020603050405020304" pitchFamily="18"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Describe what ethical conduct look like in each category below. List at least two examples for each.</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As a professional?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Toward colleagues?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Bef>
                <a:spcPts val="0"/>
              </a:spcBef>
            </a:pPr>
            <a:r>
              <a:rPr lang="en-US" sz="2000" dirty="0">
                <a:effectLst/>
                <a:latin typeface="Calibri" panose="020F0502020204030204" pitchFamily="34" charset="0"/>
                <a:ea typeface="Times New Roman" panose="02020603050405020304" pitchFamily="18" charset="0"/>
                <a:cs typeface="Calibri" panose="020F0502020204030204" pitchFamily="34" charset="0"/>
              </a:rPr>
              <a:t>Toward students?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TotalTime>
  <Words>400</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Practicum in Education and Training| Unit 2: The Professional Educator | Lesson 2.08</vt:lpstr>
      <vt:lpstr>TEKS Standards &amp; Objectives</vt:lpstr>
      <vt:lpstr>Bellringer</vt:lpstr>
      <vt:lpstr>Vocabulary</vt:lpstr>
      <vt:lpstr>Excerpt: Texas Educators Code of Ethics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2.08: Educator Code of Ethics</dc:title>
  <dc:subject>Lesson 2.08: Educator Code of Ethics</dc:subject>
  <dc:creator>Texas Education Agency</dc:creator>
  <cp:lastModifiedBy>White (she/her), Whitney</cp:lastModifiedBy>
  <cp:revision>3</cp:revision>
  <dcterms:created xsi:type="dcterms:W3CDTF">2022-05-09T19:40:20Z</dcterms:created>
  <dcterms:modified xsi:type="dcterms:W3CDTF">2023-08-31T19:38:23Z</dcterms:modified>
</cp:coreProperties>
</file>
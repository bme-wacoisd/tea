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5" r:id="rId5"/>
    <p:sldId id="268" r:id="rId6"/>
    <p:sldId id="267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65F06739-E441-46AD-8A3D-939075368592}"/>
    <pc:docChg chg="modSld">
      <pc:chgData name="White (she/her), Whitney" userId="65f39021-2f1d-4d8b-87dc-b123826f65bf" providerId="ADAL" clId="{65F06739-E441-46AD-8A3D-939075368592}" dt="2023-08-19T02:09:32.944" v="15" actId="20577"/>
      <pc:docMkLst>
        <pc:docMk/>
      </pc:docMkLst>
      <pc:sldChg chg="modSp mod">
        <pc:chgData name="White (she/her), Whitney" userId="65f39021-2f1d-4d8b-87dc-b123826f65bf" providerId="ADAL" clId="{65F06739-E441-46AD-8A3D-939075368592}" dt="2023-08-19T02:09:32.944" v="15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65F06739-E441-46AD-8A3D-939075368592}" dt="2023-08-19T02:09:32.944" v="15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Freeman, Mary Clare" userId="2d140676-9258-40b2-bb34-da113a38a93e" providerId="ADAL" clId="{C7FD3A16-75EF-41D0-99A8-2A4234830C33}"/>
    <pc:docChg chg="undo custSel delSld modSld sldOrd">
      <pc:chgData name="Freeman, Mary Clare" userId="2d140676-9258-40b2-bb34-da113a38a93e" providerId="ADAL" clId="{C7FD3A16-75EF-41D0-99A8-2A4234830C33}" dt="2023-03-10T17:28:16.243" v="236"/>
      <pc:docMkLst>
        <pc:docMk/>
      </pc:docMkLst>
      <pc:sldChg chg="modSp mod">
        <pc:chgData name="Freeman, Mary Clare" userId="2d140676-9258-40b2-bb34-da113a38a93e" providerId="ADAL" clId="{C7FD3A16-75EF-41D0-99A8-2A4234830C33}" dt="2023-03-10T17:21:26.442" v="77" actId="20577"/>
        <pc:sldMkLst>
          <pc:docMk/>
          <pc:sldMk cId="1482277026" sldId="256"/>
        </pc:sldMkLst>
        <pc:spChg chg="mod">
          <ac:chgData name="Freeman, Mary Clare" userId="2d140676-9258-40b2-bb34-da113a38a93e" providerId="ADAL" clId="{C7FD3A16-75EF-41D0-99A8-2A4234830C33}" dt="2023-03-10T17:21:26.442" v="7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Freeman, Mary Clare" userId="2d140676-9258-40b2-bb34-da113a38a93e" providerId="ADAL" clId="{C7FD3A16-75EF-41D0-99A8-2A4234830C33}" dt="2023-03-10T17:20:18.943" v="3" actId="6549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Freeman, Mary Clare" userId="2d140676-9258-40b2-bb34-da113a38a93e" providerId="ADAL" clId="{C7FD3A16-75EF-41D0-99A8-2A4234830C33}" dt="2023-03-10T17:23:15.114" v="128" actId="5793"/>
        <pc:sldMkLst>
          <pc:docMk/>
          <pc:sldMk cId="4071305681" sldId="258"/>
        </pc:sldMkLst>
        <pc:spChg chg="mod">
          <ac:chgData name="Freeman, Mary Clare" userId="2d140676-9258-40b2-bb34-da113a38a93e" providerId="ADAL" clId="{C7FD3A16-75EF-41D0-99A8-2A4234830C33}" dt="2023-03-10T17:23:15.114" v="128" actId="579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Freeman, Mary Clare" userId="2d140676-9258-40b2-bb34-da113a38a93e" providerId="ADAL" clId="{C7FD3A16-75EF-41D0-99A8-2A4234830C33}" dt="2023-03-10T17:22:48.027" v="110" actId="12"/>
        <pc:sldMkLst>
          <pc:docMk/>
          <pc:sldMk cId="2772527113" sldId="259"/>
        </pc:sldMkLst>
        <pc:spChg chg="mod">
          <ac:chgData name="Freeman, Mary Clare" userId="2d140676-9258-40b2-bb34-da113a38a93e" providerId="ADAL" clId="{C7FD3A16-75EF-41D0-99A8-2A4234830C33}" dt="2023-03-10T17:22:48.027" v="110" actId="12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Freeman, Mary Clare" userId="2d140676-9258-40b2-bb34-da113a38a93e" providerId="ADAL" clId="{C7FD3A16-75EF-41D0-99A8-2A4234830C33}" dt="2023-03-10T17:28:16.243" v="236"/>
        <pc:sldMkLst>
          <pc:docMk/>
          <pc:sldMk cId="2147408764" sldId="260"/>
        </pc:sldMkLst>
        <pc:spChg chg="mod">
          <ac:chgData name="Freeman, Mary Clare" userId="2d140676-9258-40b2-bb34-da113a38a93e" providerId="ADAL" clId="{C7FD3A16-75EF-41D0-99A8-2A4234830C33}" dt="2023-03-10T17:28:16.243" v="236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Freeman, Mary Clare" userId="2d140676-9258-40b2-bb34-da113a38a93e" providerId="ADAL" clId="{C7FD3A16-75EF-41D0-99A8-2A4234830C33}" dt="2023-03-10T17:27:04.412" v="233" actId="14100"/>
        <pc:sldMkLst>
          <pc:docMk/>
          <pc:sldMk cId="1250448534" sldId="265"/>
        </pc:sldMkLst>
        <pc:spChg chg="mod">
          <ac:chgData name="Freeman, Mary Clare" userId="2d140676-9258-40b2-bb34-da113a38a93e" providerId="ADAL" clId="{C7FD3A16-75EF-41D0-99A8-2A4234830C33}" dt="2023-03-10T17:24:25.488" v="159" actId="20577"/>
          <ac:spMkLst>
            <pc:docMk/>
            <pc:sldMk cId="1250448534" sldId="265"/>
            <ac:spMk id="2" creationId="{D7836664-70C0-47BA-9BFF-496A04EBBFDE}"/>
          </ac:spMkLst>
        </pc:spChg>
        <pc:spChg chg="add del mod">
          <ac:chgData name="Freeman, Mary Clare" userId="2d140676-9258-40b2-bb34-da113a38a93e" providerId="ADAL" clId="{C7FD3A16-75EF-41D0-99A8-2A4234830C33}" dt="2023-03-10T17:24:43.825" v="168" actId="478"/>
          <ac:spMkLst>
            <pc:docMk/>
            <pc:sldMk cId="1250448534" sldId="265"/>
            <ac:spMk id="5" creationId="{4723D632-24B3-BD35-3D44-48883F5E6A60}"/>
          </ac:spMkLst>
        </pc:spChg>
        <pc:spChg chg="del mod">
          <ac:chgData name="Freeman, Mary Clare" userId="2d140676-9258-40b2-bb34-da113a38a93e" providerId="ADAL" clId="{C7FD3A16-75EF-41D0-99A8-2A4234830C33}" dt="2023-03-10T17:24:51.023" v="171"/>
          <ac:spMkLst>
            <pc:docMk/>
            <pc:sldMk cId="1250448534" sldId="265"/>
            <ac:spMk id="6" creationId="{19C5131E-1EAA-47E0-B568-992AB23A8362}"/>
          </ac:spMkLst>
        </pc:spChg>
        <pc:spChg chg="add del mod">
          <ac:chgData name="Freeman, Mary Clare" userId="2d140676-9258-40b2-bb34-da113a38a93e" providerId="ADAL" clId="{C7FD3A16-75EF-41D0-99A8-2A4234830C33}" dt="2023-03-10T17:25:02.282" v="173"/>
          <ac:spMkLst>
            <pc:docMk/>
            <pc:sldMk cId="1250448534" sldId="265"/>
            <ac:spMk id="9" creationId="{3C559490-072D-6FD2-CBD8-1553AAD69218}"/>
          </ac:spMkLst>
        </pc:spChg>
        <pc:spChg chg="add del mod">
          <ac:chgData name="Freeman, Mary Clare" userId="2d140676-9258-40b2-bb34-da113a38a93e" providerId="ADAL" clId="{C7FD3A16-75EF-41D0-99A8-2A4234830C33}" dt="2023-03-10T17:25:30.081" v="182" actId="478"/>
          <ac:spMkLst>
            <pc:docMk/>
            <pc:sldMk cId="1250448534" sldId="265"/>
            <ac:spMk id="11" creationId="{09CB3874-80DB-2EC0-070D-CB74FF8A34F9}"/>
          </ac:spMkLst>
        </pc:spChg>
        <pc:spChg chg="add del mod">
          <ac:chgData name="Freeman, Mary Clare" userId="2d140676-9258-40b2-bb34-da113a38a93e" providerId="ADAL" clId="{C7FD3A16-75EF-41D0-99A8-2A4234830C33}" dt="2023-03-10T17:25:32.553" v="183" actId="478"/>
          <ac:spMkLst>
            <pc:docMk/>
            <pc:sldMk cId="1250448534" sldId="265"/>
            <ac:spMk id="12" creationId="{BB663FF4-866B-43AD-651F-5C94AD2153A7}"/>
          </ac:spMkLst>
        </pc:spChg>
        <pc:graphicFrameChg chg="add del mod">
          <ac:chgData name="Freeman, Mary Clare" userId="2d140676-9258-40b2-bb34-da113a38a93e" providerId="ADAL" clId="{C7FD3A16-75EF-41D0-99A8-2A4234830C33}" dt="2023-03-10T17:24:43.825" v="168" actId="478"/>
          <ac:graphicFrameMkLst>
            <pc:docMk/>
            <pc:sldMk cId="1250448534" sldId="265"/>
            <ac:graphicFrameMk id="3" creationId="{3DA109FD-C9B4-95BB-9F49-04007B8BCFF5}"/>
          </ac:graphicFrameMkLst>
        </pc:graphicFrameChg>
        <pc:graphicFrameChg chg="add del mod">
          <ac:chgData name="Freeman, Mary Clare" userId="2d140676-9258-40b2-bb34-da113a38a93e" providerId="ADAL" clId="{C7FD3A16-75EF-41D0-99A8-2A4234830C33}" dt="2023-03-10T17:25:30.081" v="182" actId="478"/>
          <ac:graphicFrameMkLst>
            <pc:docMk/>
            <pc:sldMk cId="1250448534" sldId="265"/>
            <ac:graphicFrameMk id="10" creationId="{21420465-A244-AAF1-E9BF-951698239B28}"/>
          </ac:graphicFrameMkLst>
        </pc:graphicFrameChg>
        <pc:graphicFrameChg chg="add mod modGraphic">
          <ac:chgData name="Freeman, Mary Clare" userId="2d140676-9258-40b2-bb34-da113a38a93e" providerId="ADAL" clId="{C7FD3A16-75EF-41D0-99A8-2A4234830C33}" dt="2023-03-10T17:27:04.412" v="233" actId="14100"/>
          <ac:graphicFrameMkLst>
            <pc:docMk/>
            <pc:sldMk cId="1250448534" sldId="265"/>
            <ac:graphicFrameMk id="13" creationId="{25576797-195A-DB6D-FC75-5052209A0554}"/>
          </ac:graphicFrameMkLst>
        </pc:graphicFrameChg>
        <pc:picChg chg="add del mod">
          <ac:chgData name="Freeman, Mary Clare" userId="2d140676-9258-40b2-bb34-da113a38a93e" providerId="ADAL" clId="{C7FD3A16-75EF-41D0-99A8-2A4234830C33}" dt="2023-03-10T17:24:58.189" v="172" actId="478"/>
          <ac:picMkLst>
            <pc:docMk/>
            <pc:sldMk cId="1250448534" sldId="265"/>
            <ac:picMk id="7" creationId="{CEF72246-F3DE-884D-343B-78F5764F1D11}"/>
          </ac:picMkLst>
        </pc:picChg>
      </pc:sldChg>
      <pc:sldChg chg="del">
        <pc:chgData name="Freeman, Mary Clare" userId="2d140676-9258-40b2-bb34-da113a38a93e" providerId="ADAL" clId="{C7FD3A16-75EF-41D0-99A8-2A4234830C33}" dt="2023-03-10T17:23:33.133" v="129" actId="47"/>
        <pc:sldMkLst>
          <pc:docMk/>
          <pc:sldMk cId="3898157015" sldId="266"/>
        </pc:sldMkLst>
      </pc:sldChg>
      <pc:sldChg chg="ord">
        <pc:chgData name="Freeman, Mary Clare" userId="2d140676-9258-40b2-bb34-da113a38a93e" providerId="ADAL" clId="{C7FD3A16-75EF-41D0-99A8-2A4234830C33}" dt="2023-03-10T17:27:51.840" v="235"/>
        <pc:sldMkLst>
          <pc:docMk/>
          <pc:sldMk cId="624037508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Practicum| Unit 4: RBIS Math| Lesson 4.14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Portfolio Presentations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1C,1I, 14A, 14B, 14C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Present key elements of portfolio while highlighting professional and educational goals</a:t>
            </a:r>
          </a:p>
          <a:p>
            <a:r>
              <a:rPr lang="en-US" dirty="0"/>
              <a:t>Reflect on lessons learned while completing professional portfolio</a:t>
            </a:r>
          </a:p>
          <a:p>
            <a:r>
              <a:rPr lang="en-US" dirty="0"/>
              <a:t>Provide feedback to peers on professional portfolio presentation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course, you have completed several presentations. Think about the feedback you have received. What are the three most important things you need to do during today’s presentation?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Portfolio Presentation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25576797-195A-DB6D-FC75-5052209A0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752398"/>
              </p:ext>
            </p:extLst>
          </p:nvPr>
        </p:nvGraphicFramePr>
        <p:xfrm>
          <a:off x="838198" y="1615014"/>
          <a:ext cx="9791702" cy="3147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5851">
                  <a:extLst>
                    <a:ext uri="{9D8B030D-6E8A-4147-A177-3AD203B41FA5}">
                      <a16:colId xmlns:a16="http://schemas.microsoft.com/office/drawing/2014/main" val="1864061434"/>
                    </a:ext>
                  </a:extLst>
                </a:gridCol>
                <a:gridCol w="4895851">
                  <a:extLst>
                    <a:ext uri="{9D8B030D-6E8A-4147-A177-3AD203B41FA5}">
                      <a16:colId xmlns:a16="http://schemas.microsoft.com/office/drawing/2014/main" val="3782819503"/>
                    </a:ext>
                  </a:extLst>
                </a:gridCol>
              </a:tblGrid>
              <a:tr h="686962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218550"/>
                  </a:ext>
                </a:extLst>
              </a:tr>
              <a:tr h="686962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Your Education and Training Career Goal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866748"/>
                  </a:ext>
                </a:extLst>
              </a:tr>
              <a:tr h="177356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Portfolio Element: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 of First Portfolio 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two most important things I learned while creating this part of my portfolio are:</a:t>
                      </a:r>
                    </a:p>
                    <a:p>
                      <a:pPr marL="342900" lvl="0" indent="-342900">
                        <a:buAutoNum type="arabicPeriod"/>
                      </a:pP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Response</a:t>
                      </a:r>
                    </a:p>
                    <a:p>
                      <a:pPr marL="0" lvl="0" indent="0">
                        <a:buNone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  Response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194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44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Portfolio </a:t>
            </a:r>
            <a:r>
              <a:rPr lang="en-US"/>
              <a:t>Presentation Feedback Form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E6BC813-240C-5BFF-5B9D-54E0EECAD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319" y="1229341"/>
            <a:ext cx="7962472" cy="492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37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Portfolio Presentation Norms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5131E-1EAA-47E0-B568-992AB23A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676"/>
            <a:ext cx="10515600" cy="5019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you are an audience member of Portfolio Presentations, please use the following Norms: </a:t>
            </a:r>
          </a:p>
          <a:p>
            <a:pPr marL="0" indent="0">
              <a:buNone/>
            </a:pPr>
            <a:r>
              <a:rPr lang="en-US" dirty="0"/>
              <a:t>•	Listen actively.</a:t>
            </a:r>
          </a:p>
          <a:p>
            <a:pPr marL="0" indent="0">
              <a:buNone/>
            </a:pPr>
            <a:r>
              <a:rPr lang="en-US" dirty="0"/>
              <a:t>•	Remain engaged and focused on the presenter.</a:t>
            </a:r>
          </a:p>
          <a:p>
            <a:pPr marL="0" indent="0">
              <a:buNone/>
            </a:pPr>
            <a:r>
              <a:rPr lang="en-US" dirty="0"/>
              <a:t>•	Respect the presenter.</a:t>
            </a:r>
          </a:p>
          <a:p>
            <a:pPr marL="0" indent="0">
              <a:buNone/>
            </a:pPr>
            <a:r>
              <a:rPr lang="en-US" dirty="0"/>
              <a:t>•	Raise your hand to ask relevant questions.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668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are the three most important things you learned during this course?</a:t>
            </a: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</TotalTime>
  <Words>204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Practicum| Unit 4: RBIS Math| Lesson 4.14</vt:lpstr>
      <vt:lpstr>TEKS Standards &amp; Objectives</vt:lpstr>
      <vt:lpstr>Bellringer</vt:lpstr>
      <vt:lpstr>Portfolio Presentation Outline</vt:lpstr>
      <vt:lpstr>Portfolio Presentation Feedback Form</vt:lpstr>
      <vt:lpstr>Portfolio Presentation Norms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4.14: Portfolio Presentation</dc:title>
  <dc:subject>Lesson 4.14: Portfolio Presentation</dc:subject>
  <dc:creator>Texas Education Agency</dc:creator>
  <cp:lastModifiedBy>White (she/her), Whitney</cp:lastModifiedBy>
  <cp:revision>6</cp:revision>
  <dcterms:created xsi:type="dcterms:W3CDTF">2022-05-09T19:40:20Z</dcterms:created>
  <dcterms:modified xsi:type="dcterms:W3CDTF">2023-08-19T02:09:37Z</dcterms:modified>
</cp:coreProperties>
</file>
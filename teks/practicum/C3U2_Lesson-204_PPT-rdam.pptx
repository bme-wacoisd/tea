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4" r:id="rId5"/>
    <p:sldId id="263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F1BE8-90A1-4D45-A081-FD9E51091A6D}" v="1" dt="2023-08-31T19:37:16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616F1BE8-90A1-4D45-A081-FD9E51091A6D}"/>
    <pc:docChg chg="modSld">
      <pc:chgData name="White (she/her), Whitney" userId="65f39021-2f1d-4d8b-87dc-b123826f65bf" providerId="ADAL" clId="{616F1BE8-90A1-4D45-A081-FD9E51091A6D}" dt="2023-08-31T19:37:18.908" v="2" actId="1076"/>
      <pc:docMkLst>
        <pc:docMk/>
      </pc:docMkLst>
      <pc:sldChg chg="addSp modSp mod">
        <pc:chgData name="White (she/her), Whitney" userId="65f39021-2f1d-4d8b-87dc-b123826f65bf" providerId="ADAL" clId="{616F1BE8-90A1-4D45-A081-FD9E51091A6D}" dt="2023-08-31T19:37:18.908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616F1BE8-90A1-4D45-A081-FD9E51091A6D}" dt="2023-08-31T19:37:18.908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616F1BE8-90A1-4D45-A081-FD9E51091A6D}" dt="2023-08-31T19:37:16.552" v="1"/>
          <ac:spMkLst>
            <pc:docMk/>
            <pc:sldMk cId="1482277026" sldId="256"/>
            <ac:spMk id="4" creationId="{9B7A9B6B-F35A-F32F-F89B-8AF232B3EFA9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40E64EB-5788-44D1-B1B9-667337AD0A69}"/>
    <pc:docChg chg="undo custSel delSld modSld">
      <pc:chgData name="White, Whitney" userId="65f39021-2f1d-4d8b-87dc-b123826f65bf" providerId="ADAL" clId="{140E64EB-5788-44D1-B1B9-667337AD0A69}" dt="2022-08-04T14:04:28.466" v="606" actId="403"/>
      <pc:docMkLst>
        <pc:docMk/>
      </pc:docMkLst>
      <pc:sldChg chg="modSp mod">
        <pc:chgData name="White, Whitney" userId="65f39021-2f1d-4d8b-87dc-b123826f65bf" providerId="ADAL" clId="{140E64EB-5788-44D1-B1B9-667337AD0A69}" dt="2022-08-04T13:59:41.229" v="64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140E64EB-5788-44D1-B1B9-667337AD0A69}" dt="2022-07-31T05:38:27.418" v="7" actId="2763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40E64EB-5788-44D1-B1B9-667337AD0A69}" dt="2022-08-04T13:59:41.229" v="6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">
        <pc:chgData name="White, Whitney" userId="65f39021-2f1d-4d8b-87dc-b123826f65bf" providerId="ADAL" clId="{140E64EB-5788-44D1-B1B9-667337AD0A69}" dt="2022-08-04T14:01:15.642" v="335" actId="20577"/>
        <pc:sldMkLst>
          <pc:docMk/>
          <pc:sldMk cId="4071305681" sldId="258"/>
        </pc:sldMkLst>
        <pc:spChg chg="add del mod">
          <ac:chgData name="White, Whitney" userId="65f39021-2f1d-4d8b-87dc-b123826f65bf" providerId="ADAL" clId="{140E64EB-5788-44D1-B1B9-667337AD0A69}" dt="2022-08-04T14:01:15.642" v="335" actId="20577"/>
          <ac:spMkLst>
            <pc:docMk/>
            <pc:sldMk cId="4071305681" sldId="258"/>
            <ac:spMk id="3" creationId="{392BE286-77A6-49DD-B15D-7E4718D52FE7}"/>
          </ac:spMkLst>
        </pc:spChg>
        <pc:graphicFrameChg chg="add del mod">
          <ac:chgData name="White, Whitney" userId="65f39021-2f1d-4d8b-87dc-b123826f65bf" providerId="ADAL" clId="{140E64EB-5788-44D1-B1B9-667337AD0A69}" dt="2022-08-04T14:00:18.537" v="81"/>
          <ac:graphicFrameMkLst>
            <pc:docMk/>
            <pc:sldMk cId="4071305681" sldId="258"/>
            <ac:graphicFrameMk id="5" creationId="{8588871F-5E0E-4C5A-B6D2-BDFA8DC88F1D}"/>
          </ac:graphicFrameMkLst>
        </pc:graphicFrameChg>
        <pc:graphicFrameChg chg="add del mod">
          <ac:chgData name="White, Whitney" userId="65f39021-2f1d-4d8b-87dc-b123826f65bf" providerId="ADAL" clId="{140E64EB-5788-44D1-B1B9-667337AD0A69}" dt="2022-08-04T14:00:28.262" v="83"/>
          <ac:graphicFrameMkLst>
            <pc:docMk/>
            <pc:sldMk cId="4071305681" sldId="258"/>
            <ac:graphicFrameMk id="6" creationId="{CC613F37-7AB9-48D6-A678-F494D25082B6}"/>
          </ac:graphicFrameMkLst>
        </pc:graphicFrameChg>
      </pc:sldChg>
      <pc:sldChg chg="modSp mod">
        <pc:chgData name="White, Whitney" userId="65f39021-2f1d-4d8b-87dc-b123826f65bf" providerId="ADAL" clId="{140E64EB-5788-44D1-B1B9-667337AD0A69}" dt="2022-08-04T14:00:04.751" v="79" actId="12"/>
        <pc:sldMkLst>
          <pc:docMk/>
          <pc:sldMk cId="2772527113" sldId="259"/>
        </pc:sldMkLst>
        <pc:spChg chg="mod">
          <ac:chgData name="White, Whitney" userId="65f39021-2f1d-4d8b-87dc-b123826f65bf" providerId="ADAL" clId="{140E64EB-5788-44D1-B1B9-667337AD0A69}" dt="2022-08-04T14:00:04.751" v="79" actId="12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40E64EB-5788-44D1-B1B9-667337AD0A69}" dt="2022-08-04T14:04:28.466" v="606" actId="403"/>
        <pc:sldMkLst>
          <pc:docMk/>
          <pc:sldMk cId="2147408764" sldId="260"/>
        </pc:sldMkLst>
        <pc:spChg chg="mod">
          <ac:chgData name="White, Whitney" userId="65f39021-2f1d-4d8b-87dc-b123826f65bf" providerId="ADAL" clId="{140E64EB-5788-44D1-B1B9-667337AD0A69}" dt="2022-08-04T14:04:28.466" v="606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140E64EB-5788-44D1-B1B9-667337AD0A69}" dt="2022-08-04T14:01:20.433" v="336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140E64EB-5788-44D1-B1B9-667337AD0A69}" dt="2022-08-04T14:04:10.497" v="602" actId="47"/>
        <pc:sldMkLst>
          <pc:docMk/>
          <pc:sldMk cId="4170921578" sldId="262"/>
        </pc:sldMkLst>
      </pc:sldChg>
      <pc:sldChg chg="modSp mod">
        <pc:chgData name="White, Whitney" userId="65f39021-2f1d-4d8b-87dc-b123826f65bf" providerId="ADAL" clId="{140E64EB-5788-44D1-B1B9-667337AD0A69}" dt="2022-08-04T14:03:51.603" v="601" actId="207"/>
        <pc:sldMkLst>
          <pc:docMk/>
          <pc:sldMk cId="1163931679" sldId="263"/>
        </pc:sldMkLst>
        <pc:spChg chg="mod">
          <ac:chgData name="White, Whitney" userId="65f39021-2f1d-4d8b-87dc-b123826f65bf" providerId="ADAL" clId="{140E64EB-5788-44D1-B1B9-667337AD0A69}" dt="2022-08-04T14:03:39.294" v="596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40E64EB-5788-44D1-B1B9-667337AD0A69}" dt="2022-08-04T14:03:51.603" v="601" actId="207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140E64EB-5788-44D1-B1B9-667337AD0A69}" dt="2022-08-04T14:03:22.970" v="549" actId="12"/>
        <pc:sldMkLst>
          <pc:docMk/>
          <pc:sldMk cId="3493109116" sldId="264"/>
        </pc:sldMkLst>
        <pc:spChg chg="mod">
          <ac:chgData name="White, Whitney" userId="65f39021-2f1d-4d8b-87dc-b123826f65bf" providerId="ADAL" clId="{140E64EB-5788-44D1-B1B9-667337AD0A69}" dt="2022-08-04T14:02:17.399" v="395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40E64EB-5788-44D1-B1B9-667337AD0A69}" dt="2022-08-04T14:03:22.970" v="549" actId="12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First Impressions: Introducing Yourself to Students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A9B6B-F35A-F32F-F89B-8AF232B3EFA9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1C, 1E, 1I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pply professional conduct and communication to plan an introduction speech to a group of students.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Describe your background (Where are you from? Where did you grow up? Information about your family? etc.)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are your hobbies and interests? List 3.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a personal goal of yours for the future?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Three Components of a Teacher’s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warm and welcoming environment</a:t>
            </a:r>
          </a:p>
          <a:p>
            <a:r>
              <a:rPr lang="en-US" dirty="0"/>
              <a:t>Classroom expectations, rules, grading, and class goals</a:t>
            </a:r>
          </a:p>
          <a:p>
            <a:r>
              <a:rPr lang="en-US" dirty="0"/>
              <a:t>Personal introduction/background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What Makes an Effective Introductory 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effective introductory speech is clearly and thoroughly communicated, and it leaves a positive and lasting impression on the students.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 on your introduction speech written today.  Assess yourself on your effectiveness (1-not effective at all, 5-highly effective) in each of the following categories and provide evidence for your rating.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206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Practicum in Education and Training| Unit 2: The Professional Educator | Lesson 2.04</vt:lpstr>
      <vt:lpstr>TEKS Standards &amp; Objectives</vt:lpstr>
      <vt:lpstr>Bellringer</vt:lpstr>
      <vt:lpstr>Three Components of a Teacher’s Introduction</vt:lpstr>
      <vt:lpstr>What Makes an Effective Introductory Speech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2.04: First Impressions-Introducing Yourself to Students</dc:title>
  <dc:subject>Lesson 2.04: First Impressions-Introducing Yourself to Students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2023-08-31T19:37:21Z</dcterms:modified>
</cp:coreProperties>
</file>
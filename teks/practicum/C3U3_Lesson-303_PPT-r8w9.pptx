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4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ls, Nicole" userId="635ffad0-149b-4734-875d-ab8f60d68deb" providerId="ADAL" clId="{DDFD4A29-A952-4080-A144-ABC7E9EBC4ED}"/>
    <pc:docChg chg="undo custSel addSld delSld modSld">
      <pc:chgData name="Mills, Nicole" userId="635ffad0-149b-4734-875d-ab8f60d68deb" providerId="ADAL" clId="{DDFD4A29-A952-4080-A144-ABC7E9EBC4ED}" dt="2022-12-02T19:50:46.290" v="48" actId="20577"/>
      <pc:docMkLst>
        <pc:docMk/>
      </pc:docMkLst>
      <pc:sldChg chg="modSp mod">
        <pc:chgData name="Mills, Nicole" userId="635ffad0-149b-4734-875d-ab8f60d68deb" providerId="ADAL" clId="{DDFD4A29-A952-4080-A144-ABC7E9EBC4ED}" dt="2022-12-02T19:48:21.195" v="3" actId="20577"/>
        <pc:sldMkLst>
          <pc:docMk/>
          <pc:sldMk cId="1482277026" sldId="256"/>
        </pc:sldMkLst>
        <pc:spChg chg="mod">
          <ac:chgData name="Mills, Nicole" userId="635ffad0-149b-4734-875d-ab8f60d68deb" providerId="ADAL" clId="{DDFD4A29-A952-4080-A144-ABC7E9EBC4ED}" dt="2022-12-02T19:48:21.195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ills, Nicole" userId="635ffad0-149b-4734-875d-ab8f60d68deb" providerId="ADAL" clId="{DDFD4A29-A952-4080-A144-ABC7E9EBC4ED}" dt="2022-12-02T19:48:17.935" v="1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Sp modSp mod">
        <pc:chgData name="Mills, Nicole" userId="635ffad0-149b-4734-875d-ab8f60d68deb" providerId="ADAL" clId="{DDFD4A29-A952-4080-A144-ABC7E9EBC4ED}" dt="2022-12-02T19:49:08.306" v="11" actId="20577"/>
        <pc:sldMkLst>
          <pc:docMk/>
          <pc:sldMk cId="4071305681" sldId="258"/>
        </pc:sldMkLst>
        <pc:spChg chg="mod">
          <ac:chgData name="Mills, Nicole" userId="635ffad0-149b-4734-875d-ab8f60d68deb" providerId="ADAL" clId="{DDFD4A29-A952-4080-A144-ABC7E9EBC4ED}" dt="2022-12-02T19:49:08.306" v="11" actId="20577"/>
          <ac:spMkLst>
            <pc:docMk/>
            <pc:sldMk cId="4071305681" sldId="258"/>
            <ac:spMk id="3" creationId="{392BE286-77A6-49DD-B15D-7E4718D52FE7}"/>
          </ac:spMkLst>
        </pc:spChg>
        <pc:picChg chg="del">
          <ac:chgData name="Mills, Nicole" userId="635ffad0-149b-4734-875d-ab8f60d68deb" providerId="ADAL" clId="{DDFD4A29-A952-4080-A144-ABC7E9EBC4ED}" dt="2022-12-02T19:48:53.659" v="8" actId="478"/>
          <ac:picMkLst>
            <pc:docMk/>
            <pc:sldMk cId="4071305681" sldId="258"/>
            <ac:picMk id="5" creationId="{821B9A3C-4F39-4F46-BE7E-C8DE3FF08FD4}"/>
          </ac:picMkLst>
        </pc:picChg>
        <pc:picChg chg="del">
          <ac:chgData name="Mills, Nicole" userId="635ffad0-149b-4734-875d-ab8f60d68deb" providerId="ADAL" clId="{DDFD4A29-A952-4080-A144-ABC7E9EBC4ED}" dt="2022-12-02T19:48:53.122" v="7" actId="478"/>
          <ac:picMkLst>
            <pc:docMk/>
            <pc:sldMk cId="4071305681" sldId="258"/>
            <ac:picMk id="6" creationId="{B14F3196-657F-481A-A776-75995DFFEFBB}"/>
          </ac:picMkLst>
        </pc:picChg>
      </pc:sldChg>
      <pc:sldChg chg="modSp mod">
        <pc:chgData name="Mills, Nicole" userId="635ffad0-149b-4734-875d-ab8f60d68deb" providerId="ADAL" clId="{DDFD4A29-A952-4080-A144-ABC7E9EBC4ED}" dt="2022-12-02T19:48:39.133" v="6" actId="20577"/>
        <pc:sldMkLst>
          <pc:docMk/>
          <pc:sldMk cId="2772527113" sldId="259"/>
        </pc:sldMkLst>
        <pc:spChg chg="mod">
          <ac:chgData name="Mills, Nicole" userId="635ffad0-149b-4734-875d-ab8f60d68deb" providerId="ADAL" clId="{DDFD4A29-A952-4080-A144-ABC7E9EBC4ED}" dt="2022-12-02T19:48:39.133" v="6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del">
        <pc:chgData name="Mills, Nicole" userId="635ffad0-149b-4734-875d-ab8f60d68deb" providerId="ADAL" clId="{DDFD4A29-A952-4080-A144-ABC7E9EBC4ED}" dt="2022-12-02T19:49:26.706" v="12" actId="47"/>
        <pc:sldMkLst>
          <pc:docMk/>
          <pc:sldMk cId="3054216349" sldId="261"/>
        </pc:sldMkLst>
      </pc:sldChg>
      <pc:sldChg chg="addSp delSp modSp add del mod delAnim modAnim">
        <pc:chgData name="Mills, Nicole" userId="635ffad0-149b-4734-875d-ab8f60d68deb" providerId="ADAL" clId="{DDFD4A29-A952-4080-A144-ABC7E9EBC4ED}" dt="2022-12-02T19:50:30.654" v="37" actId="47"/>
        <pc:sldMkLst>
          <pc:docMk/>
          <pc:sldMk cId="3493109116" sldId="264"/>
        </pc:sldMkLst>
        <pc:spChg chg="mod">
          <ac:chgData name="Mills, Nicole" userId="635ffad0-149b-4734-875d-ab8f60d68deb" providerId="ADAL" clId="{DDFD4A29-A952-4080-A144-ABC7E9EBC4ED}" dt="2022-12-02T19:49:34.634" v="28" actId="20577"/>
          <ac:spMkLst>
            <pc:docMk/>
            <pc:sldMk cId="3493109116" sldId="264"/>
            <ac:spMk id="2" creationId="{D7836664-70C0-47BA-9BFF-496A04EBBFDE}"/>
          </ac:spMkLst>
        </pc:spChg>
        <pc:spChg chg="del">
          <ac:chgData name="Mills, Nicole" userId="635ffad0-149b-4734-875d-ab8f60d68deb" providerId="ADAL" clId="{DDFD4A29-A952-4080-A144-ABC7E9EBC4ED}" dt="2022-12-02T19:49:38.222" v="30" actId="478"/>
          <ac:spMkLst>
            <pc:docMk/>
            <pc:sldMk cId="3493109116" sldId="264"/>
            <ac:spMk id="6" creationId="{C5C78547-95DE-4E20-954C-7BB34E773041}"/>
          </ac:spMkLst>
        </pc:spChg>
        <pc:spChg chg="add del mod">
          <ac:chgData name="Mills, Nicole" userId="635ffad0-149b-4734-875d-ab8f60d68deb" providerId="ADAL" clId="{DDFD4A29-A952-4080-A144-ABC7E9EBC4ED}" dt="2022-12-02T19:49:45.235" v="31" actId="478"/>
          <ac:spMkLst>
            <pc:docMk/>
            <pc:sldMk cId="3493109116" sldId="264"/>
            <ac:spMk id="7" creationId="{356862D0-25CE-4E02-8922-FB2F4173A3A7}"/>
          </ac:spMkLst>
        </pc:spChg>
        <pc:picChg chg="del">
          <ac:chgData name="Mills, Nicole" userId="635ffad0-149b-4734-875d-ab8f60d68deb" providerId="ADAL" clId="{DDFD4A29-A952-4080-A144-ABC7E9EBC4ED}" dt="2022-12-02T19:49:36.362" v="29" actId="478"/>
          <ac:picMkLst>
            <pc:docMk/>
            <pc:sldMk cId="3493109116" sldId="264"/>
            <ac:picMk id="5" creationId="{B9763EB5-3487-4BAE-9CC6-BDC11DCB3800}"/>
          </ac:picMkLst>
        </pc:picChg>
        <pc:picChg chg="add mod">
          <ac:chgData name="Mills, Nicole" userId="635ffad0-149b-4734-875d-ab8f60d68deb" providerId="ADAL" clId="{DDFD4A29-A952-4080-A144-ABC7E9EBC4ED}" dt="2022-12-02T19:50:07.162" v="35" actId="1076"/>
          <ac:picMkLst>
            <pc:docMk/>
            <pc:sldMk cId="3493109116" sldId="264"/>
            <ac:picMk id="8" creationId="{30ACBC68-CBED-4EAE-ADF7-C74881DE47A9}"/>
          </ac:picMkLst>
        </pc:picChg>
      </pc:sldChg>
      <pc:sldChg chg="modSp mod">
        <pc:chgData name="Mills, Nicole" userId="635ffad0-149b-4734-875d-ab8f60d68deb" providerId="ADAL" clId="{DDFD4A29-A952-4080-A144-ABC7E9EBC4ED}" dt="2022-12-02T19:50:46.290" v="48" actId="20577"/>
        <pc:sldMkLst>
          <pc:docMk/>
          <pc:sldMk cId="1936015983" sldId="266"/>
        </pc:sldMkLst>
        <pc:spChg chg="mod">
          <ac:chgData name="Mills, Nicole" userId="635ffad0-149b-4734-875d-ab8f60d68deb" providerId="ADAL" clId="{DDFD4A29-A952-4080-A144-ABC7E9EBC4ED}" dt="2022-12-02T19:50:46.290" v="48" actId="20577"/>
          <ac:spMkLst>
            <pc:docMk/>
            <pc:sldMk cId="1936015983" sldId="266"/>
            <ac:spMk id="3" creationId="{49F2A5AF-3C0B-4968-A438-E435325199EA}"/>
          </ac:spMkLst>
        </pc:spChg>
      </pc:sldChg>
      <pc:sldChg chg="del">
        <pc:chgData name="Mills, Nicole" userId="635ffad0-149b-4734-875d-ab8f60d68deb" providerId="ADAL" clId="{DDFD4A29-A952-4080-A144-ABC7E9EBC4ED}" dt="2022-12-02T19:50:32.248" v="38" actId="47"/>
        <pc:sldMkLst>
          <pc:docMk/>
          <pc:sldMk cId="1505145182" sldId="270"/>
        </pc:sldMkLst>
      </pc:sldChg>
      <pc:sldChg chg="del">
        <pc:chgData name="Mills, Nicole" userId="635ffad0-149b-4734-875d-ab8f60d68deb" providerId="ADAL" clId="{DDFD4A29-A952-4080-A144-ABC7E9EBC4ED}" dt="2022-12-02T19:50:33.697" v="39" actId="47"/>
        <pc:sldMkLst>
          <pc:docMk/>
          <pc:sldMk cId="4239531514" sldId="271"/>
        </pc:sldMkLst>
      </pc:sldChg>
    </pc:docChg>
  </pc:docChgLst>
  <pc:docChgLst>
    <pc:chgData name="Veenis, Sierra" userId="S::sveenis@rti.org::200c9325-9a6d-4db1-8535-3c88a644c387" providerId="AD" clId="Web-{84A72561-782D-C94B-5BAA-77FB057B522C}"/>
    <pc:docChg chg="modSld">
      <pc:chgData name="Veenis, Sierra" userId="S::sveenis@rti.org::200c9325-9a6d-4db1-8535-3c88a644c387" providerId="AD" clId="Web-{84A72561-782D-C94B-5BAA-77FB057B522C}" dt="2023-06-15T18:32:14.327" v="13"/>
      <pc:docMkLst>
        <pc:docMk/>
      </pc:docMkLst>
      <pc:sldChg chg="addSp delSp modSp">
        <pc:chgData name="Veenis, Sierra" userId="S::sveenis@rti.org::200c9325-9a6d-4db1-8535-3c88a644c387" providerId="AD" clId="Web-{84A72561-782D-C94B-5BAA-77FB057B522C}" dt="2023-06-15T18:32:05.702" v="9"/>
        <pc:sldMkLst>
          <pc:docMk/>
          <pc:sldMk cId="4071305681" sldId="258"/>
        </pc:sldMkLst>
        <pc:spChg chg="del mod">
          <ac:chgData name="Veenis, Sierra" userId="S::sveenis@rti.org::200c9325-9a6d-4db1-8535-3c88a644c387" providerId="AD" clId="Web-{84A72561-782D-C94B-5BAA-77FB057B522C}" dt="2023-06-15T18:32:05.280" v="8"/>
          <ac:spMkLst>
            <pc:docMk/>
            <pc:sldMk cId="4071305681" sldId="258"/>
            <ac:spMk id="6" creationId="{BDF0B200-CAA0-8835-B824-33B58F3C4814}"/>
          </ac:spMkLst>
        </pc:spChg>
        <pc:spChg chg="add">
          <ac:chgData name="Veenis, Sierra" userId="S::sveenis@rti.org::200c9325-9a6d-4db1-8535-3c88a644c387" providerId="AD" clId="Web-{84A72561-782D-C94B-5BAA-77FB057B522C}" dt="2023-06-15T18:32:05.702" v="9"/>
          <ac:spMkLst>
            <pc:docMk/>
            <pc:sldMk cId="4071305681" sldId="258"/>
            <ac:spMk id="7" creationId="{3C7A3982-8DBD-8D81-30A2-647855E066C9}"/>
          </ac:spMkLst>
        </pc:spChg>
      </pc:sldChg>
      <pc:sldChg chg="modSp">
        <pc:chgData name="Veenis, Sierra" userId="S::sveenis@rti.org::200c9325-9a6d-4db1-8535-3c88a644c387" providerId="AD" clId="Web-{84A72561-782D-C94B-5BAA-77FB057B522C}" dt="2023-06-15T18:31:54.795" v="6" actId="20577"/>
        <pc:sldMkLst>
          <pc:docMk/>
          <pc:sldMk cId="2772527113" sldId="259"/>
        </pc:sldMkLst>
        <pc:spChg chg="mod">
          <ac:chgData name="Veenis, Sierra" userId="S::sveenis@rti.org::200c9325-9a6d-4db1-8535-3c88a644c387" providerId="AD" clId="Web-{84A72561-782D-C94B-5BAA-77FB057B522C}" dt="2023-06-15T18:31:54.795" v="6" actId="20577"/>
          <ac:spMkLst>
            <pc:docMk/>
            <pc:sldMk cId="2772527113" sldId="259"/>
            <ac:spMk id="6" creationId="{BDF0B200-CAA0-8835-B824-33B58F3C4814}"/>
          </ac:spMkLst>
        </pc:spChg>
      </pc:sldChg>
      <pc:sldChg chg="addSp delSp">
        <pc:chgData name="Veenis, Sierra" userId="S::sveenis@rti.org::200c9325-9a6d-4db1-8535-3c88a644c387" providerId="AD" clId="Web-{84A72561-782D-C94B-5BAA-77FB057B522C}" dt="2023-06-15T18:32:10.405" v="11"/>
        <pc:sldMkLst>
          <pc:docMk/>
          <pc:sldMk cId="3493109116" sldId="264"/>
        </pc:sldMkLst>
        <pc:spChg chg="del">
          <ac:chgData name="Veenis, Sierra" userId="S::sveenis@rti.org::200c9325-9a6d-4db1-8535-3c88a644c387" providerId="AD" clId="Web-{84A72561-782D-C94B-5BAA-77FB057B522C}" dt="2023-06-15T18:32:10.171" v="10"/>
          <ac:spMkLst>
            <pc:docMk/>
            <pc:sldMk cId="3493109116" sldId="264"/>
            <ac:spMk id="5" creationId="{BDF0B200-CAA0-8835-B824-33B58F3C4814}"/>
          </ac:spMkLst>
        </pc:spChg>
        <pc:spChg chg="add">
          <ac:chgData name="Veenis, Sierra" userId="S::sveenis@rti.org::200c9325-9a6d-4db1-8535-3c88a644c387" providerId="AD" clId="Web-{84A72561-782D-C94B-5BAA-77FB057B522C}" dt="2023-06-15T18:32:10.405" v="11"/>
          <ac:spMkLst>
            <pc:docMk/>
            <pc:sldMk cId="3493109116" sldId="264"/>
            <ac:spMk id="6" creationId="{301F0778-7E7B-61FA-381F-785192F02BF5}"/>
          </ac:spMkLst>
        </pc:spChg>
      </pc:sldChg>
      <pc:sldChg chg="addSp delSp">
        <pc:chgData name="Veenis, Sierra" userId="S::sveenis@rti.org::200c9325-9a6d-4db1-8535-3c88a644c387" providerId="AD" clId="Web-{84A72561-782D-C94B-5BAA-77FB057B522C}" dt="2023-06-15T18:32:14.327" v="13"/>
        <pc:sldMkLst>
          <pc:docMk/>
          <pc:sldMk cId="1936015983" sldId="266"/>
        </pc:sldMkLst>
        <pc:spChg chg="del">
          <ac:chgData name="Veenis, Sierra" userId="S::sveenis@rti.org::200c9325-9a6d-4db1-8535-3c88a644c387" providerId="AD" clId="Web-{84A72561-782D-C94B-5BAA-77FB057B522C}" dt="2023-06-15T18:32:13.936" v="12"/>
          <ac:spMkLst>
            <pc:docMk/>
            <pc:sldMk cId="1936015983" sldId="266"/>
            <ac:spMk id="6" creationId="{BDF0B200-CAA0-8835-B824-33B58F3C4814}"/>
          </ac:spMkLst>
        </pc:spChg>
        <pc:spChg chg="add">
          <ac:chgData name="Veenis, Sierra" userId="S::sveenis@rti.org::200c9325-9a6d-4db1-8535-3c88a644c387" providerId="AD" clId="Web-{84A72561-782D-C94B-5BAA-77FB057B522C}" dt="2023-06-15T18:32:14.327" v="13"/>
          <ac:spMkLst>
            <pc:docMk/>
            <pc:sldMk cId="1936015983" sldId="266"/>
            <ac:spMk id="7" creationId="{CB93FA98-7060-9D97-9915-3208F970C0B7}"/>
          </ac:spMkLst>
        </pc:spChg>
      </pc:sldChg>
    </pc:docChg>
  </pc:docChgLst>
  <pc:docChgLst>
    <pc:chgData name="Veenis, Sierra" userId="S::sveenis@rti.org::200c9325-9a6d-4db1-8535-3c88a644c387" providerId="AD" clId="Web-{950A197B-5411-C174-D4B0-8939B700BC53}"/>
    <pc:docChg chg="modSld">
      <pc:chgData name="Veenis, Sierra" userId="S::sveenis@rti.org::200c9325-9a6d-4db1-8535-3c88a644c387" providerId="AD" clId="Web-{950A197B-5411-C174-D4B0-8939B700BC53}" dt="2023-06-15T15:50:20.185" v="39"/>
      <pc:docMkLst>
        <pc:docMk/>
      </pc:docMkLst>
      <pc:sldChg chg="addSp delSp modSp">
        <pc:chgData name="Veenis, Sierra" userId="S::sveenis@rti.org::200c9325-9a6d-4db1-8535-3c88a644c387" providerId="AD" clId="Web-{950A197B-5411-C174-D4B0-8939B700BC53}" dt="2023-06-15T15:49:26.965" v="29" actId="14100"/>
        <pc:sldMkLst>
          <pc:docMk/>
          <pc:sldMk cId="1482277026" sldId="256"/>
        </pc:sldMkLst>
        <pc:spChg chg="mod">
          <ac:chgData name="Veenis, Sierra" userId="S::sveenis@rti.org::200c9325-9a6d-4db1-8535-3c88a644c387" providerId="AD" clId="Web-{950A197B-5411-C174-D4B0-8939B700BC53}" dt="2023-06-15T15:48:38.839" v="6" actId="1076"/>
          <ac:spMkLst>
            <pc:docMk/>
            <pc:sldMk cId="1482277026" sldId="256"/>
            <ac:spMk id="2" creationId="{BFFCF5BD-F8FF-4A67-A8B6-EBB21E79279B}"/>
          </ac:spMkLst>
        </pc:spChg>
        <pc:spChg chg="add del mod">
          <ac:chgData name="Veenis, Sierra" userId="S::sveenis@rti.org::200c9325-9a6d-4db1-8535-3c88a644c387" providerId="AD" clId="Web-{950A197B-5411-C174-D4B0-8939B700BC53}" dt="2023-06-15T15:49:01.027" v="17"/>
          <ac:spMkLst>
            <pc:docMk/>
            <pc:sldMk cId="1482277026" sldId="256"/>
            <ac:spMk id="4" creationId="{FD727FB9-C6DA-3192-6C1F-2D9AB1F10278}"/>
          </ac:spMkLst>
        </pc:spChg>
        <pc:spChg chg="add del mod">
          <ac:chgData name="Veenis, Sierra" userId="S::sveenis@rti.org::200c9325-9a6d-4db1-8535-3c88a644c387" providerId="AD" clId="Web-{950A197B-5411-C174-D4B0-8939B700BC53}" dt="2023-06-15T15:49:14.887" v="25"/>
          <ac:spMkLst>
            <pc:docMk/>
            <pc:sldMk cId="1482277026" sldId="256"/>
            <ac:spMk id="5" creationId="{F95FA86E-0831-E35F-12A9-6BA05A7EFF23}"/>
          </ac:spMkLst>
        </pc:spChg>
        <pc:spChg chg="add del mod">
          <ac:chgData name="Veenis, Sierra" userId="S::sveenis@rti.org::200c9325-9a6d-4db1-8535-3c88a644c387" providerId="AD" clId="Web-{950A197B-5411-C174-D4B0-8939B700BC53}" dt="2023-06-15T15:49:14.012" v="23"/>
          <ac:spMkLst>
            <pc:docMk/>
            <pc:sldMk cId="1482277026" sldId="256"/>
            <ac:spMk id="6" creationId="{F423BB71-C3F6-1F9C-2069-1DC8076E6AEC}"/>
          </ac:spMkLst>
        </pc:spChg>
        <pc:spChg chg="add mod">
          <ac:chgData name="Veenis, Sierra" userId="S::sveenis@rti.org::200c9325-9a6d-4db1-8535-3c88a644c387" providerId="AD" clId="Web-{950A197B-5411-C174-D4B0-8939B700BC53}" dt="2023-06-15T15:49:26.965" v="29" actId="14100"/>
          <ac:spMkLst>
            <pc:docMk/>
            <pc:sldMk cId="1482277026" sldId="256"/>
            <ac:spMk id="7" creationId="{56B1ADE0-F5E6-A69A-C148-52668668ECE9}"/>
          </ac:spMkLst>
        </pc:spChg>
      </pc:sldChg>
      <pc:sldChg chg="addSp delSp">
        <pc:chgData name="Veenis, Sierra" userId="S::sveenis@rti.org::200c9325-9a6d-4db1-8535-3c88a644c387" providerId="AD" clId="Web-{950A197B-5411-C174-D4B0-8939B700BC53}" dt="2023-06-15T15:50:01.560" v="33"/>
        <pc:sldMkLst>
          <pc:docMk/>
          <pc:sldMk cId="4071305681" sldId="258"/>
        </pc:sldMkLst>
        <pc:spChg chg="del">
          <ac:chgData name="Veenis, Sierra" userId="S::sveenis@rti.org::200c9325-9a6d-4db1-8535-3c88a644c387" providerId="AD" clId="Web-{950A197B-5411-C174-D4B0-8939B700BC53}" dt="2023-06-15T15:50:00.763" v="32"/>
          <ac:spMkLst>
            <pc:docMk/>
            <pc:sldMk cId="4071305681" sldId="258"/>
            <ac:spMk id="4" creationId="{2DC7D18A-F106-4CA1-A59B-DE4084E585CF}"/>
          </ac:spMkLst>
        </pc:spChg>
        <pc:spChg chg="add">
          <ac:chgData name="Veenis, Sierra" userId="S::sveenis@rti.org::200c9325-9a6d-4db1-8535-3c88a644c387" providerId="AD" clId="Web-{950A197B-5411-C174-D4B0-8939B700BC53}" dt="2023-06-15T15:50:01.560" v="33"/>
          <ac:spMkLst>
            <pc:docMk/>
            <pc:sldMk cId="4071305681" sldId="258"/>
            <ac:spMk id="5" creationId="{63868A6A-1F0E-1189-E5C0-95F35980C9F4}"/>
          </ac:spMkLst>
        </pc:spChg>
        <pc:spChg chg="add">
          <ac:chgData name="Veenis, Sierra" userId="S::sveenis@rti.org::200c9325-9a6d-4db1-8535-3c88a644c387" providerId="AD" clId="Web-{950A197B-5411-C174-D4B0-8939B700BC53}" dt="2023-06-15T15:50:01.560" v="33"/>
          <ac:spMkLst>
            <pc:docMk/>
            <pc:sldMk cId="4071305681" sldId="258"/>
            <ac:spMk id="6" creationId="{BDF0B200-CAA0-8835-B824-33B58F3C4814}"/>
          </ac:spMkLst>
        </pc:spChg>
      </pc:sldChg>
      <pc:sldChg chg="addSp delSp modSp">
        <pc:chgData name="Veenis, Sierra" userId="S::sveenis@rti.org::200c9325-9a6d-4db1-8535-3c88a644c387" providerId="AD" clId="Web-{950A197B-5411-C174-D4B0-8939B700BC53}" dt="2023-06-15T15:49:54.731" v="31"/>
        <pc:sldMkLst>
          <pc:docMk/>
          <pc:sldMk cId="2772527113" sldId="259"/>
        </pc:sldMkLst>
        <pc:spChg chg="mod">
          <ac:chgData name="Veenis, Sierra" userId="S::sveenis@rti.org::200c9325-9a6d-4db1-8535-3c88a644c387" providerId="AD" clId="Web-{950A197B-5411-C174-D4B0-8939B700BC53}" dt="2023-06-15T15:48:34.167" v="5" actId="20577"/>
          <ac:spMkLst>
            <pc:docMk/>
            <pc:sldMk cId="2772527113" sldId="259"/>
            <ac:spMk id="3" creationId="{8CE08C7F-0286-423B-92F7-DEB89F31111A}"/>
          </ac:spMkLst>
        </pc:spChg>
        <pc:spChg chg="del">
          <ac:chgData name="Veenis, Sierra" userId="S::sveenis@rti.org::200c9325-9a6d-4db1-8535-3c88a644c387" providerId="AD" clId="Web-{950A197B-5411-C174-D4B0-8939B700BC53}" dt="2023-06-15T15:49:54.325" v="30"/>
          <ac:spMkLst>
            <pc:docMk/>
            <pc:sldMk cId="2772527113" sldId="259"/>
            <ac:spMk id="4" creationId="{FD0EEDDD-3DDC-4909-AF99-60870B25C0CC}"/>
          </ac:spMkLst>
        </pc:spChg>
        <pc:spChg chg="add">
          <ac:chgData name="Veenis, Sierra" userId="S::sveenis@rti.org::200c9325-9a6d-4db1-8535-3c88a644c387" providerId="AD" clId="Web-{950A197B-5411-C174-D4B0-8939B700BC53}" dt="2023-06-15T15:49:54.731" v="31"/>
          <ac:spMkLst>
            <pc:docMk/>
            <pc:sldMk cId="2772527113" sldId="259"/>
            <ac:spMk id="5" creationId="{63868A6A-1F0E-1189-E5C0-95F35980C9F4}"/>
          </ac:spMkLst>
        </pc:spChg>
        <pc:spChg chg="add">
          <ac:chgData name="Veenis, Sierra" userId="S::sveenis@rti.org::200c9325-9a6d-4db1-8535-3c88a644c387" providerId="AD" clId="Web-{950A197B-5411-C174-D4B0-8939B700BC53}" dt="2023-06-15T15:49:54.731" v="31"/>
          <ac:spMkLst>
            <pc:docMk/>
            <pc:sldMk cId="2772527113" sldId="259"/>
            <ac:spMk id="6" creationId="{BDF0B200-CAA0-8835-B824-33B58F3C4814}"/>
          </ac:spMkLst>
        </pc:spChg>
      </pc:sldChg>
      <pc:sldChg chg="addSp delSp modSp">
        <pc:chgData name="Veenis, Sierra" userId="S::sveenis@rti.org::200c9325-9a6d-4db1-8535-3c88a644c387" providerId="AD" clId="Web-{950A197B-5411-C174-D4B0-8939B700BC53}" dt="2023-06-15T15:50:15.529" v="37"/>
        <pc:sldMkLst>
          <pc:docMk/>
          <pc:sldMk cId="3493109116" sldId="264"/>
        </pc:sldMkLst>
        <pc:spChg chg="add">
          <ac:chgData name="Veenis, Sierra" userId="S::sveenis@rti.org::200c9325-9a6d-4db1-8535-3c88a644c387" providerId="AD" clId="Web-{950A197B-5411-C174-D4B0-8939B700BC53}" dt="2023-06-15T15:50:15.529" v="37"/>
          <ac:spMkLst>
            <pc:docMk/>
            <pc:sldMk cId="3493109116" sldId="264"/>
            <ac:spMk id="3" creationId="{63868A6A-1F0E-1189-E5C0-95F35980C9F4}"/>
          </ac:spMkLst>
        </pc:spChg>
        <pc:spChg chg="del mod">
          <ac:chgData name="Veenis, Sierra" userId="S::sveenis@rti.org::200c9325-9a6d-4db1-8535-3c88a644c387" providerId="AD" clId="Web-{950A197B-5411-C174-D4B0-8939B700BC53}" dt="2023-06-15T15:50:14.357" v="36"/>
          <ac:spMkLst>
            <pc:docMk/>
            <pc:sldMk cId="3493109116" sldId="264"/>
            <ac:spMk id="4" creationId="{F767700B-954E-42AD-AD69-9CC1C5B510A5}"/>
          </ac:spMkLst>
        </pc:spChg>
        <pc:spChg chg="add">
          <ac:chgData name="Veenis, Sierra" userId="S::sveenis@rti.org::200c9325-9a6d-4db1-8535-3c88a644c387" providerId="AD" clId="Web-{950A197B-5411-C174-D4B0-8939B700BC53}" dt="2023-06-15T15:50:15.529" v="37"/>
          <ac:spMkLst>
            <pc:docMk/>
            <pc:sldMk cId="3493109116" sldId="264"/>
            <ac:spMk id="5" creationId="{BDF0B200-CAA0-8835-B824-33B58F3C4814}"/>
          </ac:spMkLst>
        </pc:spChg>
        <pc:picChg chg="mod">
          <ac:chgData name="Veenis, Sierra" userId="S::sveenis@rti.org::200c9325-9a6d-4db1-8535-3c88a644c387" providerId="AD" clId="Web-{950A197B-5411-C174-D4B0-8939B700BC53}" dt="2023-06-15T15:50:08.919" v="34" actId="1076"/>
          <ac:picMkLst>
            <pc:docMk/>
            <pc:sldMk cId="3493109116" sldId="264"/>
            <ac:picMk id="8" creationId="{30ACBC68-CBED-4EAE-ADF7-C74881DE47A9}"/>
          </ac:picMkLst>
        </pc:picChg>
      </pc:sldChg>
      <pc:sldChg chg="addSp delSp">
        <pc:chgData name="Veenis, Sierra" userId="S::sveenis@rti.org::200c9325-9a6d-4db1-8535-3c88a644c387" providerId="AD" clId="Web-{950A197B-5411-C174-D4B0-8939B700BC53}" dt="2023-06-15T15:50:20.185" v="39"/>
        <pc:sldMkLst>
          <pc:docMk/>
          <pc:sldMk cId="1936015983" sldId="266"/>
        </pc:sldMkLst>
        <pc:spChg chg="del">
          <ac:chgData name="Veenis, Sierra" userId="S::sveenis@rti.org::200c9325-9a6d-4db1-8535-3c88a644c387" providerId="AD" clId="Web-{950A197B-5411-C174-D4B0-8939B700BC53}" dt="2023-06-15T15:50:19.685" v="38"/>
          <ac:spMkLst>
            <pc:docMk/>
            <pc:sldMk cId="1936015983" sldId="266"/>
            <ac:spMk id="4" creationId="{00210221-3F4A-4187-A674-5BB2A5218FDE}"/>
          </ac:spMkLst>
        </pc:spChg>
        <pc:spChg chg="add">
          <ac:chgData name="Veenis, Sierra" userId="S::sveenis@rti.org::200c9325-9a6d-4db1-8535-3c88a644c387" providerId="AD" clId="Web-{950A197B-5411-C174-D4B0-8939B700BC53}" dt="2023-06-15T15:50:20.185" v="39"/>
          <ac:spMkLst>
            <pc:docMk/>
            <pc:sldMk cId="1936015983" sldId="266"/>
            <ac:spMk id="5" creationId="{63868A6A-1F0E-1189-E5C0-95F35980C9F4}"/>
          </ac:spMkLst>
        </pc:spChg>
        <pc:spChg chg="add">
          <ac:chgData name="Veenis, Sierra" userId="S::sveenis@rti.org::200c9325-9a6d-4db1-8535-3c88a644c387" providerId="AD" clId="Web-{950A197B-5411-C174-D4B0-8939B700BC53}" dt="2023-06-15T15:50:20.185" v="39"/>
          <ac:spMkLst>
            <pc:docMk/>
            <pc:sldMk cId="1936015983" sldId="266"/>
            <ac:spMk id="6" creationId="{BDF0B200-CAA0-8835-B824-33B58F3C4814}"/>
          </ac:spMkLst>
        </pc:spChg>
      </pc:sldChg>
    </pc:docChg>
  </pc:docChgLst>
  <pc:docChgLst>
    <pc:chgData name="White (she/her), Whitney" userId="65f39021-2f1d-4d8b-87dc-b123826f65bf" providerId="ADAL" clId="{D9A398FC-C6E3-4D34-8618-C447D5DDA7AB}"/>
    <pc:docChg chg="modSld">
      <pc:chgData name="White (she/her), Whitney" userId="65f39021-2f1d-4d8b-87dc-b123826f65bf" providerId="ADAL" clId="{D9A398FC-C6E3-4D34-8618-C447D5DDA7AB}" dt="2023-08-19T00:40:45.318" v="9" actId="1076"/>
      <pc:docMkLst>
        <pc:docMk/>
      </pc:docMkLst>
      <pc:sldChg chg="modSp mod">
        <pc:chgData name="White (she/her), Whitney" userId="65f39021-2f1d-4d8b-87dc-b123826f65bf" providerId="ADAL" clId="{D9A398FC-C6E3-4D34-8618-C447D5DDA7AB}" dt="2023-08-19T00:40:45.318" v="9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D9A398FC-C6E3-4D34-8618-C447D5DDA7AB}" dt="2023-08-19T00:40:45.318" v="9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D9A398FC-C6E3-4D34-8618-C447D5DDA7AB}" dt="2023-08-19T00:40:40.660" v="8" actId="14100"/>
          <ac:spMkLst>
            <pc:docMk/>
            <pc:sldMk cId="1482277026" sldId="256"/>
            <ac:spMk id="7" creationId="{56B1ADE0-F5E6-A69A-C148-52668668ECE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8/18/2023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wrv8ZXa3np8?feature=oembed" TargetMode="External"/><Relationship Id="rId4" Type="http://schemas.openxmlformats.org/officeDocument/2006/relationships/hyperlink" Target="https://creativecommons.org/licenses/by-nc-sa/4.0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6078125"/>
            <a:ext cx="9144000" cy="370300"/>
          </a:xfrm>
        </p:spPr>
        <p:txBody>
          <a:bodyPr>
            <a:normAutofit fontScale="90000"/>
          </a:bodyPr>
          <a:lstStyle/>
          <a:p>
            <a:pPr algn="l"/>
            <a:r>
              <a:rPr lang="en-US" sz="1800" dirty="0"/>
              <a:t>Practicum| Unit 3: Research-Based Instructional Strategies (RBIS) Reading Language Arts (RLA)| Lesson 3.03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fr-FR" sz="6000" dirty="0"/>
              <a:t>Explicit Instruction Practice</a:t>
            </a:r>
            <a:endParaRPr lang="en-US" sz="6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1ADE0-F5E6-A69A-C148-52668668ECE9}"/>
              </a:ext>
            </a:extLst>
          </p:cNvPr>
          <p:cNvSpPr txBox="1"/>
          <p:nvPr/>
        </p:nvSpPr>
        <p:spPr>
          <a:xfrm>
            <a:off x="152400" y="6448425"/>
            <a:ext cx="98679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464646"/>
                </a:solidFill>
                <a:latin typeface="+mj-lt"/>
              </a:rPr>
              <a:t>This work is licensed under a </a:t>
            </a:r>
            <a:r>
              <a:rPr lang="en-US" sz="1600" dirty="0">
                <a:solidFill>
                  <a:srgbClr val="0563C1"/>
                </a:solidFill>
                <a:latin typeface="+mj-lt"/>
                <a:cs typeface="Segoe UI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latin typeface="+mj-lt"/>
              </a:rPr>
              <a:t>.</a:t>
            </a:r>
            <a:endParaRPr lang="en-US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TEKS 6A, 6C, 6D, 6F, 6G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r>
              <a:rPr lang="en-US" dirty="0"/>
              <a:t>Apply an understanding of explicit and systematic instruction to practice and deliver foundational literacy skills from High Quality Instructional Materials.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3868A6A-1F0E-1189-E5C0-95F35980C9F4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DF0B200-CAA0-8835-B824-33B58F3C4814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3.03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Bellringer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Analyze the scenario to determine if the instruction is explicit and systematic. </a:t>
            </a:r>
          </a:p>
          <a:p>
            <a:pPr marL="0" indent="0">
              <a:buNone/>
            </a:pPr>
            <a:r>
              <a:rPr lang="en-US" dirty="0"/>
              <a:t>Place a check in the box to indicate if each criterion for explicit and systematic instruction is evident in the scenario. </a:t>
            </a:r>
          </a:p>
          <a:p>
            <a:pPr marL="0" indent="0">
              <a:buNone/>
            </a:pPr>
            <a:r>
              <a:rPr lang="en-US" dirty="0"/>
              <a:t>Then, explain how this scenario supports phonics instruction and explain where the instruction falls within the simple view of reading.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3868A6A-1F0E-1189-E5C0-95F35980C9F4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C7A3982-8DBD-8D81-30A2-647855E066C9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3.03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17269"/>
            <a:ext cx="10515600" cy="1325563"/>
          </a:xfrm>
        </p:spPr>
        <p:txBody>
          <a:bodyPr/>
          <a:lstStyle/>
          <a:p>
            <a:r>
              <a:rPr lang="en-US" dirty="0"/>
              <a:t>Video Analysis</a:t>
            </a:r>
          </a:p>
        </p:txBody>
      </p:sp>
      <p:pic>
        <p:nvPicPr>
          <p:cNvPr id="8" name="Online Media 7" title="Amplify CKLA Skills: Grade 1 Lesson">
            <a:hlinkClick r:id="" action="ppaction://media"/>
            <a:extLst>
              <a:ext uri="{FF2B5EF4-FFF2-40B4-BE49-F238E27FC236}">
                <a16:creationId xmlns:a16="http://schemas.microsoft.com/office/drawing/2014/main" id="{30ACBC68-CBED-4EAE-ADF7-C74881DE47A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10556" y="1339739"/>
            <a:ext cx="7637488" cy="431518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3868A6A-1F0E-1189-E5C0-95F35980C9F4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1F0778-7E7B-61FA-381F-785192F02BF5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3.03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4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440"/>
            <a:ext cx="10515600" cy="4877435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Reflect on the following questions: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How did it feel to deliver explicit literacy </a:t>
            </a:r>
            <a:r>
              <a:rPr lang="en-US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instruction?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is explicit literacy instruction important for all learners?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3868A6A-1F0E-1189-E5C0-95F35980C9F4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93FA98-7060-9D97-9915-3208F970C0B7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3.03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015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303</Words>
  <Application>Microsoft Office PowerPoint</Application>
  <PresentationFormat>Widescreen</PresentationFormat>
  <Paragraphs>26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Practicum| Unit 3: Research-Based Instructional Strategies (RBIS) Reading Language Arts (RLA)| Lesson 3.03</vt:lpstr>
      <vt:lpstr>TEKS Standards &amp; Objectives</vt:lpstr>
      <vt:lpstr>Bellringer</vt:lpstr>
      <vt:lpstr>Video Analysis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3.03: Explicit Instruction Practice</dc:title>
  <dc:subject>Lesson 3.03: Explicit Instruction Practice</dc:subject>
  <dc:creator>Texas Education Agency</dc:creator>
  <cp:lastModifiedBy>White (she/her), Whitney</cp:lastModifiedBy>
  <cp:revision>27</cp:revision>
  <dcterms:created xsi:type="dcterms:W3CDTF">2022-05-09T19:40:20Z</dcterms:created>
  <dcterms:modified xsi:type="dcterms:W3CDTF">2023-08-19T00:40:49Z</dcterms:modified>
</cp:coreProperties>
</file>
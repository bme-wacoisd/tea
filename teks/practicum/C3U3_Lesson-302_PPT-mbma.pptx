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9" r:id="rId3"/>
    <p:sldId id="258" r:id="rId4"/>
    <p:sldId id="261" r:id="rId5"/>
    <p:sldId id="264" r:id="rId6"/>
    <p:sldId id="270" r:id="rId7"/>
    <p:sldId id="271" r:id="rId8"/>
    <p:sldId id="26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3792" autoAdjust="0"/>
  </p:normalViewPr>
  <p:slideViewPr>
    <p:cSldViewPr snapToGrid="0">
      <p:cViewPr varScale="1">
        <p:scale>
          <a:sx n="61" d="100"/>
          <a:sy n="61" d="100"/>
        </p:scale>
        <p:origin x="6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enis, Sierra" userId="S::sveenis@rti.org::200c9325-9a6d-4db1-8535-3c88a644c387" providerId="AD" clId="Web-{F3685486-AA3E-719B-E9A9-58BCBE56E703}"/>
    <pc:docChg chg="modSld">
      <pc:chgData name="Veenis, Sierra" userId="S::sveenis@rti.org::200c9325-9a6d-4db1-8535-3c88a644c387" providerId="AD" clId="Web-{F3685486-AA3E-719B-E9A9-58BCBE56E703}" dt="2023-06-15T18:31:15.272" v="19"/>
      <pc:docMkLst>
        <pc:docMk/>
      </pc:docMkLst>
      <pc:sldChg chg="addSp delSp modSp">
        <pc:chgData name="Veenis, Sierra" userId="S::sveenis@rti.org::200c9325-9a6d-4db1-8535-3c88a644c387" providerId="AD" clId="Web-{F3685486-AA3E-719B-E9A9-58BCBE56E703}" dt="2023-06-15T18:30:45.193" v="8"/>
        <pc:sldMkLst>
          <pc:docMk/>
          <pc:sldMk cId="4071305681" sldId="258"/>
        </pc:sldMkLst>
        <pc:spChg chg="del mod">
          <ac:chgData name="Veenis, Sierra" userId="S::sveenis@rti.org::200c9325-9a6d-4db1-8535-3c88a644c387" providerId="AD" clId="Web-{F3685486-AA3E-719B-E9A9-58BCBE56E703}" dt="2023-06-15T18:30:44.755" v="7"/>
          <ac:spMkLst>
            <pc:docMk/>
            <pc:sldMk cId="4071305681" sldId="258"/>
            <ac:spMk id="8" creationId="{EB3EEAEA-DAE1-9948-9A8D-8945556153DC}"/>
          </ac:spMkLst>
        </pc:spChg>
        <pc:spChg chg="add">
          <ac:chgData name="Veenis, Sierra" userId="S::sveenis@rti.org::200c9325-9a6d-4db1-8535-3c88a644c387" providerId="AD" clId="Web-{F3685486-AA3E-719B-E9A9-58BCBE56E703}" dt="2023-06-15T18:30:45.193" v="8"/>
          <ac:spMkLst>
            <pc:docMk/>
            <pc:sldMk cId="4071305681" sldId="258"/>
            <ac:spMk id="9" creationId="{B4E4671E-77BA-9E61-724E-E5576E8946C9}"/>
          </ac:spMkLst>
        </pc:spChg>
      </pc:sldChg>
      <pc:sldChg chg="modSp">
        <pc:chgData name="Veenis, Sierra" userId="S::sveenis@rti.org::200c9325-9a6d-4db1-8535-3c88a644c387" providerId="AD" clId="Web-{F3685486-AA3E-719B-E9A9-58BCBE56E703}" dt="2023-06-15T18:30:30.567" v="5" actId="20577"/>
        <pc:sldMkLst>
          <pc:docMk/>
          <pc:sldMk cId="2772527113" sldId="259"/>
        </pc:sldMkLst>
        <pc:spChg chg="mod">
          <ac:chgData name="Veenis, Sierra" userId="S::sveenis@rti.org::200c9325-9a6d-4db1-8535-3c88a644c387" providerId="AD" clId="Web-{F3685486-AA3E-719B-E9A9-58BCBE56E703}" dt="2023-06-15T18:30:30.567" v="5" actId="20577"/>
          <ac:spMkLst>
            <pc:docMk/>
            <pc:sldMk cId="2772527113" sldId="259"/>
            <ac:spMk id="6" creationId="{EB3EEAEA-DAE1-9948-9A8D-8945556153DC}"/>
          </ac:spMkLst>
        </pc:spChg>
      </pc:sldChg>
      <pc:sldChg chg="addSp delSp">
        <pc:chgData name="Veenis, Sierra" userId="S::sveenis@rti.org::200c9325-9a6d-4db1-8535-3c88a644c387" providerId="AD" clId="Web-{F3685486-AA3E-719B-E9A9-58BCBE56E703}" dt="2023-06-15T18:30:56.724" v="10"/>
        <pc:sldMkLst>
          <pc:docMk/>
          <pc:sldMk cId="3054216349" sldId="261"/>
        </pc:sldMkLst>
        <pc:spChg chg="del">
          <ac:chgData name="Veenis, Sierra" userId="S::sveenis@rti.org::200c9325-9a6d-4db1-8535-3c88a644c387" providerId="AD" clId="Web-{F3685486-AA3E-719B-E9A9-58BCBE56E703}" dt="2023-06-15T18:30:56.271" v="9"/>
          <ac:spMkLst>
            <pc:docMk/>
            <pc:sldMk cId="3054216349" sldId="261"/>
            <ac:spMk id="5" creationId="{EB3EEAEA-DAE1-9948-9A8D-8945556153DC}"/>
          </ac:spMkLst>
        </pc:spChg>
        <pc:spChg chg="add">
          <ac:chgData name="Veenis, Sierra" userId="S::sveenis@rti.org::200c9325-9a6d-4db1-8535-3c88a644c387" providerId="AD" clId="Web-{F3685486-AA3E-719B-E9A9-58BCBE56E703}" dt="2023-06-15T18:30:56.724" v="10"/>
          <ac:spMkLst>
            <pc:docMk/>
            <pc:sldMk cId="3054216349" sldId="261"/>
            <ac:spMk id="6" creationId="{096800CB-94C6-19E9-C1C5-AFBCC5DD3D3C}"/>
          </ac:spMkLst>
        </pc:spChg>
      </pc:sldChg>
      <pc:sldChg chg="addSp delSp">
        <pc:chgData name="Veenis, Sierra" userId="S::sveenis@rti.org::200c9325-9a6d-4db1-8535-3c88a644c387" providerId="AD" clId="Web-{F3685486-AA3E-719B-E9A9-58BCBE56E703}" dt="2023-06-15T18:31:00.724" v="12"/>
        <pc:sldMkLst>
          <pc:docMk/>
          <pc:sldMk cId="3493109116" sldId="264"/>
        </pc:sldMkLst>
        <pc:spChg chg="del">
          <ac:chgData name="Veenis, Sierra" userId="S::sveenis@rti.org::200c9325-9a6d-4db1-8535-3c88a644c387" providerId="AD" clId="Web-{F3685486-AA3E-719B-E9A9-58BCBE56E703}" dt="2023-06-15T18:31:00.365" v="11"/>
          <ac:spMkLst>
            <pc:docMk/>
            <pc:sldMk cId="3493109116" sldId="264"/>
            <ac:spMk id="7" creationId="{EB3EEAEA-DAE1-9948-9A8D-8945556153DC}"/>
          </ac:spMkLst>
        </pc:spChg>
        <pc:spChg chg="add">
          <ac:chgData name="Veenis, Sierra" userId="S::sveenis@rti.org::200c9325-9a6d-4db1-8535-3c88a644c387" providerId="AD" clId="Web-{F3685486-AA3E-719B-E9A9-58BCBE56E703}" dt="2023-06-15T18:31:00.724" v="12"/>
          <ac:spMkLst>
            <pc:docMk/>
            <pc:sldMk cId="3493109116" sldId="264"/>
            <ac:spMk id="8" creationId="{BA5BC35B-0899-2E9E-4DEA-DDCFA408EEC0}"/>
          </ac:spMkLst>
        </pc:spChg>
      </pc:sldChg>
      <pc:sldChg chg="addSp delSp">
        <pc:chgData name="Veenis, Sierra" userId="S::sveenis@rti.org::200c9325-9a6d-4db1-8535-3c88a644c387" providerId="AD" clId="Web-{F3685486-AA3E-719B-E9A9-58BCBE56E703}" dt="2023-06-15T18:31:15.272" v="19"/>
        <pc:sldMkLst>
          <pc:docMk/>
          <pc:sldMk cId="1936015983" sldId="266"/>
        </pc:sldMkLst>
        <pc:spChg chg="del">
          <ac:chgData name="Veenis, Sierra" userId="S::sveenis@rti.org::200c9325-9a6d-4db1-8535-3c88a644c387" providerId="AD" clId="Web-{F3685486-AA3E-719B-E9A9-58BCBE56E703}" dt="2023-06-15T18:31:14.928" v="18"/>
          <ac:spMkLst>
            <pc:docMk/>
            <pc:sldMk cId="1936015983" sldId="266"/>
            <ac:spMk id="6" creationId="{EB3EEAEA-DAE1-9948-9A8D-8945556153DC}"/>
          </ac:spMkLst>
        </pc:spChg>
        <pc:spChg chg="add">
          <ac:chgData name="Veenis, Sierra" userId="S::sveenis@rti.org::200c9325-9a6d-4db1-8535-3c88a644c387" providerId="AD" clId="Web-{F3685486-AA3E-719B-E9A9-58BCBE56E703}" dt="2023-06-15T18:31:15.272" v="19"/>
          <ac:spMkLst>
            <pc:docMk/>
            <pc:sldMk cId="1936015983" sldId="266"/>
            <ac:spMk id="7" creationId="{53265813-5636-9A47-3680-976737FF837D}"/>
          </ac:spMkLst>
        </pc:spChg>
      </pc:sldChg>
      <pc:sldChg chg="addSp delSp modSp">
        <pc:chgData name="Veenis, Sierra" userId="S::sveenis@rti.org::200c9325-9a6d-4db1-8535-3c88a644c387" providerId="AD" clId="Web-{F3685486-AA3E-719B-E9A9-58BCBE56E703}" dt="2023-06-15T18:31:06.725" v="15"/>
        <pc:sldMkLst>
          <pc:docMk/>
          <pc:sldMk cId="1505145182" sldId="270"/>
        </pc:sldMkLst>
        <pc:spChg chg="del mod">
          <ac:chgData name="Veenis, Sierra" userId="S::sveenis@rti.org::200c9325-9a6d-4db1-8535-3c88a644c387" providerId="AD" clId="Web-{F3685486-AA3E-719B-E9A9-58BCBE56E703}" dt="2023-06-15T18:31:06.443" v="14"/>
          <ac:spMkLst>
            <pc:docMk/>
            <pc:sldMk cId="1505145182" sldId="270"/>
            <ac:spMk id="5" creationId="{EB3EEAEA-DAE1-9948-9A8D-8945556153DC}"/>
          </ac:spMkLst>
        </pc:spChg>
        <pc:spChg chg="add">
          <ac:chgData name="Veenis, Sierra" userId="S::sveenis@rti.org::200c9325-9a6d-4db1-8535-3c88a644c387" providerId="AD" clId="Web-{F3685486-AA3E-719B-E9A9-58BCBE56E703}" dt="2023-06-15T18:31:06.725" v="15"/>
          <ac:spMkLst>
            <pc:docMk/>
            <pc:sldMk cId="1505145182" sldId="270"/>
            <ac:spMk id="8" creationId="{FE11D6DC-3FD8-B2CA-D568-0E8A13705885}"/>
          </ac:spMkLst>
        </pc:spChg>
      </pc:sldChg>
      <pc:sldChg chg="addSp delSp">
        <pc:chgData name="Veenis, Sierra" userId="S::sveenis@rti.org::200c9325-9a6d-4db1-8535-3c88a644c387" providerId="AD" clId="Web-{F3685486-AA3E-719B-E9A9-58BCBE56E703}" dt="2023-06-15T18:31:10.991" v="17"/>
        <pc:sldMkLst>
          <pc:docMk/>
          <pc:sldMk cId="4239531514" sldId="271"/>
        </pc:sldMkLst>
        <pc:spChg chg="del">
          <ac:chgData name="Veenis, Sierra" userId="S::sveenis@rti.org::200c9325-9a6d-4db1-8535-3c88a644c387" providerId="AD" clId="Web-{F3685486-AA3E-719B-E9A9-58BCBE56E703}" dt="2023-06-15T18:31:10.444" v="16"/>
          <ac:spMkLst>
            <pc:docMk/>
            <pc:sldMk cId="4239531514" sldId="271"/>
            <ac:spMk id="5" creationId="{EB3EEAEA-DAE1-9948-9A8D-8945556153DC}"/>
          </ac:spMkLst>
        </pc:spChg>
        <pc:spChg chg="add">
          <ac:chgData name="Veenis, Sierra" userId="S::sveenis@rti.org::200c9325-9a6d-4db1-8535-3c88a644c387" providerId="AD" clId="Web-{F3685486-AA3E-719B-E9A9-58BCBE56E703}" dt="2023-06-15T18:31:10.991" v="17"/>
          <ac:spMkLst>
            <pc:docMk/>
            <pc:sldMk cId="4239531514" sldId="271"/>
            <ac:spMk id="6" creationId="{BAA72AD9-CA21-26A1-D0FC-41E8ED792691}"/>
          </ac:spMkLst>
        </pc:spChg>
      </pc:sldChg>
    </pc:docChg>
  </pc:docChgLst>
  <pc:docChgLst>
    <pc:chgData name="Mills, Nicole" userId="635ffad0-149b-4734-875d-ab8f60d68deb" providerId="ADAL" clId="{8F888D64-9356-4F8F-B633-256FBDB4D7D9}"/>
    <pc:docChg chg="undo custSel addSld delSld modSld">
      <pc:chgData name="Mills, Nicole" userId="635ffad0-149b-4734-875d-ab8f60d68deb" providerId="ADAL" clId="{8F888D64-9356-4F8F-B633-256FBDB4D7D9}" dt="2022-12-02T19:39:52.815" v="268" actId="20577"/>
      <pc:docMkLst>
        <pc:docMk/>
      </pc:docMkLst>
      <pc:sldChg chg="modSp mod">
        <pc:chgData name="Mills, Nicole" userId="635ffad0-149b-4734-875d-ab8f60d68deb" providerId="ADAL" clId="{8F888D64-9356-4F8F-B633-256FBDB4D7D9}" dt="2022-12-02T19:33:03.373" v="3" actId="20577"/>
        <pc:sldMkLst>
          <pc:docMk/>
          <pc:sldMk cId="1482277026" sldId="256"/>
        </pc:sldMkLst>
        <pc:spChg chg="mod">
          <ac:chgData name="Mills, Nicole" userId="635ffad0-149b-4734-875d-ab8f60d68deb" providerId="ADAL" clId="{8F888D64-9356-4F8F-B633-256FBDB4D7D9}" dt="2022-12-02T19:33:03.373" v="3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Mills, Nicole" userId="635ffad0-149b-4734-875d-ab8f60d68deb" providerId="ADAL" clId="{8F888D64-9356-4F8F-B633-256FBDB4D7D9}" dt="2022-12-02T19:32:59.028" v="1" actId="27636"/>
          <ac:spMkLst>
            <pc:docMk/>
            <pc:sldMk cId="1482277026" sldId="256"/>
            <ac:spMk id="3" creationId="{E0FBD98F-3A67-498E-8174-652040DD7B60}"/>
          </ac:spMkLst>
        </pc:spChg>
      </pc:sldChg>
      <pc:sldChg chg="addSp delSp modSp mod setBg">
        <pc:chgData name="Mills, Nicole" userId="635ffad0-149b-4734-875d-ab8f60d68deb" providerId="ADAL" clId="{8F888D64-9356-4F8F-B633-256FBDB4D7D9}" dt="2022-12-02T19:35:07.027" v="29" actId="1076"/>
        <pc:sldMkLst>
          <pc:docMk/>
          <pc:sldMk cId="4071305681" sldId="258"/>
        </pc:sldMkLst>
        <pc:spChg chg="mod">
          <ac:chgData name="Mills, Nicole" userId="635ffad0-149b-4734-875d-ab8f60d68deb" providerId="ADAL" clId="{8F888D64-9356-4F8F-B633-256FBDB4D7D9}" dt="2022-12-02T19:35:01.441" v="26" actId="26606"/>
          <ac:spMkLst>
            <pc:docMk/>
            <pc:sldMk cId="4071305681" sldId="258"/>
            <ac:spMk id="2" creationId="{2F03F004-EE4F-44F2-AA0E-56B8CFF11342}"/>
          </ac:spMkLst>
        </pc:spChg>
        <pc:spChg chg="mod">
          <ac:chgData name="Mills, Nicole" userId="635ffad0-149b-4734-875d-ab8f60d68deb" providerId="ADAL" clId="{8F888D64-9356-4F8F-B633-256FBDB4D7D9}" dt="2022-12-02T19:35:01.441" v="26" actId="26606"/>
          <ac:spMkLst>
            <pc:docMk/>
            <pc:sldMk cId="4071305681" sldId="258"/>
            <ac:spMk id="3" creationId="{392BE286-77A6-49DD-B15D-7E4718D52FE7}"/>
          </ac:spMkLst>
        </pc:spChg>
        <pc:spChg chg="mod ord">
          <ac:chgData name="Mills, Nicole" userId="635ffad0-149b-4734-875d-ab8f60d68deb" providerId="ADAL" clId="{8F888D64-9356-4F8F-B633-256FBDB4D7D9}" dt="2022-12-02T19:35:01.441" v="26" actId="26606"/>
          <ac:spMkLst>
            <pc:docMk/>
            <pc:sldMk cId="4071305681" sldId="258"/>
            <ac:spMk id="4" creationId="{2DC7D18A-F106-4CA1-A59B-DE4084E585CF}"/>
          </ac:spMkLst>
        </pc:spChg>
        <pc:spChg chg="add del">
          <ac:chgData name="Mills, Nicole" userId="635ffad0-149b-4734-875d-ab8f60d68deb" providerId="ADAL" clId="{8F888D64-9356-4F8F-B633-256FBDB4D7D9}" dt="2022-12-02T19:35:01.441" v="26" actId="26606"/>
          <ac:spMkLst>
            <pc:docMk/>
            <pc:sldMk cId="4071305681" sldId="258"/>
            <ac:spMk id="11" creationId="{99ED5833-B85B-4103-8A3B-CAB0308E6C15}"/>
          </ac:spMkLst>
        </pc:spChg>
        <pc:picChg chg="add mod">
          <ac:chgData name="Mills, Nicole" userId="635ffad0-149b-4734-875d-ab8f60d68deb" providerId="ADAL" clId="{8F888D64-9356-4F8F-B633-256FBDB4D7D9}" dt="2022-12-02T19:35:01.441" v="26" actId="26606"/>
          <ac:picMkLst>
            <pc:docMk/>
            <pc:sldMk cId="4071305681" sldId="258"/>
            <ac:picMk id="5" creationId="{821B9A3C-4F39-4F46-BE7E-C8DE3FF08FD4}"/>
          </ac:picMkLst>
        </pc:picChg>
        <pc:picChg chg="add mod">
          <ac:chgData name="Mills, Nicole" userId="635ffad0-149b-4734-875d-ab8f60d68deb" providerId="ADAL" clId="{8F888D64-9356-4F8F-B633-256FBDB4D7D9}" dt="2022-12-02T19:35:07.027" v="29" actId="1076"/>
          <ac:picMkLst>
            <pc:docMk/>
            <pc:sldMk cId="4071305681" sldId="258"/>
            <ac:picMk id="6" creationId="{B14F3196-657F-481A-A776-75995DFFEFBB}"/>
          </ac:picMkLst>
        </pc:picChg>
      </pc:sldChg>
      <pc:sldChg chg="modSp mod">
        <pc:chgData name="Mills, Nicole" userId="635ffad0-149b-4734-875d-ab8f60d68deb" providerId="ADAL" clId="{8F888D64-9356-4F8F-B633-256FBDB4D7D9}" dt="2022-12-02T19:34:02.948" v="18" actId="20577"/>
        <pc:sldMkLst>
          <pc:docMk/>
          <pc:sldMk cId="2772527113" sldId="259"/>
        </pc:sldMkLst>
        <pc:spChg chg="mod">
          <ac:chgData name="Mills, Nicole" userId="635ffad0-149b-4734-875d-ab8f60d68deb" providerId="ADAL" clId="{8F888D64-9356-4F8F-B633-256FBDB4D7D9}" dt="2022-12-02T19:34:02.948" v="18" actId="20577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Mills, Nicole" userId="635ffad0-149b-4734-875d-ab8f60d68deb" providerId="ADAL" clId="{8F888D64-9356-4F8F-B633-256FBDB4D7D9}" dt="2022-12-02T19:35:46.926" v="37" actId="403"/>
        <pc:sldMkLst>
          <pc:docMk/>
          <pc:sldMk cId="3054216349" sldId="261"/>
        </pc:sldMkLst>
        <pc:graphicFrameChg chg="mod modGraphic">
          <ac:chgData name="Mills, Nicole" userId="635ffad0-149b-4734-875d-ab8f60d68deb" providerId="ADAL" clId="{8F888D64-9356-4F8F-B633-256FBDB4D7D9}" dt="2022-12-02T19:35:46.926" v="37" actId="403"/>
          <ac:graphicFrameMkLst>
            <pc:docMk/>
            <pc:sldMk cId="3054216349" sldId="261"/>
            <ac:graphicFrameMk id="8" creationId="{AB3F5452-9CD9-4152-A0A3-3FD7672524F5}"/>
          </ac:graphicFrameMkLst>
        </pc:graphicFrameChg>
      </pc:sldChg>
      <pc:sldChg chg="del">
        <pc:chgData name="Mills, Nicole" userId="635ffad0-149b-4734-875d-ab8f60d68deb" providerId="ADAL" clId="{8F888D64-9356-4F8F-B633-256FBDB4D7D9}" dt="2022-12-02T19:36:13.033" v="38" actId="2696"/>
        <pc:sldMkLst>
          <pc:docMk/>
          <pc:sldMk cId="4170921578" sldId="262"/>
        </pc:sldMkLst>
      </pc:sldChg>
      <pc:sldChg chg="addSp modSp mod modAnim">
        <pc:chgData name="Mills, Nicole" userId="635ffad0-149b-4734-875d-ab8f60d68deb" providerId="ADAL" clId="{8F888D64-9356-4F8F-B633-256FBDB4D7D9}" dt="2022-12-02T19:36:44.934" v="108" actId="1076"/>
        <pc:sldMkLst>
          <pc:docMk/>
          <pc:sldMk cId="3493109116" sldId="264"/>
        </pc:sldMkLst>
        <pc:spChg chg="mod">
          <ac:chgData name="Mills, Nicole" userId="635ffad0-149b-4734-875d-ab8f60d68deb" providerId="ADAL" clId="{8F888D64-9356-4F8F-B633-256FBDB4D7D9}" dt="2022-12-02T19:36:20.676" v="66" actId="20577"/>
          <ac:spMkLst>
            <pc:docMk/>
            <pc:sldMk cId="3493109116" sldId="264"/>
            <ac:spMk id="2" creationId="{D7836664-70C0-47BA-9BFF-496A04EBBFDE}"/>
          </ac:spMkLst>
        </pc:spChg>
        <pc:spChg chg="mod">
          <ac:chgData name="Mills, Nicole" userId="635ffad0-149b-4734-875d-ab8f60d68deb" providerId="ADAL" clId="{8F888D64-9356-4F8F-B633-256FBDB4D7D9}" dt="2022-12-02T19:36:31.813" v="102" actId="20577"/>
          <ac:spMkLst>
            <pc:docMk/>
            <pc:sldMk cId="3493109116" sldId="264"/>
            <ac:spMk id="6" creationId="{C5C78547-95DE-4E20-954C-7BB34E773041}"/>
          </ac:spMkLst>
        </pc:spChg>
        <pc:picChg chg="add mod">
          <ac:chgData name="Mills, Nicole" userId="635ffad0-149b-4734-875d-ab8f60d68deb" providerId="ADAL" clId="{8F888D64-9356-4F8F-B633-256FBDB4D7D9}" dt="2022-12-02T19:36:44.934" v="108" actId="1076"/>
          <ac:picMkLst>
            <pc:docMk/>
            <pc:sldMk cId="3493109116" sldId="264"/>
            <ac:picMk id="5" creationId="{B9763EB5-3487-4BAE-9CC6-BDC11DCB3800}"/>
          </ac:picMkLst>
        </pc:picChg>
      </pc:sldChg>
      <pc:sldChg chg="add del">
        <pc:chgData name="Mills, Nicole" userId="635ffad0-149b-4734-875d-ab8f60d68deb" providerId="ADAL" clId="{8F888D64-9356-4F8F-B633-256FBDB4D7D9}" dt="2022-12-02T19:39:41.086" v="263" actId="47"/>
        <pc:sldMkLst>
          <pc:docMk/>
          <pc:sldMk cId="1917078840" sldId="265"/>
        </pc:sldMkLst>
      </pc:sldChg>
      <pc:sldChg chg="modSp mod">
        <pc:chgData name="Mills, Nicole" userId="635ffad0-149b-4734-875d-ab8f60d68deb" providerId="ADAL" clId="{8F888D64-9356-4F8F-B633-256FBDB4D7D9}" dt="2022-12-02T19:39:52.815" v="268" actId="20577"/>
        <pc:sldMkLst>
          <pc:docMk/>
          <pc:sldMk cId="1936015983" sldId="266"/>
        </pc:sldMkLst>
        <pc:spChg chg="mod">
          <ac:chgData name="Mills, Nicole" userId="635ffad0-149b-4734-875d-ab8f60d68deb" providerId="ADAL" clId="{8F888D64-9356-4F8F-B633-256FBDB4D7D9}" dt="2022-12-02T19:39:52.815" v="268" actId="20577"/>
          <ac:spMkLst>
            <pc:docMk/>
            <pc:sldMk cId="1936015983" sldId="266"/>
            <ac:spMk id="3" creationId="{49F2A5AF-3C0B-4968-A438-E435325199EA}"/>
          </ac:spMkLst>
        </pc:spChg>
      </pc:sldChg>
      <pc:sldChg chg="del">
        <pc:chgData name="Mills, Nicole" userId="635ffad0-149b-4734-875d-ab8f60d68deb" providerId="ADAL" clId="{8F888D64-9356-4F8F-B633-256FBDB4D7D9}" dt="2022-12-02T19:39:42.536" v="264" actId="47"/>
        <pc:sldMkLst>
          <pc:docMk/>
          <pc:sldMk cId="3592994809" sldId="267"/>
        </pc:sldMkLst>
      </pc:sldChg>
      <pc:sldChg chg="del">
        <pc:chgData name="Mills, Nicole" userId="635ffad0-149b-4734-875d-ab8f60d68deb" providerId="ADAL" clId="{8F888D64-9356-4F8F-B633-256FBDB4D7D9}" dt="2022-12-02T19:39:43.693" v="265" actId="47"/>
        <pc:sldMkLst>
          <pc:docMk/>
          <pc:sldMk cId="1486422056" sldId="268"/>
        </pc:sldMkLst>
      </pc:sldChg>
      <pc:sldChg chg="del">
        <pc:chgData name="Mills, Nicole" userId="635ffad0-149b-4734-875d-ab8f60d68deb" providerId="ADAL" clId="{8F888D64-9356-4F8F-B633-256FBDB4D7D9}" dt="2022-12-02T19:39:44.887" v="266" actId="47"/>
        <pc:sldMkLst>
          <pc:docMk/>
          <pc:sldMk cId="1802586923" sldId="269"/>
        </pc:sldMkLst>
      </pc:sldChg>
      <pc:sldChg chg="addSp delSp modSp add mod">
        <pc:chgData name="Mills, Nicole" userId="635ffad0-149b-4734-875d-ab8f60d68deb" providerId="ADAL" clId="{8F888D64-9356-4F8F-B633-256FBDB4D7D9}" dt="2022-12-02T19:37:40.707" v="221" actId="1076"/>
        <pc:sldMkLst>
          <pc:docMk/>
          <pc:sldMk cId="1505145182" sldId="270"/>
        </pc:sldMkLst>
        <pc:spChg chg="mod">
          <ac:chgData name="Mills, Nicole" userId="635ffad0-149b-4734-875d-ab8f60d68deb" providerId="ADAL" clId="{8F888D64-9356-4F8F-B633-256FBDB4D7D9}" dt="2022-12-02T19:37:09.748" v="122" actId="20577"/>
          <ac:spMkLst>
            <pc:docMk/>
            <pc:sldMk cId="1505145182" sldId="270"/>
            <ac:spMk id="2" creationId="{D7836664-70C0-47BA-9BFF-496A04EBBFDE}"/>
          </ac:spMkLst>
        </pc:spChg>
        <pc:spChg chg="mod">
          <ac:chgData name="Mills, Nicole" userId="635ffad0-149b-4734-875d-ab8f60d68deb" providerId="ADAL" clId="{8F888D64-9356-4F8F-B633-256FBDB4D7D9}" dt="2022-12-02T19:37:29.217" v="217" actId="20577"/>
          <ac:spMkLst>
            <pc:docMk/>
            <pc:sldMk cId="1505145182" sldId="270"/>
            <ac:spMk id="6" creationId="{C5C78547-95DE-4E20-954C-7BB34E773041}"/>
          </ac:spMkLst>
        </pc:spChg>
        <pc:picChg chg="del">
          <ac:chgData name="Mills, Nicole" userId="635ffad0-149b-4734-875d-ab8f60d68deb" providerId="ADAL" clId="{8F888D64-9356-4F8F-B633-256FBDB4D7D9}" dt="2022-12-02T19:37:31.220" v="218" actId="478"/>
          <ac:picMkLst>
            <pc:docMk/>
            <pc:sldMk cId="1505145182" sldId="270"/>
            <ac:picMk id="5" creationId="{B9763EB5-3487-4BAE-9CC6-BDC11DCB3800}"/>
          </ac:picMkLst>
        </pc:picChg>
        <pc:picChg chg="add mod">
          <ac:chgData name="Mills, Nicole" userId="635ffad0-149b-4734-875d-ab8f60d68deb" providerId="ADAL" clId="{8F888D64-9356-4F8F-B633-256FBDB4D7D9}" dt="2022-12-02T19:37:40.707" v="221" actId="1076"/>
          <ac:picMkLst>
            <pc:docMk/>
            <pc:sldMk cId="1505145182" sldId="270"/>
            <ac:picMk id="7" creationId="{C6952D2D-0824-480F-9F83-181D4BF8F5F4}"/>
          </ac:picMkLst>
        </pc:picChg>
      </pc:sldChg>
      <pc:sldChg chg="addSp delSp modSp add del mod setBg delAnim">
        <pc:chgData name="Mills, Nicole" userId="635ffad0-149b-4734-875d-ab8f60d68deb" providerId="ADAL" clId="{8F888D64-9356-4F8F-B633-256FBDB4D7D9}" dt="2022-12-02T19:39:38.570" v="262" actId="47"/>
        <pc:sldMkLst>
          <pc:docMk/>
          <pc:sldMk cId="4239531514" sldId="271"/>
        </pc:sldMkLst>
        <pc:spChg chg="mod">
          <ac:chgData name="Mills, Nicole" userId="635ffad0-149b-4734-875d-ab8f60d68deb" providerId="ADAL" clId="{8F888D64-9356-4F8F-B633-256FBDB4D7D9}" dt="2022-12-02T19:38:51.827" v="258" actId="1076"/>
          <ac:spMkLst>
            <pc:docMk/>
            <pc:sldMk cId="4239531514" sldId="271"/>
            <ac:spMk id="2" creationId="{D7836664-70C0-47BA-9BFF-496A04EBBFDE}"/>
          </ac:spMkLst>
        </pc:spChg>
        <pc:spChg chg="mod">
          <ac:chgData name="Mills, Nicole" userId="635ffad0-149b-4734-875d-ab8f60d68deb" providerId="ADAL" clId="{8F888D64-9356-4F8F-B633-256FBDB4D7D9}" dt="2022-12-02T19:38:35.769" v="254" actId="26606"/>
          <ac:spMkLst>
            <pc:docMk/>
            <pc:sldMk cId="4239531514" sldId="271"/>
            <ac:spMk id="4" creationId="{F767700B-954E-42AD-AD69-9CC1C5B510A5}"/>
          </ac:spMkLst>
        </pc:spChg>
        <pc:spChg chg="add del mod">
          <ac:chgData name="Mills, Nicole" userId="635ffad0-149b-4734-875d-ab8f60d68deb" providerId="ADAL" clId="{8F888D64-9356-4F8F-B633-256FBDB4D7D9}" dt="2022-12-02T19:38:11.060" v="243" actId="478"/>
          <ac:spMkLst>
            <pc:docMk/>
            <pc:sldMk cId="4239531514" sldId="271"/>
            <ac:spMk id="5" creationId="{2E7CF65F-A921-4CFD-8DA3-FA42F2ADC1AD}"/>
          </ac:spMkLst>
        </pc:spChg>
        <pc:spChg chg="del">
          <ac:chgData name="Mills, Nicole" userId="635ffad0-149b-4734-875d-ab8f60d68deb" providerId="ADAL" clId="{8F888D64-9356-4F8F-B633-256FBDB4D7D9}" dt="2022-12-02T19:38:09.065" v="242" actId="478"/>
          <ac:spMkLst>
            <pc:docMk/>
            <pc:sldMk cId="4239531514" sldId="271"/>
            <ac:spMk id="6" creationId="{C5C78547-95DE-4E20-954C-7BB34E773041}"/>
          </ac:spMkLst>
        </pc:spChg>
        <pc:graphicFrameChg chg="add mod modGraphic">
          <ac:chgData name="Mills, Nicole" userId="635ffad0-149b-4734-875d-ab8f60d68deb" providerId="ADAL" clId="{8F888D64-9356-4F8F-B633-256FBDB4D7D9}" dt="2022-12-02T19:38:40.934" v="255" actId="1076"/>
          <ac:graphicFrameMkLst>
            <pc:docMk/>
            <pc:sldMk cId="4239531514" sldId="271"/>
            <ac:graphicFrameMk id="8" creationId="{A85B9990-0E05-42E5-8336-0BDD6E022486}"/>
          </ac:graphicFrameMkLst>
        </pc:graphicFrameChg>
        <pc:picChg chg="del">
          <ac:chgData name="Mills, Nicole" userId="635ffad0-149b-4734-875d-ab8f60d68deb" providerId="ADAL" clId="{8F888D64-9356-4F8F-B633-256FBDB4D7D9}" dt="2022-12-02T19:38:11.599" v="244" actId="478"/>
          <ac:picMkLst>
            <pc:docMk/>
            <pc:sldMk cId="4239531514" sldId="271"/>
            <ac:picMk id="7" creationId="{C6952D2D-0824-480F-9F83-181D4BF8F5F4}"/>
          </ac:picMkLst>
        </pc:picChg>
      </pc:sldChg>
    </pc:docChg>
  </pc:docChgLst>
  <pc:docChgLst>
    <pc:chgData name="Veenis, Sierra" userId="S::sveenis@rti.org::200c9325-9a6d-4db1-8535-3c88a644c387" providerId="AD" clId="Web-{92CB1D73-E12B-913B-2D16-04617F2CB1C5}"/>
    <pc:docChg chg="modSld">
      <pc:chgData name="Veenis, Sierra" userId="S::sveenis@rti.org::200c9325-9a6d-4db1-8535-3c88a644c387" providerId="AD" clId="Web-{92CB1D73-E12B-913B-2D16-04617F2CB1C5}" dt="2023-06-15T15:31:49.713" v="28"/>
      <pc:docMkLst>
        <pc:docMk/>
      </pc:docMkLst>
      <pc:sldChg chg="addSp modSp">
        <pc:chgData name="Veenis, Sierra" userId="S::sveenis@rti.org::200c9325-9a6d-4db1-8535-3c88a644c387" providerId="AD" clId="Web-{92CB1D73-E12B-913B-2D16-04617F2CB1C5}" dt="2023-06-15T15:30:08.350" v="9" actId="1076"/>
        <pc:sldMkLst>
          <pc:docMk/>
          <pc:sldMk cId="1482277026" sldId="256"/>
        </pc:sldMkLst>
        <pc:spChg chg="mod">
          <ac:chgData name="Veenis, Sierra" userId="S::sveenis@rti.org::200c9325-9a6d-4db1-8535-3c88a644c387" providerId="AD" clId="Web-{92CB1D73-E12B-913B-2D16-04617F2CB1C5}" dt="2023-06-15T15:19:53.152" v="7" actId="1076"/>
          <ac:spMkLst>
            <pc:docMk/>
            <pc:sldMk cId="1482277026" sldId="256"/>
            <ac:spMk id="2" creationId="{BFFCF5BD-F8FF-4A67-A8B6-EBB21E79279B}"/>
          </ac:spMkLst>
        </pc:spChg>
        <pc:spChg chg="add mod">
          <ac:chgData name="Veenis, Sierra" userId="S::sveenis@rti.org::200c9325-9a6d-4db1-8535-3c88a644c387" providerId="AD" clId="Web-{92CB1D73-E12B-913B-2D16-04617F2CB1C5}" dt="2023-06-15T15:30:08.350" v="9" actId="1076"/>
          <ac:spMkLst>
            <pc:docMk/>
            <pc:sldMk cId="1482277026" sldId="256"/>
            <ac:spMk id="4" creationId="{D5AA8FFC-574F-5308-5747-EC2583730C46}"/>
          </ac:spMkLst>
        </pc:spChg>
      </pc:sldChg>
      <pc:sldChg chg="addSp delSp">
        <pc:chgData name="Veenis, Sierra" userId="S::sveenis@rti.org::200c9325-9a6d-4db1-8535-3c88a644c387" providerId="AD" clId="Web-{92CB1D73-E12B-913B-2D16-04617F2CB1C5}" dt="2023-06-15T15:30:42.492" v="13"/>
        <pc:sldMkLst>
          <pc:docMk/>
          <pc:sldMk cId="4071305681" sldId="258"/>
        </pc:sldMkLst>
        <pc:spChg chg="del">
          <ac:chgData name="Veenis, Sierra" userId="S::sveenis@rti.org::200c9325-9a6d-4db1-8535-3c88a644c387" providerId="AD" clId="Web-{92CB1D73-E12B-913B-2D16-04617F2CB1C5}" dt="2023-06-15T15:30:38.882" v="12"/>
          <ac:spMkLst>
            <pc:docMk/>
            <pc:sldMk cId="4071305681" sldId="258"/>
            <ac:spMk id="4" creationId="{2DC7D18A-F106-4CA1-A59B-DE4084E585CF}"/>
          </ac:spMkLst>
        </pc:spChg>
        <pc:spChg chg="add">
          <ac:chgData name="Veenis, Sierra" userId="S::sveenis@rti.org::200c9325-9a6d-4db1-8535-3c88a644c387" providerId="AD" clId="Web-{92CB1D73-E12B-913B-2D16-04617F2CB1C5}" dt="2023-06-15T15:30:42.492" v="13"/>
          <ac:spMkLst>
            <pc:docMk/>
            <pc:sldMk cId="4071305681" sldId="258"/>
            <ac:spMk id="7" creationId="{4B75449F-89EB-DB00-0CE4-3525FC76BA24}"/>
          </ac:spMkLst>
        </pc:spChg>
        <pc:spChg chg="add">
          <ac:chgData name="Veenis, Sierra" userId="S::sveenis@rti.org::200c9325-9a6d-4db1-8535-3c88a644c387" providerId="AD" clId="Web-{92CB1D73-E12B-913B-2D16-04617F2CB1C5}" dt="2023-06-15T15:30:42.492" v="13"/>
          <ac:spMkLst>
            <pc:docMk/>
            <pc:sldMk cId="4071305681" sldId="258"/>
            <ac:spMk id="8" creationId="{EB3EEAEA-DAE1-9948-9A8D-8945556153DC}"/>
          </ac:spMkLst>
        </pc:spChg>
      </pc:sldChg>
      <pc:sldChg chg="addSp delSp modSp">
        <pc:chgData name="Veenis, Sierra" userId="S::sveenis@rti.org::200c9325-9a6d-4db1-8535-3c88a644c387" providerId="AD" clId="Web-{92CB1D73-E12B-913B-2D16-04617F2CB1C5}" dt="2023-06-15T15:30:32.851" v="11"/>
        <pc:sldMkLst>
          <pc:docMk/>
          <pc:sldMk cId="2772527113" sldId="259"/>
        </pc:sldMkLst>
        <pc:spChg chg="mod">
          <ac:chgData name="Veenis, Sierra" userId="S::sveenis@rti.org::200c9325-9a6d-4db1-8535-3c88a644c387" providerId="AD" clId="Web-{92CB1D73-E12B-913B-2D16-04617F2CB1C5}" dt="2023-06-15T15:15:57.423" v="6" actId="20577"/>
          <ac:spMkLst>
            <pc:docMk/>
            <pc:sldMk cId="2772527113" sldId="259"/>
            <ac:spMk id="3" creationId="{8CE08C7F-0286-423B-92F7-DEB89F31111A}"/>
          </ac:spMkLst>
        </pc:spChg>
        <pc:spChg chg="del">
          <ac:chgData name="Veenis, Sierra" userId="S::sveenis@rti.org::200c9325-9a6d-4db1-8535-3c88a644c387" providerId="AD" clId="Web-{92CB1D73-E12B-913B-2D16-04617F2CB1C5}" dt="2023-06-15T15:30:32.851" v="11"/>
          <ac:spMkLst>
            <pc:docMk/>
            <pc:sldMk cId="2772527113" sldId="259"/>
            <ac:spMk id="4" creationId="{FD0EEDDD-3DDC-4909-AF99-60870B25C0CC}"/>
          </ac:spMkLst>
        </pc:spChg>
        <pc:spChg chg="add">
          <ac:chgData name="Veenis, Sierra" userId="S::sveenis@rti.org::200c9325-9a6d-4db1-8535-3c88a644c387" providerId="AD" clId="Web-{92CB1D73-E12B-913B-2D16-04617F2CB1C5}" dt="2023-06-15T15:30:28.351" v="10"/>
          <ac:spMkLst>
            <pc:docMk/>
            <pc:sldMk cId="2772527113" sldId="259"/>
            <ac:spMk id="5" creationId="{4B75449F-89EB-DB00-0CE4-3525FC76BA24}"/>
          </ac:spMkLst>
        </pc:spChg>
        <pc:spChg chg="add">
          <ac:chgData name="Veenis, Sierra" userId="S::sveenis@rti.org::200c9325-9a6d-4db1-8535-3c88a644c387" providerId="AD" clId="Web-{92CB1D73-E12B-913B-2D16-04617F2CB1C5}" dt="2023-06-15T15:30:28.351" v="10"/>
          <ac:spMkLst>
            <pc:docMk/>
            <pc:sldMk cId="2772527113" sldId="259"/>
            <ac:spMk id="6" creationId="{EB3EEAEA-DAE1-9948-9A8D-8945556153DC}"/>
          </ac:spMkLst>
        </pc:spChg>
      </pc:sldChg>
      <pc:sldChg chg="addSp delSp modSp">
        <pc:chgData name="Veenis, Sierra" userId="S::sveenis@rti.org::200c9325-9a6d-4db1-8535-3c88a644c387" providerId="AD" clId="Web-{92CB1D73-E12B-913B-2D16-04617F2CB1C5}" dt="2023-06-15T15:31:09.930" v="18" actId="1076"/>
        <pc:sldMkLst>
          <pc:docMk/>
          <pc:sldMk cId="3054216349" sldId="261"/>
        </pc:sldMkLst>
        <pc:spChg chg="add">
          <ac:chgData name="Veenis, Sierra" userId="S::sveenis@rti.org::200c9325-9a6d-4db1-8535-3c88a644c387" providerId="AD" clId="Web-{92CB1D73-E12B-913B-2D16-04617F2CB1C5}" dt="2023-06-15T15:30:51.523" v="15"/>
          <ac:spMkLst>
            <pc:docMk/>
            <pc:sldMk cId="3054216349" sldId="261"/>
            <ac:spMk id="3" creationId="{4B75449F-89EB-DB00-0CE4-3525FC76BA24}"/>
          </ac:spMkLst>
        </pc:spChg>
        <pc:spChg chg="del">
          <ac:chgData name="Veenis, Sierra" userId="S::sveenis@rti.org::200c9325-9a6d-4db1-8535-3c88a644c387" providerId="AD" clId="Web-{92CB1D73-E12B-913B-2D16-04617F2CB1C5}" dt="2023-06-15T15:30:49.633" v="14"/>
          <ac:spMkLst>
            <pc:docMk/>
            <pc:sldMk cId="3054216349" sldId="261"/>
            <ac:spMk id="4" creationId="{F8BAFE7B-549A-4E98-93BA-74C837CF231D}"/>
          </ac:spMkLst>
        </pc:spChg>
        <pc:spChg chg="add">
          <ac:chgData name="Veenis, Sierra" userId="S::sveenis@rti.org::200c9325-9a6d-4db1-8535-3c88a644c387" providerId="AD" clId="Web-{92CB1D73-E12B-913B-2D16-04617F2CB1C5}" dt="2023-06-15T15:30:51.523" v="15"/>
          <ac:spMkLst>
            <pc:docMk/>
            <pc:sldMk cId="3054216349" sldId="261"/>
            <ac:spMk id="5" creationId="{EB3EEAEA-DAE1-9948-9A8D-8945556153DC}"/>
          </ac:spMkLst>
        </pc:spChg>
        <pc:graphicFrameChg chg="mod modGraphic">
          <ac:chgData name="Veenis, Sierra" userId="S::sveenis@rti.org::200c9325-9a6d-4db1-8535-3c88a644c387" providerId="AD" clId="Web-{92CB1D73-E12B-913B-2D16-04617F2CB1C5}" dt="2023-06-15T15:31:09.930" v="18" actId="1076"/>
          <ac:graphicFrameMkLst>
            <pc:docMk/>
            <pc:sldMk cId="3054216349" sldId="261"/>
            <ac:graphicFrameMk id="8" creationId="{AB3F5452-9CD9-4152-A0A3-3FD7672524F5}"/>
          </ac:graphicFrameMkLst>
        </pc:graphicFrameChg>
      </pc:sldChg>
      <pc:sldChg chg="addSp delSp">
        <pc:chgData name="Veenis, Sierra" userId="S::sveenis@rti.org::200c9325-9a6d-4db1-8535-3c88a644c387" providerId="AD" clId="Web-{92CB1D73-E12B-913B-2D16-04617F2CB1C5}" dt="2023-06-15T15:31:15.181" v="20"/>
        <pc:sldMkLst>
          <pc:docMk/>
          <pc:sldMk cId="3493109116" sldId="264"/>
        </pc:sldMkLst>
        <pc:spChg chg="add">
          <ac:chgData name="Veenis, Sierra" userId="S::sveenis@rti.org::200c9325-9a6d-4db1-8535-3c88a644c387" providerId="AD" clId="Web-{92CB1D73-E12B-913B-2D16-04617F2CB1C5}" dt="2023-06-15T15:31:15.181" v="20"/>
          <ac:spMkLst>
            <pc:docMk/>
            <pc:sldMk cId="3493109116" sldId="264"/>
            <ac:spMk id="3" creationId="{4B75449F-89EB-DB00-0CE4-3525FC76BA24}"/>
          </ac:spMkLst>
        </pc:spChg>
        <pc:spChg chg="del">
          <ac:chgData name="Veenis, Sierra" userId="S::sveenis@rti.org::200c9325-9a6d-4db1-8535-3c88a644c387" providerId="AD" clId="Web-{92CB1D73-E12B-913B-2D16-04617F2CB1C5}" dt="2023-06-15T15:31:14.290" v="19"/>
          <ac:spMkLst>
            <pc:docMk/>
            <pc:sldMk cId="3493109116" sldId="264"/>
            <ac:spMk id="4" creationId="{F767700B-954E-42AD-AD69-9CC1C5B510A5}"/>
          </ac:spMkLst>
        </pc:spChg>
        <pc:spChg chg="add">
          <ac:chgData name="Veenis, Sierra" userId="S::sveenis@rti.org::200c9325-9a6d-4db1-8535-3c88a644c387" providerId="AD" clId="Web-{92CB1D73-E12B-913B-2D16-04617F2CB1C5}" dt="2023-06-15T15:31:15.181" v="20"/>
          <ac:spMkLst>
            <pc:docMk/>
            <pc:sldMk cId="3493109116" sldId="264"/>
            <ac:spMk id="7" creationId="{EB3EEAEA-DAE1-9948-9A8D-8945556153DC}"/>
          </ac:spMkLst>
        </pc:spChg>
      </pc:sldChg>
      <pc:sldChg chg="addSp delSp">
        <pc:chgData name="Veenis, Sierra" userId="S::sveenis@rti.org::200c9325-9a6d-4db1-8535-3c88a644c387" providerId="AD" clId="Web-{92CB1D73-E12B-913B-2D16-04617F2CB1C5}" dt="2023-06-15T15:31:49.713" v="28"/>
        <pc:sldMkLst>
          <pc:docMk/>
          <pc:sldMk cId="1936015983" sldId="266"/>
        </pc:sldMkLst>
        <pc:spChg chg="del">
          <ac:chgData name="Veenis, Sierra" userId="S::sveenis@rti.org::200c9325-9a6d-4db1-8535-3c88a644c387" providerId="AD" clId="Web-{92CB1D73-E12B-913B-2D16-04617F2CB1C5}" dt="2023-06-15T15:31:49.370" v="27"/>
          <ac:spMkLst>
            <pc:docMk/>
            <pc:sldMk cId="1936015983" sldId="266"/>
            <ac:spMk id="4" creationId="{00210221-3F4A-4187-A674-5BB2A5218FDE}"/>
          </ac:spMkLst>
        </pc:spChg>
        <pc:spChg chg="add">
          <ac:chgData name="Veenis, Sierra" userId="S::sveenis@rti.org::200c9325-9a6d-4db1-8535-3c88a644c387" providerId="AD" clId="Web-{92CB1D73-E12B-913B-2D16-04617F2CB1C5}" dt="2023-06-15T15:31:49.713" v="28"/>
          <ac:spMkLst>
            <pc:docMk/>
            <pc:sldMk cId="1936015983" sldId="266"/>
            <ac:spMk id="5" creationId="{4B75449F-89EB-DB00-0CE4-3525FC76BA24}"/>
          </ac:spMkLst>
        </pc:spChg>
        <pc:spChg chg="add">
          <ac:chgData name="Veenis, Sierra" userId="S::sveenis@rti.org::200c9325-9a6d-4db1-8535-3c88a644c387" providerId="AD" clId="Web-{92CB1D73-E12B-913B-2D16-04617F2CB1C5}" dt="2023-06-15T15:31:49.713" v="28"/>
          <ac:spMkLst>
            <pc:docMk/>
            <pc:sldMk cId="1936015983" sldId="266"/>
            <ac:spMk id="6" creationId="{EB3EEAEA-DAE1-9948-9A8D-8945556153DC}"/>
          </ac:spMkLst>
        </pc:spChg>
      </pc:sldChg>
      <pc:sldChg chg="addSp delSp">
        <pc:chgData name="Veenis, Sierra" userId="S::sveenis@rti.org::200c9325-9a6d-4db1-8535-3c88a644c387" providerId="AD" clId="Web-{92CB1D73-E12B-913B-2D16-04617F2CB1C5}" dt="2023-06-15T15:31:29.931" v="22"/>
        <pc:sldMkLst>
          <pc:docMk/>
          <pc:sldMk cId="1505145182" sldId="270"/>
        </pc:sldMkLst>
        <pc:spChg chg="add">
          <ac:chgData name="Veenis, Sierra" userId="S::sveenis@rti.org::200c9325-9a6d-4db1-8535-3c88a644c387" providerId="AD" clId="Web-{92CB1D73-E12B-913B-2D16-04617F2CB1C5}" dt="2023-06-15T15:31:29.931" v="22"/>
          <ac:spMkLst>
            <pc:docMk/>
            <pc:sldMk cId="1505145182" sldId="270"/>
            <ac:spMk id="3" creationId="{4B75449F-89EB-DB00-0CE4-3525FC76BA24}"/>
          </ac:spMkLst>
        </pc:spChg>
        <pc:spChg chg="del">
          <ac:chgData name="Veenis, Sierra" userId="S::sveenis@rti.org::200c9325-9a6d-4db1-8535-3c88a644c387" providerId="AD" clId="Web-{92CB1D73-E12B-913B-2D16-04617F2CB1C5}" dt="2023-06-15T15:31:28.744" v="21"/>
          <ac:spMkLst>
            <pc:docMk/>
            <pc:sldMk cId="1505145182" sldId="270"/>
            <ac:spMk id="4" creationId="{F767700B-954E-42AD-AD69-9CC1C5B510A5}"/>
          </ac:spMkLst>
        </pc:spChg>
        <pc:spChg chg="add">
          <ac:chgData name="Veenis, Sierra" userId="S::sveenis@rti.org::200c9325-9a6d-4db1-8535-3c88a644c387" providerId="AD" clId="Web-{92CB1D73-E12B-913B-2D16-04617F2CB1C5}" dt="2023-06-15T15:31:29.931" v="22"/>
          <ac:spMkLst>
            <pc:docMk/>
            <pc:sldMk cId="1505145182" sldId="270"/>
            <ac:spMk id="5" creationId="{EB3EEAEA-DAE1-9948-9A8D-8945556153DC}"/>
          </ac:spMkLst>
        </pc:spChg>
      </pc:sldChg>
      <pc:sldChg chg="addSp delSp modSp">
        <pc:chgData name="Veenis, Sierra" userId="S::sveenis@rti.org::200c9325-9a6d-4db1-8535-3c88a644c387" providerId="AD" clId="Web-{92CB1D73-E12B-913B-2D16-04617F2CB1C5}" dt="2023-06-15T15:31:44.635" v="26"/>
        <pc:sldMkLst>
          <pc:docMk/>
          <pc:sldMk cId="4239531514" sldId="271"/>
        </pc:sldMkLst>
        <pc:spChg chg="add">
          <ac:chgData name="Veenis, Sierra" userId="S::sveenis@rti.org::200c9325-9a6d-4db1-8535-3c88a644c387" providerId="AD" clId="Web-{92CB1D73-E12B-913B-2D16-04617F2CB1C5}" dt="2023-06-15T15:31:44.635" v="26"/>
          <ac:spMkLst>
            <pc:docMk/>
            <pc:sldMk cId="4239531514" sldId="271"/>
            <ac:spMk id="3" creationId="{4B75449F-89EB-DB00-0CE4-3525FC76BA24}"/>
          </ac:spMkLst>
        </pc:spChg>
        <pc:spChg chg="del">
          <ac:chgData name="Veenis, Sierra" userId="S::sveenis@rti.org::200c9325-9a6d-4db1-8535-3c88a644c387" providerId="AD" clId="Web-{92CB1D73-E12B-913B-2D16-04617F2CB1C5}" dt="2023-06-15T15:31:43.494" v="25"/>
          <ac:spMkLst>
            <pc:docMk/>
            <pc:sldMk cId="4239531514" sldId="271"/>
            <ac:spMk id="4" creationId="{F767700B-954E-42AD-AD69-9CC1C5B510A5}"/>
          </ac:spMkLst>
        </pc:spChg>
        <pc:spChg chg="add">
          <ac:chgData name="Veenis, Sierra" userId="S::sveenis@rti.org::200c9325-9a6d-4db1-8535-3c88a644c387" providerId="AD" clId="Web-{92CB1D73-E12B-913B-2D16-04617F2CB1C5}" dt="2023-06-15T15:31:44.635" v="26"/>
          <ac:spMkLst>
            <pc:docMk/>
            <pc:sldMk cId="4239531514" sldId="271"/>
            <ac:spMk id="5" creationId="{EB3EEAEA-DAE1-9948-9A8D-8945556153DC}"/>
          </ac:spMkLst>
        </pc:spChg>
        <pc:graphicFrameChg chg="mod modGraphic">
          <ac:chgData name="Veenis, Sierra" userId="S::sveenis@rti.org::200c9325-9a6d-4db1-8535-3c88a644c387" providerId="AD" clId="Web-{92CB1D73-E12B-913B-2D16-04617F2CB1C5}" dt="2023-06-15T15:31:41.307" v="24"/>
          <ac:graphicFrameMkLst>
            <pc:docMk/>
            <pc:sldMk cId="4239531514" sldId="271"/>
            <ac:graphicFrameMk id="8" creationId="{A85B9990-0E05-42E5-8336-0BDD6E022486}"/>
          </ac:graphicFrameMkLst>
        </pc:graphicFrameChg>
      </pc:sldChg>
    </pc:docChg>
  </pc:docChgLst>
  <pc:docChgLst>
    <pc:chgData name="White (she/her), Whitney" userId="65f39021-2f1d-4d8b-87dc-b123826f65bf" providerId="ADAL" clId="{8540081E-5E92-42F5-8F8C-753326E0382E}"/>
    <pc:docChg chg="modSld">
      <pc:chgData name="White (she/her), Whitney" userId="65f39021-2f1d-4d8b-87dc-b123826f65bf" providerId="ADAL" clId="{8540081E-5E92-42F5-8F8C-753326E0382E}" dt="2023-08-19T00:31:37.856" v="412" actId="962"/>
      <pc:docMkLst>
        <pc:docMk/>
      </pc:docMkLst>
      <pc:sldChg chg="modSp mod">
        <pc:chgData name="White (she/her), Whitney" userId="65f39021-2f1d-4d8b-87dc-b123826f65bf" providerId="ADAL" clId="{8540081E-5E92-42F5-8F8C-753326E0382E}" dt="2023-08-19T00:28:27.956" v="10" actId="1076"/>
        <pc:sldMkLst>
          <pc:docMk/>
          <pc:sldMk cId="1482277026" sldId="256"/>
        </pc:sldMkLst>
        <pc:spChg chg="mod">
          <ac:chgData name="White (she/her), Whitney" userId="65f39021-2f1d-4d8b-87dc-b123826f65bf" providerId="ADAL" clId="{8540081E-5E92-42F5-8F8C-753326E0382E}" dt="2023-08-19T00:28:27.956" v="10" actId="1076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 (she/her), Whitney" userId="65f39021-2f1d-4d8b-87dc-b123826f65bf" providerId="ADAL" clId="{8540081E-5E92-42F5-8F8C-753326E0382E}" dt="2023-08-19T00:28:21.390" v="9" actId="14100"/>
          <ac:spMkLst>
            <pc:docMk/>
            <pc:sldMk cId="1482277026" sldId="256"/>
            <ac:spMk id="4" creationId="{D5AA8FFC-574F-5308-5747-EC2583730C46}"/>
          </ac:spMkLst>
        </pc:spChg>
      </pc:sldChg>
      <pc:sldChg chg="modSp mod">
        <pc:chgData name="White (she/her), Whitney" userId="65f39021-2f1d-4d8b-87dc-b123826f65bf" providerId="ADAL" clId="{8540081E-5E92-42F5-8F8C-753326E0382E}" dt="2023-08-19T00:31:37.856" v="412" actId="962"/>
        <pc:sldMkLst>
          <pc:docMk/>
          <pc:sldMk cId="4071305681" sldId="258"/>
        </pc:sldMkLst>
        <pc:picChg chg="mod">
          <ac:chgData name="White (she/her), Whitney" userId="65f39021-2f1d-4d8b-87dc-b123826f65bf" providerId="ADAL" clId="{8540081E-5E92-42F5-8F8C-753326E0382E}" dt="2023-08-19T00:31:06.321" v="410" actId="962"/>
          <ac:picMkLst>
            <pc:docMk/>
            <pc:sldMk cId="4071305681" sldId="258"/>
            <ac:picMk id="5" creationId="{821B9A3C-4F39-4F46-BE7E-C8DE3FF08FD4}"/>
          </ac:picMkLst>
        </pc:picChg>
        <pc:picChg chg="mod">
          <ac:chgData name="White (she/her), Whitney" userId="65f39021-2f1d-4d8b-87dc-b123826f65bf" providerId="ADAL" clId="{8540081E-5E92-42F5-8F8C-753326E0382E}" dt="2023-08-19T00:31:37.856" v="412" actId="962"/>
          <ac:picMkLst>
            <pc:docMk/>
            <pc:sldMk cId="4071305681" sldId="258"/>
            <ac:picMk id="6" creationId="{B14F3196-657F-481A-A776-75995DFFEFBB}"/>
          </ac:picMkLst>
        </pc:picChg>
      </pc:sldChg>
      <pc:sldChg chg="modSp mod">
        <pc:chgData name="White (she/her), Whitney" userId="65f39021-2f1d-4d8b-87dc-b123826f65bf" providerId="ADAL" clId="{8540081E-5E92-42F5-8F8C-753326E0382E}" dt="2023-08-19T00:28:08.962" v="2" actId="20577"/>
        <pc:sldMkLst>
          <pc:docMk/>
          <pc:sldMk cId="2772527113" sldId="259"/>
        </pc:sldMkLst>
        <pc:spChg chg="mod">
          <ac:chgData name="White (she/her), Whitney" userId="65f39021-2f1d-4d8b-87dc-b123826f65bf" providerId="ADAL" clId="{8540081E-5E92-42F5-8F8C-753326E0382E}" dt="2023-08-19T00:28:08.962" v="2" actId="20577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 (she/her), Whitney" userId="65f39021-2f1d-4d8b-87dc-b123826f65bf" providerId="ADAL" clId="{8540081E-5E92-42F5-8F8C-753326E0382E}" dt="2023-08-19T00:29:31.604" v="408" actId="962"/>
        <pc:sldMkLst>
          <pc:docMk/>
          <pc:sldMk cId="3493109116" sldId="264"/>
        </pc:sldMkLst>
        <pc:picChg chg="mod">
          <ac:chgData name="White (she/her), Whitney" userId="65f39021-2f1d-4d8b-87dc-b123826f65bf" providerId="ADAL" clId="{8540081E-5E92-42F5-8F8C-753326E0382E}" dt="2023-08-19T00:29:31.604" v="408" actId="962"/>
          <ac:picMkLst>
            <pc:docMk/>
            <pc:sldMk cId="3493109116" sldId="264"/>
            <ac:picMk id="5" creationId="{B9763EB5-3487-4BAE-9CC6-BDC11DCB38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8/18/2023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8/18/2023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8/18/2023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8/18/2023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8/18/2023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8/18/2023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8/18/2023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8/18/2023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nc-sa/4.0/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licenses/by-nc-sa/4.0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mailto:https://wolfpack-works.ced.ncsu.edu/2020/09/01/managing-digital-learning-and-technology-during-a-pandemic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nc-sa/4.0/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9305" y="6061961"/>
            <a:ext cx="9144000" cy="370300"/>
          </a:xfrm>
        </p:spPr>
        <p:txBody>
          <a:bodyPr>
            <a:normAutofit fontScale="90000"/>
          </a:bodyPr>
          <a:lstStyle/>
          <a:p>
            <a:pPr algn="l"/>
            <a:r>
              <a:rPr lang="en-US" sz="1800" dirty="0"/>
              <a:t>Practicum| Unit 3: Research-Based Instructional Strategies (RBIS) Reading Language Arts (RLA)| Lesson 3.02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Systematic and Explicit Literacy Instruction</a:t>
            </a: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D5AA8FFC-574F-5308-5747-EC2583730C46}"/>
              </a:ext>
            </a:extLst>
          </p:cNvPr>
          <p:cNvSpPr txBox="1"/>
          <p:nvPr/>
        </p:nvSpPr>
        <p:spPr>
          <a:xfrm>
            <a:off x="193386" y="6432261"/>
            <a:ext cx="9703089" cy="338554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rgbClr val="464646"/>
                </a:solidFill>
                <a:latin typeface="+mj-lt"/>
                <a:cs typeface="Calibri"/>
              </a:rPr>
              <a:t>This work is licensed under a </a:t>
            </a:r>
            <a:r>
              <a:rPr lang="en-US" sz="1600" dirty="0">
                <a:solidFill>
                  <a:srgbClr val="0070C0"/>
                </a:solidFill>
                <a:latin typeface="+mj-lt"/>
                <a:cs typeface="Calibri"/>
                <a:hlinkClick r:id="rId2"/>
              </a:rPr>
              <a:t>Creative Commons Attribution-Noncommercial-Share Alike 4.0 International License</a:t>
            </a:r>
            <a:r>
              <a:rPr lang="en-US" sz="1600" dirty="0">
                <a:solidFill>
                  <a:srgbClr val="0070C0"/>
                </a:solidFill>
                <a:latin typeface="+mj-lt"/>
                <a:cs typeface="Calibri"/>
              </a:rPr>
              <a:t>.</a:t>
            </a:r>
            <a:endParaRPr lang="en-US" sz="3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TEKS 6A, 6C, 6D, 6F, 6G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will…</a:t>
            </a:r>
          </a:p>
          <a:p>
            <a:r>
              <a:rPr lang="en-US" dirty="0"/>
              <a:t>Define systematic and explicit literacy instruction</a:t>
            </a:r>
          </a:p>
          <a:p>
            <a:r>
              <a:rPr lang="en-US" dirty="0"/>
              <a:t>Explain the importance of systematic and explicit literacy instruction</a:t>
            </a:r>
          </a:p>
          <a:p>
            <a:r>
              <a:rPr lang="en-US" dirty="0"/>
              <a:t>Identify examples and nonexamples of systematic and explicit foundational literacy instruction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4B75449F-89EB-DB00-0CE4-3525FC76BA24}"/>
              </a:ext>
            </a:extLst>
          </p:cNvPr>
          <p:cNvSpPr>
            <a:spLocks noGrp="1"/>
          </p:cNvSpPr>
          <p:nvPr/>
        </p:nvSpPr>
        <p:spPr>
          <a:xfrm>
            <a:off x="9334500" y="64420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B3EEAEA-DAE1-9948-9A8D-8945556153DC}"/>
              </a:ext>
            </a:extLst>
          </p:cNvPr>
          <p:cNvSpPr txBox="1">
            <a:spLocks/>
          </p:cNvSpPr>
          <p:nvPr/>
        </p:nvSpPr>
        <p:spPr>
          <a:xfrm>
            <a:off x="81010" y="6482419"/>
            <a:ext cx="11353800" cy="303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ea typeface="+mn-lt"/>
                <a:cs typeface="+mn-lt"/>
              </a:rPr>
              <a:t>Practicum| Unit 3: Research-Based Instructional Strategies (RBIS) Reading Language Arts (RLA)| Lesson 3.02</a:t>
            </a:r>
            <a:r>
              <a:rPr lang="en-US" sz="900" dirty="0"/>
              <a:t> |</a:t>
            </a:r>
            <a:r>
              <a:rPr lang="en-US" sz="900" dirty="0">
                <a:solidFill>
                  <a:srgbClr val="464646"/>
                </a:solidFill>
                <a:latin typeface="Calibri Light"/>
                <a:cs typeface="Calibri"/>
              </a:rPr>
              <a:t>This work is licensed under a </a:t>
            </a:r>
            <a:r>
              <a:rPr lang="en-US" sz="900" dirty="0">
                <a:solidFill>
                  <a:srgbClr val="0070C0"/>
                </a:solidFill>
                <a:latin typeface="Calibri Light"/>
                <a:cs typeface="Calibri"/>
                <a:hlinkClick r:id="rId2"/>
              </a:rPr>
              <a:t>Creative Commons Attribution-Noncommercial-Share Alike 4.0 International License</a:t>
            </a:r>
            <a:r>
              <a:rPr lang="en-US" sz="900" dirty="0">
                <a:solidFill>
                  <a:srgbClr val="0070C0"/>
                </a:solidFill>
                <a:latin typeface="Calibri Light"/>
                <a:cs typeface="Calibri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Look at the Ladder of Reading and the Simple View of Reading. How do these two things relate?</a:t>
            </a:r>
          </a:p>
        </p:txBody>
      </p:sp>
      <p:pic>
        <p:nvPicPr>
          <p:cNvPr id="5" name="Picture 4" descr="Graphic - The Ladder of Reading (N.Young 2012)&#10;&#10;www.nancyyoung.ca">
            <a:extLst>
              <a:ext uri="{FF2B5EF4-FFF2-40B4-BE49-F238E27FC236}">
                <a16:creationId xmlns:a16="http://schemas.microsoft.com/office/drawing/2014/main" id="{821B9A3C-4F39-4F46-BE7E-C8DE3FF08FD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89874" y="3019537"/>
            <a:ext cx="4244600" cy="3247119"/>
          </a:xfrm>
          <a:prstGeom prst="rect">
            <a:avLst/>
          </a:prstGeom>
          <a:noFill/>
        </p:spPr>
      </p:pic>
      <p:pic>
        <p:nvPicPr>
          <p:cNvPr id="6" name="Picture 5" descr="Simple View of Reading&#10;&#10;Phonics and the Science of Reading&#10;https://nceatalk.org/2021/03/phonics-and-the-science-of-reading/">
            <a:extLst>
              <a:ext uri="{FF2B5EF4-FFF2-40B4-BE49-F238E27FC236}">
                <a16:creationId xmlns:a16="http://schemas.microsoft.com/office/drawing/2014/main" id="{B14F3196-657F-481A-A776-75995DFFEFB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788223" y="3429000"/>
            <a:ext cx="5154432" cy="1688077"/>
          </a:xfrm>
          <a:prstGeom prst="rect">
            <a:avLst/>
          </a:prstGeom>
          <a:noFill/>
        </p:spPr>
      </p:pic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B75449F-89EB-DB00-0CE4-3525FC76BA24}"/>
              </a:ext>
            </a:extLst>
          </p:cNvPr>
          <p:cNvSpPr>
            <a:spLocks noGrp="1"/>
          </p:cNvSpPr>
          <p:nvPr/>
        </p:nvSpPr>
        <p:spPr>
          <a:xfrm>
            <a:off x="9334500" y="64420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4E4671E-77BA-9E61-724E-E5576E8946C9}"/>
              </a:ext>
            </a:extLst>
          </p:cNvPr>
          <p:cNvSpPr txBox="1">
            <a:spLocks/>
          </p:cNvSpPr>
          <p:nvPr/>
        </p:nvSpPr>
        <p:spPr>
          <a:xfrm>
            <a:off x="81010" y="6482419"/>
            <a:ext cx="11353800" cy="303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ea typeface="+mn-lt"/>
                <a:cs typeface="+mn-lt"/>
              </a:rPr>
              <a:t>Practicum| Unit 3: Research-Based Instructional Strategies (RBIS) Reading Language Arts (RLA)| Lesson 3.02</a:t>
            </a:r>
            <a:r>
              <a:rPr lang="en-US" sz="900" dirty="0"/>
              <a:t> |</a:t>
            </a:r>
            <a:r>
              <a:rPr lang="en-US" sz="900" dirty="0">
                <a:solidFill>
                  <a:srgbClr val="464646"/>
                </a:solidFill>
                <a:latin typeface="Calibri Light"/>
                <a:cs typeface="Calibri"/>
              </a:rPr>
              <a:t>This work is licensed under a </a:t>
            </a:r>
            <a:r>
              <a:rPr lang="en-US" sz="900" dirty="0">
                <a:solidFill>
                  <a:srgbClr val="0070C0"/>
                </a:solidFill>
                <a:latin typeface="Calibri Light"/>
                <a:cs typeface="Calibri"/>
                <a:hlinkClick r:id="rId4"/>
              </a:rPr>
              <a:t>Creative Commons Attribution-Noncommercial-Share Alike 4.0 International License</a:t>
            </a:r>
            <a:r>
              <a:rPr lang="en-US" sz="900" dirty="0">
                <a:solidFill>
                  <a:srgbClr val="0070C0"/>
                </a:solidFill>
                <a:latin typeface="Calibri Light"/>
                <a:cs typeface="Calibri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E203D-F288-408D-B325-66954BDD3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AB3F5452-9CD9-4152-A0A3-3FD7672524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6149443"/>
              </p:ext>
            </p:extLst>
          </p:nvPr>
        </p:nvGraphicFramePr>
        <p:xfrm>
          <a:off x="561975" y="1419225"/>
          <a:ext cx="10320605" cy="44447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5099">
                  <a:extLst>
                    <a:ext uri="{9D8B030D-6E8A-4147-A177-3AD203B41FA5}">
                      <a16:colId xmlns:a16="http://schemas.microsoft.com/office/drawing/2014/main" val="932298807"/>
                    </a:ext>
                  </a:extLst>
                </a:gridCol>
                <a:gridCol w="7615506">
                  <a:extLst>
                    <a:ext uri="{9D8B030D-6E8A-4147-A177-3AD203B41FA5}">
                      <a16:colId xmlns:a16="http://schemas.microsoft.com/office/drawing/2014/main" val="3150424584"/>
                    </a:ext>
                  </a:extLst>
                </a:gridCol>
              </a:tblGrid>
              <a:tr h="421404">
                <a:tc>
                  <a:txBody>
                    <a:bodyPr/>
                    <a:lstStyle/>
                    <a:p>
                      <a:r>
                        <a:rPr lang="en-US" dirty="0"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Definition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7630756"/>
                  </a:ext>
                </a:extLst>
              </a:tr>
              <a:tr h="692719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Phonics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The study of the relationships between letters and the sounds they represent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54092349"/>
                  </a:ext>
                </a:extLst>
              </a:tr>
              <a:tr h="421404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Systematic Phonics Instruction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Structured phonics instructional routines that provide step-by-step procedures and a scope and sequence of skills from less complex to more complex to allow students to build upon prior knowledge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12220632"/>
                  </a:ext>
                </a:extLst>
              </a:tr>
              <a:tr h="421404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Explicit Phonics Instruction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Teacher directed phonics instruction that clearly explains and models each individual concept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85746016"/>
                  </a:ext>
                </a:extLst>
              </a:tr>
              <a:tr h="421404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Incidental Phonics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Teacher directed instruction that does not follow a planned sequence of phonics concepts to guide instruction. Concepts and skills are taught as they appear in text.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04851288"/>
                  </a:ext>
                </a:extLst>
              </a:tr>
            </a:tbl>
          </a:graphicData>
        </a:graphic>
      </p:graphicFrame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4B75449F-89EB-DB00-0CE4-3525FC76BA24}"/>
              </a:ext>
            </a:extLst>
          </p:cNvPr>
          <p:cNvSpPr>
            <a:spLocks noGrp="1"/>
          </p:cNvSpPr>
          <p:nvPr/>
        </p:nvSpPr>
        <p:spPr>
          <a:xfrm>
            <a:off x="9334500" y="64420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96800CB-94C6-19E9-C1C5-AFBCC5DD3D3C}"/>
              </a:ext>
            </a:extLst>
          </p:cNvPr>
          <p:cNvSpPr txBox="1">
            <a:spLocks/>
          </p:cNvSpPr>
          <p:nvPr/>
        </p:nvSpPr>
        <p:spPr>
          <a:xfrm>
            <a:off x="81010" y="6482419"/>
            <a:ext cx="11353800" cy="303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ea typeface="+mn-lt"/>
                <a:cs typeface="+mn-lt"/>
              </a:rPr>
              <a:t>Practicum| Unit 3: Research-Based Instructional Strategies (RBIS) Reading Language Arts (RLA)| Lesson 3.02</a:t>
            </a:r>
            <a:r>
              <a:rPr lang="en-US" sz="900" dirty="0"/>
              <a:t> |</a:t>
            </a:r>
            <a:r>
              <a:rPr lang="en-US" sz="900" dirty="0">
                <a:solidFill>
                  <a:srgbClr val="464646"/>
                </a:solidFill>
                <a:latin typeface="Calibri Light"/>
                <a:cs typeface="Calibri"/>
              </a:rPr>
              <a:t>This work is licensed under a </a:t>
            </a:r>
            <a:r>
              <a:rPr lang="en-US" sz="900" dirty="0">
                <a:solidFill>
                  <a:srgbClr val="0070C0"/>
                </a:solidFill>
                <a:latin typeface="Calibri Light"/>
                <a:cs typeface="Calibri"/>
                <a:hlinkClick r:id="rId2"/>
              </a:rPr>
              <a:t>Creative Commons Attribution-Noncommercial-Share Alike 4.0 International License</a:t>
            </a:r>
            <a:r>
              <a:rPr lang="en-US" sz="900" dirty="0">
                <a:solidFill>
                  <a:srgbClr val="0070C0"/>
                </a:solidFill>
                <a:latin typeface="Calibri Light"/>
                <a:cs typeface="Calibri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216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664-70C0-47BA-9BFF-496A04EBB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117269"/>
            <a:ext cx="10515600" cy="1325563"/>
          </a:xfrm>
        </p:spPr>
        <p:txBody>
          <a:bodyPr/>
          <a:lstStyle/>
          <a:p>
            <a:r>
              <a:rPr lang="en-US" dirty="0"/>
              <a:t>Explicit Instruction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5C78547-95DE-4E20-954C-7BB34E7730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dirty="0"/>
              <a:t>Student need opportunities to: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endParaRPr lang="en-US" dirty="0"/>
          </a:p>
        </p:txBody>
      </p:sp>
      <p:pic>
        <p:nvPicPr>
          <p:cNvPr id="5" name="Picture 4" descr="An image showing how to provide explicit instruction, with an icon beside each simple instruction. &#10;&#10;Ear- Hear it&#10;Text bubble- Say it&#10;Book and pen- Read it&#10;Pencil- Spell it/Write it">
            <a:extLst>
              <a:ext uri="{FF2B5EF4-FFF2-40B4-BE49-F238E27FC236}">
                <a16:creationId xmlns:a16="http://schemas.microsoft.com/office/drawing/2014/main" id="{B9763EB5-3487-4BAE-9CC6-BDC11DCB38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7997" y="1516361"/>
            <a:ext cx="4801500" cy="4333232"/>
          </a:xfrm>
          <a:prstGeom prst="rect">
            <a:avLst/>
          </a:prstGeom>
        </p:spPr>
      </p:pic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4B75449F-89EB-DB00-0CE4-3525FC76BA24}"/>
              </a:ext>
            </a:extLst>
          </p:cNvPr>
          <p:cNvSpPr>
            <a:spLocks noGrp="1"/>
          </p:cNvSpPr>
          <p:nvPr/>
        </p:nvSpPr>
        <p:spPr>
          <a:xfrm>
            <a:off x="9334500" y="64420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A5BC35B-0899-2E9E-4DEA-DDCFA408EEC0}"/>
              </a:ext>
            </a:extLst>
          </p:cNvPr>
          <p:cNvSpPr txBox="1">
            <a:spLocks/>
          </p:cNvSpPr>
          <p:nvPr/>
        </p:nvSpPr>
        <p:spPr>
          <a:xfrm>
            <a:off x="81010" y="6482419"/>
            <a:ext cx="11353800" cy="303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ea typeface="+mn-lt"/>
                <a:cs typeface="+mn-lt"/>
              </a:rPr>
              <a:t>Practicum| Unit 3: Research-Based Instructional Strategies (RBIS) Reading Language Arts (RLA)| Lesson 3.02</a:t>
            </a:r>
            <a:r>
              <a:rPr lang="en-US" sz="900" dirty="0"/>
              <a:t> |</a:t>
            </a:r>
            <a:r>
              <a:rPr lang="en-US" sz="900" dirty="0">
                <a:solidFill>
                  <a:srgbClr val="464646"/>
                </a:solidFill>
                <a:latin typeface="Calibri Light"/>
                <a:cs typeface="Calibri"/>
              </a:rPr>
              <a:t>This work is licensed under a </a:t>
            </a:r>
            <a:r>
              <a:rPr lang="en-US" sz="900" dirty="0">
                <a:solidFill>
                  <a:srgbClr val="0070C0"/>
                </a:solidFill>
                <a:latin typeface="Calibri Light"/>
                <a:cs typeface="Calibri"/>
                <a:hlinkClick r:id="rId3"/>
              </a:rPr>
              <a:t>Creative Commons Attribution-Noncommercial-Share Alike 4.0 International License</a:t>
            </a:r>
            <a:r>
              <a:rPr lang="en-US" sz="900" dirty="0">
                <a:solidFill>
                  <a:srgbClr val="0070C0"/>
                </a:solidFill>
                <a:latin typeface="Calibri Light"/>
                <a:cs typeface="Calibri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109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664-70C0-47BA-9BFF-496A04EBB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117269"/>
            <a:ext cx="10515600" cy="1325563"/>
          </a:xfrm>
        </p:spPr>
        <p:txBody>
          <a:bodyPr/>
          <a:lstStyle/>
          <a:p>
            <a:r>
              <a:rPr lang="en-US" dirty="0"/>
              <a:t>Systematic &amp; Explicit Instruction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5C78547-95DE-4E20-954C-7BB34E7730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dirty="0"/>
              <a:t>Systematic &amp; Explicit Instruction should include: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endParaRPr lang="en-US" dirty="0"/>
          </a:p>
        </p:txBody>
      </p:sp>
      <p:pic>
        <p:nvPicPr>
          <p:cNvPr id="7" name="Picture 6" descr="Managing Digital Learning and Technology During a Pandemic | Wolfpack WORKS  | NC State University">
            <a:hlinkClick r:id="rId2"/>
            <a:extLst>
              <a:ext uri="{FF2B5EF4-FFF2-40B4-BE49-F238E27FC236}">
                <a16:creationId xmlns:a16="http://schemas.microsoft.com/office/drawing/2014/main" id="{C6952D2D-0824-480F-9F83-181D4BF8F5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1238" y="2435905"/>
            <a:ext cx="7649523" cy="347980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4B75449F-89EB-DB00-0CE4-3525FC76BA24}"/>
              </a:ext>
            </a:extLst>
          </p:cNvPr>
          <p:cNvSpPr>
            <a:spLocks noGrp="1"/>
          </p:cNvSpPr>
          <p:nvPr/>
        </p:nvSpPr>
        <p:spPr>
          <a:xfrm>
            <a:off x="9334500" y="64420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2D56C8B-F564-4051-AFED-A78F1C6A2F0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E11D6DC-3FD8-B2CA-D568-0E8A13705885}"/>
              </a:ext>
            </a:extLst>
          </p:cNvPr>
          <p:cNvSpPr txBox="1">
            <a:spLocks/>
          </p:cNvSpPr>
          <p:nvPr/>
        </p:nvSpPr>
        <p:spPr>
          <a:xfrm>
            <a:off x="81010" y="6482419"/>
            <a:ext cx="11353800" cy="303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ea typeface="+mn-lt"/>
                <a:cs typeface="+mn-lt"/>
              </a:rPr>
              <a:t>Practicum| Unit 3: Research-Based Instructional Strategies (RBIS) Reading Language Arts (RLA)| Lesson 3.02</a:t>
            </a:r>
            <a:r>
              <a:rPr lang="en-US" sz="900" dirty="0"/>
              <a:t> |</a:t>
            </a:r>
            <a:r>
              <a:rPr lang="en-US" sz="900" dirty="0">
                <a:solidFill>
                  <a:srgbClr val="464646"/>
                </a:solidFill>
                <a:latin typeface="Calibri Light"/>
                <a:cs typeface="Calibri"/>
              </a:rPr>
              <a:t>This work is licensed under a </a:t>
            </a:r>
            <a:r>
              <a:rPr lang="en-US" sz="900" dirty="0">
                <a:solidFill>
                  <a:srgbClr val="0070C0"/>
                </a:solidFill>
                <a:latin typeface="Calibri Light"/>
                <a:cs typeface="Calibri"/>
                <a:hlinkClick r:id="rId4"/>
              </a:rPr>
              <a:t>Creative Commons Attribution-Noncommercial-Share Alike 4.0 International License</a:t>
            </a:r>
            <a:r>
              <a:rPr lang="en-US" sz="900" dirty="0">
                <a:solidFill>
                  <a:srgbClr val="0070C0"/>
                </a:solidFill>
                <a:latin typeface="Calibri Light"/>
                <a:cs typeface="Calibri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5145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664-70C0-47BA-9BFF-496A04EBB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677" y="136525"/>
            <a:ext cx="10515599" cy="93268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Systematic VS Incidental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85B9990-0E05-42E5-8336-0BDD6E0224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2397378"/>
              </p:ext>
            </p:extLst>
          </p:nvPr>
        </p:nvGraphicFramePr>
        <p:xfrm>
          <a:off x="581025" y="1201430"/>
          <a:ext cx="10344147" cy="434879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06904">
                  <a:extLst>
                    <a:ext uri="{9D8B030D-6E8A-4147-A177-3AD203B41FA5}">
                      <a16:colId xmlns:a16="http://schemas.microsoft.com/office/drawing/2014/main" val="3969193378"/>
                    </a:ext>
                  </a:extLst>
                </a:gridCol>
                <a:gridCol w="5037243">
                  <a:extLst>
                    <a:ext uri="{9D8B030D-6E8A-4147-A177-3AD203B41FA5}">
                      <a16:colId xmlns:a16="http://schemas.microsoft.com/office/drawing/2014/main" val="3068136049"/>
                    </a:ext>
                  </a:extLst>
                </a:gridCol>
              </a:tblGrid>
              <a:tr h="45368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600" dirty="0">
                          <a:effectLst/>
                        </a:rPr>
                        <a:t>Systematic</a:t>
                      </a:r>
                      <a:endParaRPr lang="en-US" sz="2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8687" marR="9868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600" dirty="0">
                          <a:effectLst/>
                        </a:rPr>
                        <a:t>Incidental</a:t>
                      </a:r>
                      <a:endParaRPr lang="en-US" sz="2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8687" marR="98687" marT="0" marB="0"/>
                </a:tc>
                <a:extLst>
                  <a:ext uri="{0D108BD9-81ED-4DB2-BD59-A6C34878D82A}">
                    <a16:rowId xmlns:a16="http://schemas.microsoft.com/office/drawing/2014/main" val="2382813469"/>
                  </a:ext>
                </a:extLst>
              </a:tr>
              <a:tr h="129836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600" dirty="0">
                          <a:effectLst/>
                        </a:rPr>
                        <a:t>Sound/spelling relationships are directly taught in isolation</a:t>
                      </a:r>
                      <a:endParaRPr lang="en-US" sz="2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8687" marR="9868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600" dirty="0">
                          <a:effectLst/>
                        </a:rPr>
                        <a:t>Sound and spelling relationships are inferred from reading whole words</a:t>
                      </a:r>
                      <a:endParaRPr lang="en-US" sz="2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8687" marR="98687" marT="0" marB="0"/>
                </a:tc>
                <a:extLst>
                  <a:ext uri="{0D108BD9-81ED-4DB2-BD59-A6C34878D82A}">
                    <a16:rowId xmlns:a16="http://schemas.microsoft.com/office/drawing/2014/main" val="163550452"/>
                  </a:ext>
                </a:extLst>
              </a:tr>
              <a:tr h="129836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600" dirty="0">
                          <a:effectLst/>
                        </a:rPr>
                        <a:t>Direct instruction and practice with blending previously taught sound/spelling patterns</a:t>
                      </a:r>
                      <a:endParaRPr lang="en-US" sz="2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8687" marR="9868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600" dirty="0">
                          <a:effectLst/>
                        </a:rPr>
                        <a:t>Sound and spelling relationships are introduced as they are encountered in texts</a:t>
                      </a:r>
                      <a:endParaRPr lang="en-US" sz="2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8687" marR="98687" marT="0" marB="0"/>
                </a:tc>
                <a:extLst>
                  <a:ext uri="{0D108BD9-81ED-4DB2-BD59-A6C34878D82A}">
                    <a16:rowId xmlns:a16="http://schemas.microsoft.com/office/drawing/2014/main" val="2628147934"/>
                  </a:ext>
                </a:extLst>
              </a:tr>
              <a:tr h="129836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600" dirty="0">
                          <a:effectLst/>
                        </a:rPr>
                        <a:t>Sound/spelling relationships are introduced in a logical sequence and increase in difficulty</a:t>
                      </a:r>
                      <a:endParaRPr lang="en-US" sz="2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8687" marR="9868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600" dirty="0">
                          <a:effectLst/>
                        </a:rPr>
                        <a:t>No logical sequence or progression of skills</a:t>
                      </a:r>
                      <a:endParaRPr lang="en-US" sz="2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8687" marR="98687" marT="0" marB="0"/>
                </a:tc>
                <a:extLst>
                  <a:ext uri="{0D108BD9-81ED-4DB2-BD59-A6C34878D82A}">
                    <a16:rowId xmlns:a16="http://schemas.microsoft.com/office/drawing/2014/main" val="473120119"/>
                  </a:ext>
                </a:extLst>
              </a:tr>
            </a:tbl>
          </a:graphicData>
        </a:graphic>
      </p:graphicFrame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4B75449F-89EB-DB00-0CE4-3525FC76BA24}"/>
              </a:ext>
            </a:extLst>
          </p:cNvPr>
          <p:cNvSpPr>
            <a:spLocks noGrp="1"/>
          </p:cNvSpPr>
          <p:nvPr/>
        </p:nvSpPr>
        <p:spPr>
          <a:xfrm>
            <a:off x="9334500" y="64420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2D56C8B-F564-4051-AFED-A78F1C6A2F0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AA72AD9-CA21-26A1-D0FC-41E8ED792691}"/>
              </a:ext>
            </a:extLst>
          </p:cNvPr>
          <p:cNvSpPr txBox="1">
            <a:spLocks/>
          </p:cNvSpPr>
          <p:nvPr/>
        </p:nvSpPr>
        <p:spPr>
          <a:xfrm>
            <a:off x="81010" y="6482419"/>
            <a:ext cx="11353800" cy="303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ea typeface="+mn-lt"/>
                <a:cs typeface="+mn-lt"/>
              </a:rPr>
              <a:t>Practicum| Unit 3: Research-Based Instructional Strategies (RBIS) Reading Language Arts (RLA)| Lesson 3.02</a:t>
            </a:r>
            <a:r>
              <a:rPr lang="en-US" sz="900" dirty="0"/>
              <a:t> |</a:t>
            </a:r>
            <a:r>
              <a:rPr lang="en-US" sz="900" dirty="0">
                <a:solidFill>
                  <a:srgbClr val="464646"/>
                </a:solidFill>
                <a:latin typeface="Calibri Light"/>
                <a:cs typeface="Calibri"/>
              </a:rPr>
              <a:t>This work is licensed under a </a:t>
            </a:r>
            <a:r>
              <a:rPr lang="en-US" sz="900" dirty="0">
                <a:solidFill>
                  <a:srgbClr val="0070C0"/>
                </a:solidFill>
                <a:latin typeface="Calibri Light"/>
                <a:cs typeface="Calibri"/>
                <a:hlinkClick r:id="rId2"/>
              </a:rPr>
              <a:t>Creative Commons Attribution-Noncommercial-Share Alike 4.0 International License</a:t>
            </a:r>
            <a:r>
              <a:rPr lang="en-US" sz="900" dirty="0">
                <a:solidFill>
                  <a:srgbClr val="0070C0"/>
                </a:solidFill>
                <a:latin typeface="Calibri Light"/>
                <a:cs typeface="Calibri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95315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5440"/>
            <a:ext cx="10515600" cy="4877435"/>
          </a:xfrm>
        </p:spPr>
        <p:txBody>
          <a:bodyPr>
            <a:normAutofit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Examine the lesson plan for evidence of explicit instruction and complete the chart that follows.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4B75449F-89EB-DB00-0CE4-3525FC76BA24}"/>
              </a:ext>
            </a:extLst>
          </p:cNvPr>
          <p:cNvSpPr>
            <a:spLocks noGrp="1"/>
          </p:cNvSpPr>
          <p:nvPr/>
        </p:nvSpPr>
        <p:spPr>
          <a:xfrm>
            <a:off x="9334500" y="64420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2D56C8B-F564-4051-AFED-A78F1C6A2F0E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3265813-5636-9A47-3680-976737FF837D}"/>
              </a:ext>
            </a:extLst>
          </p:cNvPr>
          <p:cNvSpPr txBox="1">
            <a:spLocks/>
          </p:cNvSpPr>
          <p:nvPr/>
        </p:nvSpPr>
        <p:spPr>
          <a:xfrm>
            <a:off x="81010" y="6482419"/>
            <a:ext cx="11353800" cy="303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ea typeface="+mn-lt"/>
                <a:cs typeface="+mn-lt"/>
              </a:rPr>
              <a:t>Practicum| Unit 3: Research-Based Instructional Strategies (RBIS) Reading Language Arts (RLA)| Lesson 3.02</a:t>
            </a:r>
            <a:r>
              <a:rPr lang="en-US" sz="900" dirty="0"/>
              <a:t> |</a:t>
            </a:r>
            <a:r>
              <a:rPr lang="en-US" sz="900" dirty="0">
                <a:solidFill>
                  <a:srgbClr val="464646"/>
                </a:solidFill>
                <a:latin typeface="Calibri Light"/>
                <a:cs typeface="Calibri"/>
              </a:rPr>
              <a:t>This work is licensed under a </a:t>
            </a:r>
            <a:r>
              <a:rPr lang="en-US" sz="900" dirty="0">
                <a:solidFill>
                  <a:srgbClr val="0070C0"/>
                </a:solidFill>
                <a:latin typeface="Calibri Light"/>
                <a:cs typeface="Calibri"/>
                <a:hlinkClick r:id="rId2"/>
              </a:rPr>
              <a:t>Creative Commons Attribution-Noncommercial-Share Alike 4.0 International License</a:t>
            </a:r>
            <a:r>
              <a:rPr lang="en-US" sz="900" dirty="0">
                <a:solidFill>
                  <a:srgbClr val="0070C0"/>
                </a:solidFill>
                <a:latin typeface="Calibri Light"/>
                <a:cs typeface="Calibri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60159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158</TotalTime>
  <Words>546</Words>
  <Application>Microsoft Office PowerPoint</Application>
  <PresentationFormat>Widescreen</PresentationFormat>
  <Paragraphs>52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Practicum| Unit 3: Research-Based Instructional Strategies (RBIS) Reading Language Arts (RLA)| Lesson 3.02</vt:lpstr>
      <vt:lpstr>TEKS Standards &amp; Objectives</vt:lpstr>
      <vt:lpstr>Bellringer</vt:lpstr>
      <vt:lpstr>Vocabulary</vt:lpstr>
      <vt:lpstr>Explicit Instruction</vt:lpstr>
      <vt:lpstr>Systematic &amp; Explicit Instruction</vt:lpstr>
      <vt:lpstr>Systematic VS Incidental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3.02: Systematic and Explicit Literacy Instruction</dc:title>
  <dc:subject>Lesson 3.02: Systematic and Explicit Literacy Instruction</dc:subject>
  <dc:creator>Texas Education Agency</dc:creator>
  <cp:lastModifiedBy>White (she/her), Whitney</cp:lastModifiedBy>
  <cp:revision>26</cp:revision>
  <dcterms:created xsi:type="dcterms:W3CDTF">2022-05-09T19:40:20Z</dcterms:created>
  <dcterms:modified xsi:type="dcterms:W3CDTF">2023-08-19T00:31:47Z</dcterms:modified>
</cp:coreProperties>
</file>
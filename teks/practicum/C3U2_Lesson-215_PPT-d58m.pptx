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9" r:id="rId3"/>
    <p:sldId id="258" r:id="rId4"/>
    <p:sldId id="261" r:id="rId5"/>
    <p:sldId id="264" r:id="rId6"/>
    <p:sldId id="263" r:id="rId7"/>
    <p:sldId id="262" r:id="rId8"/>
    <p:sldId id="26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505FB8-E65E-40E1-BCB5-71D37A9A32F1}" v="1" dt="2023-08-31T19:42:32.2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B8C3A965-C86A-4254-AF68-4C3A2FEA7BB6}"/>
    <pc:docChg chg="custSel addSld modSld">
      <pc:chgData name="White, Whitney" userId="65f39021-2f1d-4d8b-87dc-b123826f65bf" providerId="ADAL" clId="{B8C3A965-C86A-4254-AF68-4C3A2FEA7BB6}" dt="2022-08-04T16:55:01.439" v="427" actId="403"/>
      <pc:docMkLst>
        <pc:docMk/>
      </pc:docMkLst>
      <pc:sldChg chg="modSp mod">
        <pc:chgData name="White, Whitney" userId="65f39021-2f1d-4d8b-87dc-b123826f65bf" providerId="ADAL" clId="{B8C3A965-C86A-4254-AF68-4C3A2FEA7BB6}" dt="2022-08-04T16:50:13.430" v="31" actId="20577"/>
        <pc:sldMkLst>
          <pc:docMk/>
          <pc:sldMk cId="1482277026" sldId="256"/>
        </pc:sldMkLst>
        <pc:spChg chg="mod">
          <ac:chgData name="White, Whitney" userId="65f39021-2f1d-4d8b-87dc-b123826f65bf" providerId="ADAL" clId="{B8C3A965-C86A-4254-AF68-4C3A2FEA7BB6}" dt="2022-08-04T16:50:03.493" v="3" actId="20577"/>
          <ac:spMkLst>
            <pc:docMk/>
            <pc:sldMk cId="1482277026" sldId="256"/>
            <ac:spMk id="2" creationId="{BFFCF5BD-F8FF-4A67-A8B6-EBB21E79279B}"/>
          </ac:spMkLst>
        </pc:spChg>
        <pc:spChg chg="mod">
          <ac:chgData name="White, Whitney" userId="65f39021-2f1d-4d8b-87dc-b123826f65bf" providerId="ADAL" clId="{B8C3A965-C86A-4254-AF68-4C3A2FEA7BB6}" dt="2022-08-04T16:50:13.430" v="31" actId="20577"/>
          <ac:spMkLst>
            <pc:docMk/>
            <pc:sldMk cId="1482277026" sldId="256"/>
            <ac:spMk id="3" creationId="{E0FBD98F-3A67-498E-8174-652040DD7B60}"/>
          </ac:spMkLst>
        </pc:spChg>
      </pc:sldChg>
      <pc:sldChg chg="modSp mod">
        <pc:chgData name="White, Whitney" userId="65f39021-2f1d-4d8b-87dc-b123826f65bf" providerId="ADAL" clId="{B8C3A965-C86A-4254-AF68-4C3A2FEA7BB6}" dt="2022-08-04T16:50:59.296" v="64" actId="403"/>
        <pc:sldMkLst>
          <pc:docMk/>
          <pc:sldMk cId="4071305681" sldId="258"/>
        </pc:sldMkLst>
        <pc:spChg chg="mod">
          <ac:chgData name="White, Whitney" userId="65f39021-2f1d-4d8b-87dc-b123826f65bf" providerId="ADAL" clId="{B8C3A965-C86A-4254-AF68-4C3A2FEA7BB6}" dt="2022-08-04T16:50:59.296" v="64" actId="403"/>
          <ac:spMkLst>
            <pc:docMk/>
            <pc:sldMk cId="4071305681" sldId="258"/>
            <ac:spMk id="3" creationId="{392BE286-77A6-49DD-B15D-7E4718D52FE7}"/>
          </ac:spMkLst>
        </pc:spChg>
      </pc:sldChg>
      <pc:sldChg chg="modSp mod">
        <pc:chgData name="White, Whitney" userId="65f39021-2f1d-4d8b-87dc-b123826f65bf" providerId="ADAL" clId="{B8C3A965-C86A-4254-AF68-4C3A2FEA7BB6}" dt="2022-08-04T16:50:39.545" v="51" actId="404"/>
        <pc:sldMkLst>
          <pc:docMk/>
          <pc:sldMk cId="2772527113" sldId="259"/>
        </pc:sldMkLst>
        <pc:spChg chg="mod">
          <ac:chgData name="White, Whitney" userId="65f39021-2f1d-4d8b-87dc-b123826f65bf" providerId="ADAL" clId="{B8C3A965-C86A-4254-AF68-4C3A2FEA7BB6}" dt="2022-08-04T16:50:39.545" v="51" actId="404"/>
          <ac:spMkLst>
            <pc:docMk/>
            <pc:sldMk cId="2772527113" sldId="259"/>
            <ac:spMk id="3" creationId="{8CE08C7F-0286-423B-92F7-DEB89F31111A}"/>
          </ac:spMkLst>
        </pc:spChg>
      </pc:sldChg>
      <pc:sldChg chg="modSp mod">
        <pc:chgData name="White, Whitney" userId="65f39021-2f1d-4d8b-87dc-b123826f65bf" providerId="ADAL" clId="{B8C3A965-C86A-4254-AF68-4C3A2FEA7BB6}" dt="2022-08-04T16:55:01.439" v="427" actId="403"/>
        <pc:sldMkLst>
          <pc:docMk/>
          <pc:sldMk cId="2147408764" sldId="260"/>
        </pc:sldMkLst>
        <pc:spChg chg="mod">
          <ac:chgData name="White, Whitney" userId="65f39021-2f1d-4d8b-87dc-b123826f65bf" providerId="ADAL" clId="{B8C3A965-C86A-4254-AF68-4C3A2FEA7BB6}" dt="2022-08-04T16:55:01.439" v="427" actId="403"/>
          <ac:spMkLst>
            <pc:docMk/>
            <pc:sldMk cId="2147408764" sldId="260"/>
            <ac:spMk id="3" creationId="{49F2A5AF-3C0B-4968-A438-E435325199EA}"/>
          </ac:spMkLst>
        </pc:spChg>
      </pc:sldChg>
      <pc:sldChg chg="modSp mod">
        <pc:chgData name="White, Whitney" userId="65f39021-2f1d-4d8b-87dc-b123826f65bf" providerId="ADAL" clId="{B8C3A965-C86A-4254-AF68-4C3A2FEA7BB6}" dt="2022-08-04T16:51:45.726" v="251" actId="20577"/>
        <pc:sldMkLst>
          <pc:docMk/>
          <pc:sldMk cId="3054216349" sldId="261"/>
        </pc:sldMkLst>
        <pc:spChg chg="mod">
          <ac:chgData name="White, Whitney" userId="65f39021-2f1d-4d8b-87dc-b123826f65bf" providerId="ADAL" clId="{B8C3A965-C86A-4254-AF68-4C3A2FEA7BB6}" dt="2022-08-04T16:51:45.726" v="251" actId="20577"/>
          <ac:spMkLst>
            <pc:docMk/>
            <pc:sldMk cId="3054216349" sldId="261"/>
            <ac:spMk id="3" creationId="{AE13FDB6-F093-4D9E-B14E-3D7DB894C34C}"/>
          </ac:spMkLst>
        </pc:spChg>
      </pc:sldChg>
      <pc:sldChg chg="modSp mod">
        <pc:chgData name="White, Whitney" userId="65f39021-2f1d-4d8b-87dc-b123826f65bf" providerId="ADAL" clId="{B8C3A965-C86A-4254-AF68-4C3A2FEA7BB6}" dt="2022-08-04T16:53:21.569" v="384" actId="404"/>
        <pc:sldMkLst>
          <pc:docMk/>
          <pc:sldMk cId="4170921578" sldId="262"/>
        </pc:sldMkLst>
        <pc:spChg chg="mod">
          <ac:chgData name="White, Whitney" userId="65f39021-2f1d-4d8b-87dc-b123826f65bf" providerId="ADAL" clId="{B8C3A965-C86A-4254-AF68-4C3A2FEA7BB6}" dt="2022-08-04T16:53:08.334" v="377" actId="20577"/>
          <ac:spMkLst>
            <pc:docMk/>
            <pc:sldMk cId="4170921578" sldId="262"/>
            <ac:spMk id="2" creationId="{A7DAC820-49EE-4F41-8B1F-B9E33FF6BE24}"/>
          </ac:spMkLst>
        </pc:spChg>
        <pc:spChg chg="mod">
          <ac:chgData name="White, Whitney" userId="65f39021-2f1d-4d8b-87dc-b123826f65bf" providerId="ADAL" clId="{B8C3A965-C86A-4254-AF68-4C3A2FEA7BB6}" dt="2022-08-04T16:53:21.569" v="384" actId="404"/>
          <ac:spMkLst>
            <pc:docMk/>
            <pc:sldMk cId="4170921578" sldId="262"/>
            <ac:spMk id="3" creationId="{79FFCA46-4155-4484-8350-F1E0B95F6088}"/>
          </ac:spMkLst>
        </pc:spChg>
      </pc:sldChg>
      <pc:sldChg chg="modSp mod">
        <pc:chgData name="White, Whitney" userId="65f39021-2f1d-4d8b-87dc-b123826f65bf" providerId="ADAL" clId="{B8C3A965-C86A-4254-AF68-4C3A2FEA7BB6}" dt="2022-08-04T16:52:58.927" v="348" actId="207"/>
        <pc:sldMkLst>
          <pc:docMk/>
          <pc:sldMk cId="1163931679" sldId="263"/>
        </pc:sldMkLst>
        <pc:spChg chg="mod">
          <ac:chgData name="White, Whitney" userId="65f39021-2f1d-4d8b-87dc-b123826f65bf" providerId="ADAL" clId="{B8C3A965-C86A-4254-AF68-4C3A2FEA7BB6}" dt="2022-08-04T16:52:48.989" v="343" actId="20577"/>
          <ac:spMkLst>
            <pc:docMk/>
            <pc:sldMk cId="1163931679" sldId="263"/>
            <ac:spMk id="2" creationId="{531ECDB3-7F62-4124-A1E9-E48D699D2427}"/>
          </ac:spMkLst>
        </pc:spChg>
        <pc:spChg chg="mod">
          <ac:chgData name="White, Whitney" userId="65f39021-2f1d-4d8b-87dc-b123826f65bf" providerId="ADAL" clId="{B8C3A965-C86A-4254-AF68-4C3A2FEA7BB6}" dt="2022-08-04T16:52:58.927" v="348" actId="207"/>
          <ac:spMkLst>
            <pc:docMk/>
            <pc:sldMk cId="1163931679" sldId="263"/>
            <ac:spMk id="3" creationId="{012C84E3-4C09-4253-8964-13B9C34E5E48}"/>
          </ac:spMkLst>
        </pc:spChg>
      </pc:sldChg>
      <pc:sldChg chg="addSp delSp modSp mod">
        <pc:chgData name="White, Whitney" userId="65f39021-2f1d-4d8b-87dc-b123826f65bf" providerId="ADAL" clId="{B8C3A965-C86A-4254-AF68-4C3A2FEA7BB6}" dt="2022-08-04T16:52:39.131" v="298" actId="403"/>
        <pc:sldMkLst>
          <pc:docMk/>
          <pc:sldMk cId="3493109116" sldId="264"/>
        </pc:sldMkLst>
        <pc:spChg chg="mod">
          <ac:chgData name="White, Whitney" userId="65f39021-2f1d-4d8b-87dc-b123826f65bf" providerId="ADAL" clId="{B8C3A965-C86A-4254-AF68-4C3A2FEA7BB6}" dt="2022-08-04T16:52:26.292" v="293" actId="20577"/>
          <ac:spMkLst>
            <pc:docMk/>
            <pc:sldMk cId="3493109116" sldId="264"/>
            <ac:spMk id="2" creationId="{D7836664-70C0-47BA-9BFF-496A04EBBFDE}"/>
          </ac:spMkLst>
        </pc:spChg>
        <pc:spChg chg="add del mod">
          <ac:chgData name="White, Whitney" userId="65f39021-2f1d-4d8b-87dc-b123826f65bf" providerId="ADAL" clId="{B8C3A965-C86A-4254-AF68-4C3A2FEA7BB6}" dt="2022-08-04T16:52:39.131" v="298" actId="403"/>
          <ac:spMkLst>
            <pc:docMk/>
            <pc:sldMk cId="3493109116" sldId="264"/>
            <ac:spMk id="3" creationId="{F64339F5-2F5D-46B5-A25D-C197D73747BD}"/>
          </ac:spMkLst>
        </pc:spChg>
        <pc:graphicFrameChg chg="add del mod">
          <ac:chgData name="White, Whitney" userId="65f39021-2f1d-4d8b-87dc-b123826f65bf" providerId="ADAL" clId="{B8C3A965-C86A-4254-AF68-4C3A2FEA7BB6}" dt="2022-08-04T16:52:20.366" v="253"/>
          <ac:graphicFrameMkLst>
            <pc:docMk/>
            <pc:sldMk cId="3493109116" sldId="264"/>
            <ac:graphicFrameMk id="5" creationId="{4D9A690B-F782-41E1-9E8F-6DC06DC5D56A}"/>
          </ac:graphicFrameMkLst>
        </pc:graphicFrameChg>
      </pc:sldChg>
      <pc:sldChg chg="addSp delSp modSp new mod">
        <pc:chgData name="White, Whitney" userId="65f39021-2f1d-4d8b-87dc-b123826f65bf" providerId="ADAL" clId="{B8C3A965-C86A-4254-AF68-4C3A2FEA7BB6}" dt="2022-08-04T16:54:28.027" v="423" actId="1076"/>
        <pc:sldMkLst>
          <pc:docMk/>
          <pc:sldMk cId="158900866" sldId="265"/>
        </pc:sldMkLst>
        <pc:spChg chg="mod">
          <ac:chgData name="White, Whitney" userId="65f39021-2f1d-4d8b-87dc-b123826f65bf" providerId="ADAL" clId="{B8C3A965-C86A-4254-AF68-4C3A2FEA7BB6}" dt="2022-08-04T16:54:03.422" v="414" actId="20577"/>
          <ac:spMkLst>
            <pc:docMk/>
            <pc:sldMk cId="158900866" sldId="265"/>
            <ac:spMk id="2" creationId="{1763D762-9CA5-479E-A032-DC6766ED5E91}"/>
          </ac:spMkLst>
        </pc:spChg>
        <pc:spChg chg="del">
          <ac:chgData name="White, Whitney" userId="65f39021-2f1d-4d8b-87dc-b123826f65bf" providerId="ADAL" clId="{B8C3A965-C86A-4254-AF68-4C3A2FEA7BB6}" dt="2022-08-04T16:53:50.712" v="386"/>
          <ac:spMkLst>
            <pc:docMk/>
            <pc:sldMk cId="158900866" sldId="265"/>
            <ac:spMk id="3" creationId="{033789AA-F35F-45CF-97CC-47EBCFB9B896}"/>
          </ac:spMkLst>
        </pc:spChg>
        <pc:graphicFrameChg chg="add mod modGraphic">
          <ac:chgData name="White, Whitney" userId="65f39021-2f1d-4d8b-87dc-b123826f65bf" providerId="ADAL" clId="{B8C3A965-C86A-4254-AF68-4C3A2FEA7BB6}" dt="2022-08-04T16:54:28.027" v="423" actId="1076"/>
          <ac:graphicFrameMkLst>
            <pc:docMk/>
            <pc:sldMk cId="158900866" sldId="265"/>
            <ac:graphicFrameMk id="5" creationId="{13B1A15A-F378-42A8-9E03-92FE2F89EEBF}"/>
          </ac:graphicFrameMkLst>
        </pc:graphicFrame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she/her), Whitney" userId="65f39021-2f1d-4d8b-87dc-b123826f65bf" providerId="ADAL" clId="{A9505FB8-E65E-40E1-BCB5-71D37A9A32F1}"/>
    <pc:docChg chg="modSld">
      <pc:chgData name="White (she/her), Whitney" userId="65f39021-2f1d-4d8b-87dc-b123826f65bf" providerId="ADAL" clId="{A9505FB8-E65E-40E1-BCB5-71D37A9A32F1}" dt="2023-08-31T19:42:33.867" v="2" actId="1076"/>
      <pc:docMkLst>
        <pc:docMk/>
      </pc:docMkLst>
      <pc:sldChg chg="addSp modSp mod">
        <pc:chgData name="White (she/her), Whitney" userId="65f39021-2f1d-4d8b-87dc-b123826f65bf" providerId="ADAL" clId="{A9505FB8-E65E-40E1-BCB5-71D37A9A32F1}" dt="2023-08-31T19:42:33.867" v="2" actId="1076"/>
        <pc:sldMkLst>
          <pc:docMk/>
          <pc:sldMk cId="1482277026" sldId="256"/>
        </pc:sldMkLst>
        <pc:spChg chg="mod">
          <ac:chgData name="White (she/her), Whitney" userId="65f39021-2f1d-4d8b-87dc-b123826f65bf" providerId="ADAL" clId="{A9505FB8-E65E-40E1-BCB5-71D37A9A32F1}" dt="2023-08-31T19:42:33.867" v="2" actId="1076"/>
          <ac:spMkLst>
            <pc:docMk/>
            <pc:sldMk cId="1482277026" sldId="256"/>
            <ac:spMk id="2" creationId="{BFFCF5BD-F8FF-4A67-A8B6-EBB21E79279B}"/>
          </ac:spMkLst>
        </pc:spChg>
        <pc:spChg chg="add mod">
          <ac:chgData name="White (she/her), Whitney" userId="65f39021-2f1d-4d8b-87dc-b123826f65bf" providerId="ADAL" clId="{A9505FB8-E65E-40E1-BCB5-71D37A9A32F1}" dt="2023-08-31T19:42:32.251" v="1"/>
          <ac:spMkLst>
            <pc:docMk/>
            <pc:sldMk cId="1482277026" sldId="256"/>
            <ac:spMk id="4" creationId="{52F79972-ED79-51D3-5252-9C112603267B}"/>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FA27EA3C-78D4-4067-AC10-B1A52DDDBBC7}"/>
    <pc:docChg chg="modSld">
      <pc:chgData name="White, Whitney" userId="65f39021-2f1d-4d8b-87dc-b123826f65bf" providerId="ADAL" clId="{FA27EA3C-78D4-4067-AC10-B1A52DDDBBC7}" dt="2022-08-04T17:51:14.107" v="1" actId="20577"/>
      <pc:docMkLst>
        <pc:docMk/>
      </pc:docMkLst>
      <pc:sldChg chg="modSp mod">
        <pc:chgData name="White, Whitney" userId="65f39021-2f1d-4d8b-87dc-b123826f65bf" providerId="ADAL" clId="{FA27EA3C-78D4-4067-AC10-B1A52DDDBBC7}" dt="2022-08-04T17:51:14.107" v="1" actId="20577"/>
        <pc:sldMkLst>
          <pc:docMk/>
          <pc:sldMk cId="1482277026" sldId="256"/>
        </pc:sldMkLst>
        <pc:spChg chg="mod">
          <ac:chgData name="White, Whitney" userId="65f39021-2f1d-4d8b-87dc-b123826f65bf" providerId="ADAL" clId="{FA27EA3C-78D4-4067-AC10-B1A52DDDBBC7}" dt="2022-08-04T17:51:14.107" v="1" actId="20577"/>
          <ac:spMkLst>
            <pc:docMk/>
            <pc:sldMk cId="1482277026" sldId="256"/>
            <ac:spMk id="2" creationId="{BFFCF5BD-F8FF-4A67-A8B6-EBB21E79279B}"/>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2.15</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Preventing Teacher Burnout</a:t>
            </a:r>
          </a:p>
        </p:txBody>
      </p:sp>
      <p:sp>
        <p:nvSpPr>
          <p:cNvPr id="4" name="TextBox 3">
            <a:extLst>
              <a:ext uri="{FF2B5EF4-FFF2-40B4-BE49-F238E27FC236}">
                <a16:creationId xmlns:a16="http://schemas.microsoft.com/office/drawing/2014/main" id="{52F79972-ED79-51D3-5252-9C112603267B}"/>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2A, 2B, 2C</a:t>
            </a:r>
          </a:p>
          <a:p>
            <a:pPr marL="0" indent="0">
              <a:buNone/>
            </a:pPr>
            <a:endParaRPr lang="en-US" dirty="0"/>
          </a:p>
          <a:p>
            <a:pPr marL="0" indent="0">
              <a:buNone/>
            </a:pPr>
            <a:r>
              <a:rPr lang="en-US" dirty="0"/>
              <a:t>The student will:</a:t>
            </a:r>
          </a:p>
          <a:p>
            <a:r>
              <a:rPr lang="en-US" dirty="0">
                <a:latin typeface="Calibri" panose="020F0502020204030204" pitchFamily="34" charset="0"/>
                <a:ea typeface="Calibri" panose="020F0502020204030204" pitchFamily="34" charset="0"/>
                <a:cs typeface="Arial" panose="020B0604020202020204" pitchFamily="34" charset="0"/>
              </a:rPr>
              <a:t>d</a:t>
            </a:r>
            <a:r>
              <a:rPr lang="en-US" dirty="0">
                <a:effectLst/>
                <a:latin typeface="Calibri" panose="020F0502020204030204" pitchFamily="34" charset="0"/>
                <a:ea typeface="Calibri" panose="020F0502020204030204" pitchFamily="34" charset="0"/>
                <a:cs typeface="Arial" panose="020B0604020202020204" pitchFamily="34" charset="0"/>
              </a:rPr>
              <a:t>escribe systemic supports for teachers, such as preparation, mentoring, and teacher collaboration, that prevent burnout.</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Using your notes from the previous class: </a:t>
            </a:r>
          </a:p>
          <a:p>
            <a:pPr marL="0" marR="0">
              <a:spcBef>
                <a:spcPts val="600"/>
              </a:spcBef>
              <a:spcAft>
                <a:spcPts val="600"/>
              </a:spcAft>
            </a:pPr>
            <a:r>
              <a:rPr lang="en-US" dirty="0">
                <a:effectLst/>
                <a:latin typeface="Calibri" panose="020F0502020204030204" pitchFamily="34" charset="0"/>
                <a:ea typeface="Calibri" panose="020F0502020204030204" pitchFamily="34" charset="0"/>
                <a:cs typeface="Arial" panose="020B0604020202020204" pitchFamily="34" charset="0"/>
              </a:rPr>
              <a:t>What is teacher burnout?</a:t>
            </a:r>
          </a:p>
          <a:p>
            <a:pPr marL="0" marR="0">
              <a:spcBef>
                <a:spcPts val="600"/>
              </a:spcBef>
              <a:spcAft>
                <a:spcPts val="600"/>
              </a:spcAft>
            </a:pPr>
            <a:r>
              <a:rPr lang="en-US" dirty="0">
                <a:effectLst/>
                <a:latin typeface="Calibri" panose="020F0502020204030204" pitchFamily="34" charset="0"/>
                <a:ea typeface="Calibri" panose="020F0502020204030204" pitchFamily="34" charset="0"/>
                <a:cs typeface="Arial" panose="020B0604020202020204" pitchFamily="34" charset="0"/>
              </a:rPr>
              <a:t>What are stressors that cause teacher burnout?</a:t>
            </a:r>
          </a:p>
          <a:p>
            <a:r>
              <a:rPr lang="en-US" dirty="0">
                <a:effectLst/>
                <a:latin typeface="Calibri" panose="020F0502020204030204" pitchFamily="34" charset="0"/>
                <a:ea typeface="Calibri" panose="020F0502020204030204" pitchFamily="34" charset="0"/>
                <a:cs typeface="Arial" panose="020B0604020202020204" pitchFamily="34" charset="0"/>
              </a:rPr>
              <a:t>Why is it important to prevent teacher burnout? </a:t>
            </a:r>
            <a:endParaRPr lang="en-US" sz="4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Burnout: A state of chronic stress that leads to physical and emotional exhaustion, cynicism, detachment, and feelings of infectiveness and lack of accomplishment.</a:t>
            </a:r>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Systemic Supports to Prevent Burnout</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cs typeface="Times New Roman" panose="02020603050405020304" pitchFamily="18" charset="0"/>
              </a:rPr>
              <a:t>Personal or physical strategies to prepare a teacher for challenges, as well as tools, resources, and structures in place in a school or district to help teachers and make them feel a culture of trust and support in their professional setting</a:t>
            </a:r>
            <a:r>
              <a:rPr lang="en-US" dirty="0">
                <a:effectLst/>
                <a:latin typeface="Calibri" panose="020F0502020204030204" pitchFamily="34" charset="0"/>
                <a:ea typeface="Calibri" panose="020F0502020204030204" pitchFamily="34" charset="0"/>
                <a:cs typeface="Times New Roman" panose="02020603050405020304" pitchFamily="18" charset="0"/>
              </a:rPr>
              <a:t>.</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Why do school systems have systemic supports?</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cs typeface="Times New Roman" panose="02020603050405020304" pitchFamily="18" charset="0"/>
              </a:rPr>
              <a:t>Professional environments and organizational systems can sometimes cause teacher burnout. Schools create systems of support to prevent burnout, help teachers feel respected and trusted, and to help teachers find ways to solve problems early-on. </a:t>
            </a:r>
            <a:endParaRPr lang="en-US" sz="4000"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Examples of Systemic Supports</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cs typeface="Times New Roman" panose="02020603050405020304" pitchFamily="18" charset="0"/>
              </a:rPr>
              <a:t>Teacher preparation (training and material resources), mentoring programs, and teacher collaboration. </a:t>
            </a:r>
            <a:endParaRPr lang="en-US" sz="40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3D762-9CA5-479E-A032-DC6766ED5E91}"/>
              </a:ext>
            </a:extLst>
          </p:cNvPr>
          <p:cNvSpPr>
            <a:spLocks noGrp="1"/>
          </p:cNvSpPr>
          <p:nvPr>
            <p:ph type="title"/>
          </p:nvPr>
        </p:nvSpPr>
        <p:spPr/>
        <p:txBody>
          <a:bodyPr/>
          <a:lstStyle/>
          <a:p>
            <a:r>
              <a:rPr lang="en-US" dirty="0"/>
              <a:t>Burnout Prevention</a:t>
            </a:r>
          </a:p>
        </p:txBody>
      </p:sp>
      <p:graphicFrame>
        <p:nvGraphicFramePr>
          <p:cNvPr id="5" name="Content Placeholder 4">
            <a:extLst>
              <a:ext uri="{FF2B5EF4-FFF2-40B4-BE49-F238E27FC236}">
                <a16:creationId xmlns:a16="http://schemas.microsoft.com/office/drawing/2014/main" id="{13B1A15A-F378-42A8-9E03-92FE2F89EEBF}"/>
              </a:ext>
            </a:extLst>
          </p:cNvPr>
          <p:cNvGraphicFramePr>
            <a:graphicFrameLocks noGrp="1"/>
          </p:cNvGraphicFramePr>
          <p:nvPr>
            <p:ph idx="1"/>
            <p:extLst>
              <p:ext uri="{D42A27DB-BD31-4B8C-83A1-F6EECF244321}">
                <p14:modId xmlns:p14="http://schemas.microsoft.com/office/powerpoint/2010/main" val="3231262726"/>
              </p:ext>
            </p:extLst>
          </p:nvPr>
        </p:nvGraphicFramePr>
        <p:xfrm>
          <a:off x="2878822" y="1258435"/>
          <a:ext cx="6434356" cy="5097915"/>
        </p:xfrm>
        <a:graphic>
          <a:graphicData uri="http://schemas.openxmlformats.org/drawingml/2006/table">
            <a:tbl>
              <a:tblPr firstRow="1" firstCol="1" bandRow="1"/>
              <a:tblGrid>
                <a:gridCol w="2144326">
                  <a:extLst>
                    <a:ext uri="{9D8B030D-6E8A-4147-A177-3AD203B41FA5}">
                      <a16:colId xmlns:a16="http://schemas.microsoft.com/office/drawing/2014/main" val="1829313123"/>
                    </a:ext>
                  </a:extLst>
                </a:gridCol>
                <a:gridCol w="2145015">
                  <a:extLst>
                    <a:ext uri="{9D8B030D-6E8A-4147-A177-3AD203B41FA5}">
                      <a16:colId xmlns:a16="http://schemas.microsoft.com/office/drawing/2014/main" val="3849894580"/>
                    </a:ext>
                  </a:extLst>
                </a:gridCol>
                <a:gridCol w="2145015">
                  <a:extLst>
                    <a:ext uri="{9D8B030D-6E8A-4147-A177-3AD203B41FA5}">
                      <a16:colId xmlns:a16="http://schemas.microsoft.com/office/drawing/2014/main" val="1591079496"/>
                    </a:ext>
                  </a:extLst>
                </a:gridCol>
              </a:tblGrid>
              <a:tr h="195407">
                <a:tc>
                  <a:txBody>
                    <a:bodyPr/>
                    <a:lstStyle/>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Prevention Type</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Description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How it prevents burnout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661118"/>
                  </a:ext>
                </a:extLst>
              </a:tr>
              <a:tr h="1831029">
                <a:tc>
                  <a:txBody>
                    <a:bodyPr/>
                    <a:lstStyle/>
                    <a:p>
                      <a:pPr marL="0" marR="0">
                        <a:lnSpc>
                          <a:spcPct val="107000"/>
                        </a:lnSpc>
                        <a:spcBef>
                          <a:spcPts val="0"/>
                        </a:spcBef>
                        <a:spcAft>
                          <a:spcPts val="0"/>
                        </a:spcAft>
                      </a:pPr>
                      <a:r>
                        <a:rPr lang="en-US"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Preparation (Training and Material Resources)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Training and materials to support student needs or for topics that impact students like mental health, mindfulness, trauma, response to intervention, behavior management systems, successful teaching strategies, organizational strategies, etc.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Teachers feel prepared and capable of dealing with the challenges presented by students and in the classroom.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32580"/>
                  </a:ext>
                </a:extLst>
              </a:tr>
              <a:tr h="1626577">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Mentoring Programs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Teachers have mentor teachers or a mentorship program that provides support in a comprehensive and long-term way (instructional support, classroom management support, emotional support, etc.)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It provides a sense of connection, interaction, and communication that helps teachers not feel alone in their struggles or challenges.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910269"/>
                  </a:ext>
                </a:extLst>
              </a:tr>
              <a:tr h="1422123">
                <a:tc>
                  <a:txBody>
                    <a:bodyPr/>
                    <a:lstStyle/>
                    <a:p>
                      <a:pPr marL="0" marR="0">
                        <a:lnSpc>
                          <a:spcPct val="107000"/>
                        </a:lnSpc>
                        <a:spcBef>
                          <a:spcPts val="0"/>
                        </a:spcBef>
                        <a:spcAft>
                          <a:spcPts val="0"/>
                        </a:spcAft>
                      </a:pPr>
                      <a:r>
                        <a:rPr lang="en-US"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Teacher Collaboration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i="1">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Teachers working together to plan lessons or units of instruction, create classroom management tools, discuss instructional methods, discuss classroom challenges or successes, etc.</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1100" i="1" dirty="0">
                          <a:solidFill>
                            <a:srgbClr val="008000"/>
                          </a:solidFill>
                          <a:effectLst/>
                          <a:latin typeface="Calibri" panose="020F0502020204030204" pitchFamily="34" charset="0"/>
                          <a:ea typeface="Calibri" panose="020F0502020204030204" pitchFamily="34" charset="0"/>
                          <a:cs typeface="Times New Roman" panose="02020603050405020304" pitchFamily="18" charset="0"/>
                        </a:rPr>
                        <a:t>Supports effective instruction, reduction of workload, and sense of connection and interaction.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7015" marR="6701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7177649"/>
                  </a:ext>
                </a:extLst>
              </a:tr>
            </a:tbl>
          </a:graphicData>
        </a:graphic>
      </p:graphicFrame>
      <p:sp>
        <p:nvSpPr>
          <p:cNvPr id="4" name="Slide Number Placeholder 3">
            <a:extLst>
              <a:ext uri="{FF2B5EF4-FFF2-40B4-BE49-F238E27FC236}">
                <a16:creationId xmlns:a16="http://schemas.microsoft.com/office/drawing/2014/main" id="{72ACCE7B-3478-41E7-8013-E587BF051C22}"/>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1589008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What are three systemic supports for teachers that can help to prevent burnout?  What makes them effective in preventing burnout?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TotalTime>
  <Words>445</Words>
  <Application>Microsoft Office PowerPoint</Application>
  <PresentationFormat>Widescreen</PresentationFormat>
  <Paragraphs>44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Practicum in Education and Training| Unit 2: The Professional Educator | Lesson 2.15</vt:lpstr>
      <vt:lpstr>TEKS Standards &amp; Objectives</vt:lpstr>
      <vt:lpstr>Bellringer</vt:lpstr>
      <vt:lpstr>Vocabulary</vt:lpstr>
      <vt:lpstr>Systemic Supports to Prevent Burnout</vt:lpstr>
      <vt:lpstr>Why do school systems have systemic supports?</vt:lpstr>
      <vt:lpstr>Examples of Systemic Supports</vt:lpstr>
      <vt:lpstr>Burnout Prevention</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2.15: Preventing Teacher Burnout</dc:title>
  <dc:subject>Lesson 2.15: Preventing Teacher Burnout</dc:subject>
  <dc:creator>Texas Education Agency</dc:creator>
  <cp:lastModifiedBy>White (she/her), Whitney</cp:lastModifiedBy>
  <cp:revision>3</cp:revision>
  <dcterms:created xsi:type="dcterms:W3CDTF">2022-05-09T19:40:20Z</dcterms:created>
  <dcterms:modified xsi:type="dcterms:W3CDTF">2023-08-31T19:42:35Z</dcterms:modified>
</cp:coreProperties>
</file>
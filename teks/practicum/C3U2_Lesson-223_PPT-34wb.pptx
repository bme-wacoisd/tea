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4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5D36A4-B99C-4964-8FEA-9E0C3651F8CA}" v="1" dt="2023-08-31T19:45:02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15E21D1B-AA88-4F01-B857-0A1FC2D34415}"/>
    <pc:docChg chg="custSel delSld modSld">
      <pc:chgData name="White, Whitney" userId="65f39021-2f1d-4d8b-87dc-b123826f65bf" providerId="ADAL" clId="{15E21D1B-AA88-4F01-B857-0A1FC2D34415}" dt="2022-08-04T16:17:59.843" v="233" actId="255"/>
      <pc:docMkLst>
        <pc:docMk/>
      </pc:docMkLst>
      <pc:sldChg chg="modSp mod">
        <pc:chgData name="White, Whitney" userId="65f39021-2f1d-4d8b-87dc-b123826f65bf" providerId="ADAL" clId="{15E21D1B-AA88-4F01-B857-0A1FC2D34415}" dt="2022-08-04T16:14:51.178" v="63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15E21D1B-AA88-4F01-B857-0A1FC2D34415}" dt="2022-07-31T04:21:02.097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E21D1B-AA88-4F01-B857-0A1FC2D34415}" dt="2022-08-04T16:14:51.178" v="6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15E21D1B-AA88-4F01-B857-0A1FC2D34415}" dt="2022-08-04T16:15:26.373" v="90" actId="403"/>
        <pc:sldMkLst>
          <pc:docMk/>
          <pc:sldMk cId="4071305681" sldId="258"/>
        </pc:sldMkLst>
        <pc:spChg chg="mod">
          <ac:chgData name="White, Whitney" userId="65f39021-2f1d-4d8b-87dc-b123826f65bf" providerId="ADAL" clId="{15E21D1B-AA88-4F01-B857-0A1FC2D34415}" dt="2022-08-04T16:15:26.373" v="90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E21D1B-AA88-4F01-B857-0A1FC2D34415}" dt="2022-08-04T16:15:16.139" v="86" actId="255"/>
        <pc:sldMkLst>
          <pc:docMk/>
          <pc:sldMk cId="2772527113" sldId="259"/>
        </pc:sldMkLst>
        <pc:spChg chg="mod">
          <ac:chgData name="White, Whitney" userId="65f39021-2f1d-4d8b-87dc-b123826f65bf" providerId="ADAL" clId="{15E21D1B-AA88-4F01-B857-0A1FC2D34415}" dt="2022-08-04T16:15:16.139" v="8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E21D1B-AA88-4F01-B857-0A1FC2D34415}" dt="2022-08-04T16:17:59.843" v="233" actId="255"/>
        <pc:sldMkLst>
          <pc:docMk/>
          <pc:sldMk cId="2147408764" sldId="260"/>
        </pc:sldMkLst>
        <pc:spChg chg="mod">
          <ac:chgData name="White, Whitney" userId="65f39021-2f1d-4d8b-87dc-b123826f65bf" providerId="ADAL" clId="{15E21D1B-AA88-4F01-B857-0A1FC2D34415}" dt="2022-08-04T16:17:59.843" v="233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15E21D1B-AA88-4F01-B857-0A1FC2D34415}" dt="2022-08-04T16:15:59.642" v="99" actId="1076"/>
        <pc:sldMkLst>
          <pc:docMk/>
          <pc:sldMk cId="3054216349" sldId="261"/>
        </pc:sldMkLst>
        <pc:spChg chg="del">
          <ac:chgData name="White, Whitney" userId="65f39021-2f1d-4d8b-87dc-b123826f65bf" providerId="ADAL" clId="{15E21D1B-AA88-4F01-B857-0A1FC2D34415}" dt="2022-08-04T16:15:41.723" v="9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15E21D1B-AA88-4F01-B857-0A1FC2D34415}" dt="2022-08-04T16:15:59.642" v="99" actId="1076"/>
          <ac:graphicFrameMkLst>
            <pc:docMk/>
            <pc:sldMk cId="3054216349" sldId="261"/>
            <ac:graphicFrameMk id="5" creationId="{D3095A41-4B83-46C3-ADDB-E0BE71FC9C7C}"/>
          </ac:graphicFrameMkLst>
        </pc:graphicFrameChg>
      </pc:sldChg>
      <pc:sldChg chg="del">
        <pc:chgData name="White, Whitney" userId="65f39021-2f1d-4d8b-87dc-b123826f65bf" providerId="ADAL" clId="{15E21D1B-AA88-4F01-B857-0A1FC2D34415}" dt="2022-08-04T16:17:49.870" v="227" actId="47"/>
        <pc:sldMkLst>
          <pc:docMk/>
          <pc:sldMk cId="4170921578" sldId="262"/>
        </pc:sldMkLst>
      </pc:sldChg>
      <pc:sldChg chg="modSp mod">
        <pc:chgData name="White, Whitney" userId="65f39021-2f1d-4d8b-87dc-b123826f65bf" providerId="ADAL" clId="{15E21D1B-AA88-4F01-B857-0A1FC2D34415}" dt="2022-08-04T16:17:35.098" v="226" actId="5793"/>
        <pc:sldMkLst>
          <pc:docMk/>
          <pc:sldMk cId="1163931679" sldId="263"/>
        </pc:sldMkLst>
        <pc:spChg chg="mod">
          <ac:chgData name="White, Whitney" userId="65f39021-2f1d-4d8b-87dc-b123826f65bf" providerId="ADAL" clId="{15E21D1B-AA88-4F01-B857-0A1FC2D34415}" dt="2022-08-04T16:17:14.161" v="217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E21D1B-AA88-4F01-B857-0A1FC2D34415}" dt="2022-08-04T16:17:35.098" v="226" actId="5793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15E21D1B-AA88-4F01-B857-0A1FC2D34415}" dt="2022-08-04T16:16:54.363" v="165" actId="5793"/>
        <pc:sldMkLst>
          <pc:docMk/>
          <pc:sldMk cId="3493109116" sldId="264"/>
        </pc:sldMkLst>
        <pc:spChg chg="mod">
          <ac:chgData name="White, Whitney" userId="65f39021-2f1d-4d8b-87dc-b123826f65bf" providerId="ADAL" clId="{15E21D1B-AA88-4F01-B857-0A1FC2D34415}" dt="2022-08-04T16:16:33.594" v="157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E21D1B-AA88-4F01-B857-0A1FC2D34415}" dt="2022-08-04T16:16:54.363" v="165" actId="5793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 (she/her), Whitney" userId="65f39021-2f1d-4d8b-87dc-b123826f65bf" providerId="ADAL" clId="{CB5D36A4-B99C-4964-8FEA-9E0C3651F8CA}"/>
    <pc:docChg chg="modSld">
      <pc:chgData name="White (she/her), Whitney" userId="65f39021-2f1d-4d8b-87dc-b123826f65bf" providerId="ADAL" clId="{CB5D36A4-B99C-4964-8FEA-9E0C3651F8CA}" dt="2023-08-31T19:45:04.882" v="2" actId="1076"/>
      <pc:docMkLst>
        <pc:docMk/>
      </pc:docMkLst>
      <pc:sldChg chg="addSp modSp mod">
        <pc:chgData name="White (she/her), Whitney" userId="65f39021-2f1d-4d8b-87dc-b123826f65bf" providerId="ADAL" clId="{CB5D36A4-B99C-4964-8FEA-9E0C3651F8CA}" dt="2023-08-31T19:45:04.882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CB5D36A4-B99C-4964-8FEA-9E0C3651F8CA}" dt="2023-08-31T19:45:04.882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CB5D36A4-B99C-4964-8FEA-9E0C3651F8CA}" dt="2023-08-31T19:45:02.471" v="1"/>
          <ac:spMkLst>
            <pc:docMk/>
            <pc:sldMk cId="1482277026" sldId="256"/>
            <ac:spMk id="4" creationId="{B3C593DF-544B-F19E-F8EF-D5E362B009F0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Developing a Plan for Professional Growth, Part III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C593DF-544B-F19E-F8EF-D5E362B009F0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12A, 12B, 12C, 3D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evelop a plan for professional development plan that outlines initial steps for growth in a career in education.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each of your professional goals, write two strategies and/or resources you learned about during your interview that can be used as action steps to help you reach your goals.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095A41-4B83-46C3-ADDB-E0BE71FC9C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8462301"/>
              </p:ext>
            </p:extLst>
          </p:nvPr>
        </p:nvGraphicFramePr>
        <p:xfrm>
          <a:off x="838200" y="2114026"/>
          <a:ext cx="10515600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2297978">
                  <a:extLst>
                    <a:ext uri="{9D8B030D-6E8A-4147-A177-3AD203B41FA5}">
                      <a16:colId xmlns:a16="http://schemas.microsoft.com/office/drawing/2014/main" val="1789955344"/>
                    </a:ext>
                  </a:extLst>
                </a:gridCol>
                <a:gridCol w="8217622">
                  <a:extLst>
                    <a:ext uri="{9D8B030D-6E8A-4147-A177-3AD203B41FA5}">
                      <a16:colId xmlns:a16="http://schemas.microsoft.com/office/drawing/2014/main" val="2301541340"/>
                    </a:ext>
                  </a:extLst>
                </a:gridCol>
              </a:tblGrid>
              <a:tr h="85476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Goal-Setting and Professional Development (GSPD) Process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 on-going, recursive process where teachers reflect on current professional practices, identify professional growth goals, establish a professional development plan to attain those goals, and reflect on goal attainment.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910137"/>
                  </a:ext>
                </a:extLst>
              </a:tr>
              <a:tr h="85476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Professional Development Plan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detailed plan for how a teacher will attain their professional growth goals and track their progress toward the goals over the course of the year.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714951"/>
                  </a:ext>
                </a:extLst>
              </a:tr>
              <a:tr h="67992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SMART Goal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acronym for goal setting that stands for Specific, Measurable, Achievable, Relevant, and Timely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77556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Considerations When Developing Your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SMART Goal – What are your goals? What do you want to achieve?</a:t>
            </a:r>
          </a:p>
          <a:p>
            <a:pPr marL="0" marR="0" lvl="0" indent="0">
              <a:spcBef>
                <a:spcPts val="600"/>
              </a:spcBef>
              <a:spcAft>
                <a:spcPts val="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Actions - How will you accomplish the goal? What strategies and resources will you use to attain the goal? 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Evidence of Goal Attainment - How will you know your goal has been met? How will you know whether it has impacted instruction and student achievement?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Professional Development Plan 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least 2 professional growth goals</a:t>
            </a:r>
          </a:p>
          <a:p>
            <a:pPr marL="0" marR="0" lv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cohesive plan to attain each goal</a:t>
            </a:r>
          </a:p>
          <a:p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plan for how you will track progress toward each goal throughout the year.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was challenging about developing a professional growth plan and why? What resources can you use to overcome these challenges?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is an action step(s) you can put in place today to make progress toward your goal?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354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Practicum in Education and Training| Unit 2: The Professional Educator | Lesson 2.23</vt:lpstr>
      <vt:lpstr>TEKS Standards &amp; Objectives</vt:lpstr>
      <vt:lpstr>Bellringer</vt:lpstr>
      <vt:lpstr>Vocabulary</vt:lpstr>
      <vt:lpstr>Considerations When Developing Your Plan</vt:lpstr>
      <vt:lpstr>Professional Development Plan Success Criteria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2.21: Developing a Plan for Professional Growth </dc:title>
  <dc:subject>Lesson 2.21: Developing a Plan for Professional Growth 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2023-08-31T19:45:06Z</dcterms:modified>
</cp:coreProperties>
</file>
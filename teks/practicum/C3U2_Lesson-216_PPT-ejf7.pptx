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648F2-6A0E-4F56-8ABA-781DA5C79694}" v="1" dt="2023-08-31T19:42:44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EB85FE8-5DDC-437E-B846-70FD456ABA02}"/>
    <pc:docChg chg="custSel delSld modSld">
      <pc:chgData name="White, Whitney" userId="65f39021-2f1d-4d8b-87dc-b123826f65bf" providerId="ADAL" clId="{4EB85FE8-5DDC-437E-B846-70FD456ABA02}" dt="2022-08-04T15:28:11.777" v="162" actId="47"/>
      <pc:docMkLst>
        <pc:docMk/>
      </pc:docMkLst>
      <pc:sldChg chg="modSp mod">
        <pc:chgData name="White, Whitney" userId="65f39021-2f1d-4d8b-87dc-b123826f65bf" providerId="ADAL" clId="{4EB85FE8-5DDC-437E-B846-70FD456ABA02}" dt="2022-08-04T15:23:51.266" v="2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EB85FE8-5DDC-437E-B846-70FD456ABA02}" dt="2022-08-04T15:23:51.266" v="2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4EB85FE8-5DDC-437E-B846-70FD456ABA02}" dt="2022-08-04T15:26:12.234" v="141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4EB85FE8-5DDC-437E-B846-70FD456ABA02}" dt="2022-08-04T15:26:12.234" v="141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addSp delSp modSp mod">
        <pc:chgData name="White, Whitney" userId="65f39021-2f1d-4d8b-87dc-b123826f65bf" providerId="ADAL" clId="{4EB85FE8-5DDC-437E-B846-70FD456ABA02}" dt="2022-08-04T15:24:49.002" v="133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4EB85FE8-5DDC-437E-B846-70FD456ABA02}" dt="2022-08-04T15:24:49.002" v="133" actId="20577"/>
          <ac:spMkLst>
            <pc:docMk/>
            <pc:sldMk cId="2772527113" sldId="259"/>
            <ac:spMk id="3" creationId="{8CE08C7F-0286-423B-92F7-DEB89F31111A}"/>
          </ac:spMkLst>
        </pc:spChg>
        <pc:graphicFrameChg chg="add del mod">
          <ac:chgData name="White, Whitney" userId="65f39021-2f1d-4d8b-87dc-b123826f65bf" providerId="ADAL" clId="{4EB85FE8-5DDC-437E-B846-70FD456ABA02}" dt="2022-08-04T15:24:17.494" v="40"/>
          <ac:graphicFrameMkLst>
            <pc:docMk/>
            <pc:sldMk cId="2772527113" sldId="259"/>
            <ac:graphicFrameMk id="5" creationId="{E62B1F70-196B-4FF2-9404-D269BF420690}"/>
          </ac:graphicFrameMkLst>
        </pc:graphicFrameChg>
      </pc:sldChg>
      <pc:sldChg chg="modSp mod">
        <pc:chgData name="White, Whitney" userId="65f39021-2f1d-4d8b-87dc-b123826f65bf" providerId="ADAL" clId="{4EB85FE8-5DDC-437E-B846-70FD456ABA02}" dt="2022-08-04T15:28:06.856" v="159" actId="403"/>
        <pc:sldMkLst>
          <pc:docMk/>
          <pc:sldMk cId="2147408764" sldId="260"/>
        </pc:sldMkLst>
        <pc:spChg chg="mod">
          <ac:chgData name="White, Whitney" userId="65f39021-2f1d-4d8b-87dc-b123826f65bf" providerId="ADAL" clId="{4EB85FE8-5DDC-437E-B846-70FD456ABA02}" dt="2022-08-04T15:28:06.856" v="159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4EB85FE8-5DDC-437E-B846-70FD456ABA02}" dt="2022-08-04T15:26:43.610" v="155" actId="14734"/>
        <pc:sldMkLst>
          <pc:docMk/>
          <pc:sldMk cId="3054216349" sldId="261"/>
        </pc:sldMkLst>
        <pc:spChg chg="del">
          <ac:chgData name="White, Whitney" userId="65f39021-2f1d-4d8b-87dc-b123826f65bf" providerId="ADAL" clId="{4EB85FE8-5DDC-437E-B846-70FD456ABA02}" dt="2022-08-04T15:26:23.280" v="142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4EB85FE8-5DDC-437E-B846-70FD456ABA02}" dt="2022-08-04T15:26:43.610" v="155" actId="14734"/>
          <ac:graphicFrameMkLst>
            <pc:docMk/>
            <pc:sldMk cId="3054216349" sldId="261"/>
            <ac:graphicFrameMk id="5" creationId="{D8381168-B5C0-4457-8A44-96F5C39379C7}"/>
          </ac:graphicFrameMkLst>
        </pc:graphicFrameChg>
      </pc:sldChg>
      <pc:sldChg chg="del">
        <pc:chgData name="White, Whitney" userId="65f39021-2f1d-4d8b-87dc-b123826f65bf" providerId="ADAL" clId="{4EB85FE8-5DDC-437E-B846-70FD456ABA02}" dt="2022-08-04T15:28:11.777" v="162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4EB85FE8-5DDC-437E-B846-70FD456ABA02}" dt="2022-08-04T15:28:10.824" v="161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4EB85FE8-5DDC-437E-B846-70FD456ABA02}" dt="2022-08-04T15:28:08.835" v="160" actId="47"/>
        <pc:sldMkLst>
          <pc:docMk/>
          <pc:sldMk cId="3493109116" sldId="264"/>
        </pc:sldMkLst>
      </pc:sldChg>
    </pc:docChg>
  </pc:docChgLst>
  <pc:docChgLst>
    <pc:chgData name="White (she/her), Whitney" userId="65f39021-2f1d-4d8b-87dc-b123826f65bf" providerId="ADAL" clId="{CB6648F2-6A0E-4F56-8ABA-781DA5C79694}"/>
    <pc:docChg chg="modSld">
      <pc:chgData name="White (she/her), Whitney" userId="65f39021-2f1d-4d8b-87dc-b123826f65bf" providerId="ADAL" clId="{CB6648F2-6A0E-4F56-8ABA-781DA5C79694}" dt="2023-08-31T19:42:46.479" v="2" actId="1076"/>
      <pc:docMkLst>
        <pc:docMk/>
      </pc:docMkLst>
      <pc:sldChg chg="addSp modSp mod">
        <pc:chgData name="White (she/her), Whitney" userId="65f39021-2f1d-4d8b-87dc-b123826f65bf" providerId="ADAL" clId="{CB6648F2-6A0E-4F56-8ABA-781DA5C79694}" dt="2023-08-31T19:42:46.479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CB6648F2-6A0E-4F56-8ABA-781DA5C79694}" dt="2023-08-31T19:42:46.479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CB6648F2-6A0E-4F56-8ABA-781DA5C79694}" dt="2023-08-31T19:42:44.073" v="1"/>
          <ac:spMkLst>
            <pc:docMk/>
            <pc:sldMk cId="1482277026" sldId="256"/>
            <ac:spMk id="4" creationId="{1ADAB8A6-5C77-A5E8-9424-DBAD74463A04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Practicum in Education and Training| Unit 2: The Professional Educator | Lesson 2.XX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Stress Management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AB8A6-5C77-A5E8-9424-DBAD74463A04}"/>
              </a:ext>
            </a:extLst>
          </p:cNvPr>
          <p:cNvSpPr txBox="1"/>
          <p:nvPr/>
        </p:nvSpPr>
        <p:spPr>
          <a:xfrm>
            <a:off x="0" y="6430161"/>
            <a:ext cx="119543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8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2A, 2B, 2C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create a plan to identify, prevent, and manage work-related stress.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 things are done by a series of small things brought together.”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-Vincent Van Gogh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this quote relate or connect to developing a plan?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Imagine a time where you were experiencing a lot of stress. What steps did you or could you have taken to minimize that stress?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381168-B5C0-4457-8A44-96F5C3937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750364"/>
              </p:ext>
            </p:extLst>
          </p:nvPr>
        </p:nvGraphicFramePr>
        <p:xfrm>
          <a:off x="838200" y="2171931"/>
          <a:ext cx="10515600" cy="2551310"/>
        </p:xfrm>
        <a:graphic>
          <a:graphicData uri="http://schemas.openxmlformats.org/drawingml/2006/table">
            <a:tbl>
              <a:tblPr firstRow="1" firstCol="1" bandRow="1"/>
              <a:tblGrid>
                <a:gridCol w="2626453">
                  <a:extLst>
                    <a:ext uri="{9D8B030D-6E8A-4147-A177-3AD203B41FA5}">
                      <a16:colId xmlns:a16="http://schemas.microsoft.com/office/drawing/2014/main" val="1948230321"/>
                    </a:ext>
                  </a:extLst>
                </a:gridCol>
                <a:gridCol w="7889147">
                  <a:extLst>
                    <a:ext uri="{9D8B030D-6E8A-4147-A177-3AD203B41FA5}">
                      <a16:colId xmlns:a16="http://schemas.microsoft.com/office/drawing/2014/main" val="2293742892"/>
                    </a:ext>
                  </a:extLst>
                </a:gridCol>
              </a:tblGrid>
              <a:tr h="104502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Stress Management Plan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plan consisting of simple, personalized strategies for decreasing stress and anxiety during stressful times or events.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144979"/>
                  </a:ext>
                </a:extLst>
              </a:tr>
              <a:tr h="127115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Stressors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 event or situation that causes stress or is perceived as a danger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30374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can having a personal stress management plan support you in maintaining good mental health as a teacher?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181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Practicum in Education and Training| Unit 2: The Professional Educator | Lesson 2.XX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2.16: Stress Management Planning</dc:title>
  <dc:subject>Lesson 2.16: Stress Management Planning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2023-08-31T19:42:50Z</dcterms:modified>
</cp:coreProperties>
</file>
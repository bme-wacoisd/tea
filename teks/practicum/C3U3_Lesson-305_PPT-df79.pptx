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64" r:id="rId5"/>
    <p:sldId id="266" r:id="rId6"/>
    <p:sldId id="268" r:id="rId7"/>
    <p:sldId id="269" r:id="rId8"/>
    <p:sldId id="270" r:id="rId9"/>
    <p:sldId id="271" r:id="rId10"/>
    <p:sldId id="272" r:id="rId11"/>
    <p:sldId id="273" r:id="rId12"/>
    <p:sldId id="274"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3792" autoAdjust="0"/>
  </p:normalViewPr>
  <p:slideViewPr>
    <p:cSldViewPr snapToGrid="0">
      <p:cViewPr varScale="1">
        <p:scale>
          <a:sx n="62" d="100"/>
          <a:sy n="62" d="100"/>
        </p:scale>
        <p:origin x="7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88AE8B69-056E-4827-858D-22DBE776CB06}"/>
    <pc:docChg chg="modSld">
      <pc:chgData name="White (she/her), Whitney" userId="65f39021-2f1d-4d8b-87dc-b123826f65bf" providerId="ADAL" clId="{88AE8B69-056E-4827-858D-22DBE776CB06}" dt="2023-08-19T01:24:01.274" v="94" actId="20577"/>
      <pc:docMkLst>
        <pc:docMk/>
      </pc:docMkLst>
      <pc:sldChg chg="modSp mod">
        <pc:chgData name="White (she/her), Whitney" userId="65f39021-2f1d-4d8b-87dc-b123826f65bf" providerId="ADAL" clId="{88AE8B69-056E-4827-858D-22DBE776CB06}" dt="2023-08-19T00:44:54.688" v="9" actId="1076"/>
        <pc:sldMkLst>
          <pc:docMk/>
          <pc:sldMk cId="1482277026" sldId="256"/>
        </pc:sldMkLst>
        <pc:spChg chg="mod">
          <ac:chgData name="White (she/her), Whitney" userId="65f39021-2f1d-4d8b-87dc-b123826f65bf" providerId="ADAL" clId="{88AE8B69-056E-4827-858D-22DBE776CB06}" dt="2023-08-19T00:44:54.688" v="9" actId="1076"/>
          <ac:spMkLst>
            <pc:docMk/>
            <pc:sldMk cId="1482277026" sldId="256"/>
            <ac:spMk id="2" creationId="{BFFCF5BD-F8FF-4A67-A8B6-EBB21E79279B}"/>
          </ac:spMkLst>
        </pc:spChg>
        <pc:spChg chg="mod">
          <ac:chgData name="White (she/her), Whitney" userId="65f39021-2f1d-4d8b-87dc-b123826f65bf" providerId="ADAL" clId="{88AE8B69-056E-4827-858D-22DBE776CB06}" dt="2023-08-19T00:44:50.223" v="8" actId="14100"/>
          <ac:spMkLst>
            <pc:docMk/>
            <pc:sldMk cId="1482277026" sldId="256"/>
            <ac:spMk id="4" creationId="{ABF92168-6F00-9E54-0532-68E8D3440E78}"/>
          </ac:spMkLst>
        </pc:spChg>
      </pc:sldChg>
      <pc:sldChg chg="modSp mod">
        <pc:chgData name="White (she/her), Whitney" userId="65f39021-2f1d-4d8b-87dc-b123826f65bf" providerId="ADAL" clId="{88AE8B69-056E-4827-858D-22DBE776CB06}" dt="2023-08-19T01:21:47.544" v="73" actId="962"/>
        <pc:sldMkLst>
          <pc:docMk/>
          <pc:sldMk cId="687916227" sldId="268"/>
        </pc:sldMkLst>
        <pc:picChg chg="mod">
          <ac:chgData name="White (she/her), Whitney" userId="65f39021-2f1d-4d8b-87dc-b123826f65bf" providerId="ADAL" clId="{88AE8B69-056E-4827-858D-22DBE776CB06}" dt="2023-08-19T01:21:47.544" v="73" actId="962"/>
          <ac:picMkLst>
            <pc:docMk/>
            <pc:sldMk cId="687916227" sldId="268"/>
            <ac:picMk id="5" creationId="{542021F2-5A22-46A0-BD2A-7574D35B43CA}"/>
          </ac:picMkLst>
        </pc:picChg>
      </pc:sldChg>
      <pc:sldChg chg="modSp mod">
        <pc:chgData name="White (she/her), Whitney" userId="65f39021-2f1d-4d8b-87dc-b123826f65bf" providerId="ADAL" clId="{88AE8B69-056E-4827-858D-22DBE776CB06}" dt="2023-08-19T01:23:46.474" v="81" actId="13244"/>
        <pc:sldMkLst>
          <pc:docMk/>
          <pc:sldMk cId="3710952636" sldId="269"/>
        </pc:sldMkLst>
        <pc:spChg chg="ord">
          <ac:chgData name="White (she/her), Whitney" userId="65f39021-2f1d-4d8b-87dc-b123826f65bf" providerId="ADAL" clId="{88AE8B69-056E-4827-858D-22DBE776CB06}" dt="2023-08-19T01:23:46.474" v="81" actId="13244"/>
          <ac:spMkLst>
            <pc:docMk/>
            <pc:sldMk cId="3710952636" sldId="269"/>
            <ac:spMk id="4" creationId="{00210221-3F4A-4187-A674-5BB2A5218FDE}"/>
          </ac:spMkLst>
        </pc:spChg>
        <pc:spChg chg="mod">
          <ac:chgData name="White (she/her), Whitney" userId="65f39021-2f1d-4d8b-87dc-b123826f65bf" providerId="ADAL" clId="{88AE8B69-056E-4827-858D-22DBE776CB06}" dt="2023-08-19T01:22:04.513" v="74" actId="1076"/>
          <ac:spMkLst>
            <pc:docMk/>
            <pc:sldMk cId="3710952636" sldId="269"/>
            <ac:spMk id="6" creationId="{0FF8D460-EF1C-4294-87F0-2081A67D40B1}"/>
          </ac:spMkLst>
        </pc:spChg>
        <pc:spChg chg="mod">
          <ac:chgData name="White (she/her), Whitney" userId="65f39021-2f1d-4d8b-87dc-b123826f65bf" providerId="ADAL" clId="{88AE8B69-056E-4827-858D-22DBE776CB06}" dt="2023-08-19T01:22:12.393" v="76" actId="1076"/>
          <ac:spMkLst>
            <pc:docMk/>
            <pc:sldMk cId="3710952636" sldId="269"/>
            <ac:spMk id="10" creationId="{7FCDBE11-E133-2646-61DE-B1E36842004E}"/>
          </ac:spMkLst>
        </pc:spChg>
        <pc:spChg chg="ord">
          <ac:chgData name="White (she/her), Whitney" userId="65f39021-2f1d-4d8b-87dc-b123826f65bf" providerId="ADAL" clId="{88AE8B69-056E-4827-858D-22DBE776CB06}" dt="2023-08-19T01:23:32.407" v="80" actId="13244"/>
          <ac:spMkLst>
            <pc:docMk/>
            <pc:sldMk cId="3710952636" sldId="269"/>
            <ac:spMk id="12" creationId="{86B4BB64-6A17-2BA3-76AA-E7D15A940334}"/>
          </ac:spMkLst>
        </pc:spChg>
        <pc:picChg chg="mod">
          <ac:chgData name="White (she/her), Whitney" userId="65f39021-2f1d-4d8b-87dc-b123826f65bf" providerId="ADAL" clId="{88AE8B69-056E-4827-858D-22DBE776CB06}" dt="2023-08-19T01:22:16.357" v="77" actId="1076"/>
          <ac:picMkLst>
            <pc:docMk/>
            <pc:sldMk cId="3710952636" sldId="269"/>
            <ac:picMk id="8" creationId="{874D8E87-7BFB-1373-2C21-0AE74ADE9FF2}"/>
          </ac:picMkLst>
        </pc:picChg>
      </pc:sldChg>
      <pc:sldChg chg="modSp mod">
        <pc:chgData name="White (she/her), Whitney" userId="65f39021-2f1d-4d8b-87dc-b123826f65bf" providerId="ADAL" clId="{88AE8B69-056E-4827-858D-22DBE776CB06}" dt="2023-08-19T01:23:07.963" v="79" actId="13244"/>
        <pc:sldMkLst>
          <pc:docMk/>
          <pc:sldMk cId="2866561618" sldId="271"/>
        </pc:sldMkLst>
        <pc:spChg chg="ord">
          <ac:chgData name="White (she/her), Whitney" userId="65f39021-2f1d-4d8b-87dc-b123826f65bf" providerId="ADAL" clId="{88AE8B69-056E-4827-858D-22DBE776CB06}" dt="2023-08-19T01:23:07.963" v="79" actId="13244"/>
          <ac:spMkLst>
            <pc:docMk/>
            <pc:sldMk cId="2866561618" sldId="271"/>
            <ac:spMk id="14" creationId="{74C1892C-6FC6-C827-824F-36AAAF125AA0}"/>
          </ac:spMkLst>
        </pc:spChg>
        <pc:picChg chg="ord">
          <ac:chgData name="White (she/her), Whitney" userId="65f39021-2f1d-4d8b-87dc-b123826f65bf" providerId="ADAL" clId="{88AE8B69-056E-4827-858D-22DBE776CB06}" dt="2023-08-19T01:23:03.220" v="78" actId="13244"/>
          <ac:picMkLst>
            <pc:docMk/>
            <pc:sldMk cId="2866561618" sldId="271"/>
            <ac:picMk id="12" creationId="{32A660BC-B02F-3F62-AFBF-15874722F3AC}"/>
          </ac:picMkLst>
        </pc:picChg>
      </pc:sldChg>
      <pc:sldChg chg="modSp mod">
        <pc:chgData name="White (she/her), Whitney" userId="65f39021-2f1d-4d8b-87dc-b123826f65bf" providerId="ADAL" clId="{88AE8B69-056E-4827-858D-22DBE776CB06}" dt="2023-08-19T01:20:27.818" v="21" actId="962"/>
        <pc:sldMkLst>
          <pc:docMk/>
          <pc:sldMk cId="565676143" sldId="273"/>
        </pc:sldMkLst>
        <pc:picChg chg="mod">
          <ac:chgData name="White (she/her), Whitney" userId="65f39021-2f1d-4d8b-87dc-b123826f65bf" providerId="ADAL" clId="{88AE8B69-056E-4827-858D-22DBE776CB06}" dt="2023-08-19T01:20:27.818" v="21" actId="962"/>
          <ac:picMkLst>
            <pc:docMk/>
            <pc:sldMk cId="565676143" sldId="273"/>
            <ac:picMk id="5" creationId="{B6EC0650-40AE-47B0-B775-66C226B5223A}"/>
          </ac:picMkLst>
        </pc:picChg>
      </pc:sldChg>
      <pc:sldChg chg="modSp mod">
        <pc:chgData name="White (she/her), Whitney" userId="65f39021-2f1d-4d8b-87dc-b123826f65bf" providerId="ADAL" clId="{88AE8B69-056E-4827-858D-22DBE776CB06}" dt="2023-08-19T01:24:01.274" v="94" actId="20577"/>
        <pc:sldMkLst>
          <pc:docMk/>
          <pc:sldMk cId="919562121" sldId="274"/>
        </pc:sldMkLst>
        <pc:spChg chg="mod">
          <ac:chgData name="White (she/her), Whitney" userId="65f39021-2f1d-4d8b-87dc-b123826f65bf" providerId="ADAL" clId="{88AE8B69-056E-4827-858D-22DBE776CB06}" dt="2023-08-19T01:24:01.274" v="94" actId="20577"/>
          <ac:spMkLst>
            <pc:docMk/>
            <pc:sldMk cId="919562121" sldId="274"/>
            <ac:spMk id="2" creationId="{9AFB837C-3E07-4129-B371-9F5CA97D5605}"/>
          </ac:spMkLst>
        </pc:spChg>
        <pc:picChg chg="mod">
          <ac:chgData name="White (she/her), Whitney" userId="65f39021-2f1d-4d8b-87dc-b123826f65bf" providerId="ADAL" clId="{88AE8B69-056E-4827-858D-22DBE776CB06}" dt="2023-08-19T01:20:45.874" v="69" actId="962"/>
          <ac:picMkLst>
            <pc:docMk/>
            <pc:sldMk cId="919562121" sldId="274"/>
            <ac:picMk id="6" creationId="{25EC3DFD-949F-44FF-B967-7C69B4913C92}"/>
          </ac:picMkLst>
        </pc:picChg>
      </pc:sldChg>
    </pc:docChg>
  </pc:docChgLst>
  <pc:docChgLst>
    <pc:chgData name="Mills, Nicole" userId="635ffad0-149b-4734-875d-ab8f60d68deb" providerId="ADAL" clId="{1B332D02-99EA-4584-97C8-500AB4AD3C33}"/>
    <pc:docChg chg="custSel addSld modSld">
      <pc:chgData name="Mills, Nicole" userId="635ffad0-149b-4734-875d-ab8f60d68deb" providerId="ADAL" clId="{1B332D02-99EA-4584-97C8-500AB4AD3C33}" dt="2023-01-05T13:28:50.053" v="458" actId="20577"/>
      <pc:docMkLst>
        <pc:docMk/>
      </pc:docMkLst>
      <pc:sldChg chg="modSp mod">
        <pc:chgData name="Mills, Nicole" userId="635ffad0-149b-4734-875d-ab8f60d68deb" providerId="ADAL" clId="{1B332D02-99EA-4584-97C8-500AB4AD3C33}" dt="2023-01-05T11:59:24.830" v="19" actId="20577"/>
        <pc:sldMkLst>
          <pc:docMk/>
          <pc:sldMk cId="1482277026" sldId="256"/>
        </pc:sldMkLst>
        <pc:spChg chg="mod">
          <ac:chgData name="Mills, Nicole" userId="635ffad0-149b-4734-875d-ab8f60d68deb" providerId="ADAL" clId="{1B332D02-99EA-4584-97C8-500AB4AD3C33}" dt="2023-01-05T11:59:17.646" v="2" actId="20577"/>
          <ac:spMkLst>
            <pc:docMk/>
            <pc:sldMk cId="1482277026" sldId="256"/>
            <ac:spMk id="2" creationId="{BFFCF5BD-F8FF-4A67-A8B6-EBB21E79279B}"/>
          </ac:spMkLst>
        </pc:spChg>
        <pc:spChg chg="mod">
          <ac:chgData name="Mills, Nicole" userId="635ffad0-149b-4734-875d-ab8f60d68deb" providerId="ADAL" clId="{1B332D02-99EA-4584-97C8-500AB4AD3C33}" dt="2023-01-05T11:59:24.830" v="19" actId="20577"/>
          <ac:spMkLst>
            <pc:docMk/>
            <pc:sldMk cId="1482277026" sldId="256"/>
            <ac:spMk id="3" creationId="{E0FBD98F-3A67-498E-8174-652040DD7B60}"/>
          </ac:spMkLst>
        </pc:spChg>
      </pc:sldChg>
      <pc:sldChg chg="modSp mod">
        <pc:chgData name="Mills, Nicole" userId="635ffad0-149b-4734-875d-ab8f60d68deb" providerId="ADAL" clId="{1B332D02-99EA-4584-97C8-500AB4AD3C33}" dt="2023-01-05T12:02:14.724" v="27"/>
        <pc:sldMkLst>
          <pc:docMk/>
          <pc:sldMk cId="4071305681" sldId="258"/>
        </pc:sldMkLst>
        <pc:spChg chg="mod">
          <ac:chgData name="Mills, Nicole" userId="635ffad0-149b-4734-875d-ab8f60d68deb" providerId="ADAL" clId="{1B332D02-99EA-4584-97C8-500AB4AD3C33}" dt="2023-01-05T12:02:14.724" v="27"/>
          <ac:spMkLst>
            <pc:docMk/>
            <pc:sldMk cId="4071305681" sldId="258"/>
            <ac:spMk id="3" creationId="{392BE286-77A6-49DD-B15D-7E4718D52FE7}"/>
          </ac:spMkLst>
        </pc:spChg>
      </pc:sldChg>
      <pc:sldChg chg="modSp mod">
        <pc:chgData name="Mills, Nicole" userId="635ffad0-149b-4734-875d-ab8f60d68deb" providerId="ADAL" clId="{1B332D02-99EA-4584-97C8-500AB4AD3C33}" dt="2023-01-05T12:02:03.295" v="26" actId="20577"/>
        <pc:sldMkLst>
          <pc:docMk/>
          <pc:sldMk cId="2772527113" sldId="259"/>
        </pc:sldMkLst>
        <pc:spChg chg="mod">
          <ac:chgData name="Mills, Nicole" userId="635ffad0-149b-4734-875d-ab8f60d68deb" providerId="ADAL" clId="{1B332D02-99EA-4584-97C8-500AB4AD3C33}" dt="2023-01-05T12:02:03.295" v="26" actId="20577"/>
          <ac:spMkLst>
            <pc:docMk/>
            <pc:sldMk cId="2772527113" sldId="259"/>
            <ac:spMk id="3" creationId="{8CE08C7F-0286-423B-92F7-DEB89F31111A}"/>
          </ac:spMkLst>
        </pc:spChg>
      </pc:sldChg>
      <pc:sldChg chg="modSp mod">
        <pc:chgData name="Mills, Nicole" userId="635ffad0-149b-4734-875d-ab8f60d68deb" providerId="ADAL" clId="{1B332D02-99EA-4584-97C8-500AB4AD3C33}" dt="2023-01-05T12:02:52.552" v="35" actId="403"/>
        <pc:sldMkLst>
          <pc:docMk/>
          <pc:sldMk cId="3493109116" sldId="264"/>
        </pc:sldMkLst>
        <pc:graphicFrameChg chg="mod modGraphic">
          <ac:chgData name="Mills, Nicole" userId="635ffad0-149b-4734-875d-ab8f60d68deb" providerId="ADAL" clId="{1B332D02-99EA-4584-97C8-500AB4AD3C33}" dt="2023-01-05T12:02:52.552" v="35" actId="403"/>
          <ac:graphicFrameMkLst>
            <pc:docMk/>
            <pc:sldMk cId="3493109116" sldId="264"/>
            <ac:graphicFrameMk id="3" creationId="{F2860C0F-BA53-412B-8826-DAA9A1B29BA9}"/>
          </ac:graphicFrameMkLst>
        </pc:graphicFrameChg>
      </pc:sldChg>
      <pc:sldChg chg="addSp delSp modSp mod delAnim">
        <pc:chgData name="Mills, Nicole" userId="635ffad0-149b-4734-875d-ab8f60d68deb" providerId="ADAL" clId="{1B332D02-99EA-4584-97C8-500AB4AD3C33}" dt="2023-01-05T13:07:14.940" v="144" actId="20577"/>
        <pc:sldMkLst>
          <pc:docMk/>
          <pc:sldMk cId="1936015983" sldId="266"/>
        </pc:sldMkLst>
        <pc:spChg chg="mod">
          <ac:chgData name="Mills, Nicole" userId="635ffad0-149b-4734-875d-ab8f60d68deb" providerId="ADAL" clId="{1B332D02-99EA-4584-97C8-500AB4AD3C33}" dt="2023-01-05T13:07:14.940" v="144" actId="20577"/>
          <ac:spMkLst>
            <pc:docMk/>
            <pc:sldMk cId="1936015983" sldId="266"/>
            <ac:spMk id="2" creationId="{9AFB837C-3E07-4129-B371-9F5CA97D5605}"/>
          </ac:spMkLst>
        </pc:spChg>
        <pc:spChg chg="add mod">
          <ac:chgData name="Mills, Nicole" userId="635ffad0-149b-4734-875d-ab8f60d68deb" providerId="ADAL" clId="{1B332D02-99EA-4584-97C8-500AB4AD3C33}" dt="2023-01-05T13:07:00.707" v="142" actId="20577"/>
          <ac:spMkLst>
            <pc:docMk/>
            <pc:sldMk cId="1936015983" sldId="266"/>
            <ac:spMk id="6" creationId="{0FF8D460-EF1C-4294-87F0-2081A67D40B1}"/>
          </ac:spMkLst>
        </pc:spChg>
        <pc:picChg chg="del">
          <ac:chgData name="Mills, Nicole" userId="635ffad0-149b-4734-875d-ab8f60d68deb" providerId="ADAL" clId="{1B332D02-99EA-4584-97C8-500AB4AD3C33}" dt="2023-01-05T13:06:12.198" v="134" actId="478"/>
          <ac:picMkLst>
            <pc:docMk/>
            <pc:sldMk cId="1936015983" sldId="266"/>
            <ac:picMk id="7" creationId="{F7D056D4-0C3A-4150-A5CC-092E54C1C8FD}"/>
          </ac:picMkLst>
        </pc:picChg>
      </pc:sldChg>
      <pc:sldChg chg="modSp mod">
        <pc:chgData name="Mills, Nicole" userId="635ffad0-149b-4734-875d-ab8f60d68deb" providerId="ADAL" clId="{1B332D02-99EA-4584-97C8-500AB4AD3C33}" dt="2023-01-05T13:28:50.053" v="458" actId="20577"/>
        <pc:sldMkLst>
          <pc:docMk/>
          <pc:sldMk cId="2313533111" sldId="267"/>
        </pc:sldMkLst>
        <pc:spChg chg="mod">
          <ac:chgData name="Mills, Nicole" userId="635ffad0-149b-4734-875d-ab8f60d68deb" providerId="ADAL" clId="{1B332D02-99EA-4584-97C8-500AB4AD3C33}" dt="2023-01-05T13:28:50.053" v="458" actId="20577"/>
          <ac:spMkLst>
            <pc:docMk/>
            <pc:sldMk cId="2313533111" sldId="267"/>
            <ac:spMk id="3" creationId="{49F2A5AF-3C0B-4968-A438-E435325199EA}"/>
          </ac:spMkLst>
        </pc:spChg>
      </pc:sldChg>
      <pc:sldChg chg="addSp modSp add mod">
        <pc:chgData name="Mills, Nicole" userId="635ffad0-149b-4734-875d-ab8f60d68deb" providerId="ADAL" clId="{1B332D02-99EA-4584-97C8-500AB4AD3C33}" dt="2023-01-05T13:22:59.737" v="340" actId="404"/>
        <pc:sldMkLst>
          <pc:docMk/>
          <pc:sldMk cId="687916227" sldId="268"/>
        </pc:sldMkLst>
        <pc:spChg chg="mod">
          <ac:chgData name="Mills, Nicole" userId="635ffad0-149b-4734-875d-ab8f60d68deb" providerId="ADAL" clId="{1B332D02-99EA-4584-97C8-500AB4AD3C33}" dt="2023-01-05T13:08:15.449" v="185" actId="1076"/>
          <ac:spMkLst>
            <pc:docMk/>
            <pc:sldMk cId="687916227" sldId="268"/>
            <ac:spMk id="2" creationId="{9AFB837C-3E07-4129-B371-9F5CA97D5605}"/>
          </ac:spMkLst>
        </pc:spChg>
        <pc:spChg chg="mod">
          <ac:chgData name="Mills, Nicole" userId="635ffad0-149b-4734-875d-ab8f60d68deb" providerId="ADAL" clId="{1B332D02-99EA-4584-97C8-500AB4AD3C33}" dt="2023-01-05T13:08:18.392" v="186" actId="1076"/>
          <ac:spMkLst>
            <pc:docMk/>
            <pc:sldMk cId="687916227" sldId="268"/>
            <ac:spMk id="6" creationId="{0FF8D460-EF1C-4294-87F0-2081A67D40B1}"/>
          </ac:spMkLst>
        </pc:spChg>
        <pc:spChg chg="add mod">
          <ac:chgData name="Mills, Nicole" userId="635ffad0-149b-4734-875d-ab8f60d68deb" providerId="ADAL" clId="{1B332D02-99EA-4584-97C8-500AB4AD3C33}" dt="2023-01-05T13:22:59.737" v="340" actId="404"/>
          <ac:spMkLst>
            <pc:docMk/>
            <pc:sldMk cId="687916227" sldId="268"/>
            <ac:spMk id="7" creationId="{43CC32DF-251F-4E66-9E04-B5B8A41A717E}"/>
          </ac:spMkLst>
        </pc:spChg>
        <pc:picChg chg="add mod">
          <ac:chgData name="Mills, Nicole" userId="635ffad0-149b-4734-875d-ab8f60d68deb" providerId="ADAL" clId="{1B332D02-99EA-4584-97C8-500AB4AD3C33}" dt="2023-01-05T13:08:32.078" v="189" actId="1076"/>
          <ac:picMkLst>
            <pc:docMk/>
            <pc:sldMk cId="687916227" sldId="268"/>
            <ac:picMk id="5" creationId="{542021F2-5A22-46A0-BD2A-7574D35B43CA}"/>
          </ac:picMkLst>
        </pc:picChg>
      </pc:sldChg>
      <pc:sldChg chg="addSp modSp add mod">
        <pc:chgData name="Mills, Nicole" userId="635ffad0-149b-4734-875d-ab8f60d68deb" providerId="ADAL" clId="{1B332D02-99EA-4584-97C8-500AB4AD3C33}" dt="2023-01-05T13:23:05.076" v="341"/>
        <pc:sldMkLst>
          <pc:docMk/>
          <pc:sldMk cId="3710952636" sldId="269"/>
        </pc:sldMkLst>
        <pc:spChg chg="mod">
          <ac:chgData name="Mills, Nicole" userId="635ffad0-149b-4734-875d-ab8f60d68deb" providerId="ADAL" clId="{1B332D02-99EA-4584-97C8-500AB4AD3C33}" dt="2023-01-05T13:08:45.380" v="208" actId="20577"/>
          <ac:spMkLst>
            <pc:docMk/>
            <pc:sldMk cId="3710952636" sldId="269"/>
            <ac:spMk id="2" creationId="{9AFB837C-3E07-4129-B371-9F5CA97D5605}"/>
          </ac:spMkLst>
        </pc:spChg>
        <pc:spChg chg="mod">
          <ac:chgData name="Mills, Nicole" userId="635ffad0-149b-4734-875d-ab8f60d68deb" providerId="ADAL" clId="{1B332D02-99EA-4584-97C8-500AB4AD3C33}" dt="2023-01-05T13:09:12.113" v="212" actId="14100"/>
          <ac:spMkLst>
            <pc:docMk/>
            <pc:sldMk cId="3710952636" sldId="269"/>
            <ac:spMk id="6" creationId="{0FF8D460-EF1C-4294-87F0-2081A67D40B1}"/>
          </ac:spMkLst>
        </pc:spChg>
        <pc:spChg chg="add mod">
          <ac:chgData name="Mills, Nicole" userId="635ffad0-149b-4734-875d-ab8f60d68deb" providerId="ADAL" clId="{1B332D02-99EA-4584-97C8-500AB4AD3C33}" dt="2023-01-05T13:23:05.076" v="341"/>
          <ac:spMkLst>
            <pc:docMk/>
            <pc:sldMk cId="3710952636" sldId="269"/>
            <ac:spMk id="7" creationId="{8BE4EAF1-F728-40F1-80BB-0D33F0A784F2}"/>
          </ac:spMkLst>
        </pc:spChg>
        <pc:picChg chg="mod">
          <ac:chgData name="Mills, Nicole" userId="635ffad0-149b-4734-875d-ab8f60d68deb" providerId="ADAL" clId="{1B332D02-99EA-4584-97C8-500AB4AD3C33}" dt="2023-01-05T13:09:16.439" v="213" actId="14100"/>
          <ac:picMkLst>
            <pc:docMk/>
            <pc:sldMk cId="3710952636" sldId="269"/>
            <ac:picMk id="5" creationId="{542021F2-5A22-46A0-BD2A-7574D35B43CA}"/>
          </ac:picMkLst>
        </pc:picChg>
      </pc:sldChg>
      <pc:sldChg chg="addSp delSp modSp add mod">
        <pc:chgData name="Mills, Nicole" userId="635ffad0-149b-4734-875d-ab8f60d68deb" providerId="ADAL" clId="{1B332D02-99EA-4584-97C8-500AB4AD3C33}" dt="2023-01-05T13:22:55.137" v="339" actId="404"/>
        <pc:sldMkLst>
          <pc:docMk/>
          <pc:sldMk cId="3082515101" sldId="270"/>
        </pc:sldMkLst>
        <pc:spChg chg="mod">
          <ac:chgData name="Mills, Nicole" userId="635ffad0-149b-4734-875d-ab8f60d68deb" providerId="ADAL" clId="{1B332D02-99EA-4584-97C8-500AB4AD3C33}" dt="2023-01-05T13:10:17.889" v="264" actId="14100"/>
          <ac:spMkLst>
            <pc:docMk/>
            <pc:sldMk cId="3082515101" sldId="270"/>
            <ac:spMk id="2" creationId="{9AFB837C-3E07-4129-B371-9F5CA97D5605}"/>
          </ac:spMkLst>
        </pc:spChg>
        <pc:spChg chg="mod">
          <ac:chgData name="Mills, Nicole" userId="635ffad0-149b-4734-875d-ab8f60d68deb" providerId="ADAL" clId="{1B332D02-99EA-4584-97C8-500AB4AD3C33}" dt="2023-01-05T13:10:28.639" v="267" actId="1076"/>
          <ac:spMkLst>
            <pc:docMk/>
            <pc:sldMk cId="3082515101" sldId="270"/>
            <ac:spMk id="6" creationId="{0FF8D460-EF1C-4294-87F0-2081A67D40B1}"/>
          </ac:spMkLst>
        </pc:spChg>
        <pc:spChg chg="add mod">
          <ac:chgData name="Mills, Nicole" userId="635ffad0-149b-4734-875d-ab8f60d68deb" providerId="ADAL" clId="{1B332D02-99EA-4584-97C8-500AB4AD3C33}" dt="2023-01-05T13:22:55.137" v="339" actId="404"/>
          <ac:spMkLst>
            <pc:docMk/>
            <pc:sldMk cId="3082515101" sldId="270"/>
            <ac:spMk id="8" creationId="{B18CF757-C940-4903-9E91-04B61B4952BE}"/>
          </ac:spMkLst>
        </pc:spChg>
        <pc:picChg chg="del">
          <ac:chgData name="Mills, Nicole" userId="635ffad0-149b-4734-875d-ab8f60d68deb" providerId="ADAL" clId="{1B332D02-99EA-4584-97C8-500AB4AD3C33}" dt="2023-01-05T13:10:00.697" v="258" actId="478"/>
          <ac:picMkLst>
            <pc:docMk/>
            <pc:sldMk cId="3082515101" sldId="270"/>
            <ac:picMk id="5" creationId="{542021F2-5A22-46A0-BD2A-7574D35B43CA}"/>
          </ac:picMkLst>
        </pc:picChg>
        <pc:picChg chg="add mod">
          <ac:chgData name="Mills, Nicole" userId="635ffad0-149b-4734-875d-ab8f60d68deb" providerId="ADAL" clId="{1B332D02-99EA-4584-97C8-500AB4AD3C33}" dt="2023-01-05T13:22:34.287" v="335" actId="1076"/>
          <ac:picMkLst>
            <pc:docMk/>
            <pc:sldMk cId="3082515101" sldId="270"/>
            <ac:picMk id="7" creationId="{A6AF8FCD-F890-4127-A784-50F7687E7F99}"/>
          </ac:picMkLst>
        </pc:picChg>
      </pc:sldChg>
      <pc:sldChg chg="addSp modSp add mod">
        <pc:chgData name="Mills, Nicole" userId="635ffad0-149b-4734-875d-ab8f60d68deb" providerId="ADAL" clId="{1B332D02-99EA-4584-97C8-500AB4AD3C33}" dt="2023-01-05T13:22:50.376" v="338" actId="404"/>
        <pc:sldMkLst>
          <pc:docMk/>
          <pc:sldMk cId="2866561618" sldId="271"/>
        </pc:sldMkLst>
        <pc:spChg chg="mod">
          <ac:chgData name="Mills, Nicole" userId="635ffad0-149b-4734-875d-ab8f60d68deb" providerId="ADAL" clId="{1B332D02-99EA-4584-97C8-500AB4AD3C33}" dt="2023-01-05T13:11:05.545" v="310" actId="20577"/>
          <ac:spMkLst>
            <pc:docMk/>
            <pc:sldMk cId="2866561618" sldId="271"/>
            <ac:spMk id="2" creationId="{9AFB837C-3E07-4129-B371-9F5CA97D5605}"/>
          </ac:spMkLst>
        </pc:spChg>
        <pc:spChg chg="mod">
          <ac:chgData name="Mills, Nicole" userId="635ffad0-149b-4734-875d-ab8f60d68deb" providerId="ADAL" clId="{1B332D02-99EA-4584-97C8-500AB4AD3C33}" dt="2023-01-05T13:11:17.181" v="311"/>
          <ac:spMkLst>
            <pc:docMk/>
            <pc:sldMk cId="2866561618" sldId="271"/>
            <ac:spMk id="6" creationId="{0FF8D460-EF1C-4294-87F0-2081A67D40B1}"/>
          </ac:spMkLst>
        </pc:spChg>
        <pc:spChg chg="add mod">
          <ac:chgData name="Mills, Nicole" userId="635ffad0-149b-4734-875d-ab8f60d68deb" providerId="ADAL" clId="{1B332D02-99EA-4584-97C8-500AB4AD3C33}" dt="2023-01-05T13:22:50.376" v="338" actId="404"/>
          <ac:spMkLst>
            <pc:docMk/>
            <pc:sldMk cId="2866561618" sldId="271"/>
            <ac:spMk id="8" creationId="{22FEEFD2-55EB-475E-9EE0-7FD35D91C997}"/>
          </ac:spMkLst>
        </pc:spChg>
        <pc:picChg chg="mod">
          <ac:chgData name="Mills, Nicole" userId="635ffad0-149b-4734-875d-ab8f60d68deb" providerId="ADAL" clId="{1B332D02-99EA-4584-97C8-500AB4AD3C33}" dt="2023-01-05T13:22:44.303" v="337" actId="1076"/>
          <ac:picMkLst>
            <pc:docMk/>
            <pc:sldMk cId="2866561618" sldId="271"/>
            <ac:picMk id="7" creationId="{A6AF8FCD-F890-4127-A784-50F7687E7F99}"/>
          </ac:picMkLst>
        </pc:picChg>
      </pc:sldChg>
      <pc:sldChg chg="delSp modSp add mod">
        <pc:chgData name="Mills, Nicole" userId="635ffad0-149b-4734-875d-ab8f60d68deb" providerId="ADAL" clId="{1B332D02-99EA-4584-97C8-500AB4AD3C33}" dt="2023-01-05T13:24:08.337" v="395" actId="478"/>
        <pc:sldMkLst>
          <pc:docMk/>
          <pc:sldMk cId="3902368305" sldId="272"/>
        </pc:sldMkLst>
        <pc:spChg chg="mod">
          <ac:chgData name="Mills, Nicole" userId="635ffad0-149b-4734-875d-ab8f60d68deb" providerId="ADAL" clId="{1B332D02-99EA-4584-97C8-500AB4AD3C33}" dt="2023-01-05T13:23:43.471" v="389" actId="20577"/>
          <ac:spMkLst>
            <pc:docMk/>
            <pc:sldMk cId="3902368305" sldId="272"/>
            <ac:spMk id="2" creationId="{9AFB837C-3E07-4129-B371-9F5CA97D5605}"/>
          </ac:spMkLst>
        </pc:spChg>
        <pc:spChg chg="mod">
          <ac:chgData name="Mills, Nicole" userId="635ffad0-149b-4734-875d-ab8f60d68deb" providerId="ADAL" clId="{1B332D02-99EA-4584-97C8-500AB4AD3C33}" dt="2023-01-05T13:24:02.570" v="394" actId="120"/>
          <ac:spMkLst>
            <pc:docMk/>
            <pc:sldMk cId="3902368305" sldId="272"/>
            <ac:spMk id="6" creationId="{0FF8D460-EF1C-4294-87F0-2081A67D40B1}"/>
          </ac:spMkLst>
        </pc:spChg>
        <pc:spChg chg="del">
          <ac:chgData name="Mills, Nicole" userId="635ffad0-149b-4734-875d-ab8f60d68deb" providerId="ADAL" clId="{1B332D02-99EA-4584-97C8-500AB4AD3C33}" dt="2023-01-05T13:24:08.337" v="395" actId="478"/>
          <ac:spMkLst>
            <pc:docMk/>
            <pc:sldMk cId="3902368305" sldId="272"/>
            <ac:spMk id="8" creationId="{22FEEFD2-55EB-475E-9EE0-7FD35D91C997}"/>
          </ac:spMkLst>
        </pc:spChg>
        <pc:picChg chg="del">
          <ac:chgData name="Mills, Nicole" userId="635ffad0-149b-4734-875d-ab8f60d68deb" providerId="ADAL" clId="{1B332D02-99EA-4584-97C8-500AB4AD3C33}" dt="2023-01-05T13:23:54.805" v="391" actId="478"/>
          <ac:picMkLst>
            <pc:docMk/>
            <pc:sldMk cId="3902368305" sldId="272"/>
            <ac:picMk id="7" creationId="{A6AF8FCD-F890-4127-A784-50F7687E7F99}"/>
          </ac:picMkLst>
        </pc:picChg>
      </pc:sldChg>
      <pc:sldChg chg="addSp delSp modSp add mod">
        <pc:chgData name="Mills, Nicole" userId="635ffad0-149b-4734-875d-ab8f60d68deb" providerId="ADAL" clId="{1B332D02-99EA-4584-97C8-500AB4AD3C33}" dt="2023-01-05T13:27:37.530" v="434" actId="1076"/>
        <pc:sldMkLst>
          <pc:docMk/>
          <pc:sldMk cId="565676143" sldId="273"/>
        </pc:sldMkLst>
        <pc:spChg chg="mod">
          <ac:chgData name="Mills, Nicole" userId="635ffad0-149b-4734-875d-ab8f60d68deb" providerId="ADAL" clId="{1B332D02-99EA-4584-97C8-500AB4AD3C33}" dt="2023-01-05T13:24:22.071" v="418" actId="20577"/>
          <ac:spMkLst>
            <pc:docMk/>
            <pc:sldMk cId="565676143" sldId="273"/>
            <ac:spMk id="2" creationId="{9AFB837C-3E07-4129-B371-9F5CA97D5605}"/>
          </ac:spMkLst>
        </pc:spChg>
        <pc:spChg chg="del">
          <ac:chgData name="Mills, Nicole" userId="635ffad0-149b-4734-875d-ab8f60d68deb" providerId="ADAL" clId="{1B332D02-99EA-4584-97C8-500AB4AD3C33}" dt="2023-01-05T13:24:24.435" v="419" actId="478"/>
          <ac:spMkLst>
            <pc:docMk/>
            <pc:sldMk cId="565676143" sldId="273"/>
            <ac:spMk id="6" creationId="{0FF8D460-EF1C-4294-87F0-2081A67D40B1}"/>
          </ac:spMkLst>
        </pc:spChg>
        <pc:picChg chg="add mod">
          <ac:chgData name="Mills, Nicole" userId="635ffad0-149b-4734-875d-ab8f60d68deb" providerId="ADAL" clId="{1B332D02-99EA-4584-97C8-500AB4AD3C33}" dt="2023-01-05T13:27:37.530" v="434" actId="1076"/>
          <ac:picMkLst>
            <pc:docMk/>
            <pc:sldMk cId="565676143" sldId="273"/>
            <ac:picMk id="5" creationId="{B6EC0650-40AE-47B0-B775-66C226B5223A}"/>
          </ac:picMkLst>
        </pc:picChg>
        <pc:picChg chg="add del mod">
          <ac:chgData name="Mills, Nicole" userId="635ffad0-149b-4734-875d-ab8f60d68deb" providerId="ADAL" clId="{1B332D02-99EA-4584-97C8-500AB4AD3C33}" dt="2023-01-05T13:27:31.782" v="432" actId="21"/>
          <ac:picMkLst>
            <pc:docMk/>
            <pc:sldMk cId="565676143" sldId="273"/>
            <ac:picMk id="7" creationId="{CAF28F7E-F564-4C9F-936F-AD4DF2943ED4}"/>
          </ac:picMkLst>
        </pc:picChg>
      </pc:sldChg>
      <pc:sldChg chg="addSp delSp modSp add mod">
        <pc:chgData name="Mills, Nicole" userId="635ffad0-149b-4734-875d-ab8f60d68deb" providerId="ADAL" clId="{1B332D02-99EA-4584-97C8-500AB4AD3C33}" dt="2023-01-05T13:27:49.994" v="440" actId="1076"/>
        <pc:sldMkLst>
          <pc:docMk/>
          <pc:sldMk cId="919562121" sldId="274"/>
        </pc:sldMkLst>
        <pc:picChg chg="del">
          <ac:chgData name="Mills, Nicole" userId="635ffad0-149b-4734-875d-ab8f60d68deb" providerId="ADAL" clId="{1B332D02-99EA-4584-97C8-500AB4AD3C33}" dt="2023-01-05T13:27:42.609" v="436" actId="478"/>
          <ac:picMkLst>
            <pc:docMk/>
            <pc:sldMk cId="919562121" sldId="274"/>
            <ac:picMk id="5" creationId="{B6EC0650-40AE-47B0-B775-66C226B5223A}"/>
          </ac:picMkLst>
        </pc:picChg>
        <pc:picChg chg="add mod">
          <ac:chgData name="Mills, Nicole" userId="635ffad0-149b-4734-875d-ab8f60d68deb" providerId="ADAL" clId="{1B332D02-99EA-4584-97C8-500AB4AD3C33}" dt="2023-01-05T13:27:49.994" v="440" actId="1076"/>
          <ac:picMkLst>
            <pc:docMk/>
            <pc:sldMk cId="919562121" sldId="274"/>
            <ac:picMk id="6" creationId="{25EC3DFD-949F-44FF-B967-7C69B4913C92}"/>
          </ac:picMkLst>
        </pc:picChg>
      </pc:sldChg>
    </pc:docChg>
  </pc:docChgLst>
  <pc:docChgLst>
    <pc:chgData name="Mills, Nicole" userId="635ffad0-149b-4734-875d-ab8f60d68deb" providerId="ADAL" clId="{68815E23-D9BD-4821-AC22-4EB0FCB9CA2E}"/>
    <pc:docChg chg="custSel addSld modSld">
      <pc:chgData name="Mills, Nicole" userId="635ffad0-149b-4734-875d-ab8f60d68deb" providerId="ADAL" clId="{68815E23-D9BD-4821-AC22-4EB0FCB9CA2E}" dt="2022-12-02T20:02:57.548" v="71" actId="20577"/>
      <pc:docMkLst>
        <pc:docMk/>
      </pc:docMkLst>
      <pc:sldChg chg="modSp mod">
        <pc:chgData name="Mills, Nicole" userId="635ffad0-149b-4734-875d-ab8f60d68deb" providerId="ADAL" clId="{68815E23-D9BD-4821-AC22-4EB0FCB9CA2E}" dt="2022-12-02T19:58:55.768" v="3" actId="20577"/>
        <pc:sldMkLst>
          <pc:docMk/>
          <pc:sldMk cId="1482277026" sldId="256"/>
        </pc:sldMkLst>
        <pc:spChg chg="mod">
          <ac:chgData name="Mills, Nicole" userId="635ffad0-149b-4734-875d-ab8f60d68deb" providerId="ADAL" clId="{68815E23-D9BD-4821-AC22-4EB0FCB9CA2E}" dt="2022-12-02T19:58:55.768" v="3" actId="20577"/>
          <ac:spMkLst>
            <pc:docMk/>
            <pc:sldMk cId="1482277026" sldId="256"/>
            <ac:spMk id="2" creationId="{BFFCF5BD-F8FF-4A67-A8B6-EBB21E79279B}"/>
          </ac:spMkLst>
        </pc:spChg>
        <pc:spChg chg="mod">
          <ac:chgData name="Mills, Nicole" userId="635ffad0-149b-4734-875d-ab8f60d68deb" providerId="ADAL" clId="{68815E23-D9BD-4821-AC22-4EB0FCB9CA2E}" dt="2022-12-02T19:58:53.188" v="1" actId="20577"/>
          <ac:spMkLst>
            <pc:docMk/>
            <pc:sldMk cId="1482277026" sldId="256"/>
            <ac:spMk id="3" creationId="{E0FBD98F-3A67-498E-8174-652040DD7B60}"/>
          </ac:spMkLst>
        </pc:spChg>
      </pc:sldChg>
      <pc:sldChg chg="modSp mod">
        <pc:chgData name="Mills, Nicole" userId="635ffad0-149b-4734-875d-ab8f60d68deb" providerId="ADAL" clId="{68815E23-D9BD-4821-AC22-4EB0FCB9CA2E}" dt="2022-12-02T20:00:32.020" v="55" actId="20577"/>
        <pc:sldMkLst>
          <pc:docMk/>
          <pc:sldMk cId="4071305681" sldId="258"/>
        </pc:sldMkLst>
        <pc:spChg chg="mod">
          <ac:chgData name="Mills, Nicole" userId="635ffad0-149b-4734-875d-ab8f60d68deb" providerId="ADAL" clId="{68815E23-D9BD-4821-AC22-4EB0FCB9CA2E}" dt="2022-12-02T20:00:32.020" v="55" actId="20577"/>
          <ac:spMkLst>
            <pc:docMk/>
            <pc:sldMk cId="4071305681" sldId="258"/>
            <ac:spMk id="3" creationId="{392BE286-77A6-49DD-B15D-7E4718D52FE7}"/>
          </ac:spMkLst>
        </pc:spChg>
      </pc:sldChg>
      <pc:sldChg chg="modSp mod">
        <pc:chgData name="Mills, Nicole" userId="635ffad0-149b-4734-875d-ab8f60d68deb" providerId="ADAL" clId="{68815E23-D9BD-4821-AC22-4EB0FCB9CA2E}" dt="2022-12-02T19:59:12.009" v="10" actId="20577"/>
        <pc:sldMkLst>
          <pc:docMk/>
          <pc:sldMk cId="2772527113" sldId="259"/>
        </pc:sldMkLst>
        <pc:spChg chg="mod">
          <ac:chgData name="Mills, Nicole" userId="635ffad0-149b-4734-875d-ab8f60d68deb" providerId="ADAL" clId="{68815E23-D9BD-4821-AC22-4EB0FCB9CA2E}" dt="2022-12-02T19:59:12.009" v="10" actId="20577"/>
          <ac:spMkLst>
            <pc:docMk/>
            <pc:sldMk cId="2772527113" sldId="259"/>
            <ac:spMk id="3" creationId="{8CE08C7F-0286-423B-92F7-DEB89F31111A}"/>
          </ac:spMkLst>
        </pc:spChg>
      </pc:sldChg>
      <pc:sldChg chg="addSp delSp modSp mod delAnim">
        <pc:chgData name="Mills, Nicole" userId="635ffad0-149b-4734-875d-ab8f60d68deb" providerId="ADAL" clId="{68815E23-D9BD-4821-AC22-4EB0FCB9CA2E}" dt="2022-12-02T20:00:11.120" v="52" actId="1076"/>
        <pc:sldMkLst>
          <pc:docMk/>
          <pc:sldMk cId="3493109116" sldId="264"/>
        </pc:sldMkLst>
        <pc:spChg chg="mod">
          <ac:chgData name="Mills, Nicole" userId="635ffad0-149b-4734-875d-ab8f60d68deb" providerId="ADAL" clId="{68815E23-D9BD-4821-AC22-4EB0FCB9CA2E}" dt="2022-12-02T19:59:30.889" v="22" actId="20577"/>
          <ac:spMkLst>
            <pc:docMk/>
            <pc:sldMk cId="3493109116" sldId="264"/>
            <ac:spMk id="2" creationId="{D7836664-70C0-47BA-9BFF-496A04EBBFDE}"/>
          </ac:spMkLst>
        </pc:spChg>
        <pc:graphicFrameChg chg="add mod modGraphic">
          <ac:chgData name="Mills, Nicole" userId="635ffad0-149b-4734-875d-ab8f60d68deb" providerId="ADAL" clId="{68815E23-D9BD-4821-AC22-4EB0FCB9CA2E}" dt="2022-12-02T20:00:11.120" v="52" actId="1076"/>
          <ac:graphicFrameMkLst>
            <pc:docMk/>
            <pc:sldMk cId="3493109116" sldId="264"/>
            <ac:graphicFrameMk id="3" creationId="{F2860C0F-BA53-412B-8826-DAA9A1B29BA9}"/>
          </ac:graphicFrameMkLst>
        </pc:graphicFrameChg>
        <pc:picChg chg="del">
          <ac:chgData name="Mills, Nicole" userId="635ffad0-149b-4734-875d-ab8f60d68deb" providerId="ADAL" clId="{68815E23-D9BD-4821-AC22-4EB0FCB9CA2E}" dt="2022-12-02T19:59:32.599" v="23" actId="478"/>
          <ac:picMkLst>
            <pc:docMk/>
            <pc:sldMk cId="3493109116" sldId="264"/>
            <ac:picMk id="8" creationId="{30ACBC68-CBED-4EAE-ADF7-C74881DE47A9}"/>
          </ac:picMkLst>
        </pc:picChg>
      </pc:sldChg>
      <pc:sldChg chg="addSp delSp modSp mod modAnim">
        <pc:chgData name="Mills, Nicole" userId="635ffad0-149b-4734-875d-ab8f60d68deb" providerId="ADAL" clId="{68815E23-D9BD-4821-AC22-4EB0FCB9CA2E}" dt="2022-12-02T20:02:21.537" v="67" actId="1076"/>
        <pc:sldMkLst>
          <pc:docMk/>
          <pc:sldMk cId="1936015983" sldId="266"/>
        </pc:sldMkLst>
        <pc:spChg chg="mod">
          <ac:chgData name="Mills, Nicole" userId="635ffad0-149b-4734-875d-ab8f60d68deb" providerId="ADAL" clId="{68815E23-D9BD-4821-AC22-4EB0FCB9CA2E}" dt="2022-12-02T20:01:56.224" v="61" actId="20577"/>
          <ac:spMkLst>
            <pc:docMk/>
            <pc:sldMk cId="1936015983" sldId="266"/>
            <ac:spMk id="2" creationId="{9AFB837C-3E07-4129-B371-9F5CA97D5605}"/>
          </ac:spMkLst>
        </pc:spChg>
        <pc:spChg chg="del">
          <ac:chgData name="Mills, Nicole" userId="635ffad0-149b-4734-875d-ab8f60d68deb" providerId="ADAL" clId="{68815E23-D9BD-4821-AC22-4EB0FCB9CA2E}" dt="2022-12-02T20:01:59.269" v="62" actId="478"/>
          <ac:spMkLst>
            <pc:docMk/>
            <pc:sldMk cId="1936015983" sldId="266"/>
            <ac:spMk id="3" creationId="{49F2A5AF-3C0B-4968-A438-E435325199EA}"/>
          </ac:spMkLst>
        </pc:spChg>
        <pc:spChg chg="add del mod">
          <ac:chgData name="Mills, Nicole" userId="635ffad0-149b-4734-875d-ab8f60d68deb" providerId="ADAL" clId="{68815E23-D9BD-4821-AC22-4EB0FCB9CA2E}" dt="2022-12-02T20:02:02.987" v="63" actId="478"/>
          <ac:spMkLst>
            <pc:docMk/>
            <pc:sldMk cId="1936015983" sldId="266"/>
            <ac:spMk id="6" creationId="{9942CCE9-E455-4AE7-98D9-9E58C4FB375A}"/>
          </ac:spMkLst>
        </pc:spChg>
        <pc:picChg chg="add mod">
          <ac:chgData name="Mills, Nicole" userId="635ffad0-149b-4734-875d-ab8f60d68deb" providerId="ADAL" clId="{68815E23-D9BD-4821-AC22-4EB0FCB9CA2E}" dt="2022-12-02T20:02:21.537" v="67" actId="1076"/>
          <ac:picMkLst>
            <pc:docMk/>
            <pc:sldMk cId="1936015983" sldId="266"/>
            <ac:picMk id="7" creationId="{F7D056D4-0C3A-4150-A5CC-092E54C1C8FD}"/>
          </ac:picMkLst>
        </pc:picChg>
      </pc:sldChg>
      <pc:sldChg chg="modSp add mod">
        <pc:chgData name="Mills, Nicole" userId="635ffad0-149b-4734-875d-ab8f60d68deb" providerId="ADAL" clId="{68815E23-D9BD-4821-AC22-4EB0FCB9CA2E}" dt="2022-12-02T20:02:57.548" v="71" actId="20577"/>
        <pc:sldMkLst>
          <pc:docMk/>
          <pc:sldMk cId="2313533111" sldId="267"/>
        </pc:sldMkLst>
        <pc:spChg chg="mod">
          <ac:chgData name="Mills, Nicole" userId="635ffad0-149b-4734-875d-ab8f60d68deb" providerId="ADAL" clId="{68815E23-D9BD-4821-AC22-4EB0FCB9CA2E}" dt="2022-12-02T20:02:57.548" v="71" actId="20577"/>
          <ac:spMkLst>
            <pc:docMk/>
            <pc:sldMk cId="2313533111" sldId="267"/>
            <ac:spMk id="3" creationId="{49F2A5AF-3C0B-4968-A438-E435325199EA}"/>
          </ac:spMkLst>
        </pc:spChg>
      </pc:sldChg>
    </pc:docChg>
  </pc:docChgLst>
  <pc:docChgLst>
    <pc:chgData name="Veenis, Sierra" userId="S::sveenis@rti.org::200c9325-9a6d-4db1-8535-3c88a644c387" providerId="AD" clId="Web-{C77A6656-3AA7-F369-559F-202C456EF9DE}"/>
    <pc:docChg chg="modSld">
      <pc:chgData name="Veenis, Sierra" userId="S::sveenis@rti.org::200c9325-9a6d-4db1-8535-3c88a644c387" providerId="AD" clId="Web-{C77A6656-3AA7-F369-559F-202C456EF9DE}" dt="2023-06-15T18:41:07.401" v="95"/>
      <pc:docMkLst>
        <pc:docMk/>
      </pc:docMkLst>
      <pc:sldChg chg="addSp modSp">
        <pc:chgData name="Veenis, Sierra" userId="S::sveenis@rti.org::200c9325-9a6d-4db1-8535-3c88a644c387" providerId="AD" clId="Web-{C77A6656-3AA7-F369-559F-202C456EF9DE}" dt="2023-06-15T18:28:22.894" v="8" actId="1076"/>
        <pc:sldMkLst>
          <pc:docMk/>
          <pc:sldMk cId="1482277026" sldId="256"/>
        </pc:sldMkLst>
        <pc:spChg chg="mod">
          <ac:chgData name="Veenis, Sierra" userId="S::sveenis@rti.org::200c9325-9a6d-4db1-8535-3c88a644c387" providerId="AD" clId="Web-{C77A6656-3AA7-F369-559F-202C456EF9DE}" dt="2023-06-15T18:28:22.894" v="8" actId="1076"/>
          <ac:spMkLst>
            <pc:docMk/>
            <pc:sldMk cId="1482277026" sldId="256"/>
            <ac:spMk id="2" creationId="{BFFCF5BD-F8FF-4A67-A8B6-EBB21E79279B}"/>
          </ac:spMkLst>
        </pc:spChg>
        <pc:spChg chg="add">
          <ac:chgData name="Veenis, Sierra" userId="S::sveenis@rti.org::200c9325-9a6d-4db1-8535-3c88a644c387" providerId="AD" clId="Web-{C77A6656-3AA7-F369-559F-202C456EF9DE}" dt="2023-06-15T18:28:17.253" v="7"/>
          <ac:spMkLst>
            <pc:docMk/>
            <pc:sldMk cId="1482277026" sldId="256"/>
            <ac:spMk id="4" creationId="{ABF92168-6F00-9E54-0532-68E8D3440E78}"/>
          </ac:spMkLst>
        </pc:spChg>
      </pc:sldChg>
      <pc:sldChg chg="addSp delSp">
        <pc:chgData name="Veenis, Sierra" userId="S::sveenis@rti.org::200c9325-9a6d-4db1-8535-3c88a644c387" providerId="AD" clId="Web-{C77A6656-3AA7-F369-559F-202C456EF9DE}" dt="2023-06-15T18:34:06.871" v="22"/>
        <pc:sldMkLst>
          <pc:docMk/>
          <pc:sldMk cId="4071305681" sldId="258"/>
        </pc:sldMkLst>
        <pc:spChg chg="del">
          <ac:chgData name="Veenis, Sierra" userId="S::sveenis@rti.org::200c9325-9a6d-4db1-8535-3c88a644c387" providerId="AD" clId="Web-{C77A6656-3AA7-F369-559F-202C456EF9DE}" dt="2023-06-15T18:34:06.371" v="20"/>
          <ac:spMkLst>
            <pc:docMk/>
            <pc:sldMk cId="4071305681" sldId="258"/>
            <ac:spMk id="4" creationId="{2DC7D18A-F106-4CA1-A59B-DE4084E585CF}"/>
          </ac:spMkLst>
        </pc:spChg>
        <pc:spChg chg="add">
          <ac:chgData name="Veenis, Sierra" userId="S::sveenis@rti.org::200c9325-9a6d-4db1-8535-3c88a644c387" providerId="AD" clId="Web-{C77A6656-3AA7-F369-559F-202C456EF9DE}" dt="2023-06-15T18:34:06.856" v="21"/>
          <ac:spMkLst>
            <pc:docMk/>
            <pc:sldMk cId="4071305681" sldId="258"/>
            <ac:spMk id="6" creationId="{6E271206-9B08-ED50-FD43-428080C31E73}"/>
          </ac:spMkLst>
        </pc:spChg>
        <pc:spChg chg="add">
          <ac:chgData name="Veenis, Sierra" userId="S::sveenis@rti.org::200c9325-9a6d-4db1-8535-3c88a644c387" providerId="AD" clId="Web-{C77A6656-3AA7-F369-559F-202C456EF9DE}" dt="2023-06-15T18:34:06.871" v="22"/>
          <ac:spMkLst>
            <pc:docMk/>
            <pc:sldMk cId="4071305681" sldId="258"/>
            <ac:spMk id="8" creationId="{9C2ADAC5-4A22-56ED-8AC0-DB11CD4D6D6D}"/>
          </ac:spMkLst>
        </pc:spChg>
      </pc:sldChg>
      <pc:sldChg chg="addSp delSp modSp">
        <pc:chgData name="Veenis, Sierra" userId="S::sveenis@rti.org::200c9325-9a6d-4db1-8535-3c88a644c387" providerId="AD" clId="Web-{C77A6656-3AA7-F369-559F-202C456EF9DE}" dt="2023-06-15T18:33:55.433" v="19" actId="20577"/>
        <pc:sldMkLst>
          <pc:docMk/>
          <pc:sldMk cId="2772527113" sldId="259"/>
        </pc:sldMkLst>
        <pc:spChg chg="mod">
          <ac:chgData name="Veenis, Sierra" userId="S::sveenis@rti.org::200c9325-9a6d-4db1-8535-3c88a644c387" providerId="AD" clId="Web-{C77A6656-3AA7-F369-559F-202C456EF9DE}" dt="2023-06-15T16:56:47.263" v="5" actId="20577"/>
          <ac:spMkLst>
            <pc:docMk/>
            <pc:sldMk cId="2772527113" sldId="259"/>
            <ac:spMk id="3" creationId="{8CE08C7F-0286-423B-92F7-DEB89F31111A}"/>
          </ac:spMkLst>
        </pc:spChg>
        <pc:spChg chg="del">
          <ac:chgData name="Veenis, Sierra" userId="S::sveenis@rti.org::200c9325-9a6d-4db1-8535-3c88a644c387" providerId="AD" clId="Web-{C77A6656-3AA7-F369-559F-202C456EF9DE}" dt="2023-06-15T18:33:39.916" v="12"/>
          <ac:spMkLst>
            <pc:docMk/>
            <pc:sldMk cId="2772527113" sldId="259"/>
            <ac:spMk id="4" creationId="{FD0EEDDD-3DDC-4909-AF99-60870B25C0CC}"/>
          </ac:spMkLst>
        </pc:spChg>
        <pc:spChg chg="add del">
          <ac:chgData name="Veenis, Sierra" userId="S::sveenis@rti.org::200c9325-9a6d-4db1-8535-3c88a644c387" providerId="AD" clId="Web-{C77A6656-3AA7-F369-559F-202C456EF9DE}" dt="2023-06-15T18:33:21.649" v="10"/>
          <ac:spMkLst>
            <pc:docMk/>
            <pc:sldMk cId="2772527113" sldId="259"/>
            <ac:spMk id="5" creationId="{93075FBA-2152-5215-2BE4-4AAF1FAFED2E}"/>
          </ac:spMkLst>
        </pc:spChg>
        <pc:spChg chg="add">
          <ac:chgData name="Veenis, Sierra" userId="S::sveenis@rti.org::200c9325-9a6d-4db1-8535-3c88a644c387" providerId="AD" clId="Web-{C77A6656-3AA7-F369-559F-202C456EF9DE}" dt="2023-06-15T18:33:36.853" v="11"/>
          <ac:spMkLst>
            <pc:docMk/>
            <pc:sldMk cId="2772527113" sldId="259"/>
            <ac:spMk id="6" creationId="{E05160E0-5499-18DB-6609-75046C183056}"/>
          </ac:spMkLst>
        </pc:spChg>
        <pc:spChg chg="add mod">
          <ac:chgData name="Veenis, Sierra" userId="S::sveenis@rti.org::200c9325-9a6d-4db1-8535-3c88a644c387" providerId="AD" clId="Web-{C77A6656-3AA7-F369-559F-202C456EF9DE}" dt="2023-06-15T18:33:55.433" v="19" actId="20577"/>
          <ac:spMkLst>
            <pc:docMk/>
            <pc:sldMk cId="2772527113" sldId="259"/>
            <ac:spMk id="7" creationId="{2E198AD0-42BC-D67E-BBB8-72AB9F1A4301}"/>
          </ac:spMkLst>
        </pc:spChg>
      </pc:sldChg>
      <pc:sldChg chg="addSp delSp">
        <pc:chgData name="Veenis, Sierra" userId="S::sveenis@rti.org::200c9325-9a6d-4db1-8535-3c88a644c387" providerId="AD" clId="Web-{C77A6656-3AA7-F369-559F-202C456EF9DE}" dt="2023-06-15T18:34:14.059" v="25"/>
        <pc:sldMkLst>
          <pc:docMk/>
          <pc:sldMk cId="3493109116" sldId="264"/>
        </pc:sldMkLst>
        <pc:spChg chg="del">
          <ac:chgData name="Veenis, Sierra" userId="S::sveenis@rti.org::200c9325-9a6d-4db1-8535-3c88a644c387" providerId="AD" clId="Web-{C77A6656-3AA7-F369-559F-202C456EF9DE}" dt="2023-06-15T18:34:13.184" v="23"/>
          <ac:spMkLst>
            <pc:docMk/>
            <pc:sldMk cId="3493109116" sldId="264"/>
            <ac:spMk id="4" creationId="{F767700B-954E-42AD-AD69-9CC1C5B510A5}"/>
          </ac:spMkLst>
        </pc:spChg>
        <pc:spChg chg="add">
          <ac:chgData name="Veenis, Sierra" userId="S::sveenis@rti.org::200c9325-9a6d-4db1-8535-3c88a644c387" providerId="AD" clId="Web-{C77A6656-3AA7-F369-559F-202C456EF9DE}" dt="2023-06-15T18:34:14.044" v="24"/>
          <ac:spMkLst>
            <pc:docMk/>
            <pc:sldMk cId="3493109116" sldId="264"/>
            <ac:spMk id="6" creationId="{FC8720A6-97E3-C44B-0090-6F9616C41BB5}"/>
          </ac:spMkLst>
        </pc:spChg>
        <pc:spChg chg="add">
          <ac:chgData name="Veenis, Sierra" userId="S::sveenis@rti.org::200c9325-9a6d-4db1-8535-3c88a644c387" providerId="AD" clId="Web-{C77A6656-3AA7-F369-559F-202C456EF9DE}" dt="2023-06-15T18:34:14.059" v="25"/>
          <ac:spMkLst>
            <pc:docMk/>
            <pc:sldMk cId="3493109116" sldId="264"/>
            <ac:spMk id="8" creationId="{3EC4CF47-5E5C-97F3-7B27-F8BA0C297FBE}"/>
          </ac:spMkLst>
        </pc:spChg>
      </pc:sldChg>
      <pc:sldChg chg="addSp delSp">
        <pc:chgData name="Veenis, Sierra" userId="S::sveenis@rti.org::200c9325-9a6d-4db1-8535-3c88a644c387" providerId="AD" clId="Web-{C77A6656-3AA7-F369-559F-202C456EF9DE}" dt="2023-06-15T18:34:19.622" v="28"/>
        <pc:sldMkLst>
          <pc:docMk/>
          <pc:sldMk cId="1936015983" sldId="266"/>
        </pc:sldMkLst>
        <pc:spChg chg="del">
          <ac:chgData name="Veenis, Sierra" userId="S::sveenis@rti.org::200c9325-9a6d-4db1-8535-3c88a644c387" providerId="AD" clId="Web-{C77A6656-3AA7-F369-559F-202C456EF9DE}" dt="2023-06-15T18:34:19.247" v="26"/>
          <ac:spMkLst>
            <pc:docMk/>
            <pc:sldMk cId="1936015983" sldId="266"/>
            <ac:spMk id="4" creationId="{00210221-3F4A-4187-A674-5BB2A5218FDE}"/>
          </ac:spMkLst>
        </pc:spChg>
        <pc:spChg chg="add">
          <ac:chgData name="Veenis, Sierra" userId="S::sveenis@rti.org::200c9325-9a6d-4db1-8535-3c88a644c387" providerId="AD" clId="Web-{C77A6656-3AA7-F369-559F-202C456EF9DE}" dt="2023-06-15T18:34:19.606" v="27"/>
          <ac:spMkLst>
            <pc:docMk/>
            <pc:sldMk cId="1936015983" sldId="266"/>
            <ac:spMk id="5" creationId="{EDA28792-E07A-6E12-40DF-F1EFEFCCD3DB}"/>
          </ac:spMkLst>
        </pc:spChg>
        <pc:spChg chg="add">
          <ac:chgData name="Veenis, Sierra" userId="S::sveenis@rti.org::200c9325-9a6d-4db1-8535-3c88a644c387" providerId="AD" clId="Web-{C77A6656-3AA7-F369-559F-202C456EF9DE}" dt="2023-06-15T18:34:19.622" v="28"/>
          <ac:spMkLst>
            <pc:docMk/>
            <pc:sldMk cId="1936015983" sldId="266"/>
            <ac:spMk id="8" creationId="{E59B5747-7A75-9B0A-E6B5-07E2A9373B87}"/>
          </ac:spMkLst>
        </pc:spChg>
      </pc:sldChg>
      <pc:sldChg chg="addSp delSp">
        <pc:chgData name="Veenis, Sierra" userId="S::sveenis@rti.org::200c9325-9a6d-4db1-8535-3c88a644c387" providerId="AD" clId="Web-{C77A6656-3AA7-F369-559F-202C456EF9DE}" dt="2023-06-15T18:39:12.783" v="84"/>
        <pc:sldMkLst>
          <pc:docMk/>
          <pc:sldMk cId="2313533111" sldId="267"/>
        </pc:sldMkLst>
        <pc:spChg chg="del">
          <ac:chgData name="Veenis, Sierra" userId="S::sveenis@rti.org::200c9325-9a6d-4db1-8535-3c88a644c387" providerId="AD" clId="Web-{C77A6656-3AA7-F369-559F-202C456EF9DE}" dt="2023-06-15T18:39:12.455" v="82"/>
          <ac:spMkLst>
            <pc:docMk/>
            <pc:sldMk cId="2313533111" sldId="267"/>
            <ac:spMk id="4" creationId="{00210221-3F4A-4187-A674-5BB2A5218FDE}"/>
          </ac:spMkLst>
        </pc:spChg>
        <pc:spChg chg="add">
          <ac:chgData name="Veenis, Sierra" userId="S::sveenis@rti.org::200c9325-9a6d-4db1-8535-3c88a644c387" providerId="AD" clId="Web-{C77A6656-3AA7-F369-559F-202C456EF9DE}" dt="2023-06-15T18:39:12.768" v="83"/>
          <ac:spMkLst>
            <pc:docMk/>
            <pc:sldMk cId="2313533111" sldId="267"/>
            <ac:spMk id="6" creationId="{EEDDCD70-2ADE-C42C-3F99-8D9BE7A57722}"/>
          </ac:spMkLst>
        </pc:spChg>
        <pc:spChg chg="add">
          <ac:chgData name="Veenis, Sierra" userId="S::sveenis@rti.org::200c9325-9a6d-4db1-8535-3c88a644c387" providerId="AD" clId="Web-{C77A6656-3AA7-F369-559F-202C456EF9DE}" dt="2023-06-15T18:39:12.783" v="84"/>
          <ac:spMkLst>
            <pc:docMk/>
            <pc:sldMk cId="2313533111" sldId="267"/>
            <ac:spMk id="8" creationId="{6826EE5A-7BB8-B059-1D4A-AA5BF0D15B33}"/>
          </ac:spMkLst>
        </pc:spChg>
      </pc:sldChg>
      <pc:sldChg chg="addSp delSp modSp">
        <pc:chgData name="Veenis, Sierra" userId="S::sveenis@rti.org::200c9325-9a6d-4db1-8535-3c88a644c387" providerId="AD" clId="Web-{C77A6656-3AA7-F369-559F-202C456EF9DE}" dt="2023-06-15T18:37:19.682" v="58" actId="1076"/>
        <pc:sldMkLst>
          <pc:docMk/>
          <pc:sldMk cId="687916227" sldId="268"/>
        </pc:sldMkLst>
        <pc:spChg chg="del">
          <ac:chgData name="Veenis, Sierra" userId="S::sveenis@rti.org::200c9325-9a6d-4db1-8535-3c88a644c387" providerId="AD" clId="Web-{C77A6656-3AA7-F369-559F-202C456EF9DE}" dt="2023-06-15T18:34:29.998" v="30"/>
          <ac:spMkLst>
            <pc:docMk/>
            <pc:sldMk cId="687916227" sldId="268"/>
            <ac:spMk id="4" creationId="{00210221-3F4A-4187-A674-5BB2A5218FDE}"/>
          </ac:spMkLst>
        </pc:spChg>
        <pc:spChg chg="mod">
          <ac:chgData name="Veenis, Sierra" userId="S::sveenis@rti.org::200c9325-9a6d-4db1-8535-3c88a644c387" providerId="AD" clId="Web-{C77A6656-3AA7-F369-559F-202C456EF9DE}" dt="2023-06-15T18:37:19.682" v="58" actId="1076"/>
          <ac:spMkLst>
            <pc:docMk/>
            <pc:sldMk cId="687916227" sldId="268"/>
            <ac:spMk id="7" creationId="{43CC32DF-251F-4E66-9E04-B5B8A41A717E}"/>
          </ac:spMkLst>
        </pc:spChg>
        <pc:spChg chg="add">
          <ac:chgData name="Veenis, Sierra" userId="S::sveenis@rti.org::200c9325-9a6d-4db1-8535-3c88a644c387" providerId="AD" clId="Web-{C77A6656-3AA7-F369-559F-202C456EF9DE}" dt="2023-06-15T18:34:30.545" v="31"/>
          <ac:spMkLst>
            <pc:docMk/>
            <pc:sldMk cId="687916227" sldId="268"/>
            <ac:spMk id="8" creationId="{C8862B5D-977A-A31A-F63E-8034E065DE79}"/>
          </ac:spMkLst>
        </pc:spChg>
        <pc:spChg chg="add">
          <ac:chgData name="Veenis, Sierra" userId="S::sveenis@rti.org::200c9325-9a6d-4db1-8535-3c88a644c387" providerId="AD" clId="Web-{C77A6656-3AA7-F369-559F-202C456EF9DE}" dt="2023-06-15T18:34:30.560" v="32"/>
          <ac:spMkLst>
            <pc:docMk/>
            <pc:sldMk cId="687916227" sldId="268"/>
            <ac:spMk id="10" creationId="{C568E538-F34D-FED8-A0C0-BBE995FEA1A3}"/>
          </ac:spMkLst>
        </pc:spChg>
        <pc:picChg chg="mod modCrop">
          <ac:chgData name="Veenis, Sierra" userId="S::sveenis@rti.org::200c9325-9a6d-4db1-8535-3c88a644c387" providerId="AD" clId="Web-{C77A6656-3AA7-F369-559F-202C456EF9DE}" dt="2023-06-15T18:37:14.744" v="57" actId="1076"/>
          <ac:picMkLst>
            <pc:docMk/>
            <pc:sldMk cId="687916227" sldId="268"/>
            <ac:picMk id="5" creationId="{542021F2-5A22-46A0-BD2A-7574D35B43CA}"/>
          </ac:picMkLst>
        </pc:picChg>
      </pc:sldChg>
      <pc:sldChg chg="addSp delSp modSp">
        <pc:chgData name="Veenis, Sierra" userId="S::sveenis@rti.org::200c9325-9a6d-4db1-8535-3c88a644c387" providerId="AD" clId="Web-{C77A6656-3AA7-F369-559F-202C456EF9DE}" dt="2023-06-15T18:37:29.495" v="60" actId="1076"/>
        <pc:sldMkLst>
          <pc:docMk/>
          <pc:sldMk cId="3710952636" sldId="269"/>
        </pc:sldMkLst>
        <pc:spChg chg="del">
          <ac:chgData name="Veenis, Sierra" userId="S::sveenis@rti.org::200c9325-9a6d-4db1-8535-3c88a644c387" providerId="AD" clId="Web-{C77A6656-3AA7-F369-559F-202C456EF9DE}" dt="2023-06-15T18:36:39.788" v="48"/>
          <ac:spMkLst>
            <pc:docMk/>
            <pc:sldMk cId="3710952636" sldId="269"/>
            <ac:spMk id="7" creationId="{8BE4EAF1-F728-40F1-80BB-0D33F0A784F2}"/>
          </ac:spMkLst>
        </pc:spChg>
        <pc:spChg chg="add mod">
          <ac:chgData name="Veenis, Sierra" userId="S::sveenis@rti.org::200c9325-9a6d-4db1-8535-3c88a644c387" providerId="AD" clId="Web-{C77A6656-3AA7-F369-559F-202C456EF9DE}" dt="2023-06-15T18:37:29.495" v="60" actId="1076"/>
          <ac:spMkLst>
            <pc:docMk/>
            <pc:sldMk cId="3710952636" sldId="269"/>
            <ac:spMk id="10" creationId="{7FCDBE11-E133-2646-61DE-B1E36842004E}"/>
          </ac:spMkLst>
        </pc:spChg>
        <pc:spChg chg="add">
          <ac:chgData name="Veenis, Sierra" userId="S::sveenis@rti.org::200c9325-9a6d-4db1-8535-3c88a644c387" providerId="AD" clId="Web-{C77A6656-3AA7-F369-559F-202C456EF9DE}" dt="2023-06-15T18:37:03.305" v="55"/>
          <ac:spMkLst>
            <pc:docMk/>
            <pc:sldMk cId="3710952636" sldId="269"/>
            <ac:spMk id="12" creationId="{86B4BB64-6A17-2BA3-76AA-E7D15A940334}"/>
          </ac:spMkLst>
        </pc:spChg>
        <pc:spChg chg="add">
          <ac:chgData name="Veenis, Sierra" userId="S::sveenis@rti.org::200c9325-9a6d-4db1-8535-3c88a644c387" providerId="AD" clId="Web-{C77A6656-3AA7-F369-559F-202C456EF9DE}" dt="2023-06-15T18:37:03.321" v="56"/>
          <ac:spMkLst>
            <pc:docMk/>
            <pc:sldMk cId="3710952636" sldId="269"/>
            <ac:spMk id="14" creationId="{D9BF21AC-74BC-EED3-2A6C-B2919E433C85}"/>
          </ac:spMkLst>
        </pc:spChg>
        <pc:picChg chg="del">
          <ac:chgData name="Veenis, Sierra" userId="S::sveenis@rti.org::200c9325-9a6d-4db1-8535-3c88a644c387" providerId="AD" clId="Web-{C77A6656-3AA7-F369-559F-202C456EF9DE}" dt="2023-06-15T18:36:37.866" v="47"/>
          <ac:picMkLst>
            <pc:docMk/>
            <pc:sldMk cId="3710952636" sldId="269"/>
            <ac:picMk id="5" creationId="{542021F2-5A22-46A0-BD2A-7574D35B43CA}"/>
          </ac:picMkLst>
        </pc:picChg>
        <pc:picChg chg="add mod">
          <ac:chgData name="Veenis, Sierra" userId="S::sveenis@rti.org::200c9325-9a6d-4db1-8535-3c88a644c387" providerId="AD" clId="Web-{C77A6656-3AA7-F369-559F-202C456EF9DE}" dt="2023-06-15T18:37:26.854" v="59" actId="1076"/>
          <ac:picMkLst>
            <pc:docMk/>
            <pc:sldMk cId="3710952636" sldId="269"/>
            <ac:picMk id="8" creationId="{874D8E87-7BFB-1373-2C21-0AE74ADE9FF2}"/>
          </ac:picMkLst>
        </pc:picChg>
      </pc:sldChg>
      <pc:sldChg chg="addSp delSp modSp">
        <pc:chgData name="Veenis, Sierra" userId="S::sveenis@rti.org::200c9325-9a6d-4db1-8535-3c88a644c387" providerId="AD" clId="Web-{C77A6656-3AA7-F369-559F-202C456EF9DE}" dt="2023-06-15T18:40:54.322" v="92" actId="1076"/>
        <pc:sldMkLst>
          <pc:docMk/>
          <pc:sldMk cId="3082515101" sldId="270"/>
        </pc:sldMkLst>
        <pc:spChg chg="del">
          <ac:chgData name="Veenis, Sierra" userId="S::sveenis@rti.org::200c9325-9a6d-4db1-8535-3c88a644c387" providerId="AD" clId="Web-{C77A6656-3AA7-F369-559F-202C456EF9DE}" dt="2023-06-15T18:38:32.718" v="68"/>
          <ac:spMkLst>
            <pc:docMk/>
            <pc:sldMk cId="3082515101" sldId="270"/>
            <ac:spMk id="4" creationId="{00210221-3F4A-4187-A674-5BB2A5218FDE}"/>
          </ac:spMkLst>
        </pc:spChg>
        <pc:spChg chg="add">
          <ac:chgData name="Veenis, Sierra" userId="S::sveenis@rti.org::200c9325-9a6d-4db1-8535-3c88a644c387" providerId="AD" clId="Web-{C77A6656-3AA7-F369-559F-202C456EF9DE}" dt="2023-06-15T18:38:29.374" v="66"/>
          <ac:spMkLst>
            <pc:docMk/>
            <pc:sldMk cId="3082515101" sldId="270"/>
            <ac:spMk id="5" creationId="{607F8756-35AC-5FAB-68F1-19EC8E6C77BE}"/>
          </ac:spMkLst>
        </pc:spChg>
        <pc:spChg chg="mod">
          <ac:chgData name="Veenis, Sierra" userId="S::sveenis@rti.org::200c9325-9a6d-4db1-8535-3c88a644c387" providerId="AD" clId="Web-{C77A6656-3AA7-F369-559F-202C456EF9DE}" dt="2023-06-15T18:40:45.571" v="91" actId="1076"/>
          <ac:spMkLst>
            <pc:docMk/>
            <pc:sldMk cId="3082515101" sldId="270"/>
            <ac:spMk id="8" creationId="{B18CF757-C940-4903-9E91-04B61B4952BE}"/>
          </ac:spMkLst>
        </pc:spChg>
        <pc:spChg chg="add">
          <ac:chgData name="Veenis, Sierra" userId="S::sveenis@rti.org::200c9325-9a6d-4db1-8535-3c88a644c387" providerId="AD" clId="Web-{C77A6656-3AA7-F369-559F-202C456EF9DE}" dt="2023-06-15T18:38:29.390" v="67"/>
          <ac:spMkLst>
            <pc:docMk/>
            <pc:sldMk cId="3082515101" sldId="270"/>
            <ac:spMk id="10" creationId="{9D1020C7-284A-BF62-1C20-0535C180BEA7}"/>
          </ac:spMkLst>
        </pc:spChg>
        <pc:picChg chg="mod">
          <ac:chgData name="Veenis, Sierra" userId="S::sveenis@rti.org::200c9325-9a6d-4db1-8535-3c88a644c387" providerId="AD" clId="Web-{C77A6656-3AA7-F369-559F-202C456EF9DE}" dt="2023-06-15T18:40:54.322" v="92" actId="1076"/>
          <ac:picMkLst>
            <pc:docMk/>
            <pc:sldMk cId="3082515101" sldId="270"/>
            <ac:picMk id="7" creationId="{A6AF8FCD-F890-4127-A784-50F7687E7F99}"/>
          </ac:picMkLst>
        </pc:picChg>
      </pc:sldChg>
      <pc:sldChg chg="addSp delSp">
        <pc:chgData name="Veenis, Sierra" userId="S::sveenis@rti.org::200c9325-9a6d-4db1-8535-3c88a644c387" providerId="AD" clId="Web-{C77A6656-3AA7-F369-559F-202C456EF9DE}" dt="2023-06-15T18:41:07.401" v="95"/>
        <pc:sldMkLst>
          <pc:docMk/>
          <pc:sldMk cId="2866561618" sldId="271"/>
        </pc:sldMkLst>
        <pc:spChg chg="del">
          <ac:chgData name="Veenis, Sierra" userId="S::sveenis@rti.org::200c9325-9a6d-4db1-8535-3c88a644c387" providerId="AD" clId="Web-{C77A6656-3AA7-F369-559F-202C456EF9DE}" dt="2023-06-15T18:38:36.640" v="71"/>
          <ac:spMkLst>
            <pc:docMk/>
            <pc:sldMk cId="2866561618" sldId="271"/>
            <ac:spMk id="4" creationId="{00210221-3F4A-4187-A674-5BB2A5218FDE}"/>
          </ac:spMkLst>
        </pc:spChg>
        <pc:spChg chg="add">
          <ac:chgData name="Veenis, Sierra" userId="S::sveenis@rti.org::200c9325-9a6d-4db1-8535-3c88a644c387" providerId="AD" clId="Web-{C77A6656-3AA7-F369-559F-202C456EF9DE}" dt="2023-06-15T18:38:34.609" v="69"/>
          <ac:spMkLst>
            <pc:docMk/>
            <pc:sldMk cId="2866561618" sldId="271"/>
            <ac:spMk id="5" creationId="{12690123-CC3D-ACAD-9F81-DDD4961CE887}"/>
          </ac:spMkLst>
        </pc:spChg>
        <pc:spChg chg="del">
          <ac:chgData name="Veenis, Sierra" userId="S::sveenis@rti.org::200c9325-9a6d-4db1-8535-3c88a644c387" providerId="AD" clId="Web-{C77A6656-3AA7-F369-559F-202C456EF9DE}" dt="2023-06-15T18:38:51.516" v="72"/>
          <ac:spMkLst>
            <pc:docMk/>
            <pc:sldMk cId="2866561618" sldId="271"/>
            <ac:spMk id="8" creationId="{22FEEFD2-55EB-475E-9EE0-7FD35D91C997}"/>
          </ac:spMkLst>
        </pc:spChg>
        <pc:spChg chg="add">
          <ac:chgData name="Veenis, Sierra" userId="S::sveenis@rti.org::200c9325-9a6d-4db1-8535-3c88a644c387" providerId="AD" clId="Web-{C77A6656-3AA7-F369-559F-202C456EF9DE}" dt="2023-06-15T18:38:34.609" v="70"/>
          <ac:spMkLst>
            <pc:docMk/>
            <pc:sldMk cId="2866561618" sldId="271"/>
            <ac:spMk id="10" creationId="{A4DA2422-BD94-CB4F-2746-4A94E3FFB5B1}"/>
          </ac:spMkLst>
        </pc:spChg>
        <pc:spChg chg="add">
          <ac:chgData name="Veenis, Sierra" userId="S::sveenis@rti.org::200c9325-9a6d-4db1-8535-3c88a644c387" providerId="AD" clId="Web-{C77A6656-3AA7-F369-559F-202C456EF9DE}" dt="2023-06-15T18:41:07.401" v="95"/>
          <ac:spMkLst>
            <pc:docMk/>
            <pc:sldMk cId="2866561618" sldId="271"/>
            <ac:spMk id="14" creationId="{74C1892C-6FC6-C827-824F-36AAAF125AA0}"/>
          </ac:spMkLst>
        </pc:spChg>
        <pc:picChg chg="del">
          <ac:chgData name="Veenis, Sierra" userId="S::sveenis@rti.org::200c9325-9a6d-4db1-8535-3c88a644c387" providerId="AD" clId="Web-{C77A6656-3AA7-F369-559F-202C456EF9DE}" dt="2023-06-15T18:41:06.948" v="93"/>
          <ac:picMkLst>
            <pc:docMk/>
            <pc:sldMk cId="2866561618" sldId="271"/>
            <ac:picMk id="7" creationId="{A6AF8FCD-F890-4127-A784-50F7687E7F99}"/>
          </ac:picMkLst>
        </pc:picChg>
        <pc:picChg chg="add">
          <ac:chgData name="Veenis, Sierra" userId="S::sveenis@rti.org::200c9325-9a6d-4db1-8535-3c88a644c387" providerId="AD" clId="Web-{C77A6656-3AA7-F369-559F-202C456EF9DE}" dt="2023-06-15T18:41:07.401" v="94"/>
          <ac:picMkLst>
            <pc:docMk/>
            <pc:sldMk cId="2866561618" sldId="271"/>
            <ac:picMk id="12" creationId="{32A660BC-B02F-3F62-AFBF-15874722F3AC}"/>
          </ac:picMkLst>
        </pc:picChg>
      </pc:sldChg>
      <pc:sldChg chg="addSp delSp">
        <pc:chgData name="Veenis, Sierra" userId="S::sveenis@rti.org::200c9325-9a6d-4db1-8535-3c88a644c387" providerId="AD" clId="Web-{C77A6656-3AA7-F369-559F-202C456EF9DE}" dt="2023-06-15T18:38:58.486" v="75"/>
        <pc:sldMkLst>
          <pc:docMk/>
          <pc:sldMk cId="3902368305" sldId="272"/>
        </pc:sldMkLst>
        <pc:spChg chg="del">
          <ac:chgData name="Veenis, Sierra" userId="S::sveenis@rti.org::200c9325-9a6d-4db1-8535-3c88a644c387" providerId="AD" clId="Web-{C77A6656-3AA7-F369-559F-202C456EF9DE}" dt="2023-06-15T18:38:57.845" v="73"/>
          <ac:spMkLst>
            <pc:docMk/>
            <pc:sldMk cId="3902368305" sldId="272"/>
            <ac:spMk id="4" creationId="{00210221-3F4A-4187-A674-5BB2A5218FDE}"/>
          </ac:spMkLst>
        </pc:spChg>
        <pc:spChg chg="add">
          <ac:chgData name="Veenis, Sierra" userId="S::sveenis@rti.org::200c9325-9a6d-4db1-8535-3c88a644c387" providerId="AD" clId="Web-{C77A6656-3AA7-F369-559F-202C456EF9DE}" dt="2023-06-15T18:38:58.486" v="74"/>
          <ac:spMkLst>
            <pc:docMk/>
            <pc:sldMk cId="3902368305" sldId="272"/>
            <ac:spMk id="5" creationId="{A04D3475-C315-CA7A-6D5F-C3F4E3828C89}"/>
          </ac:spMkLst>
        </pc:spChg>
        <pc:spChg chg="add">
          <ac:chgData name="Veenis, Sierra" userId="S::sveenis@rti.org::200c9325-9a6d-4db1-8535-3c88a644c387" providerId="AD" clId="Web-{C77A6656-3AA7-F369-559F-202C456EF9DE}" dt="2023-06-15T18:38:58.486" v="75"/>
          <ac:spMkLst>
            <pc:docMk/>
            <pc:sldMk cId="3902368305" sldId="272"/>
            <ac:spMk id="8" creationId="{90429FF2-34F0-CE5F-2FC4-AA500F981C0B}"/>
          </ac:spMkLst>
        </pc:spChg>
      </pc:sldChg>
      <pc:sldChg chg="addSp delSp modSp">
        <pc:chgData name="Veenis, Sierra" userId="S::sveenis@rti.org::200c9325-9a6d-4db1-8535-3c88a644c387" providerId="AD" clId="Web-{C77A6656-3AA7-F369-559F-202C456EF9DE}" dt="2023-06-15T18:39:57.912" v="89" actId="1076"/>
        <pc:sldMkLst>
          <pc:docMk/>
          <pc:sldMk cId="565676143" sldId="273"/>
        </pc:sldMkLst>
        <pc:spChg chg="del">
          <ac:chgData name="Veenis, Sierra" userId="S::sveenis@rti.org::200c9325-9a6d-4db1-8535-3c88a644c387" providerId="AD" clId="Web-{C77A6656-3AA7-F369-559F-202C456EF9DE}" dt="2023-06-15T18:39:03.439" v="76"/>
          <ac:spMkLst>
            <pc:docMk/>
            <pc:sldMk cId="565676143" sldId="273"/>
            <ac:spMk id="4" creationId="{00210221-3F4A-4187-A674-5BB2A5218FDE}"/>
          </ac:spMkLst>
        </pc:spChg>
        <pc:spChg chg="add">
          <ac:chgData name="Veenis, Sierra" userId="S::sveenis@rti.org::200c9325-9a6d-4db1-8535-3c88a644c387" providerId="AD" clId="Web-{C77A6656-3AA7-F369-559F-202C456EF9DE}" dt="2023-06-15T18:39:04.142" v="77"/>
          <ac:spMkLst>
            <pc:docMk/>
            <pc:sldMk cId="565676143" sldId="273"/>
            <ac:spMk id="6" creationId="{D3EBB6D8-6C2C-6A53-2236-964E9A95C5CE}"/>
          </ac:spMkLst>
        </pc:spChg>
        <pc:spChg chg="add">
          <ac:chgData name="Veenis, Sierra" userId="S::sveenis@rti.org::200c9325-9a6d-4db1-8535-3c88a644c387" providerId="AD" clId="Web-{C77A6656-3AA7-F369-559F-202C456EF9DE}" dt="2023-06-15T18:39:04.142" v="78"/>
          <ac:spMkLst>
            <pc:docMk/>
            <pc:sldMk cId="565676143" sldId="273"/>
            <ac:spMk id="8" creationId="{6C4C4B54-AC1D-62F2-A7C1-E4E04A7B5B08}"/>
          </ac:spMkLst>
        </pc:spChg>
        <pc:picChg chg="mod">
          <ac:chgData name="Veenis, Sierra" userId="S::sveenis@rti.org::200c9325-9a6d-4db1-8535-3c88a644c387" providerId="AD" clId="Web-{C77A6656-3AA7-F369-559F-202C456EF9DE}" dt="2023-06-15T18:39:57.912" v="89" actId="1076"/>
          <ac:picMkLst>
            <pc:docMk/>
            <pc:sldMk cId="565676143" sldId="273"/>
            <ac:picMk id="5" creationId="{B6EC0650-40AE-47B0-B775-66C226B5223A}"/>
          </ac:picMkLst>
        </pc:picChg>
      </pc:sldChg>
      <pc:sldChg chg="addSp delSp modSp">
        <pc:chgData name="Veenis, Sierra" userId="S::sveenis@rti.org::200c9325-9a6d-4db1-8535-3c88a644c387" providerId="AD" clId="Web-{C77A6656-3AA7-F369-559F-202C456EF9DE}" dt="2023-06-15T18:39:35.598" v="87" actId="1076"/>
        <pc:sldMkLst>
          <pc:docMk/>
          <pc:sldMk cId="919562121" sldId="274"/>
        </pc:sldMkLst>
        <pc:spChg chg="del">
          <ac:chgData name="Veenis, Sierra" userId="S::sveenis@rti.org::200c9325-9a6d-4db1-8535-3c88a644c387" providerId="AD" clId="Web-{C77A6656-3AA7-F369-559F-202C456EF9DE}" dt="2023-06-15T18:39:08.939" v="79"/>
          <ac:spMkLst>
            <pc:docMk/>
            <pc:sldMk cId="919562121" sldId="274"/>
            <ac:spMk id="4" creationId="{00210221-3F4A-4187-A674-5BB2A5218FDE}"/>
          </ac:spMkLst>
        </pc:spChg>
        <pc:spChg chg="add">
          <ac:chgData name="Veenis, Sierra" userId="S::sveenis@rti.org::200c9325-9a6d-4db1-8535-3c88a644c387" providerId="AD" clId="Web-{C77A6656-3AA7-F369-559F-202C456EF9DE}" dt="2023-06-15T18:39:09.252" v="80"/>
          <ac:spMkLst>
            <pc:docMk/>
            <pc:sldMk cId="919562121" sldId="274"/>
            <ac:spMk id="5" creationId="{1616E9AF-79AD-1555-B53C-CA129BDEA573}"/>
          </ac:spMkLst>
        </pc:spChg>
        <pc:spChg chg="add">
          <ac:chgData name="Veenis, Sierra" userId="S::sveenis@rti.org::200c9325-9a6d-4db1-8535-3c88a644c387" providerId="AD" clId="Web-{C77A6656-3AA7-F369-559F-202C456EF9DE}" dt="2023-06-15T18:39:09.252" v="81"/>
          <ac:spMkLst>
            <pc:docMk/>
            <pc:sldMk cId="919562121" sldId="274"/>
            <ac:spMk id="8" creationId="{D6EBA13E-B33C-38DC-EAEB-46A1D8DDD251}"/>
          </ac:spMkLst>
        </pc:spChg>
        <pc:picChg chg="mod">
          <ac:chgData name="Veenis, Sierra" userId="S::sveenis@rti.org::200c9325-9a6d-4db1-8535-3c88a644c387" providerId="AD" clId="Web-{C77A6656-3AA7-F369-559F-202C456EF9DE}" dt="2023-06-15T18:39:35.598" v="87" actId="1076"/>
          <ac:picMkLst>
            <pc:docMk/>
            <pc:sldMk cId="919562121" sldId="274"/>
            <ac:picMk id="6" creationId="{25EC3DFD-949F-44FF-B967-7C69B4913C9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ris.peabody.vanderbilt.edu/module/sec-rdng2/cresource/q1/p02/"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nc-sa/4.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ris.peabody.vanderbilt.edu/module/sec-rdng2/cresource/q1/p02/"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nc-sa/4.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enerationready.com/white-papers/a-beginners-guide-to-text-complexity/"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reativecommons.org/licenses/by-nc-sa/4.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generationready.com/white-papers/a-beginners-guide-to-text-complexity/"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reativecommons.org/licenses/by-nc-sa/4.0/"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107661" y="5985761"/>
            <a:ext cx="9144000" cy="370300"/>
          </a:xfrm>
        </p:spPr>
        <p:txBody>
          <a:bodyPr>
            <a:normAutofit fontScale="90000"/>
          </a:bodyPr>
          <a:lstStyle/>
          <a:p>
            <a:pPr algn="l"/>
            <a:r>
              <a:rPr lang="en-US" sz="1800" dirty="0"/>
              <a:t>Practicum| Unit 3: Research-Based Instructional Strategies (RBIS) Reading Language Arts (RLA)| Lesson 3.05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Text Complexity</a:t>
            </a:r>
          </a:p>
        </p:txBody>
      </p:sp>
      <p:sp>
        <p:nvSpPr>
          <p:cNvPr id="4" name="TextBox 1">
            <a:extLst>
              <a:ext uri="{FF2B5EF4-FFF2-40B4-BE49-F238E27FC236}">
                <a16:creationId xmlns:a16="http://schemas.microsoft.com/office/drawing/2014/main" id="{ABF92168-6F00-9E54-0532-68E8D3440E78}"/>
              </a:ext>
            </a:extLst>
          </p:cNvPr>
          <p:cNvSpPr txBox="1"/>
          <p:nvPr/>
        </p:nvSpPr>
        <p:spPr>
          <a:xfrm>
            <a:off x="107661" y="6356061"/>
            <a:ext cx="9703089"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latin typeface="+mj-lt"/>
                <a:cs typeface="Calibri"/>
              </a:rPr>
              <a:t>This work is licensed under a </a:t>
            </a:r>
            <a:r>
              <a:rPr lang="en-US" sz="1600" dirty="0">
                <a:solidFill>
                  <a:srgbClr val="0070C0"/>
                </a:solidFill>
                <a:latin typeface="+mj-lt"/>
                <a:cs typeface="Calibri"/>
                <a:hlinkClick r:id="rId2"/>
              </a:rPr>
              <a:t>Creative Commons Attribution-Noncommercial-Share Alike 4.0 International License</a:t>
            </a:r>
            <a:r>
              <a:rPr lang="en-US" sz="1600" dirty="0">
                <a:solidFill>
                  <a:srgbClr val="0070C0"/>
                </a:solidFill>
                <a:latin typeface="+mj-lt"/>
                <a:cs typeface="Calibri"/>
              </a:rPr>
              <a:t>.</a:t>
            </a:r>
            <a:endParaRPr lang="en-US" sz="3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6A, 6C, 6D, 6F, 6G</a:t>
            </a:r>
          </a:p>
          <a:p>
            <a:pPr marL="0" indent="0">
              <a:buNone/>
            </a:pPr>
            <a:endParaRPr lang="en-US" dirty="0"/>
          </a:p>
          <a:p>
            <a:pPr marL="0" indent="0">
              <a:buNone/>
            </a:pPr>
            <a:r>
              <a:rPr lang="en-US" dirty="0"/>
              <a:t>The student will…</a:t>
            </a:r>
          </a:p>
          <a:p>
            <a:r>
              <a:rPr lang="en-US" dirty="0"/>
              <a:t>Define text complexity and academic language.  </a:t>
            </a:r>
          </a:p>
          <a:p>
            <a:r>
              <a:rPr lang="en-US" dirty="0"/>
              <a:t>Describe the role of text complexity in effective literacy instruction.  </a:t>
            </a:r>
          </a:p>
          <a:p>
            <a:r>
              <a:rPr lang="en-US" dirty="0"/>
              <a:t>Identify examples and nonexamples of complex text.</a:t>
            </a:r>
          </a:p>
        </p:txBody>
      </p:sp>
      <p:sp>
        <p:nvSpPr>
          <p:cNvPr id="6" name="Slide Number Placeholder 3">
            <a:extLst>
              <a:ext uri="{FF2B5EF4-FFF2-40B4-BE49-F238E27FC236}">
                <a16:creationId xmlns:a16="http://schemas.microsoft.com/office/drawing/2014/main" id="{E05160E0-5499-18DB-6609-75046C183056}"/>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2</a:t>
            </a:fld>
            <a:endParaRPr lang="en-US" dirty="0"/>
          </a:p>
        </p:txBody>
      </p:sp>
      <p:sp>
        <p:nvSpPr>
          <p:cNvPr id="7" name="Title 1">
            <a:extLst>
              <a:ext uri="{FF2B5EF4-FFF2-40B4-BE49-F238E27FC236}">
                <a16:creationId xmlns:a16="http://schemas.microsoft.com/office/drawing/2014/main" id="{2E198AD0-42BC-D67E-BBB8-72AB9F1A4301}"/>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Explain if the following statement is true or false and why.</a:t>
            </a:r>
          </a:p>
          <a:p>
            <a:pPr marL="0" indent="0">
              <a:buNone/>
            </a:pPr>
            <a:endParaRPr lang="en-US" dirty="0"/>
          </a:p>
          <a:p>
            <a:pPr marL="0" indent="0">
              <a:buNone/>
            </a:pPr>
            <a:r>
              <a:rPr lang="en-US" dirty="0"/>
              <a:t>To help students practice reading “skills,” teachers should give struggling readers texts at their own reading level rather than reading grade level texts. </a:t>
            </a:r>
          </a:p>
        </p:txBody>
      </p:sp>
      <p:sp>
        <p:nvSpPr>
          <p:cNvPr id="6" name="Slide Number Placeholder 3">
            <a:extLst>
              <a:ext uri="{FF2B5EF4-FFF2-40B4-BE49-F238E27FC236}">
                <a16:creationId xmlns:a16="http://schemas.microsoft.com/office/drawing/2014/main" id="{6E271206-9B08-ED50-FD43-428080C31E73}"/>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3</a:t>
            </a:fld>
            <a:endParaRPr lang="en-US" dirty="0"/>
          </a:p>
        </p:txBody>
      </p:sp>
      <p:sp>
        <p:nvSpPr>
          <p:cNvPr id="8" name="Title 1">
            <a:extLst>
              <a:ext uri="{FF2B5EF4-FFF2-40B4-BE49-F238E27FC236}">
                <a16:creationId xmlns:a16="http://schemas.microsoft.com/office/drawing/2014/main" id="{9C2ADAC5-4A22-56ED-8AC0-DB11CD4D6D6D}"/>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316926895"/>
              </p:ext>
            </p:extLst>
          </p:nvPr>
        </p:nvGraphicFramePr>
        <p:xfrm>
          <a:off x="1185115" y="1311408"/>
          <a:ext cx="9463876" cy="3413760"/>
        </p:xfrm>
        <a:graphic>
          <a:graphicData uri="http://schemas.openxmlformats.org/drawingml/2006/table">
            <a:tbl>
              <a:tblPr firstRow="1" bandRow="1">
                <a:tableStyleId>{5C22544A-7EE6-4342-B048-85BDC9FD1C3A}</a:tableStyleId>
              </a:tblPr>
              <a:tblGrid>
                <a:gridCol w="2629801">
                  <a:extLst>
                    <a:ext uri="{9D8B030D-6E8A-4147-A177-3AD203B41FA5}">
                      <a16:colId xmlns:a16="http://schemas.microsoft.com/office/drawing/2014/main" val="1922918179"/>
                    </a:ext>
                  </a:extLst>
                </a:gridCol>
                <a:gridCol w="6834075">
                  <a:extLst>
                    <a:ext uri="{9D8B030D-6E8A-4147-A177-3AD203B41FA5}">
                      <a16:colId xmlns:a16="http://schemas.microsoft.com/office/drawing/2014/main" val="3619535809"/>
                    </a:ext>
                  </a:extLst>
                </a:gridCol>
              </a:tblGrid>
              <a:tr h="356770">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1172942">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Text complexity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The level of difficulty in reading and understanding a text. The level of difficulty is based on the readability of the text, the levels of meaning or purpose in the text, the clarity and conventions of the language, the knowledge demands, and the structure of the text.  </a:t>
                      </a:r>
                    </a:p>
                  </a:txBody>
                  <a:tcPr marL="68580" marR="68580" marT="0" marB="0"/>
                </a:tc>
                <a:extLst>
                  <a:ext uri="{0D108BD9-81ED-4DB2-BD59-A6C34878D82A}">
                    <a16:rowId xmlns:a16="http://schemas.microsoft.com/office/drawing/2014/main" val="2589762599"/>
                  </a:ext>
                </a:extLst>
              </a:tr>
              <a:tr h="586471">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Academic Language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The specialized language, written and spoken, in classroom or other academic locations that helps students communicate and think about what they are learning. </a:t>
                      </a:r>
                    </a:p>
                  </a:txBody>
                  <a:tcPr marL="68580" marR="68580" marT="0" marB="0"/>
                </a:tc>
                <a:extLst>
                  <a:ext uri="{0D108BD9-81ED-4DB2-BD59-A6C34878D82A}">
                    <a16:rowId xmlns:a16="http://schemas.microsoft.com/office/drawing/2014/main" val="3731913401"/>
                  </a:ext>
                </a:extLst>
              </a:tr>
              <a:tr h="356770">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Implicit meaning</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Something in a text is not stated outright or directly but is inferred.</a:t>
                      </a:r>
                    </a:p>
                  </a:txBody>
                  <a:tcPr marL="68580" marR="68580" marT="0" marB="0"/>
                </a:tc>
                <a:extLst>
                  <a:ext uri="{0D108BD9-81ED-4DB2-BD59-A6C34878D82A}">
                    <a16:rowId xmlns:a16="http://schemas.microsoft.com/office/drawing/2014/main" val="353760224"/>
                  </a:ext>
                </a:extLst>
              </a:tr>
            </a:tbl>
          </a:graphicData>
        </a:graphic>
      </p:graphicFrame>
      <p:sp>
        <p:nvSpPr>
          <p:cNvPr id="6" name="Slide Number Placeholder 3">
            <a:extLst>
              <a:ext uri="{FF2B5EF4-FFF2-40B4-BE49-F238E27FC236}">
                <a16:creationId xmlns:a16="http://schemas.microsoft.com/office/drawing/2014/main" id="{FC8720A6-97E3-C44B-0090-6F9616C41BB5}"/>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4</a:t>
            </a:fld>
            <a:endParaRPr lang="en-US" dirty="0"/>
          </a:p>
        </p:txBody>
      </p:sp>
      <p:sp>
        <p:nvSpPr>
          <p:cNvPr id="8" name="Title 1">
            <a:extLst>
              <a:ext uri="{FF2B5EF4-FFF2-40B4-BE49-F238E27FC236}">
                <a16:creationId xmlns:a16="http://schemas.microsoft.com/office/drawing/2014/main" id="{3EC4CF47-5E5C-97F3-7B27-F8BA0C297FBE}"/>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414286"/>
            <a:ext cx="10515600" cy="1325563"/>
          </a:xfrm>
        </p:spPr>
        <p:txBody>
          <a:bodyPr/>
          <a:lstStyle/>
          <a:p>
            <a:r>
              <a:rPr lang="en-US" dirty="0"/>
              <a:t>Factors Impacting Text Difficulty</a:t>
            </a:r>
          </a:p>
        </p:txBody>
      </p:sp>
      <p:sp>
        <p:nvSpPr>
          <p:cNvPr id="6" name="TextBox 5">
            <a:extLst>
              <a:ext uri="{FF2B5EF4-FFF2-40B4-BE49-F238E27FC236}">
                <a16:creationId xmlns:a16="http://schemas.microsoft.com/office/drawing/2014/main" id="{0FF8D460-EF1C-4294-87F0-2081A67D40B1}"/>
              </a:ext>
            </a:extLst>
          </p:cNvPr>
          <p:cNvSpPr txBox="1"/>
          <p:nvPr/>
        </p:nvSpPr>
        <p:spPr>
          <a:xfrm>
            <a:off x="1219199" y="1877960"/>
            <a:ext cx="9724103" cy="3108543"/>
          </a:xfrm>
          <a:prstGeom prst="rect">
            <a:avLst/>
          </a:prstGeom>
          <a:noFill/>
        </p:spPr>
        <p:txBody>
          <a:bodyPr wrap="square">
            <a:spAutoFit/>
          </a:bodyPr>
          <a:lstStyle/>
          <a:p>
            <a:pPr marL="0" indent="0">
              <a:buNone/>
            </a:pPr>
            <a:r>
              <a:rPr lang="en-US" sz="2800" dirty="0"/>
              <a:t>The level of difficulty is based on the following aspects:</a:t>
            </a:r>
          </a:p>
          <a:p>
            <a:pPr marL="0" indent="0">
              <a:buNone/>
            </a:pPr>
            <a:endParaRPr lang="en-US" sz="2800" dirty="0"/>
          </a:p>
          <a:p>
            <a:pPr marL="0" indent="0">
              <a:buNone/>
            </a:pPr>
            <a:r>
              <a:rPr lang="en-US" sz="2800" dirty="0"/>
              <a:t>•	readability of the text</a:t>
            </a:r>
          </a:p>
          <a:p>
            <a:pPr marL="0" indent="0">
              <a:buNone/>
            </a:pPr>
            <a:r>
              <a:rPr lang="en-US" sz="2800" dirty="0"/>
              <a:t>•	levels of meaning or purpose in the text</a:t>
            </a:r>
          </a:p>
          <a:p>
            <a:pPr marL="0" indent="0">
              <a:buNone/>
            </a:pPr>
            <a:r>
              <a:rPr lang="en-US" sz="2800" dirty="0"/>
              <a:t>•	clarity and conventions of the language</a:t>
            </a:r>
          </a:p>
          <a:p>
            <a:pPr marL="0" indent="0">
              <a:buNone/>
            </a:pPr>
            <a:r>
              <a:rPr lang="en-US" sz="2800" dirty="0"/>
              <a:t>•	knowledge demands</a:t>
            </a:r>
          </a:p>
          <a:p>
            <a:pPr marL="0" indent="0">
              <a:buNone/>
            </a:pPr>
            <a:r>
              <a:rPr lang="en-US" sz="2800" dirty="0"/>
              <a:t>•	structure of the text</a:t>
            </a:r>
          </a:p>
        </p:txBody>
      </p:sp>
      <p:sp>
        <p:nvSpPr>
          <p:cNvPr id="5" name="Slide Number Placeholder 3">
            <a:extLst>
              <a:ext uri="{FF2B5EF4-FFF2-40B4-BE49-F238E27FC236}">
                <a16:creationId xmlns:a16="http://schemas.microsoft.com/office/drawing/2014/main" id="{EDA28792-E07A-6E12-40DF-F1EFEFCCD3DB}"/>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5</a:t>
            </a:fld>
            <a:endParaRPr lang="en-US" dirty="0"/>
          </a:p>
        </p:txBody>
      </p:sp>
      <p:sp>
        <p:nvSpPr>
          <p:cNvPr id="8" name="Title 1">
            <a:extLst>
              <a:ext uri="{FF2B5EF4-FFF2-40B4-BE49-F238E27FC236}">
                <a16:creationId xmlns:a16="http://schemas.microsoft.com/office/drawing/2014/main" id="{E59B5747-7A75-9B0A-E6B5-07E2A9373B87}"/>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193601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1325563"/>
          </a:xfrm>
        </p:spPr>
        <p:txBody>
          <a:bodyPr/>
          <a:lstStyle/>
          <a:p>
            <a:r>
              <a:rPr lang="en-US" dirty="0"/>
              <a:t>Readability of the Text</a:t>
            </a:r>
          </a:p>
        </p:txBody>
      </p:sp>
      <p:sp>
        <p:nvSpPr>
          <p:cNvPr id="6" name="TextBox 5">
            <a:extLst>
              <a:ext uri="{FF2B5EF4-FFF2-40B4-BE49-F238E27FC236}">
                <a16:creationId xmlns:a16="http://schemas.microsoft.com/office/drawing/2014/main" id="{0FF8D460-EF1C-4294-87F0-2081A67D40B1}"/>
              </a:ext>
            </a:extLst>
          </p:cNvPr>
          <p:cNvSpPr txBox="1"/>
          <p:nvPr/>
        </p:nvSpPr>
        <p:spPr>
          <a:xfrm>
            <a:off x="1211824" y="1504334"/>
            <a:ext cx="9724103" cy="954107"/>
          </a:xfrm>
          <a:prstGeom prst="rect">
            <a:avLst/>
          </a:prstGeom>
          <a:noFill/>
        </p:spPr>
        <p:txBody>
          <a:bodyPr wrap="square">
            <a:spAutoFit/>
          </a:bodyPr>
          <a:lstStyle/>
          <a:p>
            <a:pPr marL="0" indent="0">
              <a:buNone/>
            </a:pPr>
            <a:r>
              <a:rPr lang="en-US" sz="2800" dirty="0"/>
              <a:t>The readability of the text is determined by the length of words and sentences in the text and the frequency of unfamiliar words. </a:t>
            </a:r>
          </a:p>
        </p:txBody>
      </p:sp>
      <p:pic>
        <p:nvPicPr>
          <p:cNvPr id="5" name="Picture 4" descr="Example Image&#10;&#10;open book with text&#10;&#10;Description of text available at: https://iris.peabody.vanderbilt.edu/module/sec-rdng2/cresource/q1/p02/ ">
            <a:extLst>
              <a:ext uri="{FF2B5EF4-FFF2-40B4-BE49-F238E27FC236}">
                <a16:creationId xmlns:a16="http://schemas.microsoft.com/office/drawing/2014/main" id="{542021F2-5A22-46A0-BD2A-7574D35B43CA}"/>
              </a:ext>
            </a:extLst>
          </p:cNvPr>
          <p:cNvPicPr>
            <a:picLocks noChangeAspect="1"/>
          </p:cNvPicPr>
          <p:nvPr/>
        </p:nvPicPr>
        <p:blipFill rotWithShape="1">
          <a:blip r:embed="rId2">
            <a:extLst>
              <a:ext uri="{28A0092B-C50C-407E-A947-70E740481C1C}">
                <a14:useLocalDpi xmlns:a14="http://schemas.microsoft.com/office/drawing/2010/main" val="0"/>
              </a:ext>
            </a:extLst>
          </a:blip>
          <a:srcRect t="2163" r="145" b="5288"/>
          <a:stretch/>
        </p:blipFill>
        <p:spPr bwMode="auto">
          <a:xfrm>
            <a:off x="2817227" y="2454917"/>
            <a:ext cx="6567079" cy="3660849"/>
          </a:xfrm>
          <a:prstGeom prst="rect">
            <a:avLst/>
          </a:prstGeom>
          <a:noFill/>
          <a:ln>
            <a:noFill/>
          </a:ln>
        </p:spPr>
      </p:pic>
      <p:sp>
        <p:nvSpPr>
          <p:cNvPr id="7" name="TextBox 6">
            <a:extLst>
              <a:ext uri="{FF2B5EF4-FFF2-40B4-BE49-F238E27FC236}">
                <a16:creationId xmlns:a16="http://schemas.microsoft.com/office/drawing/2014/main" id="{43CC32DF-251F-4E66-9E04-B5B8A41A717E}"/>
              </a:ext>
            </a:extLst>
          </p:cNvPr>
          <p:cNvSpPr txBox="1"/>
          <p:nvPr/>
        </p:nvSpPr>
        <p:spPr>
          <a:xfrm>
            <a:off x="3837038" y="6047094"/>
            <a:ext cx="4524068" cy="307777"/>
          </a:xfrm>
          <a:prstGeom prst="rect">
            <a:avLst/>
          </a:prstGeom>
          <a:noFill/>
        </p:spPr>
        <p:txBody>
          <a:bodyPr wrap="square" lIns="91440" tIns="45720" rIns="91440" bIns="45720" anchor="t">
            <a:spAutoFit/>
          </a:bodyPr>
          <a:lstStyle/>
          <a:p>
            <a:pPr algn="ctr"/>
            <a:r>
              <a:rPr lang="fr-FR" sz="800" dirty="0"/>
              <a:t>Image Source: </a:t>
            </a:r>
            <a:r>
              <a:rPr lang="fr-FR" sz="800" dirty="0">
                <a:hlinkClick r:id="rId3"/>
              </a:rPr>
              <a:t>https://iris.peabody.vanderbilt.edu/module/sec-rdng2/cresource/q1/p02/</a:t>
            </a:r>
            <a:r>
              <a:rPr lang="fr-FR" sz="800" dirty="0"/>
              <a:t> </a:t>
            </a:r>
            <a:r>
              <a:rPr lang="fr-FR" sz="1400" dirty="0"/>
              <a:t> </a:t>
            </a:r>
            <a:endParaRPr lang="en-US" sz="1400" dirty="0"/>
          </a:p>
        </p:txBody>
      </p:sp>
      <p:sp>
        <p:nvSpPr>
          <p:cNvPr id="8" name="Slide Number Placeholder 3">
            <a:extLst>
              <a:ext uri="{FF2B5EF4-FFF2-40B4-BE49-F238E27FC236}">
                <a16:creationId xmlns:a16="http://schemas.microsoft.com/office/drawing/2014/main" id="{C8862B5D-977A-A31A-F63E-8034E065DE79}"/>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6</a:t>
            </a:fld>
            <a:endParaRPr lang="en-US" dirty="0"/>
          </a:p>
        </p:txBody>
      </p:sp>
      <p:sp>
        <p:nvSpPr>
          <p:cNvPr id="10" name="Title 1">
            <a:extLst>
              <a:ext uri="{FF2B5EF4-FFF2-40B4-BE49-F238E27FC236}">
                <a16:creationId xmlns:a16="http://schemas.microsoft.com/office/drawing/2014/main" id="{C568E538-F34D-FED8-A0C0-BBE995FEA1A3}"/>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4"/>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68791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1325563"/>
          </a:xfrm>
        </p:spPr>
        <p:txBody>
          <a:bodyPr/>
          <a:lstStyle/>
          <a:p>
            <a:r>
              <a:rPr lang="en-US" dirty="0"/>
              <a:t>Implicit Meaning</a:t>
            </a:r>
          </a:p>
        </p:txBody>
      </p:sp>
      <p:sp>
        <p:nvSpPr>
          <p:cNvPr id="6" name="TextBox 5">
            <a:extLst>
              <a:ext uri="{FF2B5EF4-FFF2-40B4-BE49-F238E27FC236}">
                <a16:creationId xmlns:a16="http://schemas.microsoft.com/office/drawing/2014/main" id="{0FF8D460-EF1C-4294-87F0-2081A67D40B1}"/>
              </a:ext>
            </a:extLst>
          </p:cNvPr>
          <p:cNvSpPr txBox="1"/>
          <p:nvPr/>
        </p:nvSpPr>
        <p:spPr>
          <a:xfrm>
            <a:off x="427702" y="1450001"/>
            <a:ext cx="10341079" cy="523220"/>
          </a:xfrm>
          <a:prstGeom prst="rect">
            <a:avLst/>
          </a:prstGeom>
          <a:noFill/>
        </p:spPr>
        <p:txBody>
          <a:bodyPr wrap="square">
            <a:spAutoFit/>
          </a:bodyPr>
          <a:lstStyle/>
          <a:p>
            <a:pPr marL="0" indent="0">
              <a:buNone/>
            </a:pPr>
            <a:r>
              <a:rPr lang="en-US" sz="2800" dirty="0"/>
              <a:t>Something in the text is not stated outright or directly but is inferred.</a:t>
            </a:r>
          </a:p>
        </p:txBody>
      </p:sp>
      <p:pic>
        <p:nvPicPr>
          <p:cNvPr id="8" name="Picture 7" descr="Example Image&#10;&#10;open book with text&#10;&#10;Description of text available at: https://iris.peabody.vanderbilt.edu/module/sec-rdng2/cresource/q1/p02/ ">
            <a:extLst>
              <a:ext uri="{FF2B5EF4-FFF2-40B4-BE49-F238E27FC236}">
                <a16:creationId xmlns:a16="http://schemas.microsoft.com/office/drawing/2014/main" id="{874D8E87-7BFB-1373-2C21-0AE74ADE9FF2}"/>
              </a:ext>
            </a:extLst>
          </p:cNvPr>
          <p:cNvPicPr>
            <a:picLocks noChangeAspect="1"/>
          </p:cNvPicPr>
          <p:nvPr/>
        </p:nvPicPr>
        <p:blipFill rotWithShape="1">
          <a:blip r:embed="rId2">
            <a:extLst>
              <a:ext uri="{28A0092B-C50C-407E-A947-70E740481C1C}">
                <a14:useLocalDpi xmlns:a14="http://schemas.microsoft.com/office/drawing/2010/main" val="0"/>
              </a:ext>
            </a:extLst>
          </a:blip>
          <a:srcRect t="2163" r="145" b="5288"/>
          <a:stretch/>
        </p:blipFill>
        <p:spPr bwMode="auto">
          <a:xfrm>
            <a:off x="2812460" y="2201882"/>
            <a:ext cx="6567079" cy="3660849"/>
          </a:xfrm>
          <a:prstGeom prst="rect">
            <a:avLst/>
          </a:prstGeom>
          <a:noFill/>
          <a:ln>
            <a:noFill/>
          </a:ln>
        </p:spPr>
      </p:pic>
      <p:sp>
        <p:nvSpPr>
          <p:cNvPr id="10" name="TextBox 9">
            <a:extLst>
              <a:ext uri="{FF2B5EF4-FFF2-40B4-BE49-F238E27FC236}">
                <a16:creationId xmlns:a16="http://schemas.microsoft.com/office/drawing/2014/main" id="{7FCDBE11-E133-2646-61DE-B1E36842004E}"/>
              </a:ext>
            </a:extLst>
          </p:cNvPr>
          <p:cNvSpPr txBox="1"/>
          <p:nvPr/>
        </p:nvSpPr>
        <p:spPr>
          <a:xfrm>
            <a:off x="5963789" y="5930728"/>
            <a:ext cx="4524068" cy="307777"/>
          </a:xfrm>
          <a:prstGeom prst="rect">
            <a:avLst/>
          </a:prstGeom>
          <a:noFill/>
        </p:spPr>
        <p:txBody>
          <a:bodyPr wrap="square" lIns="91440" tIns="45720" rIns="91440" bIns="45720" anchor="t">
            <a:spAutoFit/>
          </a:bodyPr>
          <a:lstStyle/>
          <a:p>
            <a:pPr algn="ctr"/>
            <a:r>
              <a:rPr lang="fr-FR" sz="800" dirty="0"/>
              <a:t>Image Source: </a:t>
            </a:r>
            <a:r>
              <a:rPr lang="fr-FR" sz="800" dirty="0">
                <a:hlinkClick r:id="rId3"/>
              </a:rPr>
              <a:t>https://iris.peabody.vanderbilt.edu/module/sec-rdng2/cresource/q1/p02/</a:t>
            </a:r>
            <a:r>
              <a:rPr lang="fr-FR" sz="800" dirty="0"/>
              <a:t> </a:t>
            </a:r>
            <a:r>
              <a:rPr lang="fr-FR" sz="1400" dirty="0"/>
              <a:t> </a:t>
            </a:r>
            <a:endParaRPr lang="en-US" sz="1400" dirty="0"/>
          </a:p>
        </p:txBody>
      </p:sp>
      <p:sp>
        <p:nvSpPr>
          <p:cNvPr id="14" name="Title 1">
            <a:extLst>
              <a:ext uri="{FF2B5EF4-FFF2-40B4-BE49-F238E27FC236}">
                <a16:creationId xmlns:a16="http://schemas.microsoft.com/office/drawing/2014/main" id="{D9BF21AC-74BC-EED3-2A6C-B2919E433C85}"/>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4"/>
              </a:rPr>
              <a:t>Creative Commons Attribution-Noncommercial-Share Alike 4.0 International License</a:t>
            </a:r>
            <a:r>
              <a:rPr lang="en-US" sz="900" dirty="0">
                <a:solidFill>
                  <a:srgbClr val="0070C0"/>
                </a:solidFill>
                <a:latin typeface="Calibri Light"/>
                <a:cs typeface="Calibri"/>
              </a:rPr>
              <a:t>.</a:t>
            </a: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
        <p:nvSpPr>
          <p:cNvPr id="12" name="Slide Number Placeholder 3">
            <a:extLst>
              <a:ext uri="{FF2B5EF4-FFF2-40B4-BE49-F238E27FC236}">
                <a16:creationId xmlns:a16="http://schemas.microsoft.com/office/drawing/2014/main" id="{86B4BB64-6A17-2BA3-76AA-E7D15A940334}"/>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3710952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954107"/>
          </a:xfrm>
        </p:spPr>
        <p:txBody>
          <a:bodyPr/>
          <a:lstStyle/>
          <a:p>
            <a:r>
              <a:rPr lang="en-US" dirty="0"/>
              <a:t>Clarity and Conventions of the Language</a:t>
            </a:r>
          </a:p>
        </p:txBody>
      </p:sp>
      <p:sp>
        <p:nvSpPr>
          <p:cNvPr id="6" name="TextBox 5">
            <a:extLst>
              <a:ext uri="{FF2B5EF4-FFF2-40B4-BE49-F238E27FC236}">
                <a16:creationId xmlns:a16="http://schemas.microsoft.com/office/drawing/2014/main" id="{0FF8D460-EF1C-4294-87F0-2081A67D40B1}"/>
              </a:ext>
            </a:extLst>
          </p:cNvPr>
          <p:cNvSpPr txBox="1"/>
          <p:nvPr/>
        </p:nvSpPr>
        <p:spPr>
          <a:xfrm>
            <a:off x="925460" y="1212786"/>
            <a:ext cx="10341079" cy="954107"/>
          </a:xfrm>
          <a:prstGeom prst="rect">
            <a:avLst/>
          </a:prstGeom>
          <a:noFill/>
        </p:spPr>
        <p:txBody>
          <a:bodyPr wrap="square">
            <a:spAutoFit/>
          </a:bodyPr>
          <a:lstStyle/>
          <a:p>
            <a:pPr marL="0" indent="0" algn="ctr">
              <a:buNone/>
            </a:pPr>
            <a:r>
              <a:rPr lang="en-US" sz="2800" dirty="0"/>
              <a:t>Complex texts tend to use figurative language, ambiguity, or unfamiliar language, such as academic or domain specific vocabulary.</a:t>
            </a:r>
          </a:p>
        </p:txBody>
      </p:sp>
      <p:pic>
        <p:nvPicPr>
          <p:cNvPr id="7" name="Picture 6" descr="Highlighted page of Article from Thinking about Physics while scared to death">
            <a:extLst>
              <a:ext uri="{FF2B5EF4-FFF2-40B4-BE49-F238E27FC236}">
                <a16:creationId xmlns:a16="http://schemas.microsoft.com/office/drawing/2014/main" id="{A6AF8FCD-F890-4127-A784-50F7687E7F9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9986" y="2085290"/>
            <a:ext cx="5327072" cy="4156760"/>
          </a:xfrm>
          <a:prstGeom prst="rect">
            <a:avLst/>
          </a:prstGeom>
          <a:noFill/>
          <a:ln>
            <a:noFill/>
          </a:ln>
        </p:spPr>
      </p:pic>
      <p:sp>
        <p:nvSpPr>
          <p:cNvPr id="8" name="TextBox 7">
            <a:extLst>
              <a:ext uri="{FF2B5EF4-FFF2-40B4-BE49-F238E27FC236}">
                <a16:creationId xmlns:a16="http://schemas.microsoft.com/office/drawing/2014/main" id="{B18CF757-C940-4903-9E91-04B61B4952BE}"/>
              </a:ext>
            </a:extLst>
          </p:cNvPr>
          <p:cNvSpPr txBox="1"/>
          <p:nvPr/>
        </p:nvSpPr>
        <p:spPr>
          <a:xfrm>
            <a:off x="3645002" y="6234509"/>
            <a:ext cx="4911214" cy="215444"/>
          </a:xfrm>
          <a:prstGeom prst="rect">
            <a:avLst/>
          </a:prstGeom>
          <a:noFill/>
        </p:spPr>
        <p:txBody>
          <a:bodyPr wrap="square" lIns="91440" tIns="45720" rIns="91440" bIns="45720" anchor="t">
            <a:spAutoFit/>
          </a:bodyPr>
          <a:lstStyle/>
          <a:p>
            <a:pPr algn="ctr"/>
            <a:r>
              <a:rPr lang="en-US" sz="800" dirty="0">
                <a:effectLst/>
                <a:latin typeface="Calibri"/>
                <a:ea typeface="Calibri" panose="020F0502020204030204" pitchFamily="34" charset="0"/>
                <a:cs typeface="Arial"/>
              </a:rPr>
              <a:t>Image Source: </a:t>
            </a:r>
            <a:r>
              <a:rPr lang="en-US" sz="800" u="sng" dirty="0">
                <a:solidFill>
                  <a:srgbClr val="0D6CB9"/>
                </a:solidFill>
                <a:effectLst/>
                <a:latin typeface="Calibri"/>
                <a:ea typeface="Calibri" panose="020F0502020204030204" pitchFamily="34" charset="0"/>
                <a:cs typeface="Arial"/>
                <a:hlinkClick r:id="rId3"/>
              </a:rPr>
              <a:t>https://www.generationready.com/white-papers/a-beginners-guide-to-text-complexity/</a:t>
            </a:r>
            <a:r>
              <a:rPr lang="en-US" sz="800" dirty="0">
                <a:latin typeface="Calibri"/>
                <a:ea typeface="Calibri" panose="020F0502020204030204" pitchFamily="34" charset="0"/>
                <a:cs typeface="Arial"/>
              </a:rPr>
              <a:t> </a:t>
            </a:r>
            <a:endParaRPr lang="en-US" sz="1400" dirty="0">
              <a:cs typeface="Calibri" panose="020F0502020204030204"/>
            </a:endParaRPr>
          </a:p>
        </p:txBody>
      </p:sp>
      <p:sp>
        <p:nvSpPr>
          <p:cNvPr id="5" name="Slide Number Placeholder 3">
            <a:extLst>
              <a:ext uri="{FF2B5EF4-FFF2-40B4-BE49-F238E27FC236}">
                <a16:creationId xmlns:a16="http://schemas.microsoft.com/office/drawing/2014/main" id="{607F8756-35AC-5FAB-68F1-19EC8E6C77BE}"/>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8</a:t>
            </a:fld>
            <a:endParaRPr lang="en-US" dirty="0"/>
          </a:p>
        </p:txBody>
      </p:sp>
      <p:sp>
        <p:nvSpPr>
          <p:cNvPr id="10" name="Title 1">
            <a:extLst>
              <a:ext uri="{FF2B5EF4-FFF2-40B4-BE49-F238E27FC236}">
                <a16:creationId xmlns:a16="http://schemas.microsoft.com/office/drawing/2014/main" id="{9D1020C7-284A-BF62-1C20-0535C180BEA7}"/>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4"/>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08251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954107"/>
          </a:xfrm>
        </p:spPr>
        <p:txBody>
          <a:bodyPr/>
          <a:lstStyle/>
          <a:p>
            <a:r>
              <a:rPr lang="en-US" dirty="0"/>
              <a:t>Knowledge Demands</a:t>
            </a:r>
          </a:p>
        </p:txBody>
      </p:sp>
      <p:sp>
        <p:nvSpPr>
          <p:cNvPr id="6" name="TextBox 5">
            <a:extLst>
              <a:ext uri="{FF2B5EF4-FFF2-40B4-BE49-F238E27FC236}">
                <a16:creationId xmlns:a16="http://schemas.microsoft.com/office/drawing/2014/main" id="{0FF8D460-EF1C-4294-87F0-2081A67D40B1}"/>
              </a:ext>
            </a:extLst>
          </p:cNvPr>
          <p:cNvSpPr txBox="1"/>
          <p:nvPr/>
        </p:nvSpPr>
        <p:spPr>
          <a:xfrm>
            <a:off x="925460" y="1212786"/>
            <a:ext cx="10341079" cy="954107"/>
          </a:xfrm>
          <a:prstGeom prst="rect">
            <a:avLst/>
          </a:prstGeom>
          <a:noFill/>
        </p:spPr>
        <p:txBody>
          <a:bodyPr wrap="square">
            <a:spAutoFit/>
          </a:bodyPr>
          <a:lstStyle/>
          <a:p>
            <a:pPr marL="0" indent="0" algn="ctr">
              <a:buNone/>
            </a:pPr>
            <a:r>
              <a:rPr lang="en-US" sz="2800" dirty="0"/>
              <a:t>Complex texts assume that the reader has life experience that will contribute to their understanding of the information in the text. </a:t>
            </a:r>
          </a:p>
        </p:txBody>
      </p:sp>
      <p:pic>
        <p:nvPicPr>
          <p:cNvPr id="12" name="Picture 11" descr="Highlighted page of Article from Thinking about Physics while scared to death">
            <a:extLst>
              <a:ext uri="{FF2B5EF4-FFF2-40B4-BE49-F238E27FC236}">
                <a16:creationId xmlns:a16="http://schemas.microsoft.com/office/drawing/2014/main" id="{32A660BC-B02F-3F62-AFBF-15874722F3A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9986" y="2085290"/>
            <a:ext cx="5327072" cy="4156760"/>
          </a:xfrm>
          <a:prstGeom prst="rect">
            <a:avLst/>
          </a:prstGeom>
          <a:noFill/>
          <a:ln>
            <a:noFill/>
          </a:ln>
        </p:spPr>
      </p:pic>
      <p:sp>
        <p:nvSpPr>
          <p:cNvPr id="14" name="TextBox 13">
            <a:extLst>
              <a:ext uri="{FF2B5EF4-FFF2-40B4-BE49-F238E27FC236}">
                <a16:creationId xmlns:a16="http://schemas.microsoft.com/office/drawing/2014/main" id="{74C1892C-6FC6-C827-824F-36AAAF125AA0}"/>
              </a:ext>
            </a:extLst>
          </p:cNvPr>
          <p:cNvSpPr txBox="1"/>
          <p:nvPr/>
        </p:nvSpPr>
        <p:spPr>
          <a:xfrm>
            <a:off x="3645002" y="6234509"/>
            <a:ext cx="4911214" cy="215444"/>
          </a:xfrm>
          <a:prstGeom prst="rect">
            <a:avLst/>
          </a:prstGeom>
          <a:noFill/>
        </p:spPr>
        <p:txBody>
          <a:bodyPr wrap="square" lIns="91440" tIns="45720" rIns="91440" bIns="45720" anchor="t">
            <a:spAutoFit/>
          </a:bodyPr>
          <a:lstStyle/>
          <a:p>
            <a:pPr algn="ctr"/>
            <a:r>
              <a:rPr lang="en-US" sz="800" dirty="0">
                <a:effectLst/>
                <a:latin typeface="Calibri"/>
                <a:ea typeface="Calibri" panose="020F0502020204030204" pitchFamily="34" charset="0"/>
                <a:cs typeface="Arial"/>
              </a:rPr>
              <a:t>Image Source: </a:t>
            </a:r>
            <a:r>
              <a:rPr lang="en-US" sz="800" u="sng" dirty="0">
                <a:solidFill>
                  <a:srgbClr val="0D6CB9"/>
                </a:solidFill>
                <a:effectLst/>
                <a:latin typeface="Calibri"/>
                <a:ea typeface="Calibri" panose="020F0502020204030204" pitchFamily="34" charset="0"/>
                <a:cs typeface="Arial"/>
                <a:hlinkClick r:id="rId3"/>
              </a:rPr>
              <a:t>https://www.generationready.com/white-papers/a-beginners-guide-to-text-complexity/</a:t>
            </a:r>
            <a:r>
              <a:rPr lang="en-US" sz="800" dirty="0">
                <a:latin typeface="Calibri"/>
                <a:ea typeface="Calibri" panose="020F0502020204030204" pitchFamily="34" charset="0"/>
                <a:cs typeface="Arial"/>
              </a:rPr>
              <a:t> </a:t>
            </a:r>
            <a:endParaRPr lang="en-US" sz="1400" dirty="0">
              <a:cs typeface="Calibri" panose="020F0502020204030204"/>
            </a:endParaRPr>
          </a:p>
        </p:txBody>
      </p:sp>
      <p:sp>
        <p:nvSpPr>
          <p:cNvPr id="5" name="Slide Number Placeholder 3">
            <a:extLst>
              <a:ext uri="{FF2B5EF4-FFF2-40B4-BE49-F238E27FC236}">
                <a16:creationId xmlns:a16="http://schemas.microsoft.com/office/drawing/2014/main" id="{12690123-CC3D-ACAD-9F81-DDD4961CE887}"/>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9</a:t>
            </a:fld>
            <a:endParaRPr lang="en-US" dirty="0"/>
          </a:p>
        </p:txBody>
      </p:sp>
      <p:sp>
        <p:nvSpPr>
          <p:cNvPr id="10" name="Title 1">
            <a:extLst>
              <a:ext uri="{FF2B5EF4-FFF2-40B4-BE49-F238E27FC236}">
                <a16:creationId xmlns:a16="http://schemas.microsoft.com/office/drawing/2014/main" id="{A4DA2422-BD94-CB4F-2746-4A94E3FFB5B1}"/>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4"/>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866561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954107"/>
          </a:xfrm>
        </p:spPr>
        <p:txBody>
          <a:bodyPr/>
          <a:lstStyle/>
          <a:p>
            <a:r>
              <a:rPr lang="en-US" dirty="0"/>
              <a:t>Structure of the Text</a:t>
            </a:r>
          </a:p>
        </p:txBody>
      </p:sp>
      <p:sp>
        <p:nvSpPr>
          <p:cNvPr id="6" name="TextBox 5">
            <a:extLst>
              <a:ext uri="{FF2B5EF4-FFF2-40B4-BE49-F238E27FC236}">
                <a16:creationId xmlns:a16="http://schemas.microsoft.com/office/drawing/2014/main" id="{0FF8D460-EF1C-4294-87F0-2081A67D40B1}"/>
              </a:ext>
            </a:extLst>
          </p:cNvPr>
          <p:cNvSpPr txBox="1"/>
          <p:nvPr/>
        </p:nvSpPr>
        <p:spPr>
          <a:xfrm>
            <a:off x="925460" y="1212786"/>
            <a:ext cx="10341079" cy="2677656"/>
          </a:xfrm>
          <a:prstGeom prst="rect">
            <a:avLst/>
          </a:prstGeom>
          <a:noFill/>
        </p:spPr>
        <p:txBody>
          <a:bodyPr wrap="square">
            <a:spAutoFit/>
          </a:bodyPr>
          <a:lstStyle/>
          <a:p>
            <a:pPr marL="457200" indent="-457200">
              <a:buFont typeface="Arial" panose="020B0604020202020204" pitchFamily="34" charset="0"/>
              <a:buChar char="•"/>
            </a:pPr>
            <a:r>
              <a:rPr lang="en-US" sz="2800" dirty="0"/>
              <a:t>Text structure refers to how the text is organized in regard to elements such as viewpoint, multiple characters, storylines, and complex details. </a:t>
            </a:r>
          </a:p>
          <a:p>
            <a:pPr marL="457200" indent="-457200">
              <a:buFont typeface="Arial" panose="020B0604020202020204" pitchFamily="34" charset="0"/>
              <a:buChar char="•"/>
            </a:pPr>
            <a:r>
              <a:rPr lang="en-US" sz="2800" dirty="0"/>
              <a:t>Text that are organized chronologically tend to be easier to understand than those that use flashbacks or varied time and sequence. </a:t>
            </a:r>
          </a:p>
        </p:txBody>
      </p:sp>
      <p:sp>
        <p:nvSpPr>
          <p:cNvPr id="5" name="Slide Number Placeholder 3">
            <a:extLst>
              <a:ext uri="{FF2B5EF4-FFF2-40B4-BE49-F238E27FC236}">
                <a16:creationId xmlns:a16="http://schemas.microsoft.com/office/drawing/2014/main" id="{A04D3475-C315-CA7A-6D5F-C3F4E3828C89}"/>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10</a:t>
            </a:fld>
            <a:endParaRPr lang="en-US" dirty="0"/>
          </a:p>
        </p:txBody>
      </p:sp>
      <p:sp>
        <p:nvSpPr>
          <p:cNvPr id="8" name="Title 1">
            <a:extLst>
              <a:ext uri="{FF2B5EF4-FFF2-40B4-BE49-F238E27FC236}">
                <a16:creationId xmlns:a16="http://schemas.microsoft.com/office/drawing/2014/main" id="{90429FF2-34F0-CE5F-2FC4-AA500F981C0B}"/>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90236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954107"/>
          </a:xfrm>
        </p:spPr>
        <p:txBody>
          <a:bodyPr/>
          <a:lstStyle/>
          <a:p>
            <a:r>
              <a:rPr lang="en-US" dirty="0"/>
              <a:t>Comparing Two Texts</a:t>
            </a:r>
          </a:p>
        </p:txBody>
      </p:sp>
      <p:pic>
        <p:nvPicPr>
          <p:cNvPr id="5" name="Picture 4" descr="Highlighted page of Text Comparison about Abraham Lincoln&#10;&#10;Accessible through TEA RBIS Session 2-RLA Complexity and Knowledge Presentation">
            <a:extLst>
              <a:ext uri="{FF2B5EF4-FFF2-40B4-BE49-F238E27FC236}">
                <a16:creationId xmlns:a16="http://schemas.microsoft.com/office/drawing/2014/main" id="{B6EC0650-40AE-47B0-B775-66C226B5223A}"/>
              </a:ext>
            </a:extLst>
          </p:cNvPr>
          <p:cNvPicPr>
            <a:picLocks noChangeAspect="1"/>
          </p:cNvPicPr>
          <p:nvPr/>
        </p:nvPicPr>
        <p:blipFill rotWithShape="1">
          <a:blip r:embed="rId2">
            <a:extLst>
              <a:ext uri="{28A0092B-C50C-407E-A947-70E740481C1C}">
                <a14:useLocalDpi xmlns:a14="http://schemas.microsoft.com/office/drawing/2010/main" val="0"/>
              </a:ext>
            </a:extLst>
          </a:blip>
          <a:srcRect t="12110"/>
          <a:stretch/>
        </p:blipFill>
        <p:spPr bwMode="auto">
          <a:xfrm>
            <a:off x="2033012" y="1207701"/>
            <a:ext cx="7448760" cy="4494799"/>
          </a:xfrm>
          <a:prstGeom prst="rect">
            <a:avLst/>
          </a:prstGeom>
          <a:ln>
            <a:noFill/>
          </a:ln>
          <a:extLst>
            <a:ext uri="{53640926-AAD7-44D8-BBD7-CCE9431645EC}">
              <a14:shadowObscured xmlns:a14="http://schemas.microsoft.com/office/drawing/2010/main"/>
            </a:ext>
          </a:extLst>
        </p:spPr>
      </p:pic>
      <p:sp>
        <p:nvSpPr>
          <p:cNvPr id="6" name="Slide Number Placeholder 3">
            <a:extLst>
              <a:ext uri="{FF2B5EF4-FFF2-40B4-BE49-F238E27FC236}">
                <a16:creationId xmlns:a16="http://schemas.microsoft.com/office/drawing/2014/main" id="{D3EBB6D8-6C2C-6A53-2236-964E9A95C5CE}"/>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11</a:t>
            </a:fld>
            <a:endParaRPr lang="en-US" dirty="0"/>
          </a:p>
        </p:txBody>
      </p:sp>
      <p:sp>
        <p:nvSpPr>
          <p:cNvPr id="8" name="Title 1">
            <a:extLst>
              <a:ext uri="{FF2B5EF4-FFF2-40B4-BE49-F238E27FC236}">
                <a16:creationId xmlns:a16="http://schemas.microsoft.com/office/drawing/2014/main" id="{6C4C4B54-AC1D-62F2-A7C1-E4E04A7B5B08}"/>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56567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427702" y="256970"/>
            <a:ext cx="10515600" cy="954107"/>
          </a:xfrm>
        </p:spPr>
        <p:txBody>
          <a:bodyPr/>
          <a:lstStyle/>
          <a:p>
            <a:r>
              <a:rPr lang="en-US" dirty="0"/>
              <a:t>Comparing Two Texts </a:t>
            </a:r>
            <a:r>
              <a:rPr lang="en-US" dirty="0" err="1"/>
              <a:t>Cont</a:t>
            </a:r>
            <a:endParaRPr lang="en-US" dirty="0"/>
          </a:p>
        </p:txBody>
      </p:sp>
      <p:pic>
        <p:nvPicPr>
          <p:cNvPr id="6" name="Picture 5" descr="Highlighted portion of Text Comparison about Abraham Lincoln&#10;&#10;Accessible through TEA RBIS Session 2-RLA Complexity and Knowledge Presentation">
            <a:extLst>
              <a:ext uri="{FF2B5EF4-FFF2-40B4-BE49-F238E27FC236}">
                <a16:creationId xmlns:a16="http://schemas.microsoft.com/office/drawing/2014/main" id="{25EC3DFD-949F-44FF-B967-7C69B4913C92}"/>
              </a:ext>
            </a:extLst>
          </p:cNvPr>
          <p:cNvPicPr>
            <a:picLocks noChangeAspect="1"/>
          </p:cNvPicPr>
          <p:nvPr/>
        </p:nvPicPr>
        <p:blipFill>
          <a:blip r:embed="rId2"/>
          <a:stretch>
            <a:fillRect/>
          </a:stretch>
        </p:blipFill>
        <p:spPr>
          <a:xfrm>
            <a:off x="2207233" y="1205826"/>
            <a:ext cx="7787059" cy="4629052"/>
          </a:xfrm>
          <a:prstGeom prst="rect">
            <a:avLst/>
          </a:prstGeom>
        </p:spPr>
      </p:pic>
      <p:sp>
        <p:nvSpPr>
          <p:cNvPr id="5" name="Slide Number Placeholder 3">
            <a:extLst>
              <a:ext uri="{FF2B5EF4-FFF2-40B4-BE49-F238E27FC236}">
                <a16:creationId xmlns:a16="http://schemas.microsoft.com/office/drawing/2014/main" id="{1616E9AF-79AD-1555-B53C-CA129BDEA573}"/>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12</a:t>
            </a:fld>
            <a:endParaRPr lang="en-US" dirty="0"/>
          </a:p>
        </p:txBody>
      </p:sp>
      <p:sp>
        <p:nvSpPr>
          <p:cNvPr id="8" name="Title 1">
            <a:extLst>
              <a:ext uri="{FF2B5EF4-FFF2-40B4-BE49-F238E27FC236}">
                <a16:creationId xmlns:a16="http://schemas.microsoft.com/office/drawing/2014/main" id="{D6EBA13E-B33C-38DC-EAEB-46A1D8DDD251}"/>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919562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84802"/>
            <a:ext cx="10515600" cy="4877435"/>
          </a:xfrm>
        </p:spPr>
        <p:txBody>
          <a:bodyPr>
            <a:normAutofit/>
          </a:bodyPr>
          <a:lstStyle/>
          <a:p>
            <a:pPr marL="0" marR="0" indent="0">
              <a:lnSpc>
                <a:spcPct val="107000"/>
              </a:lnSpc>
              <a:spcBef>
                <a:spcPts val="0"/>
              </a:spcBef>
              <a:spcAft>
                <a:spcPts val="0"/>
              </a:spcAft>
              <a:buNone/>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C</a:t>
            </a: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omplete the multiple-choice questions:</a:t>
            </a:r>
          </a:p>
          <a:p>
            <a:pPr marL="514350" marR="0" indent="-514350">
              <a:lnSpc>
                <a:spcPct val="107000"/>
              </a:lnSpc>
              <a:spcBef>
                <a:spcPts val="0"/>
              </a:spcBef>
              <a:spcAft>
                <a:spcPts val="0"/>
              </a:spcAft>
              <a:buFont typeface="+mj-lt"/>
              <a:buAutoNum type="arabicPeriod"/>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How do you determine text complexity?	</a:t>
            </a:r>
          </a:p>
          <a:p>
            <a:pPr marL="514350" marR="0" indent="-514350">
              <a:lnSpc>
                <a:spcPct val="107000"/>
              </a:lnSpc>
              <a:spcBef>
                <a:spcPts val="0"/>
              </a:spcBef>
              <a:spcAft>
                <a:spcPts val="0"/>
              </a:spcAft>
              <a:buFont typeface="+mj-lt"/>
              <a:buAutoNum type="arabicPeriod"/>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Why does text complexity matter? </a:t>
            </a:r>
          </a:p>
          <a:p>
            <a:pPr marL="514350" marR="0" indent="-514350">
              <a:lnSpc>
                <a:spcPct val="107000"/>
              </a:lnSpc>
              <a:spcBef>
                <a:spcPts val="0"/>
              </a:spcBef>
              <a:spcAft>
                <a:spcPts val="0"/>
              </a:spcAft>
              <a:buFont typeface="+mj-lt"/>
              <a:buAutoNum type="arabicPeriod"/>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is the role of text complexity in effective literacy instruction?</a:t>
            </a:r>
          </a:p>
        </p:txBody>
      </p:sp>
      <p:sp>
        <p:nvSpPr>
          <p:cNvPr id="6" name="Slide Number Placeholder 3">
            <a:extLst>
              <a:ext uri="{FF2B5EF4-FFF2-40B4-BE49-F238E27FC236}">
                <a16:creationId xmlns:a16="http://schemas.microsoft.com/office/drawing/2014/main" id="{EEDDCD70-2ADE-C42C-3F99-8D9BE7A57722}"/>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13</a:t>
            </a:fld>
            <a:endParaRPr lang="en-US" dirty="0"/>
          </a:p>
        </p:txBody>
      </p:sp>
      <p:sp>
        <p:nvSpPr>
          <p:cNvPr id="8" name="Title 1">
            <a:extLst>
              <a:ext uri="{FF2B5EF4-FFF2-40B4-BE49-F238E27FC236}">
                <a16:creationId xmlns:a16="http://schemas.microsoft.com/office/drawing/2014/main" id="{6826EE5A-7BB8-B059-1D4A-AA5BF0D15B33}"/>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3.05</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307</TotalTime>
  <Words>954</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Practicum| Unit 3: Research-Based Instructional Strategies (RBIS) Reading Language Arts (RLA)| Lesson 3.05</vt:lpstr>
      <vt:lpstr>TEKS Standards &amp; Objectives</vt:lpstr>
      <vt:lpstr>Bellringer</vt:lpstr>
      <vt:lpstr>Vocabulary</vt:lpstr>
      <vt:lpstr>Factors Impacting Text Difficulty</vt:lpstr>
      <vt:lpstr>Readability of the Text</vt:lpstr>
      <vt:lpstr>Implicit Meaning</vt:lpstr>
      <vt:lpstr>Clarity and Conventions of the Language</vt:lpstr>
      <vt:lpstr>Knowledge Demands</vt:lpstr>
      <vt:lpstr>Structure of the Text</vt:lpstr>
      <vt:lpstr>Comparing Two Texts</vt:lpstr>
      <vt:lpstr>Comparing Two Texts Cont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3.05: Text Complexity </dc:title>
  <dc:subject>Lesson 3.05: Text Complexity </dc:subject>
  <dc:creator>Texas Education Agency</dc:creator>
  <cp:lastModifiedBy>White (she/her), Whitney</cp:lastModifiedBy>
  <cp:revision>54</cp:revision>
  <dcterms:created xsi:type="dcterms:W3CDTF">2022-05-09T19:40:20Z</dcterms:created>
  <dcterms:modified xsi:type="dcterms:W3CDTF">2023-08-19T01:24:18Z</dcterms:modified>
</cp:coreProperties>
</file>
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CFC0E4-12D0-4550-958A-8AE11F3DD56B}" v="5" dt="2023-05-09T19:39:57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948B2063-2475-4187-B304-5889A87451E2}"/>
    <pc:docChg chg="custSel delSld modSld">
      <pc:chgData name="White, Whitney" userId="65f39021-2f1d-4d8b-87dc-b123826f65bf" providerId="ADAL" clId="{948B2063-2475-4187-B304-5889A87451E2}" dt="2022-07-27T17:25:15.896" v="538" actId="20577"/>
      <pc:docMkLst>
        <pc:docMk/>
      </pc:docMkLst>
      <pc:sldChg chg="modSp mod">
        <pc:chgData name="White, Whitney" userId="65f39021-2f1d-4d8b-87dc-b123826f65bf" providerId="ADAL" clId="{948B2063-2475-4187-B304-5889A87451E2}" dt="2022-07-27T17:25:15.896" v="538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948B2063-2475-4187-B304-5889A87451E2}" dt="2022-07-27T17:21:54.830" v="54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948B2063-2475-4187-B304-5889A87451E2}" dt="2022-07-27T17:25:15.896" v="538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948B2063-2475-4187-B304-5889A87451E2}" dt="2022-07-27T17:23:29.530" v="359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948B2063-2475-4187-B304-5889A87451E2}" dt="2022-07-27T17:23:29.530" v="359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948B2063-2475-4187-B304-5889A87451E2}" dt="2022-07-27T17:23:03.713" v="270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948B2063-2475-4187-B304-5889A87451E2}" dt="2022-07-27T17:23:03.713" v="270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948B2063-2475-4187-B304-5889A87451E2}" dt="2022-07-27T17:24:28.947" v="516" actId="255"/>
        <pc:sldMkLst>
          <pc:docMk/>
          <pc:sldMk cId="2147408764" sldId="260"/>
        </pc:sldMkLst>
        <pc:spChg chg="mod">
          <ac:chgData name="White, Whitney" userId="65f39021-2f1d-4d8b-87dc-b123826f65bf" providerId="ADAL" clId="{948B2063-2475-4187-B304-5889A87451E2}" dt="2022-07-27T17:24:28.947" v="516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948B2063-2475-4187-B304-5889A87451E2}" dt="2022-07-27T17:23:54.624" v="504" actId="20577"/>
        <pc:sldMkLst>
          <pc:docMk/>
          <pc:sldMk cId="3054216349" sldId="261"/>
        </pc:sldMkLst>
        <pc:spChg chg="mod">
          <ac:chgData name="White, Whitney" userId="65f39021-2f1d-4d8b-87dc-b123826f65bf" providerId="ADAL" clId="{948B2063-2475-4187-B304-5889A87451E2}" dt="2022-07-27T17:23:54.624" v="504" actId="20577"/>
          <ac:spMkLst>
            <pc:docMk/>
            <pc:sldMk cId="3054216349" sldId="261"/>
            <ac:spMk id="3" creationId="{AE13FDB6-F093-4D9E-B14E-3D7DB894C34C}"/>
          </ac:spMkLst>
        </pc:spChg>
      </pc:sldChg>
      <pc:sldChg chg="del">
        <pc:chgData name="White, Whitney" userId="65f39021-2f1d-4d8b-87dc-b123826f65bf" providerId="ADAL" clId="{948B2063-2475-4187-B304-5889A87451E2}" dt="2022-07-27T17:25:07.591" v="519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948B2063-2475-4187-B304-5889A87451E2}" dt="2022-07-27T17:25:07.054" v="518" actId="47"/>
        <pc:sldMkLst>
          <pc:docMk/>
          <pc:sldMk cId="1163931679" sldId="263"/>
        </pc:sldMkLst>
      </pc:sldChg>
      <pc:sldChg chg="del">
        <pc:chgData name="White, Whitney" userId="65f39021-2f1d-4d8b-87dc-b123826f65bf" providerId="ADAL" clId="{948B2063-2475-4187-B304-5889A87451E2}" dt="2022-07-27T17:25:06.558" v="517" actId="47"/>
        <pc:sldMkLst>
          <pc:docMk/>
          <pc:sldMk cId="3493109116" sldId="264"/>
        </pc:sldMkLst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 (she/her), Whitney" userId="65f39021-2f1d-4d8b-87dc-b123826f65bf" providerId="ADAL" clId="{7BCFC0E4-12D0-4550-958A-8AE11F3DD56B}"/>
    <pc:docChg chg="custSel modSld">
      <pc:chgData name="White (she/her), Whitney" userId="65f39021-2f1d-4d8b-87dc-b123826f65bf" providerId="ADAL" clId="{7BCFC0E4-12D0-4550-958A-8AE11F3DD56B}" dt="2023-05-09T19:39:57.480" v="38"/>
      <pc:docMkLst>
        <pc:docMk/>
      </pc:docMkLst>
      <pc:sldChg chg="modSp mod">
        <pc:chgData name="White (she/her), Whitney" userId="65f39021-2f1d-4d8b-87dc-b123826f65bf" providerId="ADAL" clId="{7BCFC0E4-12D0-4550-958A-8AE11F3DD56B}" dt="2023-05-09T19:38:11.245" v="34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7BCFC0E4-12D0-4550-958A-8AE11F3DD56B}" dt="2023-05-09T19:38:11.245" v="34" actId="1076"/>
          <ac:spMkLst>
            <pc:docMk/>
            <pc:sldMk cId="1482277026" sldId="256"/>
            <ac:spMk id="2" creationId="{BFFCF5BD-F8FF-4A67-A8B6-EBB21E79279B}"/>
          </ac:spMkLst>
        </pc:spChg>
      </pc:sldChg>
      <pc:sldChg chg="addSp modSp">
        <pc:chgData name="White (she/her), Whitney" userId="65f39021-2f1d-4d8b-87dc-b123826f65bf" providerId="ADAL" clId="{7BCFC0E4-12D0-4550-958A-8AE11F3DD56B}" dt="2023-05-09T19:39:52.770" v="36"/>
        <pc:sldMkLst>
          <pc:docMk/>
          <pc:sldMk cId="4071305681" sldId="258"/>
        </pc:sldMkLst>
        <pc:spChg chg="add mod">
          <ac:chgData name="White (she/her), Whitney" userId="65f39021-2f1d-4d8b-87dc-b123826f65bf" providerId="ADAL" clId="{7BCFC0E4-12D0-4550-958A-8AE11F3DD56B}" dt="2023-05-09T19:39:52.770" v="36"/>
          <ac:spMkLst>
            <pc:docMk/>
            <pc:sldMk cId="4071305681" sldId="258"/>
            <ac:spMk id="5" creationId="{35BAEAAA-E0D9-A041-87FC-5B6489FB2AB2}"/>
          </ac:spMkLst>
        </pc:spChg>
      </pc:sldChg>
      <pc:sldChg chg="addSp modSp mod">
        <pc:chgData name="White (she/her), Whitney" userId="65f39021-2f1d-4d8b-87dc-b123826f65bf" providerId="ADAL" clId="{7BCFC0E4-12D0-4550-958A-8AE11F3DD56B}" dt="2023-05-09T19:39:45.581" v="35"/>
        <pc:sldMkLst>
          <pc:docMk/>
          <pc:sldMk cId="2772527113" sldId="259"/>
        </pc:sldMkLst>
        <pc:spChg chg="mod">
          <ac:chgData name="White (she/her), Whitney" userId="65f39021-2f1d-4d8b-87dc-b123826f65bf" providerId="ADAL" clId="{7BCFC0E4-12D0-4550-958A-8AE11F3DD56B}" dt="2023-05-09T19:35:16.644" v="1" actId="20577"/>
          <ac:spMkLst>
            <pc:docMk/>
            <pc:sldMk cId="2772527113" sldId="259"/>
            <ac:spMk id="3" creationId="{8CE08C7F-0286-423B-92F7-DEB89F31111A}"/>
          </ac:spMkLst>
        </pc:spChg>
        <pc:spChg chg="add mod">
          <ac:chgData name="White (she/her), Whitney" userId="65f39021-2f1d-4d8b-87dc-b123826f65bf" providerId="ADAL" clId="{7BCFC0E4-12D0-4550-958A-8AE11F3DD56B}" dt="2023-05-09T19:39:45.581" v="35"/>
          <ac:spMkLst>
            <pc:docMk/>
            <pc:sldMk cId="2772527113" sldId="259"/>
            <ac:spMk id="5" creationId="{2F576CC4-D192-A5EF-403C-02395C824C3C}"/>
          </ac:spMkLst>
        </pc:spChg>
      </pc:sldChg>
      <pc:sldChg chg="addSp modSp">
        <pc:chgData name="White (she/her), Whitney" userId="65f39021-2f1d-4d8b-87dc-b123826f65bf" providerId="ADAL" clId="{7BCFC0E4-12D0-4550-958A-8AE11F3DD56B}" dt="2023-05-09T19:39:57.480" v="38"/>
        <pc:sldMkLst>
          <pc:docMk/>
          <pc:sldMk cId="2147408764" sldId="260"/>
        </pc:sldMkLst>
        <pc:spChg chg="add mod">
          <ac:chgData name="White (she/her), Whitney" userId="65f39021-2f1d-4d8b-87dc-b123826f65bf" providerId="ADAL" clId="{7BCFC0E4-12D0-4550-958A-8AE11F3DD56B}" dt="2023-05-09T19:39:57.480" v="38"/>
          <ac:spMkLst>
            <pc:docMk/>
            <pc:sldMk cId="2147408764" sldId="260"/>
            <ac:spMk id="5" creationId="{F540BA27-E863-908A-CAE6-C86A522C6F6A}"/>
          </ac:spMkLst>
        </pc:spChg>
      </pc:sldChg>
      <pc:sldChg chg="addSp modSp">
        <pc:chgData name="White (she/her), Whitney" userId="65f39021-2f1d-4d8b-87dc-b123826f65bf" providerId="ADAL" clId="{7BCFC0E4-12D0-4550-958A-8AE11F3DD56B}" dt="2023-05-09T19:39:55.614" v="37"/>
        <pc:sldMkLst>
          <pc:docMk/>
          <pc:sldMk cId="3054216349" sldId="261"/>
        </pc:sldMkLst>
        <pc:spChg chg="add mod">
          <ac:chgData name="White (she/her), Whitney" userId="65f39021-2f1d-4d8b-87dc-b123826f65bf" providerId="ADAL" clId="{7BCFC0E4-12D0-4550-958A-8AE11F3DD56B}" dt="2023-05-09T19:39:55.614" v="37"/>
          <ac:spMkLst>
            <pc:docMk/>
            <pc:sldMk cId="3054216349" sldId="261"/>
            <ac:spMk id="5" creationId="{66D28F74-6E32-5466-EF15-E11FFDE8B15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79B06A-9E45-457E-91D5-B8C091BFFF93}" type="datetime1">
              <a:rPr lang="en-US" smtClean="0"/>
              <a:t>5/9/2023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5715AD-D462-4BAD-A53B-75793F817418}" type="datetime1">
              <a:rPr lang="en-US" smtClean="0"/>
              <a:t>5/9/2023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EE46-EB00-45E4-8578-0E2CA0DC07F7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799A7-B65A-4A14-94A3-67AD80A9413A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C313-1C19-49D7-8320-5DA82C858635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BA7C8-789B-4487-9BEE-613C1F396B7A}" type="datetime1">
              <a:rPr lang="en-US" smtClean="0"/>
              <a:t>5/9/2023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6C1FA-0890-4C0B-A1C4-5F4A221CF1F6}" type="datetime1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67912"/>
            <a:ext cx="11669087" cy="390088"/>
          </a:xfrm>
        </p:spPr>
        <p:txBody>
          <a:bodyPr>
            <a:norm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000" dirty="0"/>
              <a:t>Practicum in Education and Training | Unit 1: Career Exploration and Awareness? | Lesson 1.01 </a:t>
            </a:r>
            <a:r>
              <a:rPr lang="en-US" sz="1000" dirty="0">
                <a:cs typeface="Times New Roman" panose="02020603050405020304" pitchFamily="18" charset="0"/>
              </a:rPr>
              <a:t>| </a:t>
            </a:r>
            <a:r>
              <a:rPr lang="en-US" sz="1000" dirty="0">
                <a:solidFill>
                  <a:srgbClr val="464646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000" u="sng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000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Course Introduction</a:t>
            </a: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build relationships with peers and teacher</a:t>
            </a:r>
          </a:p>
          <a:p>
            <a:r>
              <a:rPr lang="en-US" dirty="0"/>
              <a:t>understand and reflect on key components and essential questions of the course</a:t>
            </a:r>
          </a:p>
          <a:p>
            <a:r>
              <a:rPr lang="en-US" dirty="0"/>
              <a:t>introduce classroom procedures to students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F576CC4-D192-A5EF-403C-02395C824C3C}"/>
              </a:ext>
            </a:extLst>
          </p:cNvPr>
          <p:cNvSpPr txBox="1">
            <a:spLocks/>
          </p:cNvSpPr>
          <p:nvPr/>
        </p:nvSpPr>
        <p:spPr>
          <a:xfrm>
            <a:off x="0" y="6467912"/>
            <a:ext cx="11669087" cy="390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tabLst>
                <a:tab pos="2971800" algn="ctr"/>
                <a:tab pos="5943600" algn="r"/>
              </a:tabLst>
            </a:pPr>
            <a:r>
              <a:rPr lang="en-US" sz="1000"/>
              <a:t>Practicum in Education and Training | Unit 1: Career Exploration and Awareness? | Lesson 1.01 </a:t>
            </a:r>
            <a:r>
              <a:rPr lang="en-US" sz="1000">
                <a:cs typeface="Times New Roman" panose="02020603050405020304" pitchFamily="18" charset="0"/>
              </a:rPr>
              <a:t>| </a:t>
            </a:r>
            <a:r>
              <a:rPr lang="en-US" sz="1000">
                <a:solidFill>
                  <a:srgbClr val="46464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000" u="sng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00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00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Please complete the Interest Inventory in your Student Guide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BAEAAA-E0D9-A041-87FC-5B6489FB2AB2}"/>
              </a:ext>
            </a:extLst>
          </p:cNvPr>
          <p:cNvSpPr txBox="1">
            <a:spLocks/>
          </p:cNvSpPr>
          <p:nvPr/>
        </p:nvSpPr>
        <p:spPr>
          <a:xfrm>
            <a:off x="0" y="6467912"/>
            <a:ext cx="11669087" cy="390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tabLst>
                <a:tab pos="2971800" algn="ctr"/>
                <a:tab pos="5943600" algn="r"/>
              </a:tabLst>
            </a:pPr>
            <a:r>
              <a:rPr lang="en-US" sz="1000"/>
              <a:t>Practicum in Education and Training | Unit 1: Career Exploration and Awareness? | Lesson 1.01 </a:t>
            </a:r>
            <a:r>
              <a:rPr lang="en-US" sz="1000">
                <a:cs typeface="Times New Roman" panose="02020603050405020304" pitchFamily="18" charset="0"/>
              </a:rPr>
              <a:t>| </a:t>
            </a:r>
            <a:r>
              <a:rPr lang="en-US" sz="1000">
                <a:solidFill>
                  <a:srgbClr val="46464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000" u="sng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00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00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Practicum: A learning experience that provides students with the opportunity to apply what they have learned in a real-life situation.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6D28F74-6E32-5466-EF15-E11FFDE8B153}"/>
              </a:ext>
            </a:extLst>
          </p:cNvPr>
          <p:cNvSpPr txBox="1">
            <a:spLocks/>
          </p:cNvSpPr>
          <p:nvPr/>
        </p:nvSpPr>
        <p:spPr>
          <a:xfrm>
            <a:off x="0" y="6467912"/>
            <a:ext cx="11669087" cy="390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tabLst>
                <a:tab pos="2971800" algn="ctr"/>
                <a:tab pos="5943600" algn="r"/>
              </a:tabLst>
            </a:pPr>
            <a:r>
              <a:rPr lang="en-US" sz="1000"/>
              <a:t>Practicum in Education and Training | Unit 1: Career Exploration and Awareness? | Lesson 1.01 </a:t>
            </a:r>
            <a:r>
              <a:rPr lang="en-US" sz="1000">
                <a:cs typeface="Times New Roman" panose="02020603050405020304" pitchFamily="18" charset="0"/>
              </a:rPr>
              <a:t>| </a:t>
            </a:r>
            <a:r>
              <a:rPr lang="en-US" sz="1000">
                <a:solidFill>
                  <a:srgbClr val="46464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000" u="sng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00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00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our routine for beginning class each day? </a:t>
            </a: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 on the key units covered in the course, what are you most excited about learning and/or doing?</a:t>
            </a: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540BA27-E863-908A-CAE6-C86A522C6F6A}"/>
              </a:ext>
            </a:extLst>
          </p:cNvPr>
          <p:cNvSpPr txBox="1">
            <a:spLocks/>
          </p:cNvSpPr>
          <p:nvPr/>
        </p:nvSpPr>
        <p:spPr>
          <a:xfrm>
            <a:off x="0" y="6467912"/>
            <a:ext cx="11669087" cy="390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tabLst>
                <a:tab pos="2971800" algn="ctr"/>
                <a:tab pos="5943600" algn="r"/>
              </a:tabLst>
            </a:pPr>
            <a:r>
              <a:rPr lang="en-US" sz="1000"/>
              <a:t>Practicum in Education and Training | Unit 1: Career Exploration and Awareness? | Lesson 1.01 </a:t>
            </a:r>
            <a:r>
              <a:rPr lang="en-US" sz="1000">
                <a:cs typeface="Times New Roman" panose="02020603050405020304" pitchFamily="18" charset="0"/>
              </a:rPr>
              <a:t>| </a:t>
            </a:r>
            <a:r>
              <a:rPr lang="en-US" sz="1000">
                <a:solidFill>
                  <a:srgbClr val="46464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000" u="sng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00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00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267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Practicum in Education and Training | Unit 1: Career Exploration and Awareness? | Lesson 1.01 | This work is licensed under a Creative Commons Attribution-Noncommercial-Share Alike 4.0 International License. </vt:lpstr>
      <vt:lpstr>TEKS Standards &amp; Objectives</vt:lpstr>
      <vt:lpstr>Bellringer</vt:lpstr>
      <vt:lpstr>Vocabulary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1.01: Introduction to Principles of Education and Training</dc:title>
  <dc:subject>Lesson 1.01: Introduction to Principles of Education and Training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2023-05-09T19:40:05Z</dcterms:modified>
</cp:coreProperties>
</file>
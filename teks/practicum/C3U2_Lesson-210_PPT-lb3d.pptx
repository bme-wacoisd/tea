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64"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AB3025-0F23-495D-AD2E-87C3BCEC8D78}" v="3" dt="2023-08-31T19:40:49.0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9" d="100"/>
          <a:sy n="99" d="100"/>
        </p:scale>
        <p:origin x="114" y="4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6AAB3025-0F23-495D-AD2E-87C3BCEC8D78}"/>
    <pc:docChg chg="modSld">
      <pc:chgData name="White (she/her), Whitney" userId="65f39021-2f1d-4d8b-87dc-b123826f65bf" providerId="ADAL" clId="{6AAB3025-0F23-495D-AD2E-87C3BCEC8D78}" dt="2023-08-31T19:40:51.600" v="4" actId="1076"/>
      <pc:docMkLst>
        <pc:docMk/>
      </pc:docMkLst>
      <pc:sldChg chg="addSp delSp modSp mod">
        <pc:chgData name="White (she/her), Whitney" userId="65f39021-2f1d-4d8b-87dc-b123826f65bf" providerId="ADAL" clId="{6AAB3025-0F23-495D-AD2E-87C3BCEC8D78}" dt="2023-08-31T19:40:51.600" v="4" actId="1076"/>
        <pc:sldMkLst>
          <pc:docMk/>
          <pc:sldMk cId="1482277026" sldId="256"/>
        </pc:sldMkLst>
        <pc:spChg chg="mod">
          <ac:chgData name="White (she/her), Whitney" userId="65f39021-2f1d-4d8b-87dc-b123826f65bf" providerId="ADAL" clId="{6AAB3025-0F23-495D-AD2E-87C3BCEC8D78}" dt="2023-08-31T19:40:51.600" v="4" actId="1076"/>
          <ac:spMkLst>
            <pc:docMk/>
            <pc:sldMk cId="1482277026" sldId="256"/>
            <ac:spMk id="2" creationId="{BFFCF5BD-F8FF-4A67-A8B6-EBB21E79279B}"/>
          </ac:spMkLst>
        </pc:spChg>
        <pc:spChg chg="add mod">
          <ac:chgData name="White (she/her), Whitney" userId="65f39021-2f1d-4d8b-87dc-b123826f65bf" providerId="ADAL" clId="{6AAB3025-0F23-495D-AD2E-87C3BCEC8D78}" dt="2023-08-31T19:40:49.033" v="3"/>
          <ac:spMkLst>
            <pc:docMk/>
            <pc:sldMk cId="1482277026" sldId="256"/>
            <ac:spMk id="5" creationId="{A08564B7-EF2A-6F6D-D575-57DFD7C766A9}"/>
          </ac:spMkLst>
        </pc:spChg>
        <pc:picChg chg="add del mod">
          <ac:chgData name="White (she/her), Whitney" userId="65f39021-2f1d-4d8b-87dc-b123826f65bf" providerId="ADAL" clId="{6AAB3025-0F23-495D-AD2E-87C3BCEC8D78}" dt="2023-08-31T19:40:33.780" v="2"/>
          <ac:picMkLst>
            <pc:docMk/>
            <pc:sldMk cId="1482277026" sldId="256"/>
            <ac:picMk id="4" creationId="{ACFB549F-E47F-C759-657C-3116F19C247C}"/>
          </ac:picMkLst>
        </pc:pic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EE9FE3C8-5FF1-4D8B-A1BE-36062C64CB9F}"/>
    <pc:docChg chg="custSel delSld modSld">
      <pc:chgData name="White, Whitney" userId="65f39021-2f1d-4d8b-87dc-b123826f65bf" providerId="ADAL" clId="{EE9FE3C8-5FF1-4D8B-A1BE-36062C64CB9F}" dt="2022-08-04T15:09:20.933" v="202" actId="20577"/>
      <pc:docMkLst>
        <pc:docMk/>
      </pc:docMkLst>
      <pc:sldChg chg="modSp mod">
        <pc:chgData name="White, Whitney" userId="65f39021-2f1d-4d8b-87dc-b123826f65bf" providerId="ADAL" clId="{EE9FE3C8-5FF1-4D8B-A1BE-36062C64CB9F}" dt="2022-08-04T15:09:20.933" v="202" actId="20577"/>
        <pc:sldMkLst>
          <pc:docMk/>
          <pc:sldMk cId="1482277026" sldId="256"/>
        </pc:sldMkLst>
        <pc:spChg chg="mod">
          <ac:chgData name="White, Whitney" userId="65f39021-2f1d-4d8b-87dc-b123826f65bf" providerId="ADAL" clId="{EE9FE3C8-5FF1-4D8B-A1BE-36062C64CB9F}" dt="2022-07-31T05:44:50.381" v="3" actId="20577"/>
          <ac:spMkLst>
            <pc:docMk/>
            <pc:sldMk cId="1482277026" sldId="256"/>
            <ac:spMk id="2" creationId="{BFFCF5BD-F8FF-4A67-A8B6-EBB21E79279B}"/>
          </ac:spMkLst>
        </pc:spChg>
        <pc:spChg chg="mod">
          <ac:chgData name="White, Whitney" userId="65f39021-2f1d-4d8b-87dc-b123826f65bf" providerId="ADAL" clId="{EE9FE3C8-5FF1-4D8B-A1BE-36062C64CB9F}" dt="2022-08-04T15:09:20.933" v="202" actId="20577"/>
          <ac:spMkLst>
            <pc:docMk/>
            <pc:sldMk cId="1482277026" sldId="256"/>
            <ac:spMk id="3" creationId="{E0FBD98F-3A67-498E-8174-652040DD7B60}"/>
          </ac:spMkLst>
        </pc:spChg>
      </pc:sldChg>
      <pc:sldChg chg="modSp mod">
        <pc:chgData name="White, Whitney" userId="65f39021-2f1d-4d8b-87dc-b123826f65bf" providerId="ADAL" clId="{EE9FE3C8-5FF1-4D8B-A1BE-36062C64CB9F}" dt="2022-08-04T15:01:49.272" v="115" actId="15"/>
        <pc:sldMkLst>
          <pc:docMk/>
          <pc:sldMk cId="4071305681" sldId="258"/>
        </pc:sldMkLst>
        <pc:spChg chg="mod">
          <ac:chgData name="White, Whitney" userId="65f39021-2f1d-4d8b-87dc-b123826f65bf" providerId="ADAL" clId="{EE9FE3C8-5FF1-4D8B-A1BE-36062C64CB9F}" dt="2022-08-04T15:01:49.272" v="115" actId="15"/>
          <ac:spMkLst>
            <pc:docMk/>
            <pc:sldMk cId="4071305681" sldId="258"/>
            <ac:spMk id="3" creationId="{392BE286-77A6-49DD-B15D-7E4718D52FE7}"/>
          </ac:spMkLst>
        </pc:spChg>
      </pc:sldChg>
      <pc:sldChg chg="modSp mod">
        <pc:chgData name="White, Whitney" userId="65f39021-2f1d-4d8b-87dc-b123826f65bf" providerId="ADAL" clId="{EE9FE3C8-5FF1-4D8B-A1BE-36062C64CB9F}" dt="2022-08-04T15:01:27.430" v="104" actId="403"/>
        <pc:sldMkLst>
          <pc:docMk/>
          <pc:sldMk cId="2772527113" sldId="259"/>
        </pc:sldMkLst>
        <pc:spChg chg="mod">
          <ac:chgData name="White, Whitney" userId="65f39021-2f1d-4d8b-87dc-b123826f65bf" providerId="ADAL" clId="{EE9FE3C8-5FF1-4D8B-A1BE-36062C64CB9F}" dt="2022-08-04T15:01:27.430" v="104" actId="403"/>
          <ac:spMkLst>
            <pc:docMk/>
            <pc:sldMk cId="2772527113" sldId="259"/>
            <ac:spMk id="3" creationId="{8CE08C7F-0286-423B-92F7-DEB89F31111A}"/>
          </ac:spMkLst>
        </pc:spChg>
      </pc:sldChg>
      <pc:sldChg chg="modSp mod">
        <pc:chgData name="White, Whitney" userId="65f39021-2f1d-4d8b-87dc-b123826f65bf" providerId="ADAL" clId="{EE9FE3C8-5FF1-4D8B-A1BE-36062C64CB9F}" dt="2022-08-04T15:08:37.314" v="198" actId="11"/>
        <pc:sldMkLst>
          <pc:docMk/>
          <pc:sldMk cId="2147408764" sldId="260"/>
        </pc:sldMkLst>
        <pc:spChg chg="mod">
          <ac:chgData name="White, Whitney" userId="65f39021-2f1d-4d8b-87dc-b123826f65bf" providerId="ADAL" clId="{EE9FE3C8-5FF1-4D8B-A1BE-36062C64CB9F}" dt="2022-08-04T15:08:37.314" v="198" actId="11"/>
          <ac:spMkLst>
            <pc:docMk/>
            <pc:sldMk cId="2147408764" sldId="260"/>
            <ac:spMk id="3" creationId="{49F2A5AF-3C0B-4968-A438-E435325199EA}"/>
          </ac:spMkLst>
        </pc:spChg>
      </pc:sldChg>
      <pc:sldChg chg="del">
        <pc:chgData name="White, Whitney" userId="65f39021-2f1d-4d8b-87dc-b123826f65bf" providerId="ADAL" clId="{EE9FE3C8-5FF1-4D8B-A1BE-36062C64CB9F}" dt="2022-08-04T15:01:54.270" v="116" actId="2696"/>
        <pc:sldMkLst>
          <pc:docMk/>
          <pc:sldMk cId="3054216349" sldId="261"/>
        </pc:sldMkLst>
      </pc:sldChg>
      <pc:sldChg chg="del">
        <pc:chgData name="White, Whitney" userId="65f39021-2f1d-4d8b-87dc-b123826f65bf" providerId="ADAL" clId="{EE9FE3C8-5FF1-4D8B-A1BE-36062C64CB9F}" dt="2022-08-04T15:08:41.274" v="200" actId="47"/>
        <pc:sldMkLst>
          <pc:docMk/>
          <pc:sldMk cId="4170921578" sldId="262"/>
        </pc:sldMkLst>
      </pc:sldChg>
      <pc:sldChg chg="del">
        <pc:chgData name="White, Whitney" userId="65f39021-2f1d-4d8b-87dc-b123826f65bf" providerId="ADAL" clId="{EE9FE3C8-5FF1-4D8B-A1BE-36062C64CB9F}" dt="2022-08-04T15:08:40.640" v="199" actId="47"/>
        <pc:sldMkLst>
          <pc:docMk/>
          <pc:sldMk cId="1163931679" sldId="263"/>
        </pc:sldMkLst>
      </pc:sldChg>
      <pc:sldChg chg="modSp mod">
        <pc:chgData name="White, Whitney" userId="65f39021-2f1d-4d8b-87dc-b123826f65bf" providerId="ADAL" clId="{EE9FE3C8-5FF1-4D8B-A1BE-36062C64CB9F}" dt="2022-08-04T15:07:28.443" v="167" actId="114"/>
        <pc:sldMkLst>
          <pc:docMk/>
          <pc:sldMk cId="3493109116" sldId="264"/>
        </pc:sldMkLst>
        <pc:spChg chg="mod">
          <ac:chgData name="White, Whitney" userId="65f39021-2f1d-4d8b-87dc-b123826f65bf" providerId="ADAL" clId="{EE9FE3C8-5FF1-4D8B-A1BE-36062C64CB9F}" dt="2022-08-04T15:07:16.470" v="162" actId="20577"/>
          <ac:spMkLst>
            <pc:docMk/>
            <pc:sldMk cId="3493109116" sldId="264"/>
            <ac:spMk id="2" creationId="{D7836664-70C0-47BA-9BFF-496A04EBBFDE}"/>
          </ac:spMkLst>
        </pc:spChg>
        <pc:spChg chg="mod">
          <ac:chgData name="White, Whitney" userId="65f39021-2f1d-4d8b-87dc-b123826f65bf" providerId="ADAL" clId="{EE9FE3C8-5FF1-4D8B-A1BE-36062C64CB9F}" dt="2022-08-04T15:07:28.443" v="167" actId="114"/>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2.10</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Using Ethics to Guide Decision-Making, </a:t>
            </a:r>
            <a:r>
              <a:rPr lang="en-US" sz="6000"/>
              <a:t>Part I</a:t>
            </a:r>
            <a:endParaRPr lang="en-US" sz="6000" dirty="0"/>
          </a:p>
        </p:txBody>
      </p:sp>
      <p:sp>
        <p:nvSpPr>
          <p:cNvPr id="5" name="TextBox 4">
            <a:extLst>
              <a:ext uri="{FF2B5EF4-FFF2-40B4-BE49-F238E27FC236}">
                <a16:creationId xmlns:a16="http://schemas.microsoft.com/office/drawing/2014/main" id="{A08564B7-EF2A-6F6D-D575-57DFD7C766A9}"/>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11A, 11B, 11C, 11D</a:t>
            </a:r>
          </a:p>
          <a:p>
            <a:pPr marL="0" indent="0">
              <a:buNone/>
            </a:pPr>
            <a:endParaRPr lang="en-US" dirty="0"/>
          </a:p>
          <a:p>
            <a:pPr marL="0" indent="0">
              <a:buNone/>
            </a:pPr>
            <a:r>
              <a:rPr lang="en-US" dirty="0"/>
              <a:t>The student will:</a:t>
            </a:r>
          </a:p>
          <a:p>
            <a:r>
              <a:rPr lang="en-US" dirty="0">
                <a:latin typeface="Calibri" panose="020F0502020204030204" pitchFamily="34" charset="0"/>
                <a:ea typeface="Calibri" panose="020F0502020204030204" pitchFamily="34" charset="0"/>
                <a:cs typeface="Times New Roman" panose="02020603050405020304" pitchFamily="18" charset="0"/>
              </a:rPr>
              <a:t>a</a:t>
            </a:r>
            <a:r>
              <a:rPr lang="en-US" dirty="0">
                <a:effectLst/>
                <a:latin typeface="Calibri" panose="020F0502020204030204" pitchFamily="34" charset="0"/>
                <a:ea typeface="Calibri" panose="020F0502020204030204" pitchFamily="34" charset="0"/>
                <a:cs typeface="Times New Roman" panose="02020603050405020304" pitchFamily="18" charset="0"/>
              </a:rPr>
              <a:t>nalyze scenarios that require decisions based on ethical requirements as a professional, toward professional colleagues and toward students</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Give an example of each of the following types of ethical conduct:</a:t>
            </a:r>
          </a:p>
          <a:p>
            <a:pPr marL="800100" lvl="1" indent="-342900">
              <a:spcBef>
                <a:spcPts val="0"/>
              </a:spcBef>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As a professional</a:t>
            </a:r>
          </a:p>
          <a:p>
            <a:pPr marL="800100" lvl="1" indent="-342900">
              <a:spcBef>
                <a:spcPts val="0"/>
              </a:spcBef>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Toward colleagues</a:t>
            </a:r>
          </a:p>
          <a:p>
            <a:pPr marL="800100" lvl="1" indent="-342900">
              <a:spcBef>
                <a:spcPts val="0"/>
              </a:spcBef>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Toward students</a:t>
            </a:r>
            <a:endParaRPr lang="en-US" sz="36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Guided Practice: Scenarios on Ethics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i="1" dirty="0">
                <a:effectLst/>
                <a:latin typeface="Calibri" panose="020F0502020204030204" pitchFamily="34" charset="0"/>
                <a:ea typeface="Calibri" panose="020F0502020204030204" pitchFamily="34" charset="0"/>
                <a:cs typeface="Arial" panose="020B0604020202020204" pitchFamily="34" charset="0"/>
              </a:rPr>
              <a:t>Mr. Jones is walking by another classroom when he hears a teacher getting sick. He sticks his head into the classroom and asks if she needs any help. The teacher apologizes and says that she is taking medication for a serious medical condition and that it makes her nauseous. Mr. Jones wants to make sure that this teacher gets the help she needs, so he tells the principal and the other teachers who have classrooms in that hallway.</a:t>
            </a: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indent="0">
              <a:spcBef>
                <a:spcPts val="600"/>
              </a:spcBef>
              <a:spcAft>
                <a:spcPts val="600"/>
              </a:spcAft>
              <a:buNone/>
            </a:pPr>
            <a:r>
              <a:rPr lang="en-US" sz="2400" i="1" dirty="0">
                <a:effectLst/>
                <a:latin typeface="Calibri" panose="020F0502020204030204" pitchFamily="34" charset="0"/>
                <a:ea typeface="Calibri" panose="020F0502020204030204" pitchFamily="34" charset="0"/>
                <a:cs typeface="Times New Roman" panose="02020603050405020304" pitchFamily="18" charset="0"/>
              </a:rPr>
              <a:t>Mrs. Jacobs, a 7</a:t>
            </a:r>
            <a:r>
              <a:rPr lang="en-US" sz="2400" i="1"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US" sz="2400" i="1" dirty="0">
                <a:effectLst/>
                <a:latin typeface="Calibri" panose="020F0502020204030204" pitchFamily="34" charset="0"/>
                <a:ea typeface="Calibri" panose="020F0502020204030204" pitchFamily="34" charset="0"/>
                <a:cs typeface="Times New Roman" panose="02020603050405020304" pitchFamily="18" charset="0"/>
              </a:rPr>
              <a:t> grade math teacher, is frustrated by the effort of a student in her class. She stops by the neighboring teacher’s classroom to vent. In sharing the story, Mrs. Jacobs tells the other teacher about the student, identifying the student’s name and providing specific details about the student’s academic record. Since the neighboring teacher doesn’t know the student personally, Mrs. Jacobs feels that there shouldn’t be a problem discussing the student and the situation.</a:t>
            </a:r>
          </a:p>
          <a:p>
            <a:pPr marL="0" marR="0" lvl="0" indent="0">
              <a:spcBef>
                <a:spcPts val="600"/>
              </a:spcBef>
              <a:spcAft>
                <a:spcPts val="600"/>
              </a:spcAft>
              <a:buNone/>
            </a:pPr>
            <a:endParaRPr lang="en-US" sz="19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lvl="0" indent="-457200">
              <a:spcBef>
                <a:spcPts val="600"/>
              </a:spcBef>
              <a:spcAft>
                <a:spcPts val="600"/>
              </a:spcAft>
              <a:buFont typeface="+mj-lt"/>
              <a:buAutoNum type="arabicPeriod"/>
            </a:pPr>
            <a:r>
              <a:rPr lang="en-US" sz="1900" dirty="0">
                <a:effectLst/>
                <a:latin typeface="Calibri" panose="020F0502020204030204" pitchFamily="34" charset="0"/>
                <a:ea typeface="Calibri" panose="020F0502020204030204" pitchFamily="34" charset="0"/>
                <a:cs typeface="Times New Roman" panose="02020603050405020304" pitchFamily="18" charset="0"/>
              </a:rPr>
              <a:t>Is Mrs. Jacobs acting in an ethical manner based on the Code of Ethics for Texas Educators? Why or why not?</a:t>
            </a:r>
          </a:p>
          <a:p>
            <a:pPr marL="457200" marR="0" lvl="0" indent="-457200">
              <a:spcBef>
                <a:spcPts val="600"/>
              </a:spcBef>
              <a:spcAft>
                <a:spcPts val="600"/>
              </a:spcAft>
              <a:buFont typeface="+mj-lt"/>
              <a:buAutoNum type="arabicPeriod"/>
            </a:pPr>
            <a:r>
              <a:rPr lang="en-US" sz="1900" dirty="0">
                <a:effectLst/>
                <a:latin typeface="Calibri" panose="020F0502020204030204" pitchFamily="34" charset="0"/>
                <a:ea typeface="Calibri" panose="020F0502020204030204" pitchFamily="34" charset="0"/>
                <a:cs typeface="Times New Roman" panose="02020603050405020304" pitchFamily="18" charset="0"/>
              </a:rPr>
              <a:t>What are some of the potential negative consequences for the teachers or students?</a:t>
            </a:r>
          </a:p>
          <a:p>
            <a:pPr marL="457200" marR="0" lvl="0" indent="-457200">
              <a:lnSpc>
                <a:spcPct val="107000"/>
              </a:lnSpc>
              <a:spcBef>
                <a:spcPts val="0"/>
              </a:spcBef>
              <a:spcAft>
                <a:spcPts val="800"/>
              </a:spcAft>
              <a:buFont typeface="+mj-lt"/>
              <a:buAutoNum type="arabicPeriod"/>
            </a:pPr>
            <a:r>
              <a:rPr lang="en-US" sz="1900" dirty="0">
                <a:effectLst/>
                <a:latin typeface="Calibri" panose="020F0502020204030204" pitchFamily="34" charset="0"/>
                <a:ea typeface="Calibri" panose="020F0502020204030204" pitchFamily="34" charset="0"/>
                <a:cs typeface="Times New Roman" panose="02020603050405020304" pitchFamily="18" charset="0"/>
              </a:rPr>
              <a:t>How could Mrs. Jacobs have acted in a more ethical manner?</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TotalTime>
  <Words>330</Words>
  <Application>Microsoft Office PowerPoint</Application>
  <PresentationFormat>Widescreen</PresentationFormat>
  <Paragraphs>25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Symbol</vt:lpstr>
      <vt:lpstr>Office Theme</vt:lpstr>
      <vt:lpstr>Practicum in Education and Training| Unit 2: The Professional Educator | Lesson 2.10</vt:lpstr>
      <vt:lpstr>TEKS Standards &amp; Objectives</vt:lpstr>
      <vt:lpstr>Bellringer</vt:lpstr>
      <vt:lpstr>Guided Practice: Scenarios on Ethics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2.10: Using Ethics to Guide Decision-Making, Part 1</dc:title>
  <dc:subject>Lesson 2.10: Using Ethics to Guide Decision-Making, Part 1</dc:subject>
  <dc:creator>Texas Education Agency</dc:creator>
  <cp:lastModifiedBy>White (she/her), Whitney</cp:lastModifiedBy>
  <cp:revision>3</cp:revision>
  <dcterms:created xsi:type="dcterms:W3CDTF">2022-05-09T19:40:20Z</dcterms:created>
  <dcterms:modified xsi:type="dcterms:W3CDTF">2023-08-31T19:40:53Z</dcterms:modified>
</cp:coreProperties>
</file>
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1" r:id="rId5"/>
    <p:sldId id="264" r:id="rId6"/>
    <p:sldId id="263" r:id="rId7"/>
    <p:sldId id="262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CD27D-F1AD-40AE-ACBC-3DA93FEEBF31}" v="1" dt="2023-08-31T19:37:31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72632F39-567E-4F7C-AF07-35C28BD0F460}"/>
    <pc:docChg chg="custSel modSld">
      <pc:chgData name="White, Whitney" userId="65f39021-2f1d-4d8b-87dc-b123826f65bf" providerId="ADAL" clId="{72632F39-567E-4F7C-AF07-35C28BD0F460}" dt="2022-07-31T02:59:48.668" v="7" actId="27636"/>
      <pc:docMkLst>
        <pc:docMk/>
      </pc:docMkLst>
      <pc:sldChg chg="modSp mod">
        <pc:chgData name="White, Whitney" userId="65f39021-2f1d-4d8b-87dc-b123826f65bf" providerId="ADAL" clId="{72632F39-567E-4F7C-AF07-35C28BD0F460}" dt="2022-07-31T02:59:48.668" v="7" actId="27636"/>
        <pc:sldMkLst>
          <pc:docMk/>
          <pc:sldMk cId="1482277026" sldId="256"/>
        </pc:sldMkLst>
        <pc:spChg chg="mod">
          <ac:chgData name="White, Whitney" userId="65f39021-2f1d-4d8b-87dc-b123826f65bf" providerId="ADAL" clId="{72632F39-567E-4F7C-AF07-35C28BD0F460}" dt="2022-07-31T02:59:48.668" v="7" actId="27636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B3ECD27D-F1AD-40AE-ACBC-3DA93FEEBF31}"/>
    <pc:docChg chg="modSld">
      <pc:chgData name="White (she/her), Whitney" userId="65f39021-2f1d-4d8b-87dc-b123826f65bf" providerId="ADAL" clId="{B3ECD27D-F1AD-40AE-ACBC-3DA93FEEBF31}" dt="2023-08-31T19:37:33.032" v="2" actId="1076"/>
      <pc:docMkLst>
        <pc:docMk/>
      </pc:docMkLst>
      <pc:sldChg chg="addSp modSp mod">
        <pc:chgData name="White (she/her), Whitney" userId="65f39021-2f1d-4d8b-87dc-b123826f65bf" providerId="ADAL" clId="{B3ECD27D-F1AD-40AE-ACBC-3DA93FEEBF31}" dt="2023-08-31T19:37:33.032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B3ECD27D-F1AD-40AE-ACBC-3DA93FEEBF31}" dt="2023-08-31T19:37:30.726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B3ECD27D-F1AD-40AE-ACBC-3DA93FEEBF31}" dt="2023-08-31T19:37:33.032" v="2" actId="1076"/>
          <ac:spMkLst>
            <pc:docMk/>
            <pc:sldMk cId="1482277026" sldId="256"/>
            <ac:spMk id="4" creationId="{A77A9732-F4A5-B2AB-33D3-C755B15C3C1E}"/>
          </ac:spMkLst>
        </pc:spChg>
      </pc:sldChg>
    </pc:docChg>
  </pc:docChgLst>
  <pc:docChgLst>
    <pc:chgData name="White, Whitney" userId="65f39021-2f1d-4d8b-87dc-b123826f65bf" providerId="ADAL" clId="{4169C950-9D6F-47BF-9154-DE35FB0104D7}"/>
    <pc:docChg chg="custSel addSld modSld">
      <pc:chgData name="White, Whitney" userId="65f39021-2f1d-4d8b-87dc-b123826f65bf" providerId="ADAL" clId="{4169C950-9D6F-47BF-9154-DE35FB0104D7}" dt="2022-08-04T14:21:06.562" v="808" actId="403"/>
      <pc:docMkLst>
        <pc:docMk/>
      </pc:docMkLst>
      <pc:sldChg chg="modSp mod">
        <pc:chgData name="White, Whitney" userId="65f39021-2f1d-4d8b-87dc-b123826f65bf" providerId="ADAL" clId="{4169C950-9D6F-47BF-9154-DE35FB0104D7}" dt="2022-08-04T14:05:33.918" v="6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169C950-9D6F-47BF-9154-DE35FB0104D7}" dt="2022-08-04T14:05:33.918" v="6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4169C950-9D6F-47BF-9154-DE35FB0104D7}" dt="2022-08-04T14:06:36.845" v="93" actId="403"/>
        <pc:sldMkLst>
          <pc:docMk/>
          <pc:sldMk cId="4071305681" sldId="258"/>
        </pc:sldMkLst>
        <pc:spChg chg="mod">
          <ac:chgData name="White, Whitney" userId="65f39021-2f1d-4d8b-87dc-b123826f65bf" providerId="ADAL" clId="{4169C950-9D6F-47BF-9154-DE35FB0104D7}" dt="2022-08-04T14:06:36.845" v="93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4169C950-9D6F-47BF-9154-DE35FB0104D7}" dt="2022-08-04T14:06:12.851" v="90" actId="255"/>
        <pc:sldMkLst>
          <pc:docMk/>
          <pc:sldMk cId="2772527113" sldId="259"/>
        </pc:sldMkLst>
        <pc:spChg chg="mod">
          <ac:chgData name="White, Whitney" userId="65f39021-2f1d-4d8b-87dc-b123826f65bf" providerId="ADAL" clId="{4169C950-9D6F-47BF-9154-DE35FB0104D7}" dt="2022-08-04T14:06:12.851" v="90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4169C950-9D6F-47BF-9154-DE35FB0104D7}" dt="2022-08-04T14:21:06.562" v="808" actId="403"/>
        <pc:sldMkLst>
          <pc:docMk/>
          <pc:sldMk cId="2147408764" sldId="260"/>
        </pc:sldMkLst>
        <pc:spChg chg="mod">
          <ac:chgData name="White, Whitney" userId="65f39021-2f1d-4d8b-87dc-b123826f65bf" providerId="ADAL" clId="{4169C950-9D6F-47BF-9154-DE35FB0104D7}" dt="2022-08-04T14:21:06.562" v="808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4169C950-9D6F-47BF-9154-DE35FB0104D7}" dt="2022-08-04T14:07:11.099" v="100" actId="1076"/>
        <pc:sldMkLst>
          <pc:docMk/>
          <pc:sldMk cId="3054216349" sldId="261"/>
        </pc:sldMkLst>
        <pc:spChg chg="del">
          <ac:chgData name="White, Whitney" userId="65f39021-2f1d-4d8b-87dc-b123826f65bf" providerId="ADAL" clId="{4169C950-9D6F-47BF-9154-DE35FB0104D7}" dt="2022-08-04T14:06:55.742" v="94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4169C950-9D6F-47BF-9154-DE35FB0104D7}" dt="2022-08-04T14:07:11.099" v="100" actId="1076"/>
          <ac:graphicFrameMkLst>
            <pc:docMk/>
            <pc:sldMk cId="3054216349" sldId="261"/>
            <ac:graphicFrameMk id="5" creationId="{C7180BC7-8E70-425D-A5A2-5830A85EA42B}"/>
          </ac:graphicFrameMkLst>
        </pc:graphicFrameChg>
      </pc:sldChg>
      <pc:sldChg chg="modSp mod">
        <pc:chgData name="White, Whitney" userId="65f39021-2f1d-4d8b-87dc-b123826f65bf" providerId="ADAL" clId="{4169C950-9D6F-47BF-9154-DE35FB0104D7}" dt="2022-08-04T14:19:50.627" v="651" actId="114"/>
        <pc:sldMkLst>
          <pc:docMk/>
          <pc:sldMk cId="4170921578" sldId="262"/>
        </pc:sldMkLst>
        <pc:spChg chg="mod">
          <ac:chgData name="White, Whitney" userId="65f39021-2f1d-4d8b-87dc-b123826f65bf" providerId="ADAL" clId="{4169C950-9D6F-47BF-9154-DE35FB0104D7}" dt="2022-08-04T14:19:32.374" v="550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4169C950-9D6F-47BF-9154-DE35FB0104D7}" dt="2022-08-04T14:19:50.627" v="651" actId="114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">
        <pc:chgData name="White, Whitney" userId="65f39021-2f1d-4d8b-87dc-b123826f65bf" providerId="ADAL" clId="{4169C950-9D6F-47BF-9154-DE35FB0104D7}" dt="2022-08-04T14:19:21.999" v="511" actId="20577"/>
        <pc:sldMkLst>
          <pc:docMk/>
          <pc:sldMk cId="1163931679" sldId="263"/>
        </pc:sldMkLst>
        <pc:spChg chg="mod">
          <ac:chgData name="White, Whitney" userId="65f39021-2f1d-4d8b-87dc-b123826f65bf" providerId="ADAL" clId="{4169C950-9D6F-47BF-9154-DE35FB0104D7}" dt="2022-08-04T14:19:21.999" v="511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4169C950-9D6F-47BF-9154-DE35FB0104D7}" dt="2022-08-04T14:13:49.770" v="468" actId="12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4169C950-9D6F-47BF-9154-DE35FB0104D7}" dt="2022-08-04T14:14:24.253" v="487" actId="20577"/>
        <pc:sldMkLst>
          <pc:docMk/>
          <pc:sldMk cId="3493109116" sldId="264"/>
        </pc:sldMkLst>
        <pc:spChg chg="mod">
          <ac:chgData name="White, Whitney" userId="65f39021-2f1d-4d8b-87dc-b123826f65bf" providerId="ADAL" clId="{4169C950-9D6F-47BF-9154-DE35FB0104D7}" dt="2022-08-04T14:14:24.253" v="487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4169C950-9D6F-47BF-9154-DE35FB0104D7}" dt="2022-08-04T14:12:49.190" v="291" actId="313"/>
          <ac:spMkLst>
            <pc:docMk/>
            <pc:sldMk cId="3493109116" sldId="264"/>
            <ac:spMk id="3" creationId="{F64339F5-2F5D-46B5-A25D-C197D73747BD}"/>
          </ac:spMkLst>
        </pc:spChg>
      </pc:sldChg>
      <pc:sldChg chg="modSp new mod">
        <pc:chgData name="White, Whitney" userId="65f39021-2f1d-4d8b-87dc-b123826f65bf" providerId="ADAL" clId="{4169C950-9D6F-47BF-9154-DE35FB0104D7}" dt="2022-08-04T14:20:21.494" v="772" actId="20577"/>
        <pc:sldMkLst>
          <pc:docMk/>
          <pc:sldMk cId="4074657615" sldId="265"/>
        </pc:sldMkLst>
        <pc:spChg chg="mod">
          <ac:chgData name="White, Whitney" userId="65f39021-2f1d-4d8b-87dc-b123826f65bf" providerId="ADAL" clId="{4169C950-9D6F-47BF-9154-DE35FB0104D7}" dt="2022-08-04T14:20:05.289" v="681" actId="313"/>
          <ac:spMkLst>
            <pc:docMk/>
            <pc:sldMk cId="4074657615" sldId="265"/>
            <ac:spMk id="2" creationId="{D299C39E-1BB4-4357-A2B3-589D40AF6357}"/>
          </ac:spMkLst>
        </pc:spChg>
        <pc:spChg chg="mod">
          <ac:chgData name="White, Whitney" userId="65f39021-2f1d-4d8b-87dc-b123826f65bf" providerId="ADAL" clId="{4169C950-9D6F-47BF-9154-DE35FB0104D7}" dt="2022-08-04T14:20:21.494" v="772" actId="20577"/>
          <ac:spMkLst>
            <pc:docMk/>
            <pc:sldMk cId="4074657615" sldId="265"/>
            <ac:spMk id="3" creationId="{CBE82BF1-723B-4D2D-A753-4628F272A8A6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93417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/>
          </a:bodyPr>
          <a:lstStyle/>
          <a:p>
            <a:r>
              <a:rPr lang="en-US" sz="6000" dirty="0"/>
              <a:t>Characteristics of Professional Communication During Conflict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A9732-F4A5-B2AB-33D3-C755B15C3C1E}"/>
              </a:ext>
            </a:extLst>
          </p:cNvPr>
          <p:cNvSpPr txBox="1"/>
          <p:nvPr/>
        </p:nvSpPr>
        <p:spPr>
          <a:xfrm>
            <a:off x="0" y="6463717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1C, 1E, 1I, 1G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 fontAlgn="base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</a:rPr>
              <a:t>d</a:t>
            </a:r>
            <a:r>
              <a:rPr lang="en-US" dirty="0">
                <a:effectLst/>
                <a:ea typeface="Times New Roman" panose="02020603050405020304" pitchFamily="18" charset="0"/>
              </a:rPr>
              <a:t>escribe the characteristics of effective professional communication during conflict</a:t>
            </a: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fontAlgn="base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apply professional conduct and communication to role play a conflict resolution conversation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Think of a time where you have had conflict with another person.  How did communication impact the initial conflict?  How did communication play a role in resolving the conflict?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180BC7-8E70-425D-A5A2-5830A85EA4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3944160"/>
              </p:ext>
            </p:extLst>
          </p:nvPr>
        </p:nvGraphicFramePr>
        <p:xfrm>
          <a:off x="838200" y="1847654"/>
          <a:ext cx="10515600" cy="3497344"/>
        </p:xfrm>
        <a:graphic>
          <a:graphicData uri="http://schemas.openxmlformats.org/drawingml/2006/table">
            <a:tbl>
              <a:tblPr firstRow="1" firstCol="1" bandRow="1"/>
              <a:tblGrid>
                <a:gridCol w="2297978">
                  <a:extLst>
                    <a:ext uri="{9D8B030D-6E8A-4147-A177-3AD203B41FA5}">
                      <a16:colId xmlns:a16="http://schemas.microsoft.com/office/drawing/2014/main" val="3703857849"/>
                    </a:ext>
                  </a:extLst>
                </a:gridCol>
                <a:gridCol w="8217622">
                  <a:extLst>
                    <a:ext uri="{9D8B030D-6E8A-4147-A177-3AD203B41FA5}">
                      <a16:colId xmlns:a16="http://schemas.microsoft.com/office/drawing/2014/main" val="608895049"/>
                    </a:ext>
                  </a:extLst>
                </a:gridCol>
              </a:tblGrid>
              <a:tr h="134985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Active Listening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Way of listening and responding to another person that promotes mutual understanding by making a conscious effort to hear, understand, and retain information shared with you.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940962"/>
                  </a:ext>
                </a:extLst>
              </a:tr>
              <a:tr h="107374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Conflict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disagreement or argument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150517"/>
                  </a:ext>
                </a:extLst>
              </a:tr>
              <a:tr h="107374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“I” Statements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Style of communication that focuses on the feelings or beliefs of the speaker.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9737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Active Listening During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eye contact</a:t>
            </a:r>
          </a:p>
          <a:p>
            <a:r>
              <a:rPr lang="en-US" dirty="0"/>
              <a:t>Facing the other person</a:t>
            </a:r>
          </a:p>
          <a:p>
            <a:r>
              <a:rPr lang="en-US" dirty="0"/>
              <a:t>Refrain from interrupting</a:t>
            </a:r>
          </a:p>
          <a:p>
            <a:r>
              <a:rPr lang="en-US" dirty="0"/>
              <a:t>Acknowledging the other person (nods, etc.)</a:t>
            </a:r>
          </a:p>
          <a:p>
            <a:r>
              <a:rPr lang="en-US" dirty="0"/>
              <a:t>Repeat or restate what the speaker says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Nonverbal Communication in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Relax your stance</a:t>
            </a:r>
          </a:p>
          <a:p>
            <a:r>
              <a:rPr lang="en-US" dirty="0"/>
              <a:t>Show interest or care/concern through facial expressions</a:t>
            </a:r>
          </a:p>
          <a:p>
            <a:r>
              <a:rPr lang="en-US" dirty="0"/>
              <a:t>Use a calm tone of voice to help de-escalate the conflict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Confront the Situation, Not the Person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Don’t make it personal—address what is wrong with the situation, not the </a:t>
            </a:r>
            <a:r>
              <a:rPr lang="en-US" i="1" dirty="0"/>
              <a:t>person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C39E-1BB4-4357-A2B3-589D40AF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“I”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82BF1-723B-4D2D-A753-4628F272A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Communicating using “I” to share your perspective without accusing/attacking others.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1DA14-311C-4713-A97F-AC2B7E53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65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Communication is a key part of educator professionalism.  Provide an example for each of these conflict management behaviors below: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Active listening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Managing non-verbal communication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Confronting the situation, not the person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Using “I” statements to communicate ideas and needs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Which of the characteristics where the most difficult for you to manage? Why or why not?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What are some things you could do to improve your communication during conflict?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351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Practicum in Education and Training| Unit 2: The Professional Educator | Lesson 2.05</vt:lpstr>
      <vt:lpstr>TEKS Standards &amp; Objectives</vt:lpstr>
      <vt:lpstr>Bellringer</vt:lpstr>
      <vt:lpstr>Vocabulary</vt:lpstr>
      <vt:lpstr>Active Listening During Conflict</vt:lpstr>
      <vt:lpstr>Nonverbal Communication in Conflict</vt:lpstr>
      <vt:lpstr>Confront the Situation, Not the Person </vt:lpstr>
      <vt:lpstr>Using “I” Statements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2.05: Characteristics of Professional Communication During Conflict</dc:title>
  <dc:subject>Lesson 2.05: Characteristics of Professional Communication During Conflict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2023-08-31T19:37:37Z</dcterms:modified>
</cp:coreProperties>
</file>
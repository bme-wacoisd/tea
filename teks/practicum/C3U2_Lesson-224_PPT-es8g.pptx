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4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F4FB0E-57AE-46F9-AD20-7027FCA3B6D6}" v="1" dt="2023-08-31T19:45:18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39F4FB0E-57AE-46F9-AD20-7027FCA3B6D6}"/>
    <pc:docChg chg="modSld">
      <pc:chgData name="White (she/her), Whitney" userId="65f39021-2f1d-4d8b-87dc-b123826f65bf" providerId="ADAL" clId="{39F4FB0E-57AE-46F9-AD20-7027FCA3B6D6}" dt="2023-08-31T19:45:20.463" v="3" actId="1076"/>
      <pc:docMkLst>
        <pc:docMk/>
      </pc:docMkLst>
      <pc:sldChg chg="addSp modSp mod">
        <pc:chgData name="White (she/her), Whitney" userId="65f39021-2f1d-4d8b-87dc-b123826f65bf" providerId="ADAL" clId="{39F4FB0E-57AE-46F9-AD20-7027FCA3B6D6}" dt="2023-08-31T19:45:20.463" v="3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39F4FB0E-57AE-46F9-AD20-7027FCA3B6D6}" dt="2023-08-31T19:45:20.463" v="3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39F4FB0E-57AE-46F9-AD20-7027FCA3B6D6}" dt="2023-08-31T19:45:18.111" v="2"/>
          <ac:spMkLst>
            <pc:docMk/>
            <pc:sldMk cId="1482277026" sldId="256"/>
            <ac:spMk id="4" creationId="{C452AB35-7B3C-FCA6-A679-2A3D6AE3BFC5}"/>
          </ac:spMkLst>
        </pc:spChg>
      </pc:sldChg>
    </pc:docChg>
  </pc:docChgLst>
  <pc:docChgLst>
    <pc:chgData name="White, Whitney" userId="65f39021-2f1d-4d8b-87dc-b123826f65bf" providerId="ADAL" clId="{895273B5-9A29-4B9A-ADD1-A524F34C7FFF}"/>
    <pc:docChg chg="custSel delSld modSld">
      <pc:chgData name="White, Whitney" userId="65f39021-2f1d-4d8b-87dc-b123826f65bf" providerId="ADAL" clId="{895273B5-9A29-4B9A-ADD1-A524F34C7FFF}" dt="2022-08-04T16:23:51.568" v="157" actId="47"/>
      <pc:docMkLst>
        <pc:docMk/>
      </pc:docMkLst>
      <pc:sldChg chg="modSp mod">
        <pc:chgData name="White, Whitney" userId="65f39021-2f1d-4d8b-87dc-b123826f65bf" providerId="ADAL" clId="{895273B5-9A29-4B9A-ADD1-A524F34C7FFF}" dt="2022-08-04T16:21:01.338" v="78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895273B5-9A29-4B9A-ADD1-A524F34C7FFF}" dt="2022-07-31T04:19:18.776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895273B5-9A29-4B9A-ADD1-A524F34C7FFF}" dt="2022-08-04T16:21:01.338" v="78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895273B5-9A29-4B9A-ADD1-A524F34C7FFF}" dt="2022-08-04T16:21:39.810" v="91" actId="403"/>
        <pc:sldMkLst>
          <pc:docMk/>
          <pc:sldMk cId="4071305681" sldId="258"/>
        </pc:sldMkLst>
        <pc:spChg chg="mod">
          <ac:chgData name="White, Whitney" userId="65f39021-2f1d-4d8b-87dc-b123826f65bf" providerId="ADAL" clId="{895273B5-9A29-4B9A-ADD1-A524F34C7FFF}" dt="2022-08-04T16:21:39.810" v="91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895273B5-9A29-4B9A-ADD1-A524F34C7FFF}" dt="2022-08-04T16:21:23.994" v="87" actId="2711"/>
        <pc:sldMkLst>
          <pc:docMk/>
          <pc:sldMk cId="2772527113" sldId="259"/>
        </pc:sldMkLst>
        <pc:spChg chg="mod">
          <ac:chgData name="White, Whitney" userId="65f39021-2f1d-4d8b-87dc-b123826f65bf" providerId="ADAL" clId="{895273B5-9A29-4B9A-ADD1-A524F34C7FFF}" dt="2022-08-04T16:21:23.994" v="87" actId="2711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895273B5-9A29-4B9A-ADD1-A524F34C7FFF}" dt="2022-08-04T16:22:32.953" v="118" actId="11"/>
        <pc:sldMkLst>
          <pc:docMk/>
          <pc:sldMk cId="2147408764" sldId="260"/>
        </pc:sldMkLst>
        <pc:spChg chg="mod">
          <ac:chgData name="White, Whitney" userId="65f39021-2f1d-4d8b-87dc-b123826f65bf" providerId="ADAL" clId="{895273B5-9A29-4B9A-ADD1-A524F34C7FFF}" dt="2022-08-04T16:22:32.953" v="118" actId="11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, Whitney" userId="65f39021-2f1d-4d8b-87dc-b123826f65bf" providerId="ADAL" clId="{895273B5-9A29-4B9A-ADD1-A524F34C7FFF}" dt="2022-08-04T16:21:44.881" v="92" actId="2696"/>
        <pc:sldMkLst>
          <pc:docMk/>
          <pc:sldMk cId="3054216349" sldId="261"/>
        </pc:sldMkLst>
      </pc:sldChg>
      <pc:sldChg chg="del">
        <pc:chgData name="White, Whitney" userId="65f39021-2f1d-4d8b-87dc-b123826f65bf" providerId="ADAL" clId="{895273B5-9A29-4B9A-ADD1-A524F34C7FFF}" dt="2022-08-04T16:23:51.568" v="157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895273B5-9A29-4B9A-ADD1-A524F34C7FFF}" dt="2022-08-04T16:23:50.866" v="156" actId="47"/>
        <pc:sldMkLst>
          <pc:docMk/>
          <pc:sldMk cId="1163931679" sldId="263"/>
        </pc:sldMkLst>
      </pc:sldChg>
      <pc:sldChg chg="modSp mod">
        <pc:chgData name="White, Whitney" userId="65f39021-2f1d-4d8b-87dc-b123826f65bf" providerId="ADAL" clId="{895273B5-9A29-4B9A-ADD1-A524F34C7FFF}" dt="2022-08-04T16:23:47.984" v="155" actId="403"/>
        <pc:sldMkLst>
          <pc:docMk/>
          <pc:sldMk cId="3493109116" sldId="264"/>
        </pc:sldMkLst>
        <pc:spChg chg="mod">
          <ac:chgData name="White, Whitney" userId="65f39021-2f1d-4d8b-87dc-b123826f65bf" providerId="ADAL" clId="{895273B5-9A29-4B9A-ADD1-A524F34C7FFF}" dt="2022-08-04T16:23:37.395" v="151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895273B5-9A29-4B9A-ADD1-A524F34C7FFF}" dt="2022-08-04T16:23:47.984" v="155" actId="403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98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Practicum in Education and Training| Unit 2: The Professional Educator | Lesson 2.24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Presenting a Professional Plan for Growth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2AB35-7B3C-FCA6-A679-2A3D6AE3BFC5}"/>
              </a:ext>
            </a:extLst>
          </p:cNvPr>
          <p:cNvSpPr txBox="1"/>
          <p:nvPr/>
        </p:nvSpPr>
        <p:spPr>
          <a:xfrm>
            <a:off x="0" y="6430161"/>
            <a:ext cx="1195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8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12A, 12B, 12C, 3D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>
                <a:ea typeface="Calibri" panose="020F0502020204030204" pitchFamily="34" charset="0"/>
              </a:rPr>
              <a:t>p</a:t>
            </a:r>
            <a:r>
              <a:rPr lang="en-US" dirty="0">
                <a:effectLst/>
                <a:ea typeface="Calibri" panose="020F0502020204030204" pitchFamily="34" charset="0"/>
              </a:rPr>
              <a:t>resent professional development plan and reflect on why it is an important part of professionalism as an educator</a:t>
            </a:r>
            <a:endParaRPr lang="en-US" sz="4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Today you will present your professional development plan to a group of peers. What are three things that you think presenters should keep in mind today about making an effective presentation?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Presentation 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Student uses relevant facts and details to support key ideas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Student makes eye contact with audience throughout the presentation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Student speaks clearly with appropriate tone and volume to keep audience engaged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Student uses appropriate language and vocabulary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Student answers questions from audience clearly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marR="0" lvl="0" indent="-51435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Why is continuing education an important part of professionalism as an educator?</a:t>
            </a:r>
          </a:p>
          <a:p>
            <a:pPr marL="514350" marR="0" lvl="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marR="0" lvl="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are some of the resources that are available to you as an educator to continue your growth?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187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Symbol</vt:lpstr>
      <vt:lpstr>Office Theme</vt:lpstr>
      <vt:lpstr>Practicum in Education and Training| Unit 2: The Professional Educator | Lesson 2.24</vt:lpstr>
      <vt:lpstr>TEKS Standards &amp; Objectives</vt:lpstr>
      <vt:lpstr>Bellringer</vt:lpstr>
      <vt:lpstr>Presentation Success Criteria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2.24: Presenting a Personal Plan for Growth</dc:title>
  <dc:subject>Lesson 2.24: Presenting a Personal Plan for Growth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2023-08-31T19:45:20Z</dcterms:modified>
</cp:coreProperties>
</file>
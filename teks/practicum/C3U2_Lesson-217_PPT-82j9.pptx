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D1E88-9FCA-4D44-8CFC-F5ADDBB85EF7}" v="1" dt="2023-08-31T19:43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F42D1E88-9FCA-4D44-8CFC-F5ADDBB85EF7}"/>
    <pc:docChg chg="modSld">
      <pc:chgData name="White (she/her), Whitney" userId="65f39021-2f1d-4d8b-87dc-b123826f65bf" providerId="ADAL" clId="{F42D1E88-9FCA-4D44-8CFC-F5ADDBB85EF7}" dt="2023-08-31T19:43:01.081" v="1"/>
      <pc:docMkLst>
        <pc:docMk/>
      </pc:docMkLst>
      <pc:sldChg chg="addSp modSp mod">
        <pc:chgData name="White (she/her), Whitney" userId="65f39021-2f1d-4d8b-87dc-b123826f65bf" providerId="ADAL" clId="{F42D1E88-9FCA-4D44-8CFC-F5ADDBB85EF7}" dt="2023-08-31T19:43:01.081" v="1"/>
        <pc:sldMkLst>
          <pc:docMk/>
          <pc:sldMk cId="1482277026" sldId="256"/>
        </pc:sldMkLst>
        <pc:spChg chg="mod">
          <ac:chgData name="White (she/her), Whitney" userId="65f39021-2f1d-4d8b-87dc-b123826f65bf" providerId="ADAL" clId="{F42D1E88-9FCA-4D44-8CFC-F5ADDBB85EF7}" dt="2023-08-31T19:43:00.425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F42D1E88-9FCA-4D44-8CFC-F5ADDBB85EF7}" dt="2023-08-31T19:43:01.081" v="1"/>
          <ac:spMkLst>
            <pc:docMk/>
            <pc:sldMk cId="1482277026" sldId="256"/>
            <ac:spMk id="4" creationId="{9543583A-62AA-BB58-E178-163F9893B840}"/>
          </ac:spMkLst>
        </pc:spChg>
      </pc:sldChg>
    </pc:docChg>
  </pc:docChgLst>
  <pc:docChgLst>
    <pc:chgData name="White, Whitney" userId="65f39021-2f1d-4d8b-87dc-b123826f65bf" providerId="ADAL" clId="{415090BB-8402-4E11-95F0-D8019250CAEE}"/>
    <pc:docChg chg="custSel delSld modSld">
      <pc:chgData name="White, Whitney" userId="65f39021-2f1d-4d8b-87dc-b123826f65bf" providerId="ADAL" clId="{415090BB-8402-4E11-95F0-D8019250CAEE}" dt="2022-08-04T15:30:29.058" v="104" actId="47"/>
      <pc:docMkLst>
        <pc:docMk/>
      </pc:docMkLst>
      <pc:sldChg chg="modSp mod">
        <pc:chgData name="White, Whitney" userId="65f39021-2f1d-4d8b-87dc-b123826f65bf" providerId="ADAL" clId="{415090BB-8402-4E11-95F0-D8019250CAEE}" dt="2022-08-04T15:28:35.931" v="4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15090BB-8402-4E11-95F0-D8019250CAEE}" dt="2022-07-31T05:04:18.033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415090BB-8402-4E11-95F0-D8019250CAEE}" dt="2022-08-04T15:28:35.931" v="40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415090BB-8402-4E11-95F0-D8019250CAEE}" dt="2022-08-04T15:29:09.138" v="94" actId="255"/>
        <pc:sldMkLst>
          <pc:docMk/>
          <pc:sldMk cId="4071305681" sldId="258"/>
        </pc:sldMkLst>
        <pc:spChg chg="mod">
          <ac:chgData name="White, Whitney" userId="65f39021-2f1d-4d8b-87dc-b123826f65bf" providerId="ADAL" clId="{415090BB-8402-4E11-95F0-D8019250CAEE}" dt="2022-08-04T15:29:09.138" v="94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415090BB-8402-4E11-95F0-D8019250CAEE}" dt="2022-08-04T15:28:55.586" v="91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415090BB-8402-4E11-95F0-D8019250CAEE}" dt="2022-08-04T15:28:55.586" v="91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415090BB-8402-4E11-95F0-D8019250CAEE}" dt="2022-08-04T15:30:22.490" v="101" actId="11"/>
        <pc:sldMkLst>
          <pc:docMk/>
          <pc:sldMk cId="2147408764" sldId="260"/>
        </pc:sldMkLst>
        <pc:spChg chg="mod">
          <ac:chgData name="White, Whitney" userId="65f39021-2f1d-4d8b-87dc-b123826f65bf" providerId="ADAL" clId="{415090BB-8402-4E11-95F0-D8019250CAEE}" dt="2022-08-04T15:30:22.490" v="101" actId="11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415090BB-8402-4E11-95F0-D8019250CAEE}" dt="2022-08-04T15:29:46.177" v="95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415090BB-8402-4E11-95F0-D8019250CAEE}" dt="2022-08-04T15:30:29.058" v="104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415090BB-8402-4E11-95F0-D8019250CAEE}" dt="2022-08-04T15:30:28.508" v="103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415090BB-8402-4E11-95F0-D8019250CAEE}" dt="2022-08-04T15:30:27.890" v="102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" y="609341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</a:t>
            </a:r>
            <a:r>
              <a:rPr lang="en-US" sz="1800"/>
              <a:t>Lesson 2.17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Presenting a Stress Management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3583A-62AA-BB58-E178-163F9893B840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2A, 2B, 2C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present a stress management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it important for teachers to manage stress?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management strategies could you  use to manage stress as a student, and as a teacher in the future?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marR="0" indent="-5143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planning for, recognizing, and managing job-related stress and important part of a successful career as an educator?</a:t>
            </a:r>
          </a:p>
          <a:p>
            <a:pPr marL="514350" marR="0" indent="-5143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upon your interview with a current teacher, what are some of the key stressors that you will need to plan for as a teacher?</a:t>
            </a:r>
          </a:p>
          <a:p>
            <a:pPr marL="514350" marR="0" indent="-5143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were some of the strategies that you heard from your peers that you might incorporate into your plan to manage stress?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162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Practicum in Education and Training| Unit 2: The Professional Educator | Lesson 2.17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2.17: Presenting a Stress Management Plan</dc:title>
  <dc:subject>Lesson 2.17: Presenting a Stress Management Plan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2023-08-31T19:43:03Z</dcterms:modified>
</cp:coreProperties>
</file>
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FE350D-C383-4D89-8F4C-CDDC3672D6DB}" v="1" dt="2023-08-31T19:44:44.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4" d="100"/>
          <a:sy n="104" d="100"/>
        </p:scale>
        <p:origin x="132"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3F55549B-575D-4B87-BFEF-6C72329745F4}"/>
    <pc:docChg chg="undo redo custSel delSld modSld">
      <pc:chgData name="White, Whitney" userId="65f39021-2f1d-4d8b-87dc-b123826f65bf" providerId="ADAL" clId="{3F55549B-575D-4B87-BFEF-6C72329745F4}" dt="2022-08-04T16:14:14.764" v="381" actId="255"/>
      <pc:docMkLst>
        <pc:docMk/>
      </pc:docMkLst>
      <pc:sldChg chg="modSp mod">
        <pc:chgData name="White, Whitney" userId="65f39021-2f1d-4d8b-87dc-b123826f65bf" providerId="ADAL" clId="{3F55549B-575D-4B87-BFEF-6C72329745F4}" dt="2022-08-04T16:08:51.907" v="53" actId="20577"/>
        <pc:sldMkLst>
          <pc:docMk/>
          <pc:sldMk cId="1482277026" sldId="256"/>
        </pc:sldMkLst>
        <pc:spChg chg="mod">
          <ac:chgData name="White, Whitney" userId="65f39021-2f1d-4d8b-87dc-b123826f65bf" providerId="ADAL" clId="{3F55549B-575D-4B87-BFEF-6C72329745F4}" dt="2022-07-31T04:03:57.803" v="3" actId="20577"/>
          <ac:spMkLst>
            <pc:docMk/>
            <pc:sldMk cId="1482277026" sldId="256"/>
            <ac:spMk id="2" creationId="{BFFCF5BD-F8FF-4A67-A8B6-EBB21E79279B}"/>
          </ac:spMkLst>
        </pc:spChg>
        <pc:spChg chg="mod">
          <ac:chgData name="White, Whitney" userId="65f39021-2f1d-4d8b-87dc-b123826f65bf" providerId="ADAL" clId="{3F55549B-575D-4B87-BFEF-6C72329745F4}" dt="2022-08-04T16:08:51.907" v="53" actId="20577"/>
          <ac:spMkLst>
            <pc:docMk/>
            <pc:sldMk cId="1482277026" sldId="256"/>
            <ac:spMk id="3" creationId="{E0FBD98F-3A67-498E-8174-652040DD7B60}"/>
          </ac:spMkLst>
        </pc:spChg>
      </pc:sldChg>
      <pc:sldChg chg="modSp mod">
        <pc:chgData name="White, Whitney" userId="65f39021-2f1d-4d8b-87dc-b123826f65bf" providerId="ADAL" clId="{3F55549B-575D-4B87-BFEF-6C72329745F4}" dt="2022-08-04T16:09:37.137" v="91" actId="403"/>
        <pc:sldMkLst>
          <pc:docMk/>
          <pc:sldMk cId="4071305681" sldId="258"/>
        </pc:sldMkLst>
        <pc:spChg chg="mod">
          <ac:chgData name="White, Whitney" userId="65f39021-2f1d-4d8b-87dc-b123826f65bf" providerId="ADAL" clId="{3F55549B-575D-4B87-BFEF-6C72329745F4}" dt="2022-08-04T16:09:37.137" v="91" actId="403"/>
          <ac:spMkLst>
            <pc:docMk/>
            <pc:sldMk cId="4071305681" sldId="258"/>
            <ac:spMk id="3" creationId="{392BE286-77A6-49DD-B15D-7E4718D52FE7}"/>
          </ac:spMkLst>
        </pc:spChg>
      </pc:sldChg>
      <pc:sldChg chg="modSp mod">
        <pc:chgData name="White, Whitney" userId="65f39021-2f1d-4d8b-87dc-b123826f65bf" providerId="ADAL" clId="{3F55549B-575D-4B87-BFEF-6C72329745F4}" dt="2022-08-04T16:09:26.653" v="87" actId="255"/>
        <pc:sldMkLst>
          <pc:docMk/>
          <pc:sldMk cId="2772527113" sldId="259"/>
        </pc:sldMkLst>
        <pc:spChg chg="mod">
          <ac:chgData name="White, Whitney" userId="65f39021-2f1d-4d8b-87dc-b123826f65bf" providerId="ADAL" clId="{3F55549B-575D-4B87-BFEF-6C72329745F4}" dt="2022-08-04T16:09:26.653" v="87" actId="255"/>
          <ac:spMkLst>
            <pc:docMk/>
            <pc:sldMk cId="2772527113" sldId="259"/>
            <ac:spMk id="3" creationId="{8CE08C7F-0286-423B-92F7-DEB89F31111A}"/>
          </ac:spMkLst>
        </pc:spChg>
      </pc:sldChg>
      <pc:sldChg chg="modSp mod">
        <pc:chgData name="White, Whitney" userId="65f39021-2f1d-4d8b-87dc-b123826f65bf" providerId="ADAL" clId="{3F55549B-575D-4B87-BFEF-6C72329745F4}" dt="2022-08-04T16:14:14.764" v="381" actId="255"/>
        <pc:sldMkLst>
          <pc:docMk/>
          <pc:sldMk cId="2147408764" sldId="260"/>
        </pc:sldMkLst>
        <pc:spChg chg="mod">
          <ac:chgData name="White, Whitney" userId="65f39021-2f1d-4d8b-87dc-b123826f65bf" providerId="ADAL" clId="{3F55549B-575D-4B87-BFEF-6C72329745F4}" dt="2022-08-04T16:14:14.764" v="381" actId="255"/>
          <ac:spMkLst>
            <pc:docMk/>
            <pc:sldMk cId="2147408764" sldId="260"/>
            <ac:spMk id="3" creationId="{49F2A5AF-3C0B-4968-A438-E435325199EA}"/>
          </ac:spMkLst>
        </pc:spChg>
      </pc:sldChg>
      <pc:sldChg chg="modSp mod">
        <pc:chgData name="White, Whitney" userId="65f39021-2f1d-4d8b-87dc-b123826f65bf" providerId="ADAL" clId="{3F55549B-575D-4B87-BFEF-6C72329745F4}" dt="2022-08-04T16:10:03.417" v="275" actId="20577"/>
        <pc:sldMkLst>
          <pc:docMk/>
          <pc:sldMk cId="3054216349" sldId="261"/>
        </pc:sldMkLst>
        <pc:spChg chg="mod">
          <ac:chgData name="White, Whitney" userId="65f39021-2f1d-4d8b-87dc-b123826f65bf" providerId="ADAL" clId="{3F55549B-575D-4B87-BFEF-6C72329745F4}" dt="2022-08-04T16:10:03.417" v="275" actId="20577"/>
          <ac:spMkLst>
            <pc:docMk/>
            <pc:sldMk cId="3054216349" sldId="261"/>
            <ac:spMk id="3" creationId="{AE13FDB6-F093-4D9E-B14E-3D7DB894C34C}"/>
          </ac:spMkLst>
        </pc:spChg>
      </pc:sldChg>
      <pc:sldChg chg="del">
        <pc:chgData name="White, Whitney" userId="65f39021-2f1d-4d8b-87dc-b123826f65bf" providerId="ADAL" clId="{3F55549B-575D-4B87-BFEF-6C72329745F4}" dt="2022-08-04T16:13:55.281" v="368" actId="47"/>
        <pc:sldMkLst>
          <pc:docMk/>
          <pc:sldMk cId="4170921578" sldId="262"/>
        </pc:sldMkLst>
      </pc:sldChg>
      <pc:sldChg chg="modSp mod">
        <pc:chgData name="White, Whitney" userId="65f39021-2f1d-4d8b-87dc-b123826f65bf" providerId="ADAL" clId="{3F55549B-575D-4B87-BFEF-6C72329745F4}" dt="2022-08-04T16:13:27.690" v="367" actId="27636"/>
        <pc:sldMkLst>
          <pc:docMk/>
          <pc:sldMk cId="1163931679" sldId="263"/>
        </pc:sldMkLst>
        <pc:spChg chg="mod">
          <ac:chgData name="White, Whitney" userId="65f39021-2f1d-4d8b-87dc-b123826f65bf" providerId="ADAL" clId="{3F55549B-575D-4B87-BFEF-6C72329745F4}" dt="2022-08-04T16:13:05.017" v="355" actId="20577"/>
          <ac:spMkLst>
            <pc:docMk/>
            <pc:sldMk cId="1163931679" sldId="263"/>
            <ac:spMk id="2" creationId="{531ECDB3-7F62-4124-A1E9-E48D699D2427}"/>
          </ac:spMkLst>
        </pc:spChg>
        <pc:spChg chg="mod">
          <ac:chgData name="White, Whitney" userId="65f39021-2f1d-4d8b-87dc-b123826f65bf" providerId="ADAL" clId="{3F55549B-575D-4B87-BFEF-6C72329745F4}" dt="2022-08-04T16:13:27.690" v="367" actId="27636"/>
          <ac:spMkLst>
            <pc:docMk/>
            <pc:sldMk cId="1163931679" sldId="263"/>
            <ac:spMk id="3" creationId="{012C84E3-4C09-4253-8964-13B9C34E5E48}"/>
          </ac:spMkLst>
        </pc:spChg>
      </pc:sldChg>
      <pc:sldChg chg="addSp delSp modSp mod modAnim">
        <pc:chgData name="White, Whitney" userId="65f39021-2f1d-4d8b-87dc-b123826f65bf" providerId="ADAL" clId="{3F55549B-575D-4B87-BFEF-6C72329745F4}" dt="2022-08-04T16:12:58.770" v="334" actId="20577"/>
        <pc:sldMkLst>
          <pc:docMk/>
          <pc:sldMk cId="3493109116" sldId="264"/>
        </pc:sldMkLst>
        <pc:spChg chg="mod">
          <ac:chgData name="White, Whitney" userId="65f39021-2f1d-4d8b-87dc-b123826f65bf" providerId="ADAL" clId="{3F55549B-575D-4B87-BFEF-6C72329745F4}" dt="2022-08-04T16:12:58.770" v="334" actId="20577"/>
          <ac:spMkLst>
            <pc:docMk/>
            <pc:sldMk cId="3493109116" sldId="264"/>
            <ac:spMk id="2" creationId="{D7836664-70C0-47BA-9BFF-496A04EBBFDE}"/>
          </ac:spMkLst>
        </pc:spChg>
        <pc:spChg chg="del">
          <ac:chgData name="White, Whitney" userId="65f39021-2f1d-4d8b-87dc-b123826f65bf" providerId="ADAL" clId="{3F55549B-575D-4B87-BFEF-6C72329745F4}" dt="2022-08-04T16:10:48.744" v="276"/>
          <ac:spMkLst>
            <pc:docMk/>
            <pc:sldMk cId="3493109116" sldId="264"/>
            <ac:spMk id="3" creationId="{F64339F5-2F5D-46B5-A25D-C197D73747BD}"/>
          </ac:spMkLst>
        </pc:spChg>
        <pc:graphicFrameChg chg="add mod modGraphic">
          <ac:chgData name="White, Whitney" userId="65f39021-2f1d-4d8b-87dc-b123826f65bf" providerId="ADAL" clId="{3F55549B-575D-4B87-BFEF-6C72329745F4}" dt="2022-08-04T16:12:08.603" v="289" actId="122"/>
          <ac:graphicFrameMkLst>
            <pc:docMk/>
            <pc:sldMk cId="3493109116" sldId="264"/>
            <ac:graphicFrameMk id="5" creationId="{CB40461E-BD33-4D13-8EB0-B06B1D677D0C}"/>
          </ac:graphicFrameMkLst>
        </pc:graphicFrameChg>
        <pc:graphicFrameChg chg="add mod modGraphic">
          <ac:chgData name="White, Whitney" userId="65f39021-2f1d-4d8b-87dc-b123826f65bf" providerId="ADAL" clId="{3F55549B-575D-4B87-BFEF-6C72329745F4}" dt="2022-08-04T16:12:43.978" v="301" actId="404"/>
          <ac:graphicFrameMkLst>
            <pc:docMk/>
            <pc:sldMk cId="3493109116" sldId="264"/>
            <ac:graphicFrameMk id="6" creationId="{A93EF0A1-0060-483C-805A-57940208DF41}"/>
          </ac:graphicFrameMkLst>
        </pc:graphicFrame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she/her), Whitney" userId="65f39021-2f1d-4d8b-87dc-b123826f65bf" providerId="ADAL" clId="{2AFE350D-C383-4D89-8F4C-CDDC3672D6DB}"/>
    <pc:docChg chg="modSld">
      <pc:chgData name="White (she/her), Whitney" userId="65f39021-2f1d-4d8b-87dc-b123826f65bf" providerId="ADAL" clId="{2AFE350D-C383-4D89-8F4C-CDDC3672D6DB}" dt="2023-08-31T19:44:46.127" v="2" actId="1076"/>
      <pc:docMkLst>
        <pc:docMk/>
      </pc:docMkLst>
      <pc:sldChg chg="addSp modSp mod">
        <pc:chgData name="White (she/her), Whitney" userId="65f39021-2f1d-4d8b-87dc-b123826f65bf" providerId="ADAL" clId="{2AFE350D-C383-4D89-8F4C-CDDC3672D6DB}" dt="2023-08-31T19:44:46.127" v="2" actId="1076"/>
        <pc:sldMkLst>
          <pc:docMk/>
          <pc:sldMk cId="1482277026" sldId="256"/>
        </pc:sldMkLst>
        <pc:spChg chg="mod">
          <ac:chgData name="White (she/her), Whitney" userId="65f39021-2f1d-4d8b-87dc-b123826f65bf" providerId="ADAL" clId="{2AFE350D-C383-4D89-8F4C-CDDC3672D6DB}" dt="2023-08-31T19:44:46.127" v="2" actId="1076"/>
          <ac:spMkLst>
            <pc:docMk/>
            <pc:sldMk cId="1482277026" sldId="256"/>
            <ac:spMk id="2" creationId="{BFFCF5BD-F8FF-4A67-A8B6-EBB21E79279B}"/>
          </ac:spMkLst>
        </pc:spChg>
        <pc:spChg chg="add mod">
          <ac:chgData name="White (she/her), Whitney" userId="65f39021-2f1d-4d8b-87dc-b123826f65bf" providerId="ADAL" clId="{2AFE350D-C383-4D89-8F4C-CDDC3672D6DB}" dt="2023-08-31T19:44:44.304" v="1"/>
          <ac:spMkLst>
            <pc:docMk/>
            <pc:sldMk cId="1482277026" sldId="256"/>
            <ac:spMk id="4" creationId="{A708D572-A01D-D9DA-C9AA-1873DF2B31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2.22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Developing a Plan for Professional Growth, Part II</a:t>
            </a:r>
          </a:p>
        </p:txBody>
      </p:sp>
      <p:sp>
        <p:nvSpPr>
          <p:cNvPr id="4" name="TextBox 3">
            <a:extLst>
              <a:ext uri="{FF2B5EF4-FFF2-40B4-BE49-F238E27FC236}">
                <a16:creationId xmlns:a16="http://schemas.microsoft.com/office/drawing/2014/main" id="{A708D572-A01D-D9DA-C9AA-1873DF2B3100}"/>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12A, 12B, 12C, 3D</a:t>
            </a:r>
          </a:p>
          <a:p>
            <a:pPr marL="0" indent="0">
              <a:buNone/>
            </a:pPr>
            <a:endParaRPr lang="en-US" dirty="0"/>
          </a:p>
          <a:p>
            <a:pPr marL="0" indent="0">
              <a:buNone/>
            </a:pPr>
            <a:r>
              <a:rPr lang="en-US" dirty="0"/>
              <a:t>The student will:</a:t>
            </a:r>
          </a:p>
          <a:p>
            <a:pPr marL="342900" marR="0" lvl="0" indent="-342900" fontAlgn="base">
              <a:buFont typeface="Symbol" panose="05050102010706020507" pitchFamily="18" charset="2"/>
              <a:buChar char=""/>
            </a:pPr>
            <a:r>
              <a:rPr lang="en-US" dirty="0">
                <a:ea typeface="Times New Roman" panose="02020603050405020304" pitchFamily="18" charset="0"/>
              </a:rPr>
              <a:t>i</a:t>
            </a:r>
            <a:r>
              <a:rPr lang="en-US" dirty="0">
                <a:effectLst/>
                <a:ea typeface="Times New Roman" panose="02020603050405020304" pitchFamily="18" charset="0"/>
              </a:rPr>
              <a:t>nterview an educator to explore strategies for professional growth.</a:t>
            </a:r>
            <a:endParaRPr lang="en-US" dirty="0">
              <a:ea typeface="Times New Roman" panose="02020603050405020304" pitchFamily="18" charset="0"/>
            </a:endParaRPr>
          </a:p>
          <a:p>
            <a:pPr marL="342900" marR="0" lvl="0" indent="-342900" fontAlgn="base">
              <a:buFont typeface="Symbol" panose="05050102010706020507" pitchFamily="18" charset="2"/>
              <a:buChar char=""/>
            </a:pPr>
            <a:r>
              <a:rPr lang="en-US" dirty="0">
                <a:effectLst/>
                <a:ea typeface="Calibri" panose="020F0502020204030204" pitchFamily="34" charset="0"/>
              </a:rPr>
              <a:t>develop a plan that outlines initial steps for growth in a career in education.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Think back to the two goals you drafted in the previous lesson. What additional information or resources will you need to help you achieve those goals? What questions do you have related to your goal?</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Professional Development Plan: A detailed plan for how a teacher will attain their professional growth goals and track their progress toward the goals over the course of the year.</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Professional Development Plan</a:t>
            </a:r>
          </a:p>
        </p:txBody>
      </p:sp>
      <p:graphicFrame>
        <p:nvGraphicFramePr>
          <p:cNvPr id="5" name="Content Placeholder 4">
            <a:extLst>
              <a:ext uri="{FF2B5EF4-FFF2-40B4-BE49-F238E27FC236}">
                <a16:creationId xmlns:a16="http://schemas.microsoft.com/office/drawing/2014/main" id="{CB40461E-BD33-4D13-8EB0-B06B1D677D0C}"/>
              </a:ext>
            </a:extLst>
          </p:cNvPr>
          <p:cNvGraphicFramePr>
            <a:graphicFrameLocks noGrp="1"/>
          </p:cNvGraphicFramePr>
          <p:nvPr>
            <p:ph idx="1"/>
            <p:extLst>
              <p:ext uri="{D42A27DB-BD31-4B8C-83A1-F6EECF244321}">
                <p14:modId xmlns:p14="http://schemas.microsoft.com/office/powerpoint/2010/main" val="2838693427"/>
              </p:ext>
            </p:extLst>
          </p:nvPr>
        </p:nvGraphicFramePr>
        <p:xfrm>
          <a:off x="1706301" y="2380434"/>
          <a:ext cx="3273964" cy="2576441"/>
        </p:xfrm>
        <a:graphic>
          <a:graphicData uri="http://schemas.openxmlformats.org/drawingml/2006/table">
            <a:tbl>
              <a:tblPr firstRow="1" firstCol="1" bandRow="1"/>
              <a:tblGrid>
                <a:gridCol w="3273964">
                  <a:extLst>
                    <a:ext uri="{9D8B030D-6E8A-4147-A177-3AD203B41FA5}">
                      <a16:colId xmlns:a16="http://schemas.microsoft.com/office/drawing/2014/main" val="2354365251"/>
                    </a:ext>
                  </a:extLst>
                </a:gridCol>
              </a:tblGrid>
              <a:tr h="292040">
                <a:tc>
                  <a:txBody>
                    <a:bodyPr/>
                    <a:lstStyle/>
                    <a:p>
                      <a:pPr marL="0" marR="0" algn="ctr" fontAlgn="base">
                        <a:lnSpc>
                          <a:spcPct val="107000"/>
                        </a:lnSpc>
                        <a:spcBef>
                          <a:spcPts val="600"/>
                        </a:spcBef>
                        <a:spcAft>
                          <a:spcPts val="600"/>
                        </a:spcAft>
                      </a:pPr>
                      <a:r>
                        <a:rPr lang="en-US" sz="1800" b="1" u="sng" dirty="0">
                          <a:effectLst/>
                          <a:latin typeface="Calibri" panose="020F0502020204030204" pitchFamily="34" charset="0"/>
                          <a:ea typeface="Calibri" panose="020F0502020204030204" pitchFamily="34" charset="0"/>
                          <a:cs typeface="Calibri" panose="020F0502020204030204" pitchFamily="34" charset="0"/>
                        </a:rPr>
                        <a:t>Goal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5876694"/>
                  </a:ext>
                </a:extLst>
              </a:tr>
              <a:tr h="2284401">
                <a:tc>
                  <a:txBody>
                    <a:bodyPr/>
                    <a:lstStyle/>
                    <a:p>
                      <a:pPr marL="0" marR="0" fontAlgn="base">
                        <a:lnSpc>
                          <a:spcPct val="107000"/>
                        </a:lnSpc>
                        <a:spcBef>
                          <a:spcPts val="0"/>
                        </a:spcBef>
                        <a:spcAft>
                          <a:spcPts val="12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 will learn new ways to effectively manage collaborative groups to increase student productivity and learning.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9337573"/>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graphicFrame>
        <p:nvGraphicFramePr>
          <p:cNvPr id="6" name="Table 5">
            <a:extLst>
              <a:ext uri="{FF2B5EF4-FFF2-40B4-BE49-F238E27FC236}">
                <a16:creationId xmlns:a16="http://schemas.microsoft.com/office/drawing/2014/main" id="{A93EF0A1-0060-483C-805A-57940208DF41}"/>
              </a:ext>
            </a:extLst>
          </p:cNvPr>
          <p:cNvGraphicFramePr>
            <a:graphicFrameLocks noGrp="1"/>
          </p:cNvGraphicFramePr>
          <p:nvPr>
            <p:extLst>
              <p:ext uri="{D42A27DB-BD31-4B8C-83A1-F6EECF244321}">
                <p14:modId xmlns:p14="http://schemas.microsoft.com/office/powerpoint/2010/main" val="3567613626"/>
              </p:ext>
            </p:extLst>
          </p:nvPr>
        </p:nvGraphicFramePr>
        <p:xfrm>
          <a:off x="5728981" y="2380433"/>
          <a:ext cx="3273964" cy="2576441"/>
        </p:xfrm>
        <a:graphic>
          <a:graphicData uri="http://schemas.openxmlformats.org/drawingml/2006/table">
            <a:tbl>
              <a:tblPr firstRow="1" firstCol="1" bandRow="1"/>
              <a:tblGrid>
                <a:gridCol w="3273964">
                  <a:extLst>
                    <a:ext uri="{9D8B030D-6E8A-4147-A177-3AD203B41FA5}">
                      <a16:colId xmlns:a16="http://schemas.microsoft.com/office/drawing/2014/main" val="1639198166"/>
                    </a:ext>
                  </a:extLst>
                </a:gridCol>
              </a:tblGrid>
              <a:tr h="292040">
                <a:tc>
                  <a:txBody>
                    <a:bodyPr/>
                    <a:lstStyle/>
                    <a:p>
                      <a:pPr marL="0" marR="0" algn="ctr" fontAlgn="base">
                        <a:lnSpc>
                          <a:spcPct val="107000"/>
                        </a:lnSpc>
                        <a:spcBef>
                          <a:spcPts val="600"/>
                        </a:spcBef>
                        <a:spcAft>
                          <a:spcPts val="600"/>
                        </a:spcAft>
                      </a:pPr>
                      <a:r>
                        <a:rPr lang="en-US" sz="1400" b="1" u="sng" dirty="0">
                          <a:effectLst/>
                          <a:latin typeface="Calibri" panose="020F0502020204030204" pitchFamily="34" charset="0"/>
                          <a:ea typeface="Calibri" panose="020F0502020204030204" pitchFamily="34" charset="0"/>
                          <a:cs typeface="Calibri" panose="020F0502020204030204" pitchFamily="34" charset="0"/>
                        </a:rPr>
                        <a:t>Action Steps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5770057"/>
                  </a:ext>
                </a:extLst>
              </a:tr>
              <a:tr h="2284401">
                <a:tc>
                  <a:txBody>
                    <a:bodyPr/>
                    <a:lstStyle/>
                    <a:p>
                      <a:pPr marL="342900" marR="0" lvl="0" indent="-342900">
                        <a:spcBef>
                          <a:spcPts val="600"/>
                        </a:spcBef>
                        <a:spcAft>
                          <a:spcPts val="0"/>
                        </a:spcAft>
                        <a:buClr>
                          <a:srgbClr val="008000"/>
                        </a:buClr>
                        <a:buFont typeface="Calibri" panose="020F0502020204030204" pitchFamily="34" charset="0"/>
                        <a:buChar char="•"/>
                      </a:pPr>
                      <a:r>
                        <a:rPr lang="en-US" sz="14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Visit other classrooms during collaborative groups to see how other teachers structure their groups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Clr>
                          <a:srgbClr val="008000"/>
                        </a:buClr>
                        <a:buFont typeface="Calibri" panose="020F0502020204030204" pitchFamily="34" charset="0"/>
                        <a:buChar char="•"/>
                      </a:pPr>
                      <a:r>
                        <a:rPr lang="en-US" sz="14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Attend a professional development on classroom management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Clr>
                          <a:srgbClr val="008000"/>
                        </a:buClr>
                        <a:buFont typeface="Calibri" panose="020F0502020204030204" pitchFamily="34" charset="0"/>
                        <a:buChar char="•"/>
                      </a:pPr>
                      <a:r>
                        <a:rPr lang="en-US" sz="14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Collaborate with other teammates to learn new strategies and processes for effectively managing groups.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8602878"/>
                  </a:ext>
                </a:extLst>
              </a:tr>
            </a:tbl>
          </a:graphicData>
        </a:graphic>
      </p:graphicFrame>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Interview Preparation</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fontScale="92500" lnSpcReduction="10000"/>
          </a:bodyPr>
          <a:lstStyle/>
          <a:p>
            <a:pPr marL="342900" marR="0" lvl="0" indent="-342900">
              <a:lnSpc>
                <a:spcPct val="107000"/>
              </a:lnSpc>
              <a:spcBef>
                <a:spcPts val="1200"/>
              </a:spcBef>
              <a:spcAft>
                <a:spcPts val="0"/>
              </a:spcAft>
              <a:buFont typeface="Symbol" panose="05050102010706020507" pitchFamily="18" charset="2"/>
              <a:buChar char=""/>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Share your goals.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1200"/>
              </a:spcBef>
              <a:spcAft>
                <a:spcPts val="0"/>
              </a:spcAft>
              <a:buFont typeface="Symbol" panose="05050102010706020507" pitchFamily="18" charset="2"/>
              <a:buChar char=""/>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Share how you plan to achieve these goals.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1200"/>
              </a:spcBef>
              <a:spcAft>
                <a:spcPts val="0"/>
              </a:spcAft>
              <a:buFont typeface="Symbol" panose="05050102010706020507" pitchFamily="18" charset="2"/>
              <a:buChar char=""/>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strategies could I use to achieve my goals?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1200"/>
              </a:spcBef>
              <a:spcAft>
                <a:spcPts val="0"/>
              </a:spcAft>
              <a:buFont typeface="Symbol" panose="05050102010706020507" pitchFamily="18" charset="2"/>
              <a:buChar char=""/>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organizations, conferences, and/or trainings could I join to help me achieve my goals?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1200"/>
              </a:spcBef>
              <a:spcAft>
                <a:spcPts val="800"/>
              </a:spcAft>
              <a:buFont typeface="Symbol" panose="05050102010706020507" pitchFamily="18" charset="2"/>
              <a:buChar char=""/>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resources or additional information might I need?</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07000"/>
              </a:lnSpc>
              <a:spcBef>
                <a:spcPts val="1200"/>
              </a:spcBef>
              <a:spcAft>
                <a:spcPts val="800"/>
              </a:spcAft>
              <a:buNone/>
            </a:pPr>
            <a:endParaRPr lang="en-US"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07000"/>
              </a:lnSpc>
              <a:spcBef>
                <a:spcPts val="1200"/>
              </a:spcBef>
              <a:spcAft>
                <a:spcPts val="800"/>
              </a:spcAft>
              <a:buNone/>
            </a:pPr>
            <a:r>
              <a:rPr lang="en-US" sz="2400" i="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Write additional questions you might want to ask an educator that will help you develop a professional development plan.</a:t>
            </a: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What insight did you gain from your interview?</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How can you use this information to help you develop a quality professional development plan?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TotalTime>
  <Words>316</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Practicum in Education and Training| Unit 2: The Professional Educator | Lesson 2.22</vt:lpstr>
      <vt:lpstr>TEKS Standards &amp; Objectives</vt:lpstr>
      <vt:lpstr>Bellringer</vt:lpstr>
      <vt:lpstr>Vocabulary</vt:lpstr>
      <vt:lpstr>Professional Development Plan</vt:lpstr>
      <vt:lpstr>Interview Preparation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2.22: Developing a Plan for Professional Growth, Part 2</dc:title>
  <dc:subject>Lesson 2.22: Developing a Plan for Professional Growth, Part 2</dc:subject>
  <dc:creator>Texas Education Agency</dc:creator>
  <cp:lastModifiedBy>White (she/her), Whitney</cp:lastModifiedBy>
  <cp:revision>3</cp:revision>
  <dcterms:created xsi:type="dcterms:W3CDTF">2022-05-09T19:40:20Z</dcterms:created>
  <dcterms:modified xsi:type="dcterms:W3CDTF">2023-08-31T19:44:48Z</dcterms:modified>
</cp:coreProperties>
</file>
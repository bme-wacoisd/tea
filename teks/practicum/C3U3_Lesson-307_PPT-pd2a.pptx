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8" r:id="rId4"/>
    <p:sldId id="264" r:id="rId5"/>
    <p:sldId id="268" r:id="rId6"/>
    <p:sldId id="269" r:id="rId7"/>
    <p:sldId id="270" r:id="rId8"/>
    <p:sldId id="271" r:id="rId9"/>
    <p:sldId id="272" r:id="rId10"/>
    <p:sldId id="273" r:id="rId11"/>
    <p:sldId id="274" r:id="rId12"/>
    <p:sldId id="275"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712" autoAdjust="0"/>
  </p:normalViewPr>
  <p:slideViewPr>
    <p:cSldViewPr snapToGrid="0">
      <p:cViewPr varScale="1">
        <p:scale>
          <a:sx n="62" d="100"/>
          <a:sy n="62" d="100"/>
        </p:scale>
        <p:origin x="7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ls, Nicole" userId="635ffad0-149b-4734-875d-ab8f60d68deb" providerId="ADAL" clId="{1B332D02-99EA-4584-97C8-500AB4AD3C33}"/>
    <pc:docChg chg="custSel addSld modSld">
      <pc:chgData name="Mills, Nicole" userId="635ffad0-149b-4734-875d-ab8f60d68deb" providerId="ADAL" clId="{1B332D02-99EA-4584-97C8-500AB4AD3C33}" dt="2023-01-05T13:28:50.053" v="458" actId="20577"/>
      <pc:docMkLst>
        <pc:docMk/>
      </pc:docMkLst>
      <pc:sldChg chg="modSp mod">
        <pc:chgData name="Mills, Nicole" userId="635ffad0-149b-4734-875d-ab8f60d68deb" providerId="ADAL" clId="{1B332D02-99EA-4584-97C8-500AB4AD3C33}" dt="2023-01-05T11:59:24.830" v="19" actId="20577"/>
        <pc:sldMkLst>
          <pc:docMk/>
          <pc:sldMk cId="1482277026" sldId="256"/>
        </pc:sldMkLst>
        <pc:spChg chg="mod">
          <ac:chgData name="Mills, Nicole" userId="635ffad0-149b-4734-875d-ab8f60d68deb" providerId="ADAL" clId="{1B332D02-99EA-4584-97C8-500AB4AD3C33}" dt="2023-01-05T11:59:17.646" v="2" actId="20577"/>
          <ac:spMkLst>
            <pc:docMk/>
            <pc:sldMk cId="1482277026" sldId="256"/>
            <ac:spMk id="2" creationId="{BFFCF5BD-F8FF-4A67-A8B6-EBB21E79279B}"/>
          </ac:spMkLst>
        </pc:spChg>
        <pc:spChg chg="mod">
          <ac:chgData name="Mills, Nicole" userId="635ffad0-149b-4734-875d-ab8f60d68deb" providerId="ADAL" clId="{1B332D02-99EA-4584-97C8-500AB4AD3C33}" dt="2023-01-05T11:59:24.830" v="19" actId="20577"/>
          <ac:spMkLst>
            <pc:docMk/>
            <pc:sldMk cId="1482277026" sldId="256"/>
            <ac:spMk id="3" creationId="{E0FBD98F-3A67-498E-8174-652040DD7B60}"/>
          </ac:spMkLst>
        </pc:spChg>
      </pc:sldChg>
      <pc:sldChg chg="modSp mod">
        <pc:chgData name="Mills, Nicole" userId="635ffad0-149b-4734-875d-ab8f60d68deb" providerId="ADAL" clId="{1B332D02-99EA-4584-97C8-500AB4AD3C33}" dt="2023-01-05T12:02:14.724" v="27"/>
        <pc:sldMkLst>
          <pc:docMk/>
          <pc:sldMk cId="4071305681" sldId="258"/>
        </pc:sldMkLst>
        <pc:spChg chg="mod">
          <ac:chgData name="Mills, Nicole" userId="635ffad0-149b-4734-875d-ab8f60d68deb" providerId="ADAL" clId="{1B332D02-99EA-4584-97C8-500AB4AD3C33}" dt="2023-01-05T12:02:14.724" v="27"/>
          <ac:spMkLst>
            <pc:docMk/>
            <pc:sldMk cId="4071305681" sldId="258"/>
            <ac:spMk id="3" creationId="{392BE286-77A6-49DD-B15D-7E4718D52FE7}"/>
          </ac:spMkLst>
        </pc:spChg>
      </pc:sldChg>
      <pc:sldChg chg="modSp mod">
        <pc:chgData name="Mills, Nicole" userId="635ffad0-149b-4734-875d-ab8f60d68deb" providerId="ADAL" clId="{1B332D02-99EA-4584-97C8-500AB4AD3C33}" dt="2023-01-05T12:02:03.295" v="26" actId="20577"/>
        <pc:sldMkLst>
          <pc:docMk/>
          <pc:sldMk cId="2772527113" sldId="259"/>
        </pc:sldMkLst>
        <pc:spChg chg="mod">
          <ac:chgData name="Mills, Nicole" userId="635ffad0-149b-4734-875d-ab8f60d68deb" providerId="ADAL" clId="{1B332D02-99EA-4584-97C8-500AB4AD3C33}" dt="2023-01-05T12:02:03.295" v="26" actId="20577"/>
          <ac:spMkLst>
            <pc:docMk/>
            <pc:sldMk cId="2772527113" sldId="259"/>
            <ac:spMk id="3" creationId="{8CE08C7F-0286-423B-92F7-DEB89F31111A}"/>
          </ac:spMkLst>
        </pc:spChg>
      </pc:sldChg>
      <pc:sldChg chg="modSp mod">
        <pc:chgData name="Mills, Nicole" userId="635ffad0-149b-4734-875d-ab8f60d68deb" providerId="ADAL" clId="{1B332D02-99EA-4584-97C8-500AB4AD3C33}" dt="2023-01-05T12:02:52.552" v="35" actId="403"/>
        <pc:sldMkLst>
          <pc:docMk/>
          <pc:sldMk cId="3493109116" sldId="264"/>
        </pc:sldMkLst>
        <pc:graphicFrameChg chg="mod modGraphic">
          <ac:chgData name="Mills, Nicole" userId="635ffad0-149b-4734-875d-ab8f60d68deb" providerId="ADAL" clId="{1B332D02-99EA-4584-97C8-500AB4AD3C33}" dt="2023-01-05T12:02:52.552" v="35" actId="403"/>
          <ac:graphicFrameMkLst>
            <pc:docMk/>
            <pc:sldMk cId="3493109116" sldId="264"/>
            <ac:graphicFrameMk id="3" creationId="{F2860C0F-BA53-412B-8826-DAA9A1B29BA9}"/>
          </ac:graphicFrameMkLst>
        </pc:graphicFrameChg>
      </pc:sldChg>
      <pc:sldChg chg="addSp delSp modSp mod delAnim">
        <pc:chgData name="Mills, Nicole" userId="635ffad0-149b-4734-875d-ab8f60d68deb" providerId="ADAL" clId="{1B332D02-99EA-4584-97C8-500AB4AD3C33}" dt="2023-01-05T13:07:14.940" v="144" actId="20577"/>
        <pc:sldMkLst>
          <pc:docMk/>
          <pc:sldMk cId="1936015983" sldId="266"/>
        </pc:sldMkLst>
        <pc:spChg chg="mod">
          <ac:chgData name="Mills, Nicole" userId="635ffad0-149b-4734-875d-ab8f60d68deb" providerId="ADAL" clId="{1B332D02-99EA-4584-97C8-500AB4AD3C33}" dt="2023-01-05T13:07:14.940" v="144" actId="20577"/>
          <ac:spMkLst>
            <pc:docMk/>
            <pc:sldMk cId="1936015983" sldId="266"/>
            <ac:spMk id="2" creationId="{9AFB837C-3E07-4129-B371-9F5CA97D5605}"/>
          </ac:spMkLst>
        </pc:spChg>
        <pc:spChg chg="add mod">
          <ac:chgData name="Mills, Nicole" userId="635ffad0-149b-4734-875d-ab8f60d68deb" providerId="ADAL" clId="{1B332D02-99EA-4584-97C8-500AB4AD3C33}" dt="2023-01-05T13:07:00.707" v="142" actId="20577"/>
          <ac:spMkLst>
            <pc:docMk/>
            <pc:sldMk cId="1936015983" sldId="266"/>
            <ac:spMk id="6" creationId="{0FF8D460-EF1C-4294-87F0-2081A67D40B1}"/>
          </ac:spMkLst>
        </pc:spChg>
        <pc:picChg chg="del">
          <ac:chgData name="Mills, Nicole" userId="635ffad0-149b-4734-875d-ab8f60d68deb" providerId="ADAL" clId="{1B332D02-99EA-4584-97C8-500AB4AD3C33}" dt="2023-01-05T13:06:12.198" v="134" actId="478"/>
          <ac:picMkLst>
            <pc:docMk/>
            <pc:sldMk cId="1936015983" sldId="266"/>
            <ac:picMk id="7" creationId="{F7D056D4-0C3A-4150-A5CC-092E54C1C8FD}"/>
          </ac:picMkLst>
        </pc:picChg>
      </pc:sldChg>
      <pc:sldChg chg="modSp mod">
        <pc:chgData name="Mills, Nicole" userId="635ffad0-149b-4734-875d-ab8f60d68deb" providerId="ADAL" clId="{1B332D02-99EA-4584-97C8-500AB4AD3C33}" dt="2023-01-05T13:28:50.053" v="458" actId="20577"/>
        <pc:sldMkLst>
          <pc:docMk/>
          <pc:sldMk cId="2313533111" sldId="267"/>
        </pc:sldMkLst>
        <pc:spChg chg="mod">
          <ac:chgData name="Mills, Nicole" userId="635ffad0-149b-4734-875d-ab8f60d68deb" providerId="ADAL" clId="{1B332D02-99EA-4584-97C8-500AB4AD3C33}" dt="2023-01-05T13:28:50.053" v="458" actId="20577"/>
          <ac:spMkLst>
            <pc:docMk/>
            <pc:sldMk cId="2313533111" sldId="267"/>
            <ac:spMk id="3" creationId="{49F2A5AF-3C0B-4968-A438-E435325199EA}"/>
          </ac:spMkLst>
        </pc:spChg>
      </pc:sldChg>
      <pc:sldChg chg="addSp modSp add mod">
        <pc:chgData name="Mills, Nicole" userId="635ffad0-149b-4734-875d-ab8f60d68deb" providerId="ADAL" clId="{1B332D02-99EA-4584-97C8-500AB4AD3C33}" dt="2023-01-05T13:22:59.737" v="340" actId="404"/>
        <pc:sldMkLst>
          <pc:docMk/>
          <pc:sldMk cId="687916227" sldId="268"/>
        </pc:sldMkLst>
        <pc:spChg chg="mod">
          <ac:chgData name="Mills, Nicole" userId="635ffad0-149b-4734-875d-ab8f60d68deb" providerId="ADAL" clId="{1B332D02-99EA-4584-97C8-500AB4AD3C33}" dt="2023-01-05T13:08:15.449" v="185" actId="1076"/>
          <ac:spMkLst>
            <pc:docMk/>
            <pc:sldMk cId="687916227" sldId="268"/>
            <ac:spMk id="2" creationId="{9AFB837C-3E07-4129-B371-9F5CA97D5605}"/>
          </ac:spMkLst>
        </pc:spChg>
        <pc:spChg chg="mod">
          <ac:chgData name="Mills, Nicole" userId="635ffad0-149b-4734-875d-ab8f60d68deb" providerId="ADAL" clId="{1B332D02-99EA-4584-97C8-500AB4AD3C33}" dt="2023-01-05T13:08:18.392" v="186" actId="1076"/>
          <ac:spMkLst>
            <pc:docMk/>
            <pc:sldMk cId="687916227" sldId="268"/>
            <ac:spMk id="6" creationId="{0FF8D460-EF1C-4294-87F0-2081A67D40B1}"/>
          </ac:spMkLst>
        </pc:spChg>
        <pc:spChg chg="add mod">
          <ac:chgData name="Mills, Nicole" userId="635ffad0-149b-4734-875d-ab8f60d68deb" providerId="ADAL" clId="{1B332D02-99EA-4584-97C8-500AB4AD3C33}" dt="2023-01-05T13:22:59.737" v="340" actId="404"/>
          <ac:spMkLst>
            <pc:docMk/>
            <pc:sldMk cId="687916227" sldId="268"/>
            <ac:spMk id="7" creationId="{43CC32DF-251F-4E66-9E04-B5B8A41A717E}"/>
          </ac:spMkLst>
        </pc:spChg>
        <pc:picChg chg="add mod">
          <ac:chgData name="Mills, Nicole" userId="635ffad0-149b-4734-875d-ab8f60d68deb" providerId="ADAL" clId="{1B332D02-99EA-4584-97C8-500AB4AD3C33}" dt="2023-01-05T13:08:32.078" v="189" actId="1076"/>
          <ac:picMkLst>
            <pc:docMk/>
            <pc:sldMk cId="687916227" sldId="268"/>
            <ac:picMk id="5" creationId="{542021F2-5A22-46A0-BD2A-7574D35B43CA}"/>
          </ac:picMkLst>
        </pc:picChg>
      </pc:sldChg>
      <pc:sldChg chg="addSp modSp add mod">
        <pc:chgData name="Mills, Nicole" userId="635ffad0-149b-4734-875d-ab8f60d68deb" providerId="ADAL" clId="{1B332D02-99EA-4584-97C8-500AB4AD3C33}" dt="2023-01-05T13:23:05.076" v="341"/>
        <pc:sldMkLst>
          <pc:docMk/>
          <pc:sldMk cId="3710952636" sldId="269"/>
        </pc:sldMkLst>
        <pc:spChg chg="mod">
          <ac:chgData name="Mills, Nicole" userId="635ffad0-149b-4734-875d-ab8f60d68deb" providerId="ADAL" clId="{1B332D02-99EA-4584-97C8-500AB4AD3C33}" dt="2023-01-05T13:08:45.380" v="208" actId="20577"/>
          <ac:spMkLst>
            <pc:docMk/>
            <pc:sldMk cId="3710952636" sldId="269"/>
            <ac:spMk id="2" creationId="{9AFB837C-3E07-4129-B371-9F5CA97D5605}"/>
          </ac:spMkLst>
        </pc:spChg>
        <pc:spChg chg="mod">
          <ac:chgData name="Mills, Nicole" userId="635ffad0-149b-4734-875d-ab8f60d68deb" providerId="ADAL" clId="{1B332D02-99EA-4584-97C8-500AB4AD3C33}" dt="2023-01-05T13:09:12.113" v="212" actId="14100"/>
          <ac:spMkLst>
            <pc:docMk/>
            <pc:sldMk cId="3710952636" sldId="269"/>
            <ac:spMk id="6" creationId="{0FF8D460-EF1C-4294-87F0-2081A67D40B1}"/>
          </ac:spMkLst>
        </pc:spChg>
        <pc:spChg chg="add mod">
          <ac:chgData name="Mills, Nicole" userId="635ffad0-149b-4734-875d-ab8f60d68deb" providerId="ADAL" clId="{1B332D02-99EA-4584-97C8-500AB4AD3C33}" dt="2023-01-05T13:23:05.076" v="341"/>
          <ac:spMkLst>
            <pc:docMk/>
            <pc:sldMk cId="3710952636" sldId="269"/>
            <ac:spMk id="7" creationId="{8BE4EAF1-F728-40F1-80BB-0D33F0A784F2}"/>
          </ac:spMkLst>
        </pc:spChg>
        <pc:picChg chg="mod">
          <ac:chgData name="Mills, Nicole" userId="635ffad0-149b-4734-875d-ab8f60d68deb" providerId="ADAL" clId="{1B332D02-99EA-4584-97C8-500AB4AD3C33}" dt="2023-01-05T13:09:16.439" v="213" actId="14100"/>
          <ac:picMkLst>
            <pc:docMk/>
            <pc:sldMk cId="3710952636" sldId="269"/>
            <ac:picMk id="5" creationId="{542021F2-5A22-46A0-BD2A-7574D35B43CA}"/>
          </ac:picMkLst>
        </pc:picChg>
      </pc:sldChg>
      <pc:sldChg chg="addSp delSp modSp add mod">
        <pc:chgData name="Mills, Nicole" userId="635ffad0-149b-4734-875d-ab8f60d68deb" providerId="ADAL" clId="{1B332D02-99EA-4584-97C8-500AB4AD3C33}" dt="2023-01-05T13:22:55.137" v="339" actId="404"/>
        <pc:sldMkLst>
          <pc:docMk/>
          <pc:sldMk cId="3082515101" sldId="270"/>
        </pc:sldMkLst>
        <pc:spChg chg="mod">
          <ac:chgData name="Mills, Nicole" userId="635ffad0-149b-4734-875d-ab8f60d68deb" providerId="ADAL" clId="{1B332D02-99EA-4584-97C8-500AB4AD3C33}" dt="2023-01-05T13:10:17.889" v="264" actId="14100"/>
          <ac:spMkLst>
            <pc:docMk/>
            <pc:sldMk cId="3082515101" sldId="270"/>
            <ac:spMk id="2" creationId="{9AFB837C-3E07-4129-B371-9F5CA97D5605}"/>
          </ac:spMkLst>
        </pc:spChg>
        <pc:spChg chg="mod">
          <ac:chgData name="Mills, Nicole" userId="635ffad0-149b-4734-875d-ab8f60d68deb" providerId="ADAL" clId="{1B332D02-99EA-4584-97C8-500AB4AD3C33}" dt="2023-01-05T13:10:28.639" v="267" actId="1076"/>
          <ac:spMkLst>
            <pc:docMk/>
            <pc:sldMk cId="3082515101" sldId="270"/>
            <ac:spMk id="6" creationId="{0FF8D460-EF1C-4294-87F0-2081A67D40B1}"/>
          </ac:spMkLst>
        </pc:spChg>
        <pc:spChg chg="add mod">
          <ac:chgData name="Mills, Nicole" userId="635ffad0-149b-4734-875d-ab8f60d68deb" providerId="ADAL" clId="{1B332D02-99EA-4584-97C8-500AB4AD3C33}" dt="2023-01-05T13:22:55.137" v="339" actId="404"/>
          <ac:spMkLst>
            <pc:docMk/>
            <pc:sldMk cId="3082515101" sldId="270"/>
            <ac:spMk id="8" creationId="{B18CF757-C940-4903-9E91-04B61B4952BE}"/>
          </ac:spMkLst>
        </pc:spChg>
        <pc:picChg chg="del">
          <ac:chgData name="Mills, Nicole" userId="635ffad0-149b-4734-875d-ab8f60d68deb" providerId="ADAL" clId="{1B332D02-99EA-4584-97C8-500AB4AD3C33}" dt="2023-01-05T13:10:00.697" v="258" actId="478"/>
          <ac:picMkLst>
            <pc:docMk/>
            <pc:sldMk cId="3082515101" sldId="270"/>
            <ac:picMk id="5" creationId="{542021F2-5A22-46A0-BD2A-7574D35B43CA}"/>
          </ac:picMkLst>
        </pc:picChg>
        <pc:picChg chg="add mod">
          <ac:chgData name="Mills, Nicole" userId="635ffad0-149b-4734-875d-ab8f60d68deb" providerId="ADAL" clId="{1B332D02-99EA-4584-97C8-500AB4AD3C33}" dt="2023-01-05T13:22:34.287" v="335" actId="1076"/>
          <ac:picMkLst>
            <pc:docMk/>
            <pc:sldMk cId="3082515101" sldId="270"/>
            <ac:picMk id="7" creationId="{A6AF8FCD-F890-4127-A784-50F7687E7F99}"/>
          </ac:picMkLst>
        </pc:picChg>
      </pc:sldChg>
      <pc:sldChg chg="addSp modSp add mod">
        <pc:chgData name="Mills, Nicole" userId="635ffad0-149b-4734-875d-ab8f60d68deb" providerId="ADAL" clId="{1B332D02-99EA-4584-97C8-500AB4AD3C33}" dt="2023-01-05T13:22:50.376" v="338" actId="404"/>
        <pc:sldMkLst>
          <pc:docMk/>
          <pc:sldMk cId="2866561618" sldId="271"/>
        </pc:sldMkLst>
        <pc:spChg chg="mod">
          <ac:chgData name="Mills, Nicole" userId="635ffad0-149b-4734-875d-ab8f60d68deb" providerId="ADAL" clId="{1B332D02-99EA-4584-97C8-500AB4AD3C33}" dt="2023-01-05T13:11:05.545" v="310" actId="20577"/>
          <ac:spMkLst>
            <pc:docMk/>
            <pc:sldMk cId="2866561618" sldId="271"/>
            <ac:spMk id="2" creationId="{9AFB837C-3E07-4129-B371-9F5CA97D5605}"/>
          </ac:spMkLst>
        </pc:spChg>
        <pc:spChg chg="mod">
          <ac:chgData name="Mills, Nicole" userId="635ffad0-149b-4734-875d-ab8f60d68deb" providerId="ADAL" clId="{1B332D02-99EA-4584-97C8-500AB4AD3C33}" dt="2023-01-05T13:11:17.181" v="311"/>
          <ac:spMkLst>
            <pc:docMk/>
            <pc:sldMk cId="2866561618" sldId="271"/>
            <ac:spMk id="6" creationId="{0FF8D460-EF1C-4294-87F0-2081A67D40B1}"/>
          </ac:spMkLst>
        </pc:spChg>
        <pc:spChg chg="add mod">
          <ac:chgData name="Mills, Nicole" userId="635ffad0-149b-4734-875d-ab8f60d68deb" providerId="ADAL" clId="{1B332D02-99EA-4584-97C8-500AB4AD3C33}" dt="2023-01-05T13:22:50.376" v="338" actId="404"/>
          <ac:spMkLst>
            <pc:docMk/>
            <pc:sldMk cId="2866561618" sldId="271"/>
            <ac:spMk id="8" creationId="{22FEEFD2-55EB-475E-9EE0-7FD35D91C997}"/>
          </ac:spMkLst>
        </pc:spChg>
        <pc:picChg chg="mod">
          <ac:chgData name="Mills, Nicole" userId="635ffad0-149b-4734-875d-ab8f60d68deb" providerId="ADAL" clId="{1B332D02-99EA-4584-97C8-500AB4AD3C33}" dt="2023-01-05T13:22:44.303" v="337" actId="1076"/>
          <ac:picMkLst>
            <pc:docMk/>
            <pc:sldMk cId="2866561618" sldId="271"/>
            <ac:picMk id="7" creationId="{A6AF8FCD-F890-4127-A784-50F7687E7F99}"/>
          </ac:picMkLst>
        </pc:picChg>
      </pc:sldChg>
      <pc:sldChg chg="delSp modSp add mod">
        <pc:chgData name="Mills, Nicole" userId="635ffad0-149b-4734-875d-ab8f60d68deb" providerId="ADAL" clId="{1B332D02-99EA-4584-97C8-500AB4AD3C33}" dt="2023-01-05T13:24:08.337" v="395" actId="478"/>
        <pc:sldMkLst>
          <pc:docMk/>
          <pc:sldMk cId="3902368305" sldId="272"/>
        </pc:sldMkLst>
        <pc:spChg chg="mod">
          <ac:chgData name="Mills, Nicole" userId="635ffad0-149b-4734-875d-ab8f60d68deb" providerId="ADAL" clId="{1B332D02-99EA-4584-97C8-500AB4AD3C33}" dt="2023-01-05T13:23:43.471" v="389" actId="20577"/>
          <ac:spMkLst>
            <pc:docMk/>
            <pc:sldMk cId="3902368305" sldId="272"/>
            <ac:spMk id="2" creationId="{9AFB837C-3E07-4129-B371-9F5CA97D5605}"/>
          </ac:spMkLst>
        </pc:spChg>
        <pc:spChg chg="mod">
          <ac:chgData name="Mills, Nicole" userId="635ffad0-149b-4734-875d-ab8f60d68deb" providerId="ADAL" clId="{1B332D02-99EA-4584-97C8-500AB4AD3C33}" dt="2023-01-05T13:24:02.570" v="394" actId="120"/>
          <ac:spMkLst>
            <pc:docMk/>
            <pc:sldMk cId="3902368305" sldId="272"/>
            <ac:spMk id="6" creationId="{0FF8D460-EF1C-4294-87F0-2081A67D40B1}"/>
          </ac:spMkLst>
        </pc:spChg>
        <pc:spChg chg="del">
          <ac:chgData name="Mills, Nicole" userId="635ffad0-149b-4734-875d-ab8f60d68deb" providerId="ADAL" clId="{1B332D02-99EA-4584-97C8-500AB4AD3C33}" dt="2023-01-05T13:24:08.337" v="395" actId="478"/>
          <ac:spMkLst>
            <pc:docMk/>
            <pc:sldMk cId="3902368305" sldId="272"/>
            <ac:spMk id="8" creationId="{22FEEFD2-55EB-475E-9EE0-7FD35D91C997}"/>
          </ac:spMkLst>
        </pc:spChg>
        <pc:picChg chg="del">
          <ac:chgData name="Mills, Nicole" userId="635ffad0-149b-4734-875d-ab8f60d68deb" providerId="ADAL" clId="{1B332D02-99EA-4584-97C8-500AB4AD3C33}" dt="2023-01-05T13:23:54.805" v="391" actId="478"/>
          <ac:picMkLst>
            <pc:docMk/>
            <pc:sldMk cId="3902368305" sldId="272"/>
            <ac:picMk id="7" creationId="{A6AF8FCD-F890-4127-A784-50F7687E7F99}"/>
          </ac:picMkLst>
        </pc:picChg>
      </pc:sldChg>
      <pc:sldChg chg="addSp delSp modSp add mod">
        <pc:chgData name="Mills, Nicole" userId="635ffad0-149b-4734-875d-ab8f60d68deb" providerId="ADAL" clId="{1B332D02-99EA-4584-97C8-500AB4AD3C33}" dt="2023-01-05T13:27:37.530" v="434" actId="1076"/>
        <pc:sldMkLst>
          <pc:docMk/>
          <pc:sldMk cId="565676143" sldId="273"/>
        </pc:sldMkLst>
        <pc:spChg chg="mod">
          <ac:chgData name="Mills, Nicole" userId="635ffad0-149b-4734-875d-ab8f60d68deb" providerId="ADAL" clId="{1B332D02-99EA-4584-97C8-500AB4AD3C33}" dt="2023-01-05T13:24:22.071" v="418" actId="20577"/>
          <ac:spMkLst>
            <pc:docMk/>
            <pc:sldMk cId="565676143" sldId="273"/>
            <ac:spMk id="2" creationId="{9AFB837C-3E07-4129-B371-9F5CA97D5605}"/>
          </ac:spMkLst>
        </pc:spChg>
        <pc:spChg chg="del">
          <ac:chgData name="Mills, Nicole" userId="635ffad0-149b-4734-875d-ab8f60d68deb" providerId="ADAL" clId="{1B332D02-99EA-4584-97C8-500AB4AD3C33}" dt="2023-01-05T13:24:24.435" v="419" actId="478"/>
          <ac:spMkLst>
            <pc:docMk/>
            <pc:sldMk cId="565676143" sldId="273"/>
            <ac:spMk id="6" creationId="{0FF8D460-EF1C-4294-87F0-2081A67D40B1}"/>
          </ac:spMkLst>
        </pc:spChg>
        <pc:picChg chg="add mod">
          <ac:chgData name="Mills, Nicole" userId="635ffad0-149b-4734-875d-ab8f60d68deb" providerId="ADAL" clId="{1B332D02-99EA-4584-97C8-500AB4AD3C33}" dt="2023-01-05T13:27:37.530" v="434" actId="1076"/>
          <ac:picMkLst>
            <pc:docMk/>
            <pc:sldMk cId="565676143" sldId="273"/>
            <ac:picMk id="5" creationId="{B6EC0650-40AE-47B0-B775-66C226B5223A}"/>
          </ac:picMkLst>
        </pc:picChg>
        <pc:picChg chg="add del mod">
          <ac:chgData name="Mills, Nicole" userId="635ffad0-149b-4734-875d-ab8f60d68deb" providerId="ADAL" clId="{1B332D02-99EA-4584-97C8-500AB4AD3C33}" dt="2023-01-05T13:27:31.782" v="432" actId="21"/>
          <ac:picMkLst>
            <pc:docMk/>
            <pc:sldMk cId="565676143" sldId="273"/>
            <ac:picMk id="7" creationId="{CAF28F7E-F564-4C9F-936F-AD4DF2943ED4}"/>
          </ac:picMkLst>
        </pc:picChg>
      </pc:sldChg>
      <pc:sldChg chg="addSp delSp modSp add mod">
        <pc:chgData name="Mills, Nicole" userId="635ffad0-149b-4734-875d-ab8f60d68deb" providerId="ADAL" clId="{1B332D02-99EA-4584-97C8-500AB4AD3C33}" dt="2023-01-05T13:27:49.994" v="440" actId="1076"/>
        <pc:sldMkLst>
          <pc:docMk/>
          <pc:sldMk cId="919562121" sldId="274"/>
        </pc:sldMkLst>
        <pc:picChg chg="del">
          <ac:chgData name="Mills, Nicole" userId="635ffad0-149b-4734-875d-ab8f60d68deb" providerId="ADAL" clId="{1B332D02-99EA-4584-97C8-500AB4AD3C33}" dt="2023-01-05T13:27:42.609" v="436" actId="478"/>
          <ac:picMkLst>
            <pc:docMk/>
            <pc:sldMk cId="919562121" sldId="274"/>
            <ac:picMk id="5" creationId="{B6EC0650-40AE-47B0-B775-66C226B5223A}"/>
          </ac:picMkLst>
        </pc:picChg>
        <pc:picChg chg="add mod">
          <ac:chgData name="Mills, Nicole" userId="635ffad0-149b-4734-875d-ab8f60d68deb" providerId="ADAL" clId="{1B332D02-99EA-4584-97C8-500AB4AD3C33}" dt="2023-01-05T13:27:49.994" v="440" actId="1076"/>
          <ac:picMkLst>
            <pc:docMk/>
            <pc:sldMk cId="919562121" sldId="274"/>
            <ac:picMk id="6" creationId="{25EC3DFD-949F-44FF-B967-7C69B4913C92}"/>
          </ac:picMkLst>
        </pc:picChg>
      </pc:sldChg>
    </pc:docChg>
  </pc:docChgLst>
  <pc:docChgLst>
    <pc:chgData name="Mills, Nicole" userId="635ffad0-149b-4734-875d-ab8f60d68deb" providerId="ADAL" clId="{68815E23-D9BD-4821-AC22-4EB0FCB9CA2E}"/>
    <pc:docChg chg="custSel addSld modSld">
      <pc:chgData name="Mills, Nicole" userId="635ffad0-149b-4734-875d-ab8f60d68deb" providerId="ADAL" clId="{68815E23-D9BD-4821-AC22-4EB0FCB9CA2E}" dt="2022-12-02T20:02:57.548" v="71" actId="20577"/>
      <pc:docMkLst>
        <pc:docMk/>
      </pc:docMkLst>
      <pc:sldChg chg="modSp mod">
        <pc:chgData name="Mills, Nicole" userId="635ffad0-149b-4734-875d-ab8f60d68deb" providerId="ADAL" clId="{68815E23-D9BD-4821-AC22-4EB0FCB9CA2E}" dt="2022-12-02T19:58:55.768" v="3" actId="20577"/>
        <pc:sldMkLst>
          <pc:docMk/>
          <pc:sldMk cId="1482277026" sldId="256"/>
        </pc:sldMkLst>
        <pc:spChg chg="mod">
          <ac:chgData name="Mills, Nicole" userId="635ffad0-149b-4734-875d-ab8f60d68deb" providerId="ADAL" clId="{68815E23-D9BD-4821-AC22-4EB0FCB9CA2E}" dt="2022-12-02T19:58:55.768" v="3" actId="20577"/>
          <ac:spMkLst>
            <pc:docMk/>
            <pc:sldMk cId="1482277026" sldId="256"/>
            <ac:spMk id="2" creationId="{BFFCF5BD-F8FF-4A67-A8B6-EBB21E79279B}"/>
          </ac:spMkLst>
        </pc:spChg>
        <pc:spChg chg="mod">
          <ac:chgData name="Mills, Nicole" userId="635ffad0-149b-4734-875d-ab8f60d68deb" providerId="ADAL" clId="{68815E23-D9BD-4821-AC22-4EB0FCB9CA2E}" dt="2022-12-02T19:58:53.188" v="1" actId="20577"/>
          <ac:spMkLst>
            <pc:docMk/>
            <pc:sldMk cId="1482277026" sldId="256"/>
            <ac:spMk id="3" creationId="{E0FBD98F-3A67-498E-8174-652040DD7B60}"/>
          </ac:spMkLst>
        </pc:spChg>
      </pc:sldChg>
      <pc:sldChg chg="modSp mod">
        <pc:chgData name="Mills, Nicole" userId="635ffad0-149b-4734-875d-ab8f60d68deb" providerId="ADAL" clId="{68815E23-D9BD-4821-AC22-4EB0FCB9CA2E}" dt="2022-12-02T20:00:32.020" v="55" actId="20577"/>
        <pc:sldMkLst>
          <pc:docMk/>
          <pc:sldMk cId="4071305681" sldId="258"/>
        </pc:sldMkLst>
        <pc:spChg chg="mod">
          <ac:chgData name="Mills, Nicole" userId="635ffad0-149b-4734-875d-ab8f60d68deb" providerId="ADAL" clId="{68815E23-D9BD-4821-AC22-4EB0FCB9CA2E}" dt="2022-12-02T20:00:32.020" v="55" actId="20577"/>
          <ac:spMkLst>
            <pc:docMk/>
            <pc:sldMk cId="4071305681" sldId="258"/>
            <ac:spMk id="3" creationId="{392BE286-77A6-49DD-B15D-7E4718D52FE7}"/>
          </ac:spMkLst>
        </pc:spChg>
      </pc:sldChg>
      <pc:sldChg chg="modSp mod">
        <pc:chgData name="Mills, Nicole" userId="635ffad0-149b-4734-875d-ab8f60d68deb" providerId="ADAL" clId="{68815E23-D9BD-4821-AC22-4EB0FCB9CA2E}" dt="2022-12-02T19:59:12.009" v="10" actId="20577"/>
        <pc:sldMkLst>
          <pc:docMk/>
          <pc:sldMk cId="2772527113" sldId="259"/>
        </pc:sldMkLst>
        <pc:spChg chg="mod">
          <ac:chgData name="Mills, Nicole" userId="635ffad0-149b-4734-875d-ab8f60d68deb" providerId="ADAL" clId="{68815E23-D9BD-4821-AC22-4EB0FCB9CA2E}" dt="2022-12-02T19:59:12.009" v="10" actId="20577"/>
          <ac:spMkLst>
            <pc:docMk/>
            <pc:sldMk cId="2772527113" sldId="259"/>
            <ac:spMk id="3" creationId="{8CE08C7F-0286-423B-92F7-DEB89F31111A}"/>
          </ac:spMkLst>
        </pc:spChg>
      </pc:sldChg>
      <pc:sldChg chg="addSp delSp modSp mod delAnim">
        <pc:chgData name="Mills, Nicole" userId="635ffad0-149b-4734-875d-ab8f60d68deb" providerId="ADAL" clId="{68815E23-D9BD-4821-AC22-4EB0FCB9CA2E}" dt="2022-12-02T20:00:11.120" v="52" actId="1076"/>
        <pc:sldMkLst>
          <pc:docMk/>
          <pc:sldMk cId="3493109116" sldId="264"/>
        </pc:sldMkLst>
        <pc:spChg chg="mod">
          <ac:chgData name="Mills, Nicole" userId="635ffad0-149b-4734-875d-ab8f60d68deb" providerId="ADAL" clId="{68815E23-D9BD-4821-AC22-4EB0FCB9CA2E}" dt="2022-12-02T19:59:30.889" v="22" actId="20577"/>
          <ac:spMkLst>
            <pc:docMk/>
            <pc:sldMk cId="3493109116" sldId="264"/>
            <ac:spMk id="2" creationId="{D7836664-70C0-47BA-9BFF-496A04EBBFDE}"/>
          </ac:spMkLst>
        </pc:spChg>
        <pc:graphicFrameChg chg="add mod modGraphic">
          <ac:chgData name="Mills, Nicole" userId="635ffad0-149b-4734-875d-ab8f60d68deb" providerId="ADAL" clId="{68815E23-D9BD-4821-AC22-4EB0FCB9CA2E}" dt="2022-12-02T20:00:11.120" v="52" actId="1076"/>
          <ac:graphicFrameMkLst>
            <pc:docMk/>
            <pc:sldMk cId="3493109116" sldId="264"/>
            <ac:graphicFrameMk id="3" creationId="{F2860C0F-BA53-412B-8826-DAA9A1B29BA9}"/>
          </ac:graphicFrameMkLst>
        </pc:graphicFrameChg>
        <pc:picChg chg="del">
          <ac:chgData name="Mills, Nicole" userId="635ffad0-149b-4734-875d-ab8f60d68deb" providerId="ADAL" clId="{68815E23-D9BD-4821-AC22-4EB0FCB9CA2E}" dt="2022-12-02T19:59:32.599" v="23" actId="478"/>
          <ac:picMkLst>
            <pc:docMk/>
            <pc:sldMk cId="3493109116" sldId="264"/>
            <ac:picMk id="8" creationId="{30ACBC68-CBED-4EAE-ADF7-C74881DE47A9}"/>
          </ac:picMkLst>
        </pc:picChg>
      </pc:sldChg>
      <pc:sldChg chg="addSp delSp modSp mod modAnim">
        <pc:chgData name="Mills, Nicole" userId="635ffad0-149b-4734-875d-ab8f60d68deb" providerId="ADAL" clId="{68815E23-D9BD-4821-AC22-4EB0FCB9CA2E}" dt="2022-12-02T20:02:21.537" v="67" actId="1076"/>
        <pc:sldMkLst>
          <pc:docMk/>
          <pc:sldMk cId="1936015983" sldId="266"/>
        </pc:sldMkLst>
        <pc:spChg chg="mod">
          <ac:chgData name="Mills, Nicole" userId="635ffad0-149b-4734-875d-ab8f60d68deb" providerId="ADAL" clId="{68815E23-D9BD-4821-AC22-4EB0FCB9CA2E}" dt="2022-12-02T20:01:56.224" v="61" actId="20577"/>
          <ac:spMkLst>
            <pc:docMk/>
            <pc:sldMk cId="1936015983" sldId="266"/>
            <ac:spMk id="2" creationId="{9AFB837C-3E07-4129-B371-9F5CA97D5605}"/>
          </ac:spMkLst>
        </pc:spChg>
        <pc:spChg chg="del">
          <ac:chgData name="Mills, Nicole" userId="635ffad0-149b-4734-875d-ab8f60d68deb" providerId="ADAL" clId="{68815E23-D9BD-4821-AC22-4EB0FCB9CA2E}" dt="2022-12-02T20:01:59.269" v="62" actId="478"/>
          <ac:spMkLst>
            <pc:docMk/>
            <pc:sldMk cId="1936015983" sldId="266"/>
            <ac:spMk id="3" creationId="{49F2A5AF-3C0B-4968-A438-E435325199EA}"/>
          </ac:spMkLst>
        </pc:spChg>
        <pc:spChg chg="add del mod">
          <ac:chgData name="Mills, Nicole" userId="635ffad0-149b-4734-875d-ab8f60d68deb" providerId="ADAL" clId="{68815E23-D9BD-4821-AC22-4EB0FCB9CA2E}" dt="2022-12-02T20:02:02.987" v="63" actId="478"/>
          <ac:spMkLst>
            <pc:docMk/>
            <pc:sldMk cId="1936015983" sldId="266"/>
            <ac:spMk id="6" creationId="{9942CCE9-E455-4AE7-98D9-9E58C4FB375A}"/>
          </ac:spMkLst>
        </pc:spChg>
        <pc:picChg chg="add mod">
          <ac:chgData name="Mills, Nicole" userId="635ffad0-149b-4734-875d-ab8f60d68deb" providerId="ADAL" clId="{68815E23-D9BD-4821-AC22-4EB0FCB9CA2E}" dt="2022-12-02T20:02:21.537" v="67" actId="1076"/>
          <ac:picMkLst>
            <pc:docMk/>
            <pc:sldMk cId="1936015983" sldId="266"/>
            <ac:picMk id="7" creationId="{F7D056D4-0C3A-4150-A5CC-092E54C1C8FD}"/>
          </ac:picMkLst>
        </pc:picChg>
      </pc:sldChg>
      <pc:sldChg chg="modSp add mod">
        <pc:chgData name="Mills, Nicole" userId="635ffad0-149b-4734-875d-ab8f60d68deb" providerId="ADAL" clId="{68815E23-D9BD-4821-AC22-4EB0FCB9CA2E}" dt="2022-12-02T20:02:57.548" v="71" actId="20577"/>
        <pc:sldMkLst>
          <pc:docMk/>
          <pc:sldMk cId="2313533111" sldId="267"/>
        </pc:sldMkLst>
        <pc:spChg chg="mod">
          <ac:chgData name="Mills, Nicole" userId="635ffad0-149b-4734-875d-ab8f60d68deb" providerId="ADAL" clId="{68815E23-D9BD-4821-AC22-4EB0FCB9CA2E}" dt="2022-12-02T20:02:57.548" v="71" actId="20577"/>
          <ac:spMkLst>
            <pc:docMk/>
            <pc:sldMk cId="2313533111" sldId="267"/>
            <ac:spMk id="3" creationId="{49F2A5AF-3C0B-4968-A438-E435325199EA}"/>
          </ac:spMkLst>
        </pc:spChg>
      </pc:sldChg>
    </pc:docChg>
  </pc:docChgLst>
  <pc:docChgLst>
    <pc:chgData name="Veenis, Sierra" userId="S::sveenis@rti.org::200c9325-9a6d-4db1-8535-3c88a644c387" providerId="AD" clId="Web-{B0416FC8-DB57-E908-0E7F-81D801EE56C5}"/>
    <pc:docChg chg="modSld">
      <pc:chgData name="Veenis, Sierra" userId="S::sveenis@rti.org::200c9325-9a6d-4db1-8535-3c88a644c387" providerId="AD" clId="Web-{B0416FC8-DB57-E908-0E7F-81D801EE56C5}" dt="2023-06-15T20:44:44.484" v="69"/>
      <pc:docMkLst>
        <pc:docMk/>
      </pc:docMkLst>
      <pc:sldChg chg="addSp modSp">
        <pc:chgData name="Veenis, Sierra" userId="S::sveenis@rti.org::200c9325-9a6d-4db1-8535-3c88a644c387" providerId="AD" clId="Web-{B0416FC8-DB57-E908-0E7F-81D801EE56C5}" dt="2023-06-15T20:39:50.569" v="7" actId="1076"/>
        <pc:sldMkLst>
          <pc:docMk/>
          <pc:sldMk cId="1482277026" sldId="256"/>
        </pc:sldMkLst>
        <pc:spChg chg="mod">
          <ac:chgData name="Veenis, Sierra" userId="S::sveenis@rti.org::200c9325-9a6d-4db1-8535-3c88a644c387" providerId="AD" clId="Web-{B0416FC8-DB57-E908-0E7F-81D801EE56C5}" dt="2023-06-15T20:39:50.569" v="7" actId="1076"/>
          <ac:spMkLst>
            <pc:docMk/>
            <pc:sldMk cId="1482277026" sldId="256"/>
            <ac:spMk id="2" creationId="{BFFCF5BD-F8FF-4A67-A8B6-EBB21E79279B}"/>
          </ac:spMkLst>
        </pc:spChg>
        <pc:spChg chg="add">
          <ac:chgData name="Veenis, Sierra" userId="S::sveenis@rti.org::200c9325-9a6d-4db1-8535-3c88a644c387" providerId="AD" clId="Web-{B0416FC8-DB57-E908-0E7F-81D801EE56C5}" dt="2023-06-15T20:39:47.428" v="6"/>
          <ac:spMkLst>
            <pc:docMk/>
            <pc:sldMk cId="1482277026" sldId="256"/>
            <ac:spMk id="4" creationId="{980B8652-71A8-7FD4-6152-C24888733BED}"/>
          </ac:spMkLst>
        </pc:spChg>
      </pc:sldChg>
      <pc:sldChg chg="addSp delSp modSp">
        <pc:chgData name="Veenis, Sierra" userId="S::sveenis@rti.org::200c9325-9a6d-4db1-8535-3c88a644c387" providerId="AD" clId="Web-{B0416FC8-DB57-E908-0E7F-81D801EE56C5}" dt="2023-06-15T20:40:36.867" v="18" actId="1076"/>
        <pc:sldMkLst>
          <pc:docMk/>
          <pc:sldMk cId="4071305681" sldId="258"/>
        </pc:sldMkLst>
        <pc:spChg chg="mod">
          <ac:chgData name="Veenis, Sierra" userId="S::sveenis@rti.org::200c9325-9a6d-4db1-8535-3c88a644c387" providerId="AD" clId="Web-{B0416FC8-DB57-E908-0E7F-81D801EE56C5}" dt="2023-06-15T20:40:36.867" v="18" actId="1076"/>
          <ac:spMkLst>
            <pc:docMk/>
            <pc:sldMk cId="4071305681" sldId="258"/>
            <ac:spMk id="3" creationId="{392BE286-77A6-49DD-B15D-7E4718D52FE7}"/>
          </ac:spMkLst>
        </pc:spChg>
        <pc:spChg chg="del">
          <ac:chgData name="Veenis, Sierra" userId="S::sveenis@rti.org::200c9325-9a6d-4db1-8535-3c88a644c387" providerId="AD" clId="Web-{B0416FC8-DB57-E908-0E7F-81D801EE56C5}" dt="2023-06-15T20:40:27.929" v="17"/>
          <ac:spMkLst>
            <pc:docMk/>
            <pc:sldMk cId="4071305681" sldId="258"/>
            <ac:spMk id="4" creationId="{2DC7D18A-F106-4CA1-A59B-DE4084E585CF}"/>
          </ac:spMkLst>
        </pc:spChg>
        <pc:spChg chg="add">
          <ac:chgData name="Veenis, Sierra" userId="S::sveenis@rti.org::200c9325-9a6d-4db1-8535-3c88a644c387" providerId="AD" clId="Web-{B0416FC8-DB57-E908-0E7F-81D801EE56C5}" dt="2023-06-15T20:40:24.117" v="15"/>
          <ac:spMkLst>
            <pc:docMk/>
            <pc:sldMk cId="4071305681" sldId="258"/>
            <ac:spMk id="6" creationId="{B46C08BC-3776-48D9-E820-508EA3473308}"/>
          </ac:spMkLst>
        </pc:spChg>
        <pc:spChg chg="add">
          <ac:chgData name="Veenis, Sierra" userId="S::sveenis@rti.org::200c9325-9a6d-4db1-8535-3c88a644c387" providerId="AD" clId="Web-{B0416FC8-DB57-E908-0E7F-81D801EE56C5}" dt="2023-06-15T20:40:24.132" v="16"/>
          <ac:spMkLst>
            <pc:docMk/>
            <pc:sldMk cId="4071305681" sldId="258"/>
            <ac:spMk id="8" creationId="{756CA445-8DC9-1AC7-E35B-2E28943AB65D}"/>
          </ac:spMkLst>
        </pc:spChg>
      </pc:sldChg>
      <pc:sldChg chg="addSp delSp modSp">
        <pc:chgData name="Veenis, Sierra" userId="S::sveenis@rti.org::200c9325-9a6d-4db1-8535-3c88a644c387" providerId="AD" clId="Web-{B0416FC8-DB57-E908-0E7F-81D801EE56C5}" dt="2023-06-15T20:40:18.242" v="14" actId="20577"/>
        <pc:sldMkLst>
          <pc:docMk/>
          <pc:sldMk cId="2772527113" sldId="259"/>
        </pc:sldMkLst>
        <pc:spChg chg="mod">
          <ac:chgData name="Veenis, Sierra" userId="S::sveenis@rti.org::200c9325-9a6d-4db1-8535-3c88a644c387" providerId="AD" clId="Web-{B0416FC8-DB57-E908-0E7F-81D801EE56C5}" dt="2023-06-15T20:39:14.083" v="4" actId="20577"/>
          <ac:spMkLst>
            <pc:docMk/>
            <pc:sldMk cId="2772527113" sldId="259"/>
            <ac:spMk id="3" creationId="{8CE08C7F-0286-423B-92F7-DEB89F31111A}"/>
          </ac:spMkLst>
        </pc:spChg>
        <pc:spChg chg="del">
          <ac:chgData name="Veenis, Sierra" userId="S::sveenis@rti.org::200c9325-9a6d-4db1-8535-3c88a644c387" providerId="AD" clId="Web-{B0416FC8-DB57-E908-0E7F-81D801EE56C5}" dt="2023-06-15T20:40:05.585" v="9"/>
          <ac:spMkLst>
            <pc:docMk/>
            <pc:sldMk cId="2772527113" sldId="259"/>
            <ac:spMk id="4" creationId="{FD0EEDDD-3DDC-4909-AF99-60870B25C0CC}"/>
          </ac:spMkLst>
        </pc:spChg>
        <pc:spChg chg="add">
          <ac:chgData name="Veenis, Sierra" userId="S::sveenis@rti.org::200c9325-9a6d-4db1-8535-3c88a644c387" providerId="AD" clId="Web-{B0416FC8-DB57-E908-0E7F-81D801EE56C5}" dt="2023-06-15T20:40:02.632" v="8"/>
          <ac:spMkLst>
            <pc:docMk/>
            <pc:sldMk cId="2772527113" sldId="259"/>
            <ac:spMk id="5" creationId="{FA478734-FD71-44EA-5C2D-62876AE18202}"/>
          </ac:spMkLst>
        </pc:spChg>
        <pc:spChg chg="add mod">
          <ac:chgData name="Veenis, Sierra" userId="S::sveenis@rti.org::200c9325-9a6d-4db1-8535-3c88a644c387" providerId="AD" clId="Web-{B0416FC8-DB57-E908-0E7F-81D801EE56C5}" dt="2023-06-15T20:40:18.242" v="14" actId="20577"/>
          <ac:spMkLst>
            <pc:docMk/>
            <pc:sldMk cId="2772527113" sldId="259"/>
            <ac:spMk id="6" creationId="{DF59BA45-2ED5-BF72-AD70-543B17D2017A}"/>
          </ac:spMkLst>
        </pc:spChg>
      </pc:sldChg>
      <pc:sldChg chg="addSp delSp">
        <pc:chgData name="Veenis, Sierra" userId="S::sveenis@rti.org::200c9325-9a6d-4db1-8535-3c88a644c387" providerId="AD" clId="Web-{B0416FC8-DB57-E908-0E7F-81D801EE56C5}" dt="2023-06-15T20:40:44.571" v="21"/>
        <pc:sldMkLst>
          <pc:docMk/>
          <pc:sldMk cId="3493109116" sldId="264"/>
        </pc:sldMkLst>
        <pc:spChg chg="del">
          <ac:chgData name="Veenis, Sierra" userId="S::sveenis@rti.org::200c9325-9a6d-4db1-8535-3c88a644c387" providerId="AD" clId="Web-{B0416FC8-DB57-E908-0E7F-81D801EE56C5}" dt="2023-06-15T20:40:44.227" v="19"/>
          <ac:spMkLst>
            <pc:docMk/>
            <pc:sldMk cId="3493109116" sldId="264"/>
            <ac:spMk id="4" creationId="{F767700B-954E-42AD-AD69-9CC1C5B510A5}"/>
          </ac:spMkLst>
        </pc:spChg>
        <pc:spChg chg="add">
          <ac:chgData name="Veenis, Sierra" userId="S::sveenis@rti.org::200c9325-9a6d-4db1-8535-3c88a644c387" providerId="AD" clId="Web-{B0416FC8-DB57-E908-0E7F-81D801EE56C5}" dt="2023-06-15T20:40:44.539" v="20"/>
          <ac:spMkLst>
            <pc:docMk/>
            <pc:sldMk cId="3493109116" sldId="264"/>
            <ac:spMk id="6" creationId="{B3E715B6-FF31-B43A-D2C3-17E8DB8D68BB}"/>
          </ac:spMkLst>
        </pc:spChg>
        <pc:spChg chg="add">
          <ac:chgData name="Veenis, Sierra" userId="S::sveenis@rti.org::200c9325-9a6d-4db1-8535-3c88a644c387" providerId="AD" clId="Web-{B0416FC8-DB57-E908-0E7F-81D801EE56C5}" dt="2023-06-15T20:40:44.571" v="21"/>
          <ac:spMkLst>
            <pc:docMk/>
            <pc:sldMk cId="3493109116" sldId="264"/>
            <ac:spMk id="8" creationId="{C9174FA1-3CAE-D532-DECD-46AA6EC096B3}"/>
          </ac:spMkLst>
        </pc:spChg>
      </pc:sldChg>
      <pc:sldChg chg="addSp delSp">
        <pc:chgData name="Veenis, Sierra" userId="S::sveenis@rti.org::200c9325-9a6d-4db1-8535-3c88a644c387" providerId="AD" clId="Web-{B0416FC8-DB57-E908-0E7F-81D801EE56C5}" dt="2023-06-15T20:44:44.484" v="69"/>
        <pc:sldMkLst>
          <pc:docMk/>
          <pc:sldMk cId="2313533111" sldId="267"/>
        </pc:sldMkLst>
        <pc:spChg chg="del">
          <ac:chgData name="Veenis, Sierra" userId="S::sveenis@rti.org::200c9325-9a6d-4db1-8535-3c88a644c387" providerId="AD" clId="Web-{B0416FC8-DB57-E908-0E7F-81D801EE56C5}" dt="2023-06-15T20:44:43.781" v="67"/>
          <ac:spMkLst>
            <pc:docMk/>
            <pc:sldMk cId="2313533111" sldId="267"/>
            <ac:spMk id="4" creationId="{00210221-3F4A-4187-A674-5BB2A5218FDE}"/>
          </ac:spMkLst>
        </pc:spChg>
        <pc:spChg chg="add">
          <ac:chgData name="Veenis, Sierra" userId="S::sveenis@rti.org::200c9325-9a6d-4db1-8535-3c88a644c387" providerId="AD" clId="Web-{B0416FC8-DB57-E908-0E7F-81D801EE56C5}" dt="2023-06-15T20:44:44.484" v="68"/>
          <ac:spMkLst>
            <pc:docMk/>
            <pc:sldMk cId="2313533111" sldId="267"/>
            <ac:spMk id="6" creationId="{2283A39B-45E6-763D-F180-EBFA7171A8D0}"/>
          </ac:spMkLst>
        </pc:spChg>
        <pc:spChg chg="add">
          <ac:chgData name="Veenis, Sierra" userId="S::sveenis@rti.org::200c9325-9a6d-4db1-8535-3c88a644c387" providerId="AD" clId="Web-{B0416FC8-DB57-E908-0E7F-81D801EE56C5}" dt="2023-06-15T20:44:44.484" v="69"/>
          <ac:spMkLst>
            <pc:docMk/>
            <pc:sldMk cId="2313533111" sldId="267"/>
            <ac:spMk id="8" creationId="{FC9976D6-F16F-DB2C-9129-A603AE88EAB6}"/>
          </ac:spMkLst>
        </pc:spChg>
      </pc:sldChg>
      <pc:sldChg chg="addSp delSp">
        <pc:chgData name="Veenis, Sierra" userId="S::sveenis@rti.org::200c9325-9a6d-4db1-8535-3c88a644c387" providerId="AD" clId="Web-{B0416FC8-DB57-E908-0E7F-81D801EE56C5}" dt="2023-06-15T20:40:50.164" v="24"/>
        <pc:sldMkLst>
          <pc:docMk/>
          <pc:sldMk cId="1815750250" sldId="268"/>
        </pc:sldMkLst>
        <pc:spChg chg="del">
          <ac:chgData name="Veenis, Sierra" userId="S::sveenis@rti.org::200c9325-9a6d-4db1-8535-3c88a644c387" providerId="AD" clId="Web-{B0416FC8-DB57-E908-0E7F-81D801EE56C5}" dt="2023-06-15T20:40:48.664" v="22"/>
          <ac:spMkLst>
            <pc:docMk/>
            <pc:sldMk cId="1815750250" sldId="268"/>
            <ac:spMk id="4" creationId="{00210221-3F4A-4187-A674-5BB2A5218FDE}"/>
          </ac:spMkLst>
        </pc:spChg>
        <pc:spChg chg="add">
          <ac:chgData name="Veenis, Sierra" userId="S::sveenis@rti.org::200c9325-9a6d-4db1-8535-3c88a644c387" providerId="AD" clId="Web-{B0416FC8-DB57-E908-0E7F-81D801EE56C5}" dt="2023-06-15T20:40:50.149" v="23"/>
          <ac:spMkLst>
            <pc:docMk/>
            <pc:sldMk cId="1815750250" sldId="268"/>
            <ac:spMk id="5" creationId="{BFD61C80-DAB4-C204-4EAF-1E77C6547ED2}"/>
          </ac:spMkLst>
        </pc:spChg>
        <pc:spChg chg="add">
          <ac:chgData name="Veenis, Sierra" userId="S::sveenis@rti.org::200c9325-9a6d-4db1-8535-3c88a644c387" providerId="AD" clId="Web-{B0416FC8-DB57-E908-0E7F-81D801EE56C5}" dt="2023-06-15T20:40:50.164" v="24"/>
          <ac:spMkLst>
            <pc:docMk/>
            <pc:sldMk cId="1815750250" sldId="268"/>
            <ac:spMk id="8" creationId="{8DB75991-DDB8-BC2D-35FF-44629BB34A35}"/>
          </ac:spMkLst>
        </pc:spChg>
      </pc:sldChg>
      <pc:sldChg chg="addSp delSp">
        <pc:chgData name="Veenis, Sierra" userId="S::sveenis@rti.org::200c9325-9a6d-4db1-8535-3c88a644c387" providerId="AD" clId="Web-{B0416FC8-DB57-E908-0E7F-81D801EE56C5}" dt="2023-06-15T20:40:54.602" v="27"/>
        <pc:sldMkLst>
          <pc:docMk/>
          <pc:sldMk cId="2254463155" sldId="269"/>
        </pc:sldMkLst>
        <pc:spChg chg="del">
          <ac:chgData name="Veenis, Sierra" userId="S::sveenis@rti.org::200c9325-9a6d-4db1-8535-3c88a644c387" providerId="AD" clId="Web-{B0416FC8-DB57-E908-0E7F-81D801EE56C5}" dt="2023-06-15T20:40:54.274" v="25"/>
          <ac:spMkLst>
            <pc:docMk/>
            <pc:sldMk cId="2254463155" sldId="269"/>
            <ac:spMk id="4" creationId="{00210221-3F4A-4187-A674-5BB2A5218FDE}"/>
          </ac:spMkLst>
        </pc:spChg>
        <pc:spChg chg="add">
          <ac:chgData name="Veenis, Sierra" userId="S::sveenis@rti.org::200c9325-9a6d-4db1-8535-3c88a644c387" providerId="AD" clId="Web-{B0416FC8-DB57-E908-0E7F-81D801EE56C5}" dt="2023-06-15T20:40:54.602" v="26"/>
          <ac:spMkLst>
            <pc:docMk/>
            <pc:sldMk cId="2254463155" sldId="269"/>
            <ac:spMk id="5" creationId="{D6AC6989-8BA0-8C8E-DC5E-09868A142F73}"/>
          </ac:spMkLst>
        </pc:spChg>
        <pc:spChg chg="add">
          <ac:chgData name="Veenis, Sierra" userId="S::sveenis@rti.org::200c9325-9a6d-4db1-8535-3c88a644c387" providerId="AD" clId="Web-{B0416FC8-DB57-E908-0E7F-81D801EE56C5}" dt="2023-06-15T20:40:54.602" v="27"/>
          <ac:spMkLst>
            <pc:docMk/>
            <pc:sldMk cId="2254463155" sldId="269"/>
            <ac:spMk id="8" creationId="{2532970C-8682-143C-6A31-C591B884D661}"/>
          </ac:spMkLst>
        </pc:spChg>
      </pc:sldChg>
      <pc:sldChg chg="addSp delSp modSp">
        <pc:chgData name="Veenis, Sierra" userId="S::sveenis@rti.org::200c9325-9a6d-4db1-8535-3c88a644c387" providerId="AD" clId="Web-{B0416FC8-DB57-E908-0E7F-81D801EE56C5}" dt="2023-06-15T20:41:33.181" v="36" actId="1076"/>
        <pc:sldMkLst>
          <pc:docMk/>
          <pc:sldMk cId="1381754188" sldId="270"/>
        </pc:sldMkLst>
        <pc:spChg chg="del">
          <ac:chgData name="Veenis, Sierra" userId="S::sveenis@rti.org::200c9325-9a6d-4db1-8535-3c88a644c387" providerId="AD" clId="Web-{B0416FC8-DB57-E908-0E7F-81D801EE56C5}" dt="2023-06-15T20:41:12.681" v="29"/>
          <ac:spMkLst>
            <pc:docMk/>
            <pc:sldMk cId="1381754188" sldId="270"/>
            <ac:spMk id="4" creationId="{00210221-3F4A-4187-A674-5BB2A5218FDE}"/>
          </ac:spMkLst>
        </pc:spChg>
        <pc:spChg chg="add">
          <ac:chgData name="Veenis, Sierra" userId="S::sveenis@rti.org::200c9325-9a6d-4db1-8535-3c88a644c387" providerId="AD" clId="Web-{B0416FC8-DB57-E908-0E7F-81D801EE56C5}" dt="2023-06-15T20:41:13.134" v="30"/>
          <ac:spMkLst>
            <pc:docMk/>
            <pc:sldMk cId="1381754188" sldId="270"/>
            <ac:spMk id="6" creationId="{15BC99AD-4F23-B041-524F-4D4DCCA72495}"/>
          </ac:spMkLst>
        </pc:spChg>
        <pc:spChg chg="mod">
          <ac:chgData name="Veenis, Sierra" userId="S::sveenis@rti.org::200c9325-9a6d-4db1-8535-3c88a644c387" providerId="AD" clId="Web-{B0416FC8-DB57-E908-0E7F-81D801EE56C5}" dt="2023-06-15T20:41:33.181" v="36" actId="1076"/>
          <ac:spMkLst>
            <pc:docMk/>
            <pc:sldMk cId="1381754188" sldId="270"/>
            <ac:spMk id="7" creationId="{7D9B2B65-8687-4175-93B2-477DB8137129}"/>
          </ac:spMkLst>
        </pc:spChg>
        <pc:spChg chg="add">
          <ac:chgData name="Veenis, Sierra" userId="S::sveenis@rti.org::200c9325-9a6d-4db1-8535-3c88a644c387" providerId="AD" clId="Web-{B0416FC8-DB57-E908-0E7F-81D801EE56C5}" dt="2023-06-15T20:41:13.181" v="31"/>
          <ac:spMkLst>
            <pc:docMk/>
            <pc:sldMk cId="1381754188" sldId="270"/>
            <ac:spMk id="9" creationId="{5C81C642-A931-324E-E9B9-3288EC62DD03}"/>
          </ac:spMkLst>
        </pc:spChg>
      </pc:sldChg>
      <pc:sldChg chg="addSp delSp modSp">
        <pc:chgData name="Veenis, Sierra" userId="S::sveenis@rti.org::200c9325-9a6d-4db1-8535-3c88a644c387" providerId="AD" clId="Web-{B0416FC8-DB57-E908-0E7F-81D801EE56C5}" dt="2023-06-15T20:43:57.186" v="52"/>
        <pc:sldMkLst>
          <pc:docMk/>
          <pc:sldMk cId="3325659327" sldId="271"/>
        </pc:sldMkLst>
        <pc:spChg chg="add del mod">
          <ac:chgData name="Veenis, Sierra" userId="S::sveenis@rti.org::200c9325-9a6d-4db1-8535-3c88a644c387" providerId="AD" clId="Web-{B0416FC8-DB57-E908-0E7F-81D801EE56C5}" dt="2023-06-15T20:43:49.154" v="50"/>
          <ac:spMkLst>
            <pc:docMk/>
            <pc:sldMk cId="3325659327" sldId="271"/>
            <ac:spMk id="3" creationId="{CEE01BC6-3F4E-EBD5-A849-A426D2AAFB48}"/>
          </ac:spMkLst>
        </pc:spChg>
        <pc:spChg chg="del">
          <ac:chgData name="Veenis, Sierra" userId="S::sveenis@rti.org::200c9325-9a6d-4db1-8535-3c88a644c387" providerId="AD" clId="Web-{B0416FC8-DB57-E908-0E7F-81D801EE56C5}" dt="2023-06-15T20:43:45.951" v="46"/>
          <ac:spMkLst>
            <pc:docMk/>
            <pc:sldMk cId="3325659327" sldId="271"/>
            <ac:spMk id="4" creationId="{00210221-3F4A-4187-A674-5BB2A5218FDE}"/>
          </ac:spMkLst>
        </pc:spChg>
        <pc:spChg chg="mod">
          <ac:chgData name="Veenis, Sierra" userId="S::sveenis@rti.org::200c9325-9a6d-4db1-8535-3c88a644c387" providerId="AD" clId="Web-{B0416FC8-DB57-E908-0E7F-81D801EE56C5}" dt="2023-06-15T20:43:43.295" v="45" actId="1076"/>
          <ac:spMkLst>
            <pc:docMk/>
            <pc:sldMk cId="3325659327" sldId="271"/>
            <ac:spMk id="7" creationId="{7D9B2B65-8687-4175-93B2-477DB8137129}"/>
          </ac:spMkLst>
        </pc:spChg>
        <pc:spChg chg="add">
          <ac:chgData name="Veenis, Sierra" userId="S::sveenis@rti.org::200c9325-9a6d-4db1-8535-3c88a644c387" providerId="AD" clId="Web-{B0416FC8-DB57-E908-0E7F-81D801EE56C5}" dt="2023-06-15T20:43:57.186" v="51"/>
          <ac:spMkLst>
            <pc:docMk/>
            <pc:sldMk cId="3325659327" sldId="271"/>
            <ac:spMk id="8" creationId="{5E174509-95B9-7330-21A6-AE8D278373DF}"/>
          </ac:spMkLst>
        </pc:spChg>
        <pc:spChg chg="add">
          <ac:chgData name="Veenis, Sierra" userId="S::sveenis@rti.org::200c9325-9a6d-4db1-8535-3c88a644c387" providerId="AD" clId="Web-{B0416FC8-DB57-E908-0E7F-81D801EE56C5}" dt="2023-06-15T20:43:57.186" v="52"/>
          <ac:spMkLst>
            <pc:docMk/>
            <pc:sldMk cId="3325659327" sldId="271"/>
            <ac:spMk id="10" creationId="{DCE37729-15FB-6A29-DB51-7B512D02C07D}"/>
          </ac:spMkLst>
        </pc:spChg>
        <pc:picChg chg="mod modCrop">
          <ac:chgData name="Veenis, Sierra" userId="S::sveenis@rti.org::200c9325-9a6d-4db1-8535-3c88a644c387" providerId="AD" clId="Web-{B0416FC8-DB57-E908-0E7F-81D801EE56C5}" dt="2023-06-15T20:43:37.513" v="44" actId="1076"/>
          <ac:picMkLst>
            <pc:docMk/>
            <pc:sldMk cId="3325659327" sldId="271"/>
            <ac:picMk id="6" creationId="{0AFBAA20-B86C-4FDC-B7D2-ABFA3156D424}"/>
          </ac:picMkLst>
        </pc:picChg>
      </pc:sldChg>
      <pc:sldChg chg="addSp delSp">
        <pc:chgData name="Veenis, Sierra" userId="S::sveenis@rti.org::200c9325-9a6d-4db1-8535-3c88a644c387" providerId="AD" clId="Web-{B0416FC8-DB57-E908-0E7F-81D801EE56C5}" dt="2023-06-15T20:44:02.592" v="55"/>
        <pc:sldMkLst>
          <pc:docMk/>
          <pc:sldMk cId="3147981723" sldId="272"/>
        </pc:sldMkLst>
        <pc:spChg chg="del">
          <ac:chgData name="Veenis, Sierra" userId="S::sveenis@rti.org::200c9325-9a6d-4db1-8535-3c88a644c387" providerId="AD" clId="Web-{B0416FC8-DB57-E908-0E7F-81D801EE56C5}" dt="2023-06-15T20:44:02.592" v="55"/>
          <ac:spMkLst>
            <pc:docMk/>
            <pc:sldMk cId="3147981723" sldId="272"/>
            <ac:spMk id="4" creationId="{00210221-3F4A-4187-A674-5BB2A5218FDE}"/>
          </ac:spMkLst>
        </pc:spChg>
        <pc:spChg chg="add">
          <ac:chgData name="Veenis, Sierra" userId="S::sveenis@rti.org::200c9325-9a6d-4db1-8535-3c88a644c387" providerId="AD" clId="Web-{B0416FC8-DB57-E908-0E7F-81D801EE56C5}" dt="2023-06-15T20:44:00.436" v="53"/>
          <ac:spMkLst>
            <pc:docMk/>
            <pc:sldMk cId="3147981723" sldId="272"/>
            <ac:spMk id="5" creationId="{4FF82F74-1E75-79D0-69D2-2F081287CDEF}"/>
          </ac:spMkLst>
        </pc:spChg>
        <pc:spChg chg="add">
          <ac:chgData name="Veenis, Sierra" userId="S::sveenis@rti.org::200c9325-9a6d-4db1-8535-3c88a644c387" providerId="AD" clId="Web-{B0416FC8-DB57-E908-0E7F-81D801EE56C5}" dt="2023-06-15T20:44:00.452" v="54"/>
          <ac:spMkLst>
            <pc:docMk/>
            <pc:sldMk cId="3147981723" sldId="272"/>
            <ac:spMk id="7" creationId="{C847FF31-716F-6349-2F6A-7A9C38463BB4}"/>
          </ac:spMkLst>
        </pc:spChg>
      </pc:sldChg>
      <pc:sldChg chg="addSp delSp">
        <pc:chgData name="Veenis, Sierra" userId="S::sveenis@rti.org::200c9325-9a6d-4db1-8535-3c88a644c387" providerId="AD" clId="Web-{B0416FC8-DB57-E908-0E7F-81D801EE56C5}" dt="2023-06-15T20:44:06.499" v="58"/>
        <pc:sldMkLst>
          <pc:docMk/>
          <pc:sldMk cId="2721551724" sldId="273"/>
        </pc:sldMkLst>
        <pc:spChg chg="del">
          <ac:chgData name="Veenis, Sierra" userId="S::sveenis@rti.org::200c9325-9a6d-4db1-8535-3c88a644c387" providerId="AD" clId="Web-{B0416FC8-DB57-E908-0E7F-81D801EE56C5}" dt="2023-06-15T20:44:06.311" v="56"/>
          <ac:spMkLst>
            <pc:docMk/>
            <pc:sldMk cId="2721551724" sldId="273"/>
            <ac:spMk id="4" creationId="{00210221-3F4A-4187-A674-5BB2A5218FDE}"/>
          </ac:spMkLst>
        </pc:spChg>
        <pc:spChg chg="add">
          <ac:chgData name="Veenis, Sierra" userId="S::sveenis@rti.org::200c9325-9a6d-4db1-8535-3c88a644c387" providerId="AD" clId="Web-{B0416FC8-DB57-E908-0E7F-81D801EE56C5}" dt="2023-06-15T20:44:06.499" v="57"/>
          <ac:spMkLst>
            <pc:docMk/>
            <pc:sldMk cId="2721551724" sldId="273"/>
            <ac:spMk id="5" creationId="{B4CD57BD-AD84-F7FB-DDD0-D5804DEF8C24}"/>
          </ac:spMkLst>
        </pc:spChg>
        <pc:spChg chg="add">
          <ac:chgData name="Veenis, Sierra" userId="S::sveenis@rti.org::200c9325-9a6d-4db1-8535-3c88a644c387" providerId="AD" clId="Web-{B0416FC8-DB57-E908-0E7F-81D801EE56C5}" dt="2023-06-15T20:44:06.499" v="58"/>
          <ac:spMkLst>
            <pc:docMk/>
            <pc:sldMk cId="2721551724" sldId="273"/>
            <ac:spMk id="7" creationId="{10DECC46-3121-5697-5427-5EDD3C4E7F6E}"/>
          </ac:spMkLst>
        </pc:spChg>
      </pc:sldChg>
      <pc:sldChg chg="addSp delSp modSp">
        <pc:chgData name="Veenis, Sierra" userId="S::sveenis@rti.org::200c9325-9a6d-4db1-8535-3c88a644c387" providerId="AD" clId="Web-{B0416FC8-DB57-E908-0E7F-81D801EE56C5}" dt="2023-06-15T20:44:27.937" v="62" actId="1076"/>
        <pc:sldMkLst>
          <pc:docMk/>
          <pc:sldMk cId="1191312254" sldId="274"/>
        </pc:sldMkLst>
        <pc:spChg chg="del">
          <ac:chgData name="Veenis, Sierra" userId="S::sveenis@rti.org::200c9325-9a6d-4db1-8535-3c88a644c387" providerId="AD" clId="Web-{B0416FC8-DB57-E908-0E7F-81D801EE56C5}" dt="2023-06-15T20:44:16.140" v="59"/>
          <ac:spMkLst>
            <pc:docMk/>
            <pc:sldMk cId="1191312254" sldId="274"/>
            <ac:spMk id="4" creationId="{00210221-3F4A-4187-A674-5BB2A5218FDE}"/>
          </ac:spMkLst>
        </pc:spChg>
        <pc:spChg chg="add">
          <ac:chgData name="Veenis, Sierra" userId="S::sveenis@rti.org::200c9325-9a6d-4db1-8535-3c88a644c387" providerId="AD" clId="Web-{B0416FC8-DB57-E908-0E7F-81D801EE56C5}" dt="2023-06-15T20:44:16.405" v="60"/>
          <ac:spMkLst>
            <pc:docMk/>
            <pc:sldMk cId="1191312254" sldId="274"/>
            <ac:spMk id="6" creationId="{FE68DB74-0693-18E4-F970-492A6F95CD76}"/>
          </ac:spMkLst>
        </pc:spChg>
        <pc:spChg chg="add">
          <ac:chgData name="Veenis, Sierra" userId="S::sveenis@rti.org::200c9325-9a6d-4db1-8535-3c88a644c387" providerId="AD" clId="Web-{B0416FC8-DB57-E908-0E7F-81D801EE56C5}" dt="2023-06-15T20:44:16.405" v="61"/>
          <ac:spMkLst>
            <pc:docMk/>
            <pc:sldMk cId="1191312254" sldId="274"/>
            <ac:spMk id="8" creationId="{2DEDD05F-24B3-AF34-8A8A-4D180A4FC3AA}"/>
          </ac:spMkLst>
        </pc:spChg>
        <pc:picChg chg="mod">
          <ac:chgData name="Veenis, Sierra" userId="S::sveenis@rti.org::200c9325-9a6d-4db1-8535-3c88a644c387" providerId="AD" clId="Web-{B0416FC8-DB57-E908-0E7F-81D801EE56C5}" dt="2023-06-15T20:44:27.937" v="62" actId="1076"/>
          <ac:picMkLst>
            <pc:docMk/>
            <pc:sldMk cId="1191312254" sldId="274"/>
            <ac:picMk id="5" creationId="{170FC5C9-E420-4EFE-9474-F0F6971926F8}"/>
          </ac:picMkLst>
        </pc:picChg>
      </pc:sldChg>
      <pc:sldChg chg="addSp delSp modSp">
        <pc:chgData name="Veenis, Sierra" userId="S::sveenis@rti.org::200c9325-9a6d-4db1-8535-3c88a644c387" providerId="AD" clId="Web-{B0416FC8-DB57-E908-0E7F-81D801EE56C5}" dt="2023-06-15T20:44:38.390" v="66" actId="1076"/>
        <pc:sldMkLst>
          <pc:docMk/>
          <pc:sldMk cId="3705699139" sldId="275"/>
        </pc:sldMkLst>
        <pc:spChg chg="del">
          <ac:chgData name="Veenis, Sierra" userId="S::sveenis@rti.org::200c9325-9a6d-4db1-8535-3c88a644c387" providerId="AD" clId="Web-{B0416FC8-DB57-E908-0E7F-81D801EE56C5}" dt="2023-06-15T20:44:33.203" v="63"/>
          <ac:spMkLst>
            <pc:docMk/>
            <pc:sldMk cId="3705699139" sldId="275"/>
            <ac:spMk id="4" creationId="{00210221-3F4A-4187-A674-5BB2A5218FDE}"/>
          </ac:spMkLst>
        </pc:spChg>
        <pc:spChg chg="add">
          <ac:chgData name="Veenis, Sierra" userId="S::sveenis@rti.org::200c9325-9a6d-4db1-8535-3c88a644c387" providerId="AD" clId="Web-{B0416FC8-DB57-E908-0E7F-81D801EE56C5}" dt="2023-06-15T20:44:33.359" v="64"/>
          <ac:spMkLst>
            <pc:docMk/>
            <pc:sldMk cId="3705699139" sldId="275"/>
            <ac:spMk id="5" creationId="{8B0F8B98-9560-7C79-0A5B-EC7E64AA0D05}"/>
          </ac:spMkLst>
        </pc:spChg>
        <pc:spChg chg="add">
          <ac:chgData name="Veenis, Sierra" userId="S::sveenis@rti.org::200c9325-9a6d-4db1-8535-3c88a644c387" providerId="AD" clId="Web-{B0416FC8-DB57-E908-0E7F-81D801EE56C5}" dt="2023-06-15T20:44:33.375" v="65"/>
          <ac:spMkLst>
            <pc:docMk/>
            <pc:sldMk cId="3705699139" sldId="275"/>
            <ac:spMk id="8" creationId="{EF91CEB6-EE16-4F72-8EC4-170CF27DA81E}"/>
          </ac:spMkLst>
        </pc:spChg>
        <pc:picChg chg="mod">
          <ac:chgData name="Veenis, Sierra" userId="S::sveenis@rti.org::200c9325-9a6d-4db1-8535-3c88a644c387" providerId="AD" clId="Web-{B0416FC8-DB57-E908-0E7F-81D801EE56C5}" dt="2023-06-15T20:44:38.390" v="66" actId="1076"/>
          <ac:picMkLst>
            <pc:docMk/>
            <pc:sldMk cId="3705699139" sldId="275"/>
            <ac:picMk id="6" creationId="{BF682058-8363-4B98-9F4B-82AB8E92F895}"/>
          </ac:picMkLst>
        </pc:picChg>
      </pc:sldChg>
    </pc:docChg>
  </pc:docChgLst>
  <pc:docChgLst>
    <pc:chgData name="Mills, Nicole" userId="635ffad0-149b-4734-875d-ab8f60d68deb" providerId="ADAL" clId="{BA8238B6-80EA-4CD7-B4F3-169FC1A13CB7}"/>
    <pc:docChg chg="undo redo custSel addSld delSld modSld">
      <pc:chgData name="Mills, Nicole" userId="635ffad0-149b-4734-875d-ab8f60d68deb" providerId="ADAL" clId="{BA8238B6-80EA-4CD7-B4F3-169FC1A13CB7}" dt="2023-01-05T14:46:59.188" v="184" actId="14100"/>
      <pc:docMkLst>
        <pc:docMk/>
      </pc:docMkLst>
      <pc:sldChg chg="modSp mod">
        <pc:chgData name="Mills, Nicole" userId="635ffad0-149b-4734-875d-ab8f60d68deb" providerId="ADAL" clId="{BA8238B6-80EA-4CD7-B4F3-169FC1A13CB7}" dt="2023-01-05T14:40:56.187" v="2"/>
        <pc:sldMkLst>
          <pc:docMk/>
          <pc:sldMk cId="1482277026" sldId="256"/>
        </pc:sldMkLst>
        <pc:spChg chg="mod">
          <ac:chgData name="Mills, Nicole" userId="635ffad0-149b-4734-875d-ab8f60d68deb" providerId="ADAL" clId="{BA8238B6-80EA-4CD7-B4F3-169FC1A13CB7}" dt="2023-01-05T14:40:52.481" v="1" actId="20577"/>
          <ac:spMkLst>
            <pc:docMk/>
            <pc:sldMk cId="1482277026" sldId="256"/>
            <ac:spMk id="2" creationId="{BFFCF5BD-F8FF-4A67-A8B6-EBB21E79279B}"/>
          </ac:spMkLst>
        </pc:spChg>
        <pc:spChg chg="mod">
          <ac:chgData name="Mills, Nicole" userId="635ffad0-149b-4734-875d-ab8f60d68deb" providerId="ADAL" clId="{BA8238B6-80EA-4CD7-B4F3-169FC1A13CB7}" dt="2023-01-05T14:40:56.187" v="2"/>
          <ac:spMkLst>
            <pc:docMk/>
            <pc:sldMk cId="1482277026" sldId="256"/>
            <ac:spMk id="3" creationId="{E0FBD98F-3A67-498E-8174-652040DD7B60}"/>
          </ac:spMkLst>
        </pc:spChg>
      </pc:sldChg>
      <pc:sldChg chg="modSp mod">
        <pc:chgData name="Mills, Nicole" userId="635ffad0-149b-4734-875d-ab8f60d68deb" providerId="ADAL" clId="{BA8238B6-80EA-4CD7-B4F3-169FC1A13CB7}" dt="2023-01-05T14:41:27.551" v="8"/>
        <pc:sldMkLst>
          <pc:docMk/>
          <pc:sldMk cId="4071305681" sldId="258"/>
        </pc:sldMkLst>
        <pc:spChg chg="mod">
          <ac:chgData name="Mills, Nicole" userId="635ffad0-149b-4734-875d-ab8f60d68deb" providerId="ADAL" clId="{BA8238B6-80EA-4CD7-B4F3-169FC1A13CB7}" dt="2023-01-05T14:41:27.551" v="8"/>
          <ac:spMkLst>
            <pc:docMk/>
            <pc:sldMk cId="4071305681" sldId="258"/>
            <ac:spMk id="3" creationId="{392BE286-77A6-49DD-B15D-7E4718D52FE7}"/>
          </ac:spMkLst>
        </pc:spChg>
      </pc:sldChg>
      <pc:sldChg chg="modSp mod">
        <pc:chgData name="Mills, Nicole" userId="635ffad0-149b-4734-875d-ab8f60d68deb" providerId="ADAL" clId="{BA8238B6-80EA-4CD7-B4F3-169FC1A13CB7}" dt="2023-01-05T14:41:16.358" v="7" actId="20577"/>
        <pc:sldMkLst>
          <pc:docMk/>
          <pc:sldMk cId="2772527113" sldId="259"/>
        </pc:sldMkLst>
        <pc:spChg chg="mod">
          <ac:chgData name="Mills, Nicole" userId="635ffad0-149b-4734-875d-ab8f60d68deb" providerId="ADAL" clId="{BA8238B6-80EA-4CD7-B4F3-169FC1A13CB7}" dt="2023-01-05T14:41:16.358" v="7" actId="20577"/>
          <ac:spMkLst>
            <pc:docMk/>
            <pc:sldMk cId="2772527113" sldId="259"/>
            <ac:spMk id="3" creationId="{8CE08C7F-0286-423B-92F7-DEB89F31111A}"/>
          </ac:spMkLst>
        </pc:spChg>
      </pc:sldChg>
      <pc:sldChg chg="modSp mod">
        <pc:chgData name="Mills, Nicole" userId="635ffad0-149b-4734-875d-ab8f60d68deb" providerId="ADAL" clId="{BA8238B6-80EA-4CD7-B4F3-169FC1A13CB7}" dt="2023-01-05T14:41:50.826" v="16" actId="403"/>
        <pc:sldMkLst>
          <pc:docMk/>
          <pc:sldMk cId="3493109116" sldId="264"/>
        </pc:sldMkLst>
        <pc:graphicFrameChg chg="mod modGraphic">
          <ac:chgData name="Mills, Nicole" userId="635ffad0-149b-4734-875d-ab8f60d68deb" providerId="ADAL" clId="{BA8238B6-80EA-4CD7-B4F3-169FC1A13CB7}" dt="2023-01-05T14:41:50.826" v="16" actId="403"/>
          <ac:graphicFrameMkLst>
            <pc:docMk/>
            <pc:sldMk cId="3493109116" sldId="264"/>
            <ac:graphicFrameMk id="3" creationId="{F2860C0F-BA53-412B-8826-DAA9A1B29BA9}"/>
          </ac:graphicFrameMkLst>
        </pc:graphicFrameChg>
      </pc:sldChg>
      <pc:sldChg chg="addSp delSp modSp add del mod">
        <pc:chgData name="Mills, Nicole" userId="635ffad0-149b-4734-875d-ab8f60d68deb" providerId="ADAL" clId="{BA8238B6-80EA-4CD7-B4F3-169FC1A13CB7}" dt="2023-01-05T14:44:26.264" v="90" actId="1076"/>
        <pc:sldMkLst>
          <pc:docMk/>
          <pc:sldMk cId="1936015983" sldId="266"/>
        </pc:sldMkLst>
        <pc:spChg chg="mod">
          <ac:chgData name="Mills, Nicole" userId="635ffad0-149b-4734-875d-ab8f60d68deb" providerId="ADAL" clId="{BA8238B6-80EA-4CD7-B4F3-169FC1A13CB7}" dt="2023-01-05T14:44:26.264" v="90" actId="1076"/>
          <ac:spMkLst>
            <pc:docMk/>
            <pc:sldMk cId="1936015983" sldId="266"/>
            <ac:spMk id="2" creationId="{9AFB837C-3E07-4129-B371-9F5CA97D5605}"/>
          </ac:spMkLst>
        </pc:spChg>
        <pc:spChg chg="del">
          <ac:chgData name="Mills, Nicole" userId="635ffad0-149b-4734-875d-ab8f60d68deb" providerId="ADAL" clId="{BA8238B6-80EA-4CD7-B4F3-169FC1A13CB7}" dt="2023-01-05T14:42:38.491" v="59" actId="478"/>
          <ac:spMkLst>
            <pc:docMk/>
            <pc:sldMk cId="1936015983" sldId="266"/>
            <ac:spMk id="6" creationId="{0FF8D460-EF1C-4294-87F0-2081A67D40B1}"/>
          </ac:spMkLst>
        </pc:spChg>
        <pc:graphicFrameChg chg="add mod modGraphic">
          <ac:chgData name="Mills, Nicole" userId="635ffad0-149b-4734-875d-ab8f60d68deb" providerId="ADAL" clId="{BA8238B6-80EA-4CD7-B4F3-169FC1A13CB7}" dt="2023-01-05T14:43:34.077" v="76" actId="113"/>
          <ac:graphicFrameMkLst>
            <pc:docMk/>
            <pc:sldMk cId="1936015983" sldId="266"/>
            <ac:graphicFrameMk id="3" creationId="{ED3728B0-209C-4DF5-B27D-EBAF62A2ED42}"/>
          </ac:graphicFrameMkLst>
        </pc:graphicFrameChg>
      </pc:sldChg>
      <pc:sldChg chg="modSp mod">
        <pc:chgData name="Mills, Nicole" userId="635ffad0-149b-4734-875d-ab8f60d68deb" providerId="ADAL" clId="{BA8238B6-80EA-4CD7-B4F3-169FC1A13CB7}" dt="2023-01-05T14:46:59.188" v="184" actId="14100"/>
        <pc:sldMkLst>
          <pc:docMk/>
          <pc:sldMk cId="2313533111" sldId="267"/>
        </pc:sldMkLst>
        <pc:spChg chg="mod">
          <ac:chgData name="Mills, Nicole" userId="635ffad0-149b-4734-875d-ab8f60d68deb" providerId="ADAL" clId="{BA8238B6-80EA-4CD7-B4F3-169FC1A13CB7}" dt="2023-01-05T14:46:59.188" v="184" actId="14100"/>
          <ac:spMkLst>
            <pc:docMk/>
            <pc:sldMk cId="2313533111" sldId="267"/>
            <ac:spMk id="3" creationId="{49F2A5AF-3C0B-4968-A438-E435325199EA}"/>
          </ac:spMkLst>
        </pc:spChg>
      </pc:sldChg>
      <pc:sldChg chg="add del">
        <pc:chgData name="Mills, Nicole" userId="635ffad0-149b-4734-875d-ab8f60d68deb" providerId="ADAL" clId="{BA8238B6-80EA-4CD7-B4F3-169FC1A13CB7}" dt="2023-01-05T14:44:28.552" v="91" actId="47"/>
        <pc:sldMkLst>
          <pc:docMk/>
          <pc:sldMk cId="687916227" sldId="268"/>
        </pc:sldMkLst>
      </pc:sldChg>
      <pc:sldChg chg="addSp delSp modSp add mod">
        <pc:chgData name="Mills, Nicole" userId="635ffad0-149b-4734-875d-ab8f60d68deb" providerId="ADAL" clId="{BA8238B6-80EA-4CD7-B4F3-169FC1A13CB7}" dt="2023-01-05T14:45:18.847" v="156" actId="14100"/>
        <pc:sldMkLst>
          <pc:docMk/>
          <pc:sldMk cId="1815750250" sldId="268"/>
        </pc:sldMkLst>
        <pc:spChg chg="mod">
          <ac:chgData name="Mills, Nicole" userId="635ffad0-149b-4734-875d-ab8f60d68deb" providerId="ADAL" clId="{BA8238B6-80EA-4CD7-B4F3-169FC1A13CB7}" dt="2023-01-05T14:45:00.460" v="149" actId="20577"/>
          <ac:spMkLst>
            <pc:docMk/>
            <pc:sldMk cId="1815750250" sldId="268"/>
            <ac:spMk id="2" creationId="{9AFB837C-3E07-4129-B371-9F5CA97D5605}"/>
          </ac:spMkLst>
        </pc:spChg>
        <pc:spChg chg="add mod">
          <ac:chgData name="Mills, Nicole" userId="635ffad0-149b-4734-875d-ab8f60d68deb" providerId="ADAL" clId="{BA8238B6-80EA-4CD7-B4F3-169FC1A13CB7}" dt="2023-01-05T14:45:18.847" v="156" actId="14100"/>
          <ac:spMkLst>
            <pc:docMk/>
            <pc:sldMk cId="1815750250" sldId="268"/>
            <ac:spMk id="6" creationId="{D7FF49D8-B932-4D38-A62C-4C973617E4E5}"/>
          </ac:spMkLst>
        </pc:spChg>
        <pc:graphicFrameChg chg="del">
          <ac:chgData name="Mills, Nicole" userId="635ffad0-149b-4734-875d-ab8f60d68deb" providerId="ADAL" clId="{BA8238B6-80EA-4CD7-B4F3-169FC1A13CB7}" dt="2023-01-05T14:44:48.696" v="99" actId="478"/>
          <ac:graphicFrameMkLst>
            <pc:docMk/>
            <pc:sldMk cId="1815750250" sldId="268"/>
            <ac:graphicFrameMk id="3" creationId="{ED3728B0-209C-4DF5-B27D-EBAF62A2ED42}"/>
          </ac:graphicFrameMkLst>
        </pc:graphicFrameChg>
      </pc:sldChg>
      <pc:sldChg chg="add del">
        <pc:chgData name="Mills, Nicole" userId="635ffad0-149b-4734-875d-ab8f60d68deb" providerId="ADAL" clId="{BA8238B6-80EA-4CD7-B4F3-169FC1A13CB7}" dt="2023-01-05T14:44:30.044" v="92" actId="47"/>
        <pc:sldMkLst>
          <pc:docMk/>
          <pc:sldMk cId="3710952636" sldId="269"/>
        </pc:sldMkLst>
      </pc:sldChg>
      <pc:sldChg chg="add del">
        <pc:chgData name="Mills, Nicole" userId="635ffad0-149b-4734-875d-ab8f60d68deb" providerId="ADAL" clId="{BA8238B6-80EA-4CD7-B4F3-169FC1A13CB7}" dt="2023-01-05T14:44:31.609" v="93" actId="47"/>
        <pc:sldMkLst>
          <pc:docMk/>
          <pc:sldMk cId="3082515101" sldId="270"/>
        </pc:sldMkLst>
      </pc:sldChg>
      <pc:sldChg chg="add del">
        <pc:chgData name="Mills, Nicole" userId="635ffad0-149b-4734-875d-ab8f60d68deb" providerId="ADAL" clId="{BA8238B6-80EA-4CD7-B4F3-169FC1A13CB7}" dt="2023-01-05T14:44:32.739" v="94" actId="47"/>
        <pc:sldMkLst>
          <pc:docMk/>
          <pc:sldMk cId="2866561618" sldId="271"/>
        </pc:sldMkLst>
      </pc:sldChg>
      <pc:sldChg chg="del">
        <pc:chgData name="Mills, Nicole" userId="635ffad0-149b-4734-875d-ab8f60d68deb" providerId="ADAL" clId="{BA8238B6-80EA-4CD7-B4F3-169FC1A13CB7}" dt="2023-01-05T14:44:34.195" v="95" actId="47"/>
        <pc:sldMkLst>
          <pc:docMk/>
          <pc:sldMk cId="3902368305" sldId="272"/>
        </pc:sldMkLst>
      </pc:sldChg>
      <pc:sldChg chg="del">
        <pc:chgData name="Mills, Nicole" userId="635ffad0-149b-4734-875d-ab8f60d68deb" providerId="ADAL" clId="{BA8238B6-80EA-4CD7-B4F3-169FC1A13CB7}" dt="2023-01-05T14:44:35.281" v="96" actId="47"/>
        <pc:sldMkLst>
          <pc:docMk/>
          <pc:sldMk cId="565676143" sldId="273"/>
        </pc:sldMkLst>
      </pc:sldChg>
      <pc:sldChg chg="del">
        <pc:chgData name="Mills, Nicole" userId="635ffad0-149b-4734-875d-ab8f60d68deb" providerId="ADAL" clId="{BA8238B6-80EA-4CD7-B4F3-169FC1A13CB7}" dt="2023-01-05T14:44:36.662" v="97" actId="47"/>
        <pc:sldMkLst>
          <pc:docMk/>
          <pc:sldMk cId="919562121" sldId="274"/>
        </pc:sldMkLst>
      </pc:sldChg>
    </pc:docChg>
  </pc:docChgLst>
  <pc:docChgLst>
    <pc:chgData name="Mills, Nicole" userId="635ffad0-149b-4734-875d-ab8f60d68deb" providerId="ADAL" clId="{9477D9E8-968F-4270-8D87-CCB28EE4139C}"/>
    <pc:docChg chg="custSel addSld delSld modSld">
      <pc:chgData name="Mills, Nicole" userId="635ffad0-149b-4734-875d-ab8f60d68deb" providerId="ADAL" clId="{9477D9E8-968F-4270-8D87-CCB28EE4139C}" dt="2023-01-05T18:35:50.411" v="426" actId="1076"/>
      <pc:docMkLst>
        <pc:docMk/>
      </pc:docMkLst>
      <pc:sldChg chg="modSp mod">
        <pc:chgData name="Mills, Nicole" userId="635ffad0-149b-4734-875d-ab8f60d68deb" providerId="ADAL" clId="{9477D9E8-968F-4270-8D87-CCB28EE4139C}" dt="2023-01-05T18:28:09.743" v="5" actId="27636"/>
        <pc:sldMkLst>
          <pc:docMk/>
          <pc:sldMk cId="1482277026" sldId="256"/>
        </pc:sldMkLst>
        <pc:spChg chg="mod">
          <ac:chgData name="Mills, Nicole" userId="635ffad0-149b-4734-875d-ab8f60d68deb" providerId="ADAL" clId="{9477D9E8-968F-4270-8D87-CCB28EE4139C}" dt="2023-01-05T18:27:58.749" v="1" actId="20577"/>
          <ac:spMkLst>
            <pc:docMk/>
            <pc:sldMk cId="1482277026" sldId="256"/>
            <ac:spMk id="2" creationId="{BFFCF5BD-F8FF-4A67-A8B6-EBB21E79279B}"/>
          </ac:spMkLst>
        </pc:spChg>
        <pc:spChg chg="mod">
          <ac:chgData name="Mills, Nicole" userId="635ffad0-149b-4734-875d-ab8f60d68deb" providerId="ADAL" clId="{9477D9E8-968F-4270-8D87-CCB28EE4139C}" dt="2023-01-05T18:28:09.743" v="5" actId="27636"/>
          <ac:spMkLst>
            <pc:docMk/>
            <pc:sldMk cId="1482277026" sldId="256"/>
            <ac:spMk id="3" creationId="{E0FBD98F-3A67-498E-8174-652040DD7B60}"/>
          </ac:spMkLst>
        </pc:spChg>
      </pc:sldChg>
      <pc:sldChg chg="modSp mod">
        <pc:chgData name="Mills, Nicole" userId="635ffad0-149b-4734-875d-ab8f60d68deb" providerId="ADAL" clId="{9477D9E8-968F-4270-8D87-CCB28EE4139C}" dt="2023-01-05T18:29:20.372" v="23" actId="27636"/>
        <pc:sldMkLst>
          <pc:docMk/>
          <pc:sldMk cId="4071305681" sldId="258"/>
        </pc:sldMkLst>
        <pc:spChg chg="mod">
          <ac:chgData name="Mills, Nicole" userId="635ffad0-149b-4734-875d-ab8f60d68deb" providerId="ADAL" clId="{9477D9E8-968F-4270-8D87-CCB28EE4139C}" dt="2023-01-05T18:29:10.234" v="16" actId="1076"/>
          <ac:spMkLst>
            <pc:docMk/>
            <pc:sldMk cId="4071305681" sldId="258"/>
            <ac:spMk id="2" creationId="{2F03F004-EE4F-44F2-AA0E-56B8CFF11342}"/>
          </ac:spMkLst>
        </pc:spChg>
        <pc:spChg chg="mod">
          <ac:chgData name="Mills, Nicole" userId="635ffad0-149b-4734-875d-ab8f60d68deb" providerId="ADAL" clId="{9477D9E8-968F-4270-8D87-CCB28EE4139C}" dt="2023-01-05T18:29:20.372" v="23" actId="27636"/>
          <ac:spMkLst>
            <pc:docMk/>
            <pc:sldMk cId="4071305681" sldId="258"/>
            <ac:spMk id="3" creationId="{392BE286-77A6-49DD-B15D-7E4718D52FE7}"/>
          </ac:spMkLst>
        </pc:spChg>
      </pc:sldChg>
      <pc:sldChg chg="modSp mod">
        <pc:chgData name="Mills, Nicole" userId="635ffad0-149b-4734-875d-ab8f60d68deb" providerId="ADAL" clId="{9477D9E8-968F-4270-8D87-CCB28EE4139C}" dt="2023-01-05T18:28:48.444" v="13" actId="20577"/>
        <pc:sldMkLst>
          <pc:docMk/>
          <pc:sldMk cId="2772527113" sldId="259"/>
        </pc:sldMkLst>
        <pc:spChg chg="mod">
          <ac:chgData name="Mills, Nicole" userId="635ffad0-149b-4734-875d-ab8f60d68deb" providerId="ADAL" clId="{9477D9E8-968F-4270-8D87-CCB28EE4139C}" dt="2023-01-05T18:28:48.444" v="13" actId="20577"/>
          <ac:spMkLst>
            <pc:docMk/>
            <pc:sldMk cId="2772527113" sldId="259"/>
            <ac:spMk id="3" creationId="{8CE08C7F-0286-423B-92F7-DEB89F31111A}"/>
          </ac:spMkLst>
        </pc:spChg>
      </pc:sldChg>
      <pc:sldChg chg="modSp mod">
        <pc:chgData name="Mills, Nicole" userId="635ffad0-149b-4734-875d-ab8f60d68deb" providerId="ADAL" clId="{9477D9E8-968F-4270-8D87-CCB28EE4139C}" dt="2023-01-05T18:29:43.070" v="31" actId="403"/>
        <pc:sldMkLst>
          <pc:docMk/>
          <pc:sldMk cId="3493109116" sldId="264"/>
        </pc:sldMkLst>
        <pc:graphicFrameChg chg="mod modGraphic">
          <ac:chgData name="Mills, Nicole" userId="635ffad0-149b-4734-875d-ab8f60d68deb" providerId="ADAL" clId="{9477D9E8-968F-4270-8D87-CCB28EE4139C}" dt="2023-01-05T18:29:43.070" v="31" actId="403"/>
          <ac:graphicFrameMkLst>
            <pc:docMk/>
            <pc:sldMk cId="3493109116" sldId="264"/>
            <ac:graphicFrameMk id="3" creationId="{F2860C0F-BA53-412B-8826-DAA9A1B29BA9}"/>
          </ac:graphicFrameMkLst>
        </pc:graphicFrameChg>
      </pc:sldChg>
      <pc:sldChg chg="del">
        <pc:chgData name="Mills, Nicole" userId="635ffad0-149b-4734-875d-ab8f60d68deb" providerId="ADAL" clId="{9477D9E8-968F-4270-8D87-CCB28EE4139C}" dt="2023-01-05T18:29:57.730" v="32" actId="2696"/>
        <pc:sldMkLst>
          <pc:docMk/>
          <pc:sldMk cId="1936015983" sldId="266"/>
        </pc:sldMkLst>
      </pc:sldChg>
      <pc:sldChg chg="modSp mod">
        <pc:chgData name="Mills, Nicole" userId="635ffad0-149b-4734-875d-ab8f60d68deb" providerId="ADAL" clId="{9477D9E8-968F-4270-8D87-CCB28EE4139C}" dt="2023-01-05T18:30:19.617" v="77"/>
        <pc:sldMkLst>
          <pc:docMk/>
          <pc:sldMk cId="1815750250" sldId="268"/>
        </pc:sldMkLst>
        <pc:spChg chg="mod">
          <ac:chgData name="Mills, Nicole" userId="635ffad0-149b-4734-875d-ab8f60d68deb" providerId="ADAL" clId="{9477D9E8-968F-4270-8D87-CCB28EE4139C}" dt="2023-01-05T18:30:10.013" v="76" actId="20577"/>
          <ac:spMkLst>
            <pc:docMk/>
            <pc:sldMk cId="1815750250" sldId="268"/>
            <ac:spMk id="2" creationId="{9AFB837C-3E07-4129-B371-9F5CA97D5605}"/>
          </ac:spMkLst>
        </pc:spChg>
        <pc:spChg chg="mod">
          <ac:chgData name="Mills, Nicole" userId="635ffad0-149b-4734-875d-ab8f60d68deb" providerId="ADAL" clId="{9477D9E8-968F-4270-8D87-CCB28EE4139C}" dt="2023-01-05T18:30:19.617" v="77"/>
          <ac:spMkLst>
            <pc:docMk/>
            <pc:sldMk cId="1815750250" sldId="268"/>
            <ac:spMk id="6" creationId="{D7FF49D8-B932-4D38-A62C-4C973617E4E5}"/>
          </ac:spMkLst>
        </pc:spChg>
      </pc:sldChg>
      <pc:sldChg chg="modSp add mod">
        <pc:chgData name="Mills, Nicole" userId="635ffad0-149b-4734-875d-ab8f60d68deb" providerId="ADAL" clId="{9477D9E8-968F-4270-8D87-CCB28EE4139C}" dt="2023-01-05T18:31:39.942" v="244" actId="20577"/>
        <pc:sldMkLst>
          <pc:docMk/>
          <pc:sldMk cId="2254463155" sldId="269"/>
        </pc:sldMkLst>
        <pc:spChg chg="mod">
          <ac:chgData name="Mills, Nicole" userId="635ffad0-149b-4734-875d-ab8f60d68deb" providerId="ADAL" clId="{9477D9E8-968F-4270-8D87-CCB28EE4139C}" dt="2023-01-05T18:30:56.700" v="102" actId="20577"/>
          <ac:spMkLst>
            <pc:docMk/>
            <pc:sldMk cId="2254463155" sldId="269"/>
            <ac:spMk id="2" creationId="{9AFB837C-3E07-4129-B371-9F5CA97D5605}"/>
          </ac:spMkLst>
        </pc:spChg>
        <pc:spChg chg="mod">
          <ac:chgData name="Mills, Nicole" userId="635ffad0-149b-4734-875d-ab8f60d68deb" providerId="ADAL" clId="{9477D9E8-968F-4270-8D87-CCB28EE4139C}" dt="2023-01-05T18:31:39.942" v="244" actId="20577"/>
          <ac:spMkLst>
            <pc:docMk/>
            <pc:sldMk cId="2254463155" sldId="269"/>
            <ac:spMk id="6" creationId="{D7FF49D8-B932-4D38-A62C-4C973617E4E5}"/>
          </ac:spMkLst>
        </pc:spChg>
      </pc:sldChg>
      <pc:sldChg chg="addSp delSp modSp add mod">
        <pc:chgData name="Mills, Nicole" userId="635ffad0-149b-4734-875d-ab8f60d68deb" providerId="ADAL" clId="{9477D9E8-968F-4270-8D87-CCB28EE4139C}" dt="2023-01-05T18:32:40.377" v="301" actId="1076"/>
        <pc:sldMkLst>
          <pc:docMk/>
          <pc:sldMk cId="1381754188" sldId="270"/>
        </pc:sldMkLst>
        <pc:spChg chg="mod">
          <ac:chgData name="Mills, Nicole" userId="635ffad0-149b-4734-875d-ab8f60d68deb" providerId="ADAL" clId="{9477D9E8-968F-4270-8D87-CCB28EE4139C}" dt="2023-01-05T18:32:07.461" v="287" actId="6549"/>
          <ac:spMkLst>
            <pc:docMk/>
            <pc:sldMk cId="1381754188" sldId="270"/>
            <ac:spMk id="2" creationId="{9AFB837C-3E07-4129-B371-9F5CA97D5605}"/>
          </ac:spMkLst>
        </pc:spChg>
        <pc:spChg chg="del">
          <ac:chgData name="Mills, Nicole" userId="635ffad0-149b-4734-875d-ab8f60d68deb" providerId="ADAL" clId="{9477D9E8-968F-4270-8D87-CCB28EE4139C}" dt="2023-01-05T18:32:09.957" v="288" actId="478"/>
          <ac:spMkLst>
            <pc:docMk/>
            <pc:sldMk cId="1381754188" sldId="270"/>
            <ac:spMk id="6" creationId="{D7FF49D8-B932-4D38-A62C-4C973617E4E5}"/>
          </ac:spMkLst>
        </pc:spChg>
        <pc:spChg chg="add mod">
          <ac:chgData name="Mills, Nicole" userId="635ffad0-149b-4734-875d-ab8f60d68deb" providerId="ADAL" clId="{9477D9E8-968F-4270-8D87-CCB28EE4139C}" dt="2023-01-05T18:32:40.377" v="301" actId="1076"/>
          <ac:spMkLst>
            <pc:docMk/>
            <pc:sldMk cId="1381754188" sldId="270"/>
            <ac:spMk id="7" creationId="{7D9B2B65-8687-4175-93B2-477DB8137129}"/>
          </ac:spMkLst>
        </pc:spChg>
        <pc:picChg chg="add mod">
          <ac:chgData name="Mills, Nicole" userId="635ffad0-149b-4734-875d-ab8f60d68deb" providerId="ADAL" clId="{9477D9E8-968F-4270-8D87-CCB28EE4139C}" dt="2023-01-05T18:32:20.690" v="294" actId="1076"/>
          <ac:picMkLst>
            <pc:docMk/>
            <pc:sldMk cId="1381754188" sldId="270"/>
            <ac:picMk id="5" creationId="{0AB50D4C-B15C-4865-BE9F-E454F434194F}"/>
          </ac:picMkLst>
        </pc:picChg>
      </pc:sldChg>
      <pc:sldChg chg="addSp delSp modSp add mod">
        <pc:chgData name="Mills, Nicole" userId="635ffad0-149b-4734-875d-ab8f60d68deb" providerId="ADAL" clId="{9477D9E8-968F-4270-8D87-CCB28EE4139C}" dt="2023-01-05T18:33:01.745" v="307" actId="1076"/>
        <pc:sldMkLst>
          <pc:docMk/>
          <pc:sldMk cId="3325659327" sldId="271"/>
        </pc:sldMkLst>
        <pc:picChg chg="del">
          <ac:chgData name="Mills, Nicole" userId="635ffad0-149b-4734-875d-ab8f60d68deb" providerId="ADAL" clId="{9477D9E8-968F-4270-8D87-CCB28EE4139C}" dt="2023-01-05T18:32:54.571" v="303" actId="478"/>
          <ac:picMkLst>
            <pc:docMk/>
            <pc:sldMk cId="3325659327" sldId="271"/>
            <ac:picMk id="5" creationId="{0AB50D4C-B15C-4865-BE9F-E454F434194F}"/>
          </ac:picMkLst>
        </pc:picChg>
        <pc:picChg chg="add mod">
          <ac:chgData name="Mills, Nicole" userId="635ffad0-149b-4734-875d-ab8f60d68deb" providerId="ADAL" clId="{9477D9E8-968F-4270-8D87-CCB28EE4139C}" dt="2023-01-05T18:33:01.745" v="307" actId="1076"/>
          <ac:picMkLst>
            <pc:docMk/>
            <pc:sldMk cId="3325659327" sldId="271"/>
            <ac:picMk id="6" creationId="{0AFBAA20-B86C-4FDC-B7D2-ABFA3156D424}"/>
          </ac:picMkLst>
        </pc:picChg>
      </pc:sldChg>
      <pc:sldChg chg="addSp delSp modSp add mod">
        <pc:chgData name="Mills, Nicole" userId="635ffad0-149b-4734-875d-ab8f60d68deb" providerId="ADAL" clId="{9477D9E8-968F-4270-8D87-CCB28EE4139C}" dt="2023-01-05T18:34:03.426" v="357" actId="1076"/>
        <pc:sldMkLst>
          <pc:docMk/>
          <pc:sldMk cId="3147981723" sldId="272"/>
        </pc:sldMkLst>
        <pc:spChg chg="mod">
          <ac:chgData name="Mills, Nicole" userId="635ffad0-149b-4734-875d-ab8f60d68deb" providerId="ADAL" clId="{9477D9E8-968F-4270-8D87-CCB28EE4139C}" dt="2023-01-05T18:33:30.789" v="334" actId="20577"/>
          <ac:spMkLst>
            <pc:docMk/>
            <pc:sldMk cId="3147981723" sldId="272"/>
            <ac:spMk id="2" creationId="{9AFB837C-3E07-4129-B371-9F5CA97D5605}"/>
          </ac:spMkLst>
        </pc:spChg>
        <pc:spChg chg="del">
          <ac:chgData name="Mills, Nicole" userId="635ffad0-149b-4734-875d-ab8f60d68deb" providerId="ADAL" clId="{9477D9E8-968F-4270-8D87-CCB28EE4139C}" dt="2023-01-05T18:33:33.922" v="336" actId="478"/>
          <ac:spMkLst>
            <pc:docMk/>
            <pc:sldMk cId="3147981723" sldId="272"/>
            <ac:spMk id="7" creationId="{7D9B2B65-8687-4175-93B2-477DB8137129}"/>
          </ac:spMkLst>
        </pc:spChg>
        <pc:spChg chg="add mod">
          <ac:chgData name="Mills, Nicole" userId="635ffad0-149b-4734-875d-ab8f60d68deb" providerId="ADAL" clId="{9477D9E8-968F-4270-8D87-CCB28EE4139C}" dt="2023-01-05T18:34:03.426" v="357" actId="1076"/>
          <ac:spMkLst>
            <pc:docMk/>
            <pc:sldMk cId="3147981723" sldId="272"/>
            <ac:spMk id="8" creationId="{70A20F8A-B129-4054-9D0C-823F399D2FCF}"/>
          </ac:spMkLst>
        </pc:spChg>
        <pc:picChg chg="del">
          <ac:chgData name="Mills, Nicole" userId="635ffad0-149b-4734-875d-ab8f60d68deb" providerId="ADAL" clId="{9477D9E8-968F-4270-8D87-CCB28EE4139C}" dt="2023-01-05T18:33:32.531" v="335" actId="478"/>
          <ac:picMkLst>
            <pc:docMk/>
            <pc:sldMk cId="3147981723" sldId="272"/>
            <ac:picMk id="6" creationId="{0AFBAA20-B86C-4FDC-B7D2-ABFA3156D424}"/>
          </ac:picMkLst>
        </pc:picChg>
      </pc:sldChg>
      <pc:sldChg chg="modSp add mod">
        <pc:chgData name="Mills, Nicole" userId="635ffad0-149b-4734-875d-ab8f60d68deb" providerId="ADAL" clId="{9477D9E8-968F-4270-8D87-CCB28EE4139C}" dt="2023-01-05T18:34:46.530" v="369" actId="1076"/>
        <pc:sldMkLst>
          <pc:docMk/>
          <pc:sldMk cId="2721551724" sldId="273"/>
        </pc:sldMkLst>
        <pc:spChg chg="mod">
          <ac:chgData name="Mills, Nicole" userId="635ffad0-149b-4734-875d-ab8f60d68deb" providerId="ADAL" clId="{9477D9E8-968F-4270-8D87-CCB28EE4139C}" dt="2023-01-05T18:34:24.987" v="364" actId="20577"/>
          <ac:spMkLst>
            <pc:docMk/>
            <pc:sldMk cId="2721551724" sldId="273"/>
            <ac:spMk id="2" creationId="{9AFB837C-3E07-4129-B371-9F5CA97D5605}"/>
          </ac:spMkLst>
        </pc:spChg>
        <pc:spChg chg="mod">
          <ac:chgData name="Mills, Nicole" userId="635ffad0-149b-4734-875d-ab8f60d68deb" providerId="ADAL" clId="{9477D9E8-968F-4270-8D87-CCB28EE4139C}" dt="2023-01-05T18:34:46.530" v="369" actId="1076"/>
          <ac:spMkLst>
            <pc:docMk/>
            <pc:sldMk cId="2721551724" sldId="273"/>
            <ac:spMk id="8" creationId="{70A20F8A-B129-4054-9D0C-823F399D2FCF}"/>
          </ac:spMkLst>
        </pc:spChg>
      </pc:sldChg>
      <pc:sldChg chg="addSp delSp modSp add mod">
        <pc:chgData name="Mills, Nicole" userId="635ffad0-149b-4734-875d-ab8f60d68deb" providerId="ADAL" clId="{9477D9E8-968F-4270-8D87-CCB28EE4139C}" dt="2023-01-05T18:35:15.249" v="394" actId="1076"/>
        <pc:sldMkLst>
          <pc:docMk/>
          <pc:sldMk cId="1191312254" sldId="274"/>
        </pc:sldMkLst>
        <pc:spChg chg="mod">
          <ac:chgData name="Mills, Nicole" userId="635ffad0-149b-4734-875d-ab8f60d68deb" providerId="ADAL" clId="{9477D9E8-968F-4270-8D87-CCB28EE4139C}" dt="2023-01-05T18:35:07.613" v="390" actId="20577"/>
          <ac:spMkLst>
            <pc:docMk/>
            <pc:sldMk cId="1191312254" sldId="274"/>
            <ac:spMk id="2" creationId="{9AFB837C-3E07-4129-B371-9F5CA97D5605}"/>
          </ac:spMkLst>
        </pc:spChg>
        <pc:spChg chg="del">
          <ac:chgData name="Mills, Nicole" userId="635ffad0-149b-4734-875d-ab8f60d68deb" providerId="ADAL" clId="{9477D9E8-968F-4270-8D87-CCB28EE4139C}" dt="2023-01-05T18:34:59.779" v="371" actId="478"/>
          <ac:spMkLst>
            <pc:docMk/>
            <pc:sldMk cId="1191312254" sldId="274"/>
            <ac:spMk id="8" creationId="{70A20F8A-B129-4054-9D0C-823F399D2FCF}"/>
          </ac:spMkLst>
        </pc:spChg>
        <pc:picChg chg="add mod">
          <ac:chgData name="Mills, Nicole" userId="635ffad0-149b-4734-875d-ab8f60d68deb" providerId="ADAL" clId="{9477D9E8-968F-4270-8D87-CCB28EE4139C}" dt="2023-01-05T18:35:15.249" v="394" actId="1076"/>
          <ac:picMkLst>
            <pc:docMk/>
            <pc:sldMk cId="1191312254" sldId="274"/>
            <ac:picMk id="5" creationId="{170FC5C9-E420-4EFE-9474-F0F6971926F8}"/>
          </ac:picMkLst>
        </pc:picChg>
      </pc:sldChg>
      <pc:sldChg chg="addSp delSp modSp add mod">
        <pc:chgData name="Mills, Nicole" userId="635ffad0-149b-4734-875d-ab8f60d68deb" providerId="ADAL" clId="{9477D9E8-968F-4270-8D87-CCB28EE4139C}" dt="2023-01-05T18:35:50.411" v="426" actId="1076"/>
        <pc:sldMkLst>
          <pc:docMk/>
          <pc:sldMk cId="3705699139" sldId="275"/>
        </pc:sldMkLst>
        <pc:spChg chg="mod">
          <ac:chgData name="Mills, Nicole" userId="635ffad0-149b-4734-875d-ab8f60d68deb" providerId="ADAL" clId="{9477D9E8-968F-4270-8D87-CCB28EE4139C}" dt="2023-01-05T18:35:44.140" v="424" actId="20577"/>
          <ac:spMkLst>
            <pc:docMk/>
            <pc:sldMk cId="3705699139" sldId="275"/>
            <ac:spMk id="2" creationId="{9AFB837C-3E07-4129-B371-9F5CA97D5605}"/>
          </ac:spMkLst>
        </pc:spChg>
        <pc:picChg chg="del">
          <ac:chgData name="Mills, Nicole" userId="635ffad0-149b-4734-875d-ab8f60d68deb" providerId="ADAL" clId="{9477D9E8-968F-4270-8D87-CCB28EE4139C}" dt="2023-01-05T18:35:29.328" v="396" actId="478"/>
          <ac:picMkLst>
            <pc:docMk/>
            <pc:sldMk cId="3705699139" sldId="275"/>
            <ac:picMk id="5" creationId="{170FC5C9-E420-4EFE-9474-F0F6971926F8}"/>
          </ac:picMkLst>
        </pc:picChg>
        <pc:picChg chg="add mod">
          <ac:chgData name="Mills, Nicole" userId="635ffad0-149b-4734-875d-ab8f60d68deb" providerId="ADAL" clId="{9477D9E8-968F-4270-8D87-CCB28EE4139C}" dt="2023-01-05T18:35:50.411" v="426" actId="1076"/>
          <ac:picMkLst>
            <pc:docMk/>
            <pc:sldMk cId="3705699139" sldId="275"/>
            <ac:picMk id="6" creationId="{BF682058-8363-4B98-9F4B-82AB8E92F895}"/>
          </ac:picMkLst>
        </pc:picChg>
      </pc:sldChg>
    </pc:docChg>
  </pc:docChgLst>
  <pc:docChgLst>
    <pc:chgData name="White (she/her), Whitney" userId="65f39021-2f1d-4d8b-87dc-b123826f65bf" providerId="ADAL" clId="{23F4F14A-C6EB-4713-89FA-3AA773D1F954}"/>
    <pc:docChg chg="undo custSel modSld">
      <pc:chgData name="White (she/her), Whitney" userId="65f39021-2f1d-4d8b-87dc-b123826f65bf" providerId="ADAL" clId="{23F4F14A-C6EB-4713-89FA-3AA773D1F954}" dt="2023-08-19T01:13:30.400" v="30" actId="20577"/>
      <pc:docMkLst>
        <pc:docMk/>
      </pc:docMkLst>
      <pc:sldChg chg="modSp mod">
        <pc:chgData name="White (she/her), Whitney" userId="65f39021-2f1d-4d8b-87dc-b123826f65bf" providerId="ADAL" clId="{23F4F14A-C6EB-4713-89FA-3AA773D1F954}" dt="2023-08-19T01:13:30.400" v="30" actId="20577"/>
        <pc:sldMkLst>
          <pc:docMk/>
          <pc:sldMk cId="1482277026" sldId="256"/>
        </pc:sldMkLst>
        <pc:spChg chg="mod">
          <ac:chgData name="White (she/her), Whitney" userId="65f39021-2f1d-4d8b-87dc-b123826f65bf" providerId="ADAL" clId="{23F4F14A-C6EB-4713-89FA-3AA773D1F954}" dt="2023-08-19T01:13:30.400" v="30" actId="20577"/>
          <ac:spMkLst>
            <pc:docMk/>
            <pc:sldMk cId="1482277026" sldId="256"/>
            <ac:spMk id="2" creationId="{BFFCF5BD-F8FF-4A67-A8B6-EBB21E79279B}"/>
          </ac:spMkLst>
        </pc:spChg>
        <pc:spChg chg="mod">
          <ac:chgData name="White (she/her), Whitney" userId="65f39021-2f1d-4d8b-87dc-b123826f65bf" providerId="ADAL" clId="{23F4F14A-C6EB-4713-89FA-3AA773D1F954}" dt="2023-08-18T01:54:10.599" v="22" actId="2711"/>
          <ac:spMkLst>
            <pc:docMk/>
            <pc:sldMk cId="1482277026" sldId="256"/>
            <ac:spMk id="4" creationId="{980B8652-71A8-7FD4-6152-C24888733BED}"/>
          </ac:spMkLst>
        </pc:spChg>
      </pc:sldChg>
      <pc:sldChg chg="modSp mod">
        <pc:chgData name="White (she/her), Whitney" userId="65f39021-2f1d-4d8b-87dc-b123826f65bf" providerId="ADAL" clId="{23F4F14A-C6EB-4713-89FA-3AA773D1F954}" dt="2023-08-18T01:54:26.944" v="23" actId="313"/>
        <pc:sldMkLst>
          <pc:docMk/>
          <pc:sldMk cId="4071305681" sldId="258"/>
        </pc:sldMkLst>
        <pc:spChg chg="mod">
          <ac:chgData name="White (she/her), Whitney" userId="65f39021-2f1d-4d8b-87dc-b123826f65bf" providerId="ADAL" clId="{23F4F14A-C6EB-4713-89FA-3AA773D1F954}" dt="2023-08-18T01:54:26.944" v="23" actId="313"/>
          <ac:spMkLst>
            <pc:docMk/>
            <pc:sldMk cId="4071305681" sldId="258"/>
            <ac:spMk id="3" creationId="{392BE286-77A6-49DD-B15D-7E4718D52FE7}"/>
          </ac:spMkLst>
        </pc:spChg>
      </pc:sldChg>
      <pc:sldChg chg="addSp delSp modSp mod">
        <pc:chgData name="White (she/her), Whitney" userId="65f39021-2f1d-4d8b-87dc-b123826f65bf" providerId="ADAL" clId="{23F4F14A-C6EB-4713-89FA-3AA773D1F954}" dt="2023-08-18T01:51:39.697" v="3" actId="962"/>
        <pc:sldMkLst>
          <pc:docMk/>
          <pc:sldMk cId="1381754188" sldId="270"/>
        </pc:sldMkLst>
        <pc:spChg chg="add del">
          <ac:chgData name="White (she/her), Whitney" userId="65f39021-2f1d-4d8b-87dc-b123826f65bf" providerId="ADAL" clId="{23F4F14A-C6EB-4713-89FA-3AA773D1F954}" dt="2023-08-18T01:51:35.776" v="1" actId="22"/>
          <ac:spMkLst>
            <pc:docMk/>
            <pc:sldMk cId="1381754188" sldId="270"/>
            <ac:spMk id="4" creationId="{77D76FA7-7870-5666-5C8D-0C5554C1DBB5}"/>
          </ac:spMkLst>
        </pc:spChg>
        <pc:picChg chg="mod">
          <ac:chgData name="White (she/her), Whitney" userId="65f39021-2f1d-4d8b-87dc-b123826f65bf" providerId="ADAL" clId="{23F4F14A-C6EB-4713-89FA-3AA773D1F954}" dt="2023-08-18T01:51:39.697" v="3" actId="962"/>
          <ac:picMkLst>
            <pc:docMk/>
            <pc:sldMk cId="1381754188" sldId="270"/>
            <ac:picMk id="5" creationId="{0AB50D4C-B15C-4865-BE9F-E454F434194F}"/>
          </ac:picMkLst>
        </pc:picChg>
      </pc:sldChg>
      <pc:sldChg chg="modSp mod">
        <pc:chgData name="White (she/her), Whitney" userId="65f39021-2f1d-4d8b-87dc-b123826f65bf" providerId="ADAL" clId="{23F4F14A-C6EB-4713-89FA-3AA773D1F954}" dt="2023-08-18T01:54:37.157" v="29" actId="20577"/>
        <pc:sldMkLst>
          <pc:docMk/>
          <pc:sldMk cId="3325659327" sldId="271"/>
        </pc:sldMkLst>
        <pc:spChg chg="mod">
          <ac:chgData name="White (she/her), Whitney" userId="65f39021-2f1d-4d8b-87dc-b123826f65bf" providerId="ADAL" clId="{23F4F14A-C6EB-4713-89FA-3AA773D1F954}" dt="2023-08-18T01:54:37.157" v="29" actId="20577"/>
          <ac:spMkLst>
            <pc:docMk/>
            <pc:sldMk cId="3325659327" sldId="271"/>
            <ac:spMk id="2" creationId="{9AFB837C-3E07-4129-B371-9F5CA97D5605}"/>
          </ac:spMkLst>
        </pc:spChg>
        <pc:picChg chg="mod">
          <ac:chgData name="White (she/her), Whitney" userId="65f39021-2f1d-4d8b-87dc-b123826f65bf" providerId="ADAL" clId="{23F4F14A-C6EB-4713-89FA-3AA773D1F954}" dt="2023-08-18T01:51:51.983" v="6" actId="962"/>
          <ac:picMkLst>
            <pc:docMk/>
            <pc:sldMk cId="3325659327" sldId="271"/>
            <ac:picMk id="6" creationId="{0AFBAA20-B86C-4FDC-B7D2-ABFA3156D424}"/>
          </ac:picMkLst>
        </pc:picChg>
      </pc:sldChg>
      <pc:sldChg chg="modSp mod">
        <pc:chgData name="White (she/her), Whitney" userId="65f39021-2f1d-4d8b-87dc-b123826f65bf" providerId="ADAL" clId="{23F4F14A-C6EB-4713-89FA-3AA773D1F954}" dt="2023-08-18T01:52:14.766" v="9" actId="962"/>
        <pc:sldMkLst>
          <pc:docMk/>
          <pc:sldMk cId="1191312254" sldId="274"/>
        </pc:sldMkLst>
        <pc:picChg chg="mod">
          <ac:chgData name="White (she/her), Whitney" userId="65f39021-2f1d-4d8b-87dc-b123826f65bf" providerId="ADAL" clId="{23F4F14A-C6EB-4713-89FA-3AA773D1F954}" dt="2023-08-18T01:52:14.766" v="9" actId="962"/>
          <ac:picMkLst>
            <pc:docMk/>
            <pc:sldMk cId="1191312254" sldId="274"/>
            <ac:picMk id="5" creationId="{170FC5C9-E420-4EFE-9474-F0F6971926F8}"/>
          </ac:picMkLst>
        </pc:picChg>
      </pc:sldChg>
      <pc:sldChg chg="modSp mod">
        <pc:chgData name="White (she/her), Whitney" userId="65f39021-2f1d-4d8b-87dc-b123826f65bf" providerId="ADAL" clId="{23F4F14A-C6EB-4713-89FA-3AA773D1F954}" dt="2023-08-18T01:52:33.777" v="11" actId="962"/>
        <pc:sldMkLst>
          <pc:docMk/>
          <pc:sldMk cId="3705699139" sldId="275"/>
        </pc:sldMkLst>
        <pc:picChg chg="mod">
          <ac:chgData name="White (she/her), Whitney" userId="65f39021-2f1d-4d8b-87dc-b123826f65bf" providerId="ADAL" clId="{23F4F14A-C6EB-4713-89FA-3AA773D1F954}" dt="2023-08-18T01:52:33.777" v="11" actId="962"/>
          <ac:picMkLst>
            <pc:docMk/>
            <pc:sldMk cId="3705699139" sldId="275"/>
            <ac:picMk id="6" creationId="{BF682058-8363-4B98-9F4B-82AB8E92F89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107661" y="5985761"/>
            <a:ext cx="9144000" cy="370300"/>
          </a:xfrm>
        </p:spPr>
        <p:txBody>
          <a:bodyPr>
            <a:normAutofit fontScale="90000"/>
          </a:bodyPr>
          <a:lstStyle/>
          <a:p>
            <a:pPr algn="l"/>
            <a:r>
              <a:rPr lang="en-US" sz="1800" dirty="0"/>
              <a:t>Practicum| Unit 3: Research-Based Instructional Strategies (RBIS) Reading Language Arts (RLA)| </a:t>
            </a:r>
            <a:r>
              <a:rPr lang="en-US" sz="1800"/>
              <a:t>Lesson 3.07 </a:t>
            </a:r>
            <a:endParaRPr lang="en-US" sz="1800" dirty="0"/>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Background Knowledge and Reading Comprehension</a:t>
            </a:r>
          </a:p>
        </p:txBody>
      </p:sp>
      <p:sp>
        <p:nvSpPr>
          <p:cNvPr id="4" name="TextBox 1">
            <a:extLst>
              <a:ext uri="{FF2B5EF4-FFF2-40B4-BE49-F238E27FC236}">
                <a16:creationId xmlns:a16="http://schemas.microsoft.com/office/drawing/2014/main" id="{980B8652-71A8-7FD4-6152-C24888733BED}"/>
              </a:ext>
            </a:extLst>
          </p:cNvPr>
          <p:cNvSpPr txBox="1"/>
          <p:nvPr/>
        </p:nvSpPr>
        <p:spPr>
          <a:xfrm>
            <a:off x="107661" y="6356061"/>
            <a:ext cx="11723555"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464646"/>
                </a:solidFill>
                <a:latin typeface="+mj-lt"/>
                <a:cs typeface="Calibri"/>
              </a:rPr>
              <a:t>This work is licensed under a </a:t>
            </a:r>
            <a:r>
              <a:rPr lang="en-US" sz="1600" dirty="0">
                <a:solidFill>
                  <a:srgbClr val="0070C0"/>
                </a:solidFill>
                <a:latin typeface="+mj-lt"/>
                <a:cs typeface="Calibri"/>
                <a:hlinkClick r:id="rId2"/>
              </a:rPr>
              <a:t>Creative Commons Attribution-Noncommercial-Share Alike 4.0 International License</a:t>
            </a:r>
            <a:r>
              <a:rPr lang="en-US" sz="1600" dirty="0">
                <a:solidFill>
                  <a:srgbClr val="0070C0"/>
                </a:solidFill>
                <a:latin typeface="+mj-lt"/>
                <a:cs typeface="Calibri"/>
              </a:rPr>
              <a:t>.</a:t>
            </a:r>
            <a:endParaRPr lang="en-US" sz="3600"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lnSpcReduction="10000"/>
          </a:bodyPr>
          <a:lstStyle/>
          <a:p>
            <a:pPr marL="0" indent="0">
              <a:buNone/>
            </a:pPr>
            <a:r>
              <a:rPr lang="en-US" dirty="0"/>
              <a:t>TEKS 6A, 6C, 6D, 6F, 6G</a:t>
            </a:r>
          </a:p>
          <a:p>
            <a:pPr marL="0" indent="0">
              <a:buNone/>
            </a:pPr>
            <a:endParaRPr lang="en-US" dirty="0"/>
          </a:p>
          <a:p>
            <a:pPr marL="0" indent="0">
              <a:buNone/>
            </a:pPr>
            <a:r>
              <a:rPr lang="en-US" dirty="0"/>
              <a:t>The student will…</a:t>
            </a:r>
          </a:p>
          <a:p>
            <a:r>
              <a:rPr lang="en-US" dirty="0"/>
              <a:t>Describe the role of background knowledge in reading comprehension </a:t>
            </a:r>
          </a:p>
          <a:p>
            <a:r>
              <a:rPr lang="en-US" dirty="0"/>
              <a:t>Define and identify examples of a skills-based vs knowledge-based approach to reading</a:t>
            </a:r>
          </a:p>
          <a:p>
            <a:r>
              <a:rPr lang="en-US" dirty="0"/>
              <a:t>Compare a skills-based approach to a knowledge-based approach in various content and the affect each approach has on building background knowledge and vocabulary</a:t>
            </a:r>
          </a:p>
        </p:txBody>
      </p:sp>
      <p:sp>
        <p:nvSpPr>
          <p:cNvPr id="5" name="Slide Number Placeholder 3">
            <a:extLst>
              <a:ext uri="{FF2B5EF4-FFF2-40B4-BE49-F238E27FC236}">
                <a16:creationId xmlns:a16="http://schemas.microsoft.com/office/drawing/2014/main" id="{FA478734-FD71-44EA-5C2D-62876AE18202}"/>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2</a:t>
            </a:fld>
            <a:endParaRPr lang="en-US" dirty="0"/>
          </a:p>
        </p:txBody>
      </p:sp>
      <p:sp>
        <p:nvSpPr>
          <p:cNvPr id="6" name="Title 1">
            <a:extLst>
              <a:ext uri="{FF2B5EF4-FFF2-40B4-BE49-F238E27FC236}">
                <a16:creationId xmlns:a16="http://schemas.microsoft.com/office/drawing/2014/main" id="{DF59BA45-2ED5-BF72-AD70-543B17D2017A}"/>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463615" y="1339915"/>
            <a:ext cx="10747310" cy="5001208"/>
          </a:xfrm>
        </p:spPr>
        <p:txBody>
          <a:bodyPr>
            <a:normAutofit fontScale="85000" lnSpcReduction="20000"/>
          </a:bodyPr>
          <a:lstStyle/>
          <a:p>
            <a:pPr marL="0" indent="0">
              <a:buNone/>
            </a:pPr>
            <a:r>
              <a:rPr lang="en-US" dirty="0"/>
              <a:t>Read the excerpt and write a 2-3 sentence summary of what you think the excerpt is about. </a:t>
            </a:r>
          </a:p>
          <a:p>
            <a:pPr marL="0" indent="0">
              <a:buNone/>
            </a:pPr>
            <a:endParaRPr lang="en-US" dirty="0"/>
          </a:p>
          <a:p>
            <a:pPr marL="0" indent="0">
              <a:buNone/>
            </a:pPr>
            <a:r>
              <a:rPr lang="en-US" dirty="0"/>
              <a:t>“Over the past 30 years, the number of gears on road bikes has steadily increased. Current group sets now provide 22 gears through the combination of two chainrings and 11 sprockets. The range of sizes for the chainrings and sprockets has also grown in that time, too, providing riders plenty of scope to fine-tune the gearing on their bikes.</a:t>
            </a:r>
          </a:p>
          <a:p>
            <a:pPr marL="0" indent="0">
              <a:buNone/>
            </a:pPr>
            <a:r>
              <a:rPr lang="en-US" dirty="0"/>
              <a:t>With such a generous number of gears on offer, it is tempting to think that there wouldn’t be much point to tinkering with them, but the human engine demands it. After all, there is a finite amount of power on offer and the efficiency of the system depends upon maintaining a consistent cadence (~80rpm), regardless of any change in the terrain or riding conditions.</a:t>
            </a:r>
          </a:p>
          <a:p>
            <a:pPr marL="0" indent="0">
              <a:buNone/>
            </a:pPr>
            <a:r>
              <a:rPr lang="en-US" dirty="0"/>
              <a:t>Every road cyclist understands that size of the chainrings and sprockets dictate the gearing of the bike, however there is more to the concept than simply the number of teeth involved. What is most important is the ratio and the way that the sprockets multiply the effort made with the chainring.”</a:t>
            </a:r>
          </a:p>
        </p:txBody>
      </p:sp>
      <p:sp>
        <p:nvSpPr>
          <p:cNvPr id="6" name="Slide Number Placeholder 3">
            <a:extLst>
              <a:ext uri="{FF2B5EF4-FFF2-40B4-BE49-F238E27FC236}">
                <a16:creationId xmlns:a16="http://schemas.microsoft.com/office/drawing/2014/main" id="{B46C08BC-3776-48D9-E820-508EA3473308}"/>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3</a:t>
            </a:fld>
            <a:endParaRPr lang="en-US" dirty="0"/>
          </a:p>
        </p:txBody>
      </p:sp>
      <p:sp>
        <p:nvSpPr>
          <p:cNvPr id="8" name="Title 1">
            <a:extLst>
              <a:ext uri="{FF2B5EF4-FFF2-40B4-BE49-F238E27FC236}">
                <a16:creationId xmlns:a16="http://schemas.microsoft.com/office/drawing/2014/main" id="{756CA445-8DC9-1AC7-E35B-2E28943AB65D}"/>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lstStyle/>
          <a:p>
            <a:r>
              <a:rPr lang="en-US" dirty="0"/>
              <a:t>Vocabulary</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447234353"/>
              </p:ext>
            </p:extLst>
          </p:nvPr>
        </p:nvGraphicFramePr>
        <p:xfrm>
          <a:off x="1185115" y="1311408"/>
          <a:ext cx="9463876" cy="3930844"/>
        </p:xfrm>
        <a:graphic>
          <a:graphicData uri="http://schemas.openxmlformats.org/drawingml/2006/table">
            <a:tbl>
              <a:tblPr firstRow="1" bandRow="1">
                <a:tableStyleId>{5C22544A-7EE6-4342-B048-85BDC9FD1C3A}</a:tableStyleId>
              </a:tblPr>
              <a:tblGrid>
                <a:gridCol w="2629801">
                  <a:extLst>
                    <a:ext uri="{9D8B030D-6E8A-4147-A177-3AD203B41FA5}">
                      <a16:colId xmlns:a16="http://schemas.microsoft.com/office/drawing/2014/main" val="1922918179"/>
                    </a:ext>
                  </a:extLst>
                </a:gridCol>
                <a:gridCol w="6834075">
                  <a:extLst>
                    <a:ext uri="{9D8B030D-6E8A-4147-A177-3AD203B41FA5}">
                      <a16:colId xmlns:a16="http://schemas.microsoft.com/office/drawing/2014/main" val="3619535809"/>
                    </a:ext>
                  </a:extLst>
                </a:gridCol>
              </a:tblGrid>
              <a:tr h="356770">
                <a:tc>
                  <a:txBody>
                    <a:bodyPr/>
                    <a:lstStyle/>
                    <a:p>
                      <a:r>
                        <a:rPr lang="en-US" dirty="0"/>
                        <a:t>Term</a:t>
                      </a:r>
                    </a:p>
                  </a:txBody>
                  <a:tcPr/>
                </a:tc>
                <a:tc>
                  <a:txBody>
                    <a:bodyPr/>
                    <a:lstStyle/>
                    <a:p>
                      <a:r>
                        <a:rPr lang="en-US" dirty="0"/>
                        <a:t>Definition</a:t>
                      </a:r>
                    </a:p>
                  </a:txBody>
                  <a:tcPr/>
                </a:tc>
                <a:extLst>
                  <a:ext uri="{0D108BD9-81ED-4DB2-BD59-A6C34878D82A}">
                    <a16:rowId xmlns:a16="http://schemas.microsoft.com/office/drawing/2014/main" val="886189608"/>
                  </a:ext>
                </a:extLst>
              </a:tr>
              <a:tr h="1172942">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Background Knowledge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The knowledge and skills you have based on life experiences and previous learning that is stored in the memory and acquired over time.</a:t>
                      </a:r>
                    </a:p>
                  </a:txBody>
                  <a:tcPr marL="68580" marR="68580" marT="0" marB="0"/>
                </a:tc>
                <a:extLst>
                  <a:ext uri="{0D108BD9-81ED-4DB2-BD59-A6C34878D82A}">
                    <a16:rowId xmlns:a16="http://schemas.microsoft.com/office/drawing/2014/main" val="2589762599"/>
                  </a:ext>
                </a:extLst>
              </a:tr>
              <a:tr h="1172942">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Skills-based Approach</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Students engage in a whole-group mini-lesson that targets a reading skill such as finding the main idea or making an inference. The teacher will teach on this skill over the course of a few days using a variety of texts on different topics.</a:t>
                      </a:r>
                    </a:p>
                  </a:txBody>
                  <a:tcPr marL="68580" marR="68580" marT="0" marB="0"/>
                </a:tc>
                <a:extLst>
                  <a:ext uri="{0D108BD9-81ED-4DB2-BD59-A6C34878D82A}">
                    <a16:rowId xmlns:a16="http://schemas.microsoft.com/office/drawing/2014/main" val="3622417617"/>
                  </a:ext>
                </a:extLst>
              </a:tr>
              <a:tr h="1172942">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Knowledge-based Approach</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Students read multiple texts on the same topic to build content-rich knowledge and vocabulary of history, geography, science, literature, etc. </a:t>
                      </a:r>
                    </a:p>
                  </a:txBody>
                  <a:tcPr marL="68580" marR="68580" marT="0" marB="0"/>
                </a:tc>
                <a:extLst>
                  <a:ext uri="{0D108BD9-81ED-4DB2-BD59-A6C34878D82A}">
                    <a16:rowId xmlns:a16="http://schemas.microsoft.com/office/drawing/2014/main" val="1766994879"/>
                  </a:ext>
                </a:extLst>
              </a:tr>
            </a:tbl>
          </a:graphicData>
        </a:graphic>
      </p:graphicFrame>
      <p:sp>
        <p:nvSpPr>
          <p:cNvPr id="6" name="Slide Number Placeholder 3">
            <a:extLst>
              <a:ext uri="{FF2B5EF4-FFF2-40B4-BE49-F238E27FC236}">
                <a16:creationId xmlns:a16="http://schemas.microsoft.com/office/drawing/2014/main" id="{B3E715B6-FF31-B43A-D2C3-17E8DB8D68BB}"/>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4</a:t>
            </a:fld>
            <a:endParaRPr lang="en-US" dirty="0"/>
          </a:p>
        </p:txBody>
      </p:sp>
      <p:sp>
        <p:nvSpPr>
          <p:cNvPr id="8" name="Title 1">
            <a:extLst>
              <a:ext uri="{FF2B5EF4-FFF2-40B4-BE49-F238E27FC236}">
                <a16:creationId xmlns:a16="http://schemas.microsoft.com/office/drawing/2014/main" id="{C9174FA1-3CAE-D532-DECD-46AA6EC096B3}"/>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Background Knowledge can help students</a:t>
            </a:r>
          </a:p>
        </p:txBody>
      </p:sp>
      <p:sp>
        <p:nvSpPr>
          <p:cNvPr id="6" name="TextBox 5">
            <a:extLst>
              <a:ext uri="{FF2B5EF4-FFF2-40B4-BE49-F238E27FC236}">
                <a16:creationId xmlns:a16="http://schemas.microsoft.com/office/drawing/2014/main" id="{D7FF49D8-B932-4D38-A62C-4C973617E4E5}"/>
              </a:ext>
            </a:extLst>
          </p:cNvPr>
          <p:cNvSpPr txBox="1"/>
          <p:nvPr/>
        </p:nvSpPr>
        <p:spPr>
          <a:xfrm>
            <a:off x="1073020" y="1520890"/>
            <a:ext cx="9451911" cy="3350982"/>
          </a:xfrm>
          <a:prstGeom prst="rect">
            <a:avLst/>
          </a:prstGeom>
          <a:noFill/>
        </p:spPr>
        <p:txBody>
          <a:bodyPr wrap="square">
            <a:spAutoFit/>
          </a:bodyPr>
          <a:lstStyle/>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	Make connections to new information</a:t>
            </a: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	Make sense of new ideas and experiences</a:t>
            </a: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	Better understand new information</a:t>
            </a: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	Store and retrieve new information</a:t>
            </a: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	Free up working memory by chunking information</a:t>
            </a: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	Build vocabulary</a:t>
            </a:r>
          </a:p>
        </p:txBody>
      </p:sp>
      <p:sp>
        <p:nvSpPr>
          <p:cNvPr id="5" name="Slide Number Placeholder 3">
            <a:extLst>
              <a:ext uri="{FF2B5EF4-FFF2-40B4-BE49-F238E27FC236}">
                <a16:creationId xmlns:a16="http://schemas.microsoft.com/office/drawing/2014/main" id="{BFD61C80-DAB4-C204-4EAF-1E77C6547ED2}"/>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5</a:t>
            </a:fld>
            <a:endParaRPr lang="en-US" dirty="0"/>
          </a:p>
        </p:txBody>
      </p:sp>
      <p:sp>
        <p:nvSpPr>
          <p:cNvPr id="8" name="Title 1">
            <a:extLst>
              <a:ext uri="{FF2B5EF4-FFF2-40B4-BE49-F238E27FC236}">
                <a16:creationId xmlns:a16="http://schemas.microsoft.com/office/drawing/2014/main" id="{8DB75991-DDB8-BC2D-35FF-44629BB34A35}"/>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1815750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Assessment</a:t>
            </a:r>
          </a:p>
        </p:txBody>
      </p:sp>
      <p:sp>
        <p:nvSpPr>
          <p:cNvPr id="6" name="TextBox 5">
            <a:extLst>
              <a:ext uri="{FF2B5EF4-FFF2-40B4-BE49-F238E27FC236}">
                <a16:creationId xmlns:a16="http://schemas.microsoft.com/office/drawing/2014/main" id="{D7FF49D8-B932-4D38-A62C-4C973617E4E5}"/>
              </a:ext>
            </a:extLst>
          </p:cNvPr>
          <p:cNvSpPr txBox="1"/>
          <p:nvPr/>
        </p:nvSpPr>
        <p:spPr>
          <a:xfrm>
            <a:off x="838200" y="1291132"/>
            <a:ext cx="10601131" cy="4836645"/>
          </a:xfrm>
          <a:prstGeom prst="rect">
            <a:avLst/>
          </a:prstGeom>
          <a:noFill/>
        </p:spPr>
        <p:txBody>
          <a:bodyPr wrap="square">
            <a:spAutoFit/>
          </a:bodyPr>
          <a:lstStyle/>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Let’s say I’m going to give a reading assessment about baseball. Who do you think will do the best on it?</a:t>
            </a:r>
          </a:p>
          <a:p>
            <a:pPr marL="514350" marR="0" indent="-514350">
              <a:lnSpc>
                <a:spcPct val="107000"/>
              </a:lnSpc>
              <a:spcBef>
                <a:spcPts val="0"/>
              </a:spcBef>
              <a:spcAft>
                <a:spcPts val="800"/>
              </a:spcAft>
              <a:buFont typeface="+mj-lt"/>
              <a:buAutoNum type="alphaUcPeriod"/>
            </a:pPr>
            <a:r>
              <a:rPr lang="en-US" sz="2800" dirty="0">
                <a:effectLst/>
                <a:latin typeface="Calibri" panose="020F0502020204030204" pitchFamily="34" charset="0"/>
                <a:ea typeface="Calibri" panose="020F0502020204030204" pitchFamily="34" charset="0"/>
                <a:cs typeface="Arial" panose="020B0604020202020204" pitchFamily="34" charset="0"/>
              </a:rPr>
              <a:t>Students with a high reading ability and knowledge of baseball.</a:t>
            </a:r>
          </a:p>
          <a:p>
            <a:pPr marL="514350" marR="0" indent="-514350">
              <a:lnSpc>
                <a:spcPct val="107000"/>
              </a:lnSpc>
              <a:spcBef>
                <a:spcPts val="0"/>
              </a:spcBef>
              <a:spcAft>
                <a:spcPts val="800"/>
              </a:spcAft>
              <a:buFont typeface="+mj-lt"/>
              <a:buAutoNum type="alphaUcPeriod"/>
            </a:pPr>
            <a:r>
              <a:rPr lang="en-US" sz="2800" dirty="0">
                <a:effectLst/>
                <a:latin typeface="Calibri" panose="020F0502020204030204" pitchFamily="34" charset="0"/>
                <a:ea typeface="Calibri" panose="020F0502020204030204" pitchFamily="34" charset="0"/>
                <a:cs typeface="Arial" panose="020B0604020202020204" pitchFamily="34" charset="0"/>
              </a:rPr>
              <a:t>Students with high reading ability and low knowledge of baseball.</a:t>
            </a:r>
          </a:p>
          <a:p>
            <a:pPr marL="514350" marR="0" indent="-514350">
              <a:lnSpc>
                <a:spcPct val="107000"/>
              </a:lnSpc>
              <a:spcBef>
                <a:spcPts val="0"/>
              </a:spcBef>
              <a:spcAft>
                <a:spcPts val="800"/>
              </a:spcAft>
              <a:buFont typeface="+mj-lt"/>
              <a:buAutoNum type="alphaUcPeriod"/>
            </a:pPr>
            <a:r>
              <a:rPr lang="en-US" sz="2800" dirty="0">
                <a:effectLst/>
                <a:latin typeface="Calibri" panose="020F0502020204030204" pitchFamily="34" charset="0"/>
                <a:ea typeface="Calibri" panose="020F0502020204030204" pitchFamily="34" charset="0"/>
                <a:cs typeface="Arial" panose="020B0604020202020204" pitchFamily="34" charset="0"/>
              </a:rPr>
              <a:t>Students with low reading ability but a high knowledge of baseball.</a:t>
            </a:r>
          </a:p>
          <a:p>
            <a:pPr marL="514350" marR="0" indent="-514350">
              <a:lnSpc>
                <a:spcPct val="107000"/>
              </a:lnSpc>
              <a:spcBef>
                <a:spcPts val="0"/>
              </a:spcBef>
              <a:spcAft>
                <a:spcPts val="800"/>
              </a:spcAft>
              <a:buFont typeface="+mj-lt"/>
              <a:buAutoNum type="alphaUcPeriod"/>
            </a:pPr>
            <a:r>
              <a:rPr lang="en-US" sz="2800" dirty="0">
                <a:effectLst/>
                <a:latin typeface="Calibri" panose="020F0502020204030204" pitchFamily="34" charset="0"/>
                <a:ea typeface="Calibri" panose="020F0502020204030204" pitchFamily="34" charset="0"/>
                <a:cs typeface="Arial" panose="020B0604020202020204" pitchFamily="34" charset="0"/>
              </a:rPr>
              <a:t>Students with low reading ability and low knowledge of baseball.</a:t>
            </a:r>
          </a:p>
          <a:p>
            <a:pPr marL="0" marR="0">
              <a:lnSpc>
                <a:spcPct val="107000"/>
              </a:lnSpc>
              <a:spcBef>
                <a:spcPts val="0"/>
              </a:spcBef>
              <a:spcAft>
                <a:spcPts val="800"/>
              </a:spcAft>
            </a:pP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Arial" panose="020B0604020202020204" pitchFamily="34" charset="0"/>
              </a:rPr>
              <a:t>Rank your predictions from who will score the highest to who will score the lowest.</a:t>
            </a:r>
          </a:p>
        </p:txBody>
      </p:sp>
      <p:sp>
        <p:nvSpPr>
          <p:cNvPr id="5" name="Slide Number Placeholder 3">
            <a:extLst>
              <a:ext uri="{FF2B5EF4-FFF2-40B4-BE49-F238E27FC236}">
                <a16:creationId xmlns:a16="http://schemas.microsoft.com/office/drawing/2014/main" id="{D6AC6989-8BA0-8C8E-DC5E-09868A142F73}"/>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6</a:t>
            </a:fld>
            <a:endParaRPr lang="en-US" dirty="0"/>
          </a:p>
        </p:txBody>
      </p:sp>
      <p:sp>
        <p:nvSpPr>
          <p:cNvPr id="8" name="Title 1">
            <a:extLst>
              <a:ext uri="{FF2B5EF4-FFF2-40B4-BE49-F238E27FC236}">
                <a16:creationId xmlns:a16="http://schemas.microsoft.com/office/drawing/2014/main" id="{2532970C-8682-143C-6A31-C591B884D661}"/>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254463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Background Knowledge Study</a:t>
            </a:r>
          </a:p>
        </p:txBody>
      </p:sp>
      <p:pic>
        <p:nvPicPr>
          <p:cNvPr id="5" name="Picture 4" descr="Compared Reading Comprehension Chart&#10;&#10;Based on Recht &amp; Leslie (1988) 'Baseball Study'&#10;&#10;Source: Recht, D. &amp; Leslie, L. “Effect of Prior Knowledge on Good and Poor Readers Memory of Text.” (1998) Journal of Educational Psychology">
            <a:extLst>
              <a:ext uri="{FF2B5EF4-FFF2-40B4-BE49-F238E27FC236}">
                <a16:creationId xmlns:a16="http://schemas.microsoft.com/office/drawing/2014/main" id="{0AB50D4C-B15C-4865-BE9F-E454F434194F}"/>
              </a:ext>
            </a:extLst>
          </p:cNvPr>
          <p:cNvPicPr>
            <a:picLocks noChangeAspect="1"/>
          </p:cNvPicPr>
          <p:nvPr/>
        </p:nvPicPr>
        <p:blipFill>
          <a:blip r:embed="rId2"/>
          <a:stretch>
            <a:fillRect/>
          </a:stretch>
        </p:blipFill>
        <p:spPr>
          <a:xfrm>
            <a:off x="2190573" y="1367392"/>
            <a:ext cx="7810853" cy="4660184"/>
          </a:xfrm>
          <a:prstGeom prst="rect">
            <a:avLst/>
          </a:prstGeom>
        </p:spPr>
      </p:pic>
      <p:sp>
        <p:nvSpPr>
          <p:cNvPr id="7" name="TextBox 6">
            <a:extLst>
              <a:ext uri="{FF2B5EF4-FFF2-40B4-BE49-F238E27FC236}">
                <a16:creationId xmlns:a16="http://schemas.microsoft.com/office/drawing/2014/main" id="{7D9B2B65-8687-4175-93B2-477DB8137129}"/>
              </a:ext>
            </a:extLst>
          </p:cNvPr>
          <p:cNvSpPr txBox="1"/>
          <p:nvPr/>
        </p:nvSpPr>
        <p:spPr>
          <a:xfrm>
            <a:off x="1930125" y="5896812"/>
            <a:ext cx="8335687" cy="249684"/>
          </a:xfrm>
          <a:prstGeom prst="rect">
            <a:avLst/>
          </a:prstGeom>
          <a:noFill/>
        </p:spPr>
        <p:txBody>
          <a:bodyPr wrap="square" lIns="91440" tIns="45720" rIns="91440" bIns="45720" anchor="t">
            <a:spAutoFit/>
          </a:bodyPr>
          <a:lstStyle/>
          <a:p>
            <a:pPr marL="0" marR="0" algn="ctr">
              <a:lnSpc>
                <a:spcPct val="107000"/>
              </a:lnSpc>
              <a:spcBef>
                <a:spcPts val="0"/>
              </a:spcBef>
              <a:spcAft>
                <a:spcPts val="800"/>
              </a:spcAft>
            </a:pPr>
            <a:r>
              <a:rPr lang="en-US" sz="1000" dirty="0">
                <a:effectLst/>
                <a:latin typeface="Calibri"/>
                <a:ea typeface="Calibri"/>
                <a:cs typeface="Arial"/>
              </a:rPr>
              <a:t>Source: Recht, D. &amp; Leslie, L. “Effect of Prior Knowledge on Good and Poor Readers Memory of Text.” (1998) Journal of Educational Psychology</a:t>
            </a:r>
            <a:endParaRPr lang="en-US" dirty="0"/>
          </a:p>
        </p:txBody>
      </p:sp>
      <p:sp>
        <p:nvSpPr>
          <p:cNvPr id="6" name="Slide Number Placeholder 3">
            <a:extLst>
              <a:ext uri="{FF2B5EF4-FFF2-40B4-BE49-F238E27FC236}">
                <a16:creationId xmlns:a16="http://schemas.microsoft.com/office/drawing/2014/main" id="{15BC99AD-4F23-B041-524F-4D4DCCA72495}"/>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7</a:t>
            </a:fld>
            <a:endParaRPr lang="en-US" dirty="0"/>
          </a:p>
        </p:txBody>
      </p:sp>
      <p:sp>
        <p:nvSpPr>
          <p:cNvPr id="9" name="Title 1">
            <a:extLst>
              <a:ext uri="{FF2B5EF4-FFF2-40B4-BE49-F238E27FC236}">
                <a16:creationId xmlns:a16="http://schemas.microsoft.com/office/drawing/2014/main" id="{5C81C642-A931-324E-E9B9-3288EC62DD03}"/>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1381754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Background Knowledge Study Cont.</a:t>
            </a:r>
          </a:p>
        </p:txBody>
      </p:sp>
      <p:sp>
        <p:nvSpPr>
          <p:cNvPr id="7" name="TextBox 6">
            <a:extLst>
              <a:ext uri="{FF2B5EF4-FFF2-40B4-BE49-F238E27FC236}">
                <a16:creationId xmlns:a16="http://schemas.microsoft.com/office/drawing/2014/main" id="{7D9B2B65-8687-4175-93B2-477DB8137129}"/>
              </a:ext>
            </a:extLst>
          </p:cNvPr>
          <p:cNvSpPr txBox="1"/>
          <p:nvPr/>
        </p:nvSpPr>
        <p:spPr>
          <a:xfrm>
            <a:off x="1863450" y="5220537"/>
            <a:ext cx="7849912" cy="249684"/>
          </a:xfrm>
          <a:prstGeom prst="rect">
            <a:avLst/>
          </a:prstGeom>
          <a:noFill/>
        </p:spPr>
        <p:txBody>
          <a:bodyPr wrap="square" lIns="91440" tIns="45720" rIns="91440" bIns="45720" anchor="t">
            <a:spAutoFit/>
          </a:bodyPr>
          <a:lstStyle/>
          <a:p>
            <a:pPr marL="0" marR="0" algn="ctr">
              <a:lnSpc>
                <a:spcPct val="107000"/>
              </a:lnSpc>
              <a:spcBef>
                <a:spcPts val="0"/>
              </a:spcBef>
              <a:spcAft>
                <a:spcPts val="800"/>
              </a:spcAft>
            </a:pPr>
            <a:r>
              <a:rPr lang="en-US" sz="1000" dirty="0">
                <a:effectLst/>
                <a:latin typeface="Calibri"/>
                <a:ea typeface="Calibri"/>
                <a:cs typeface="Arial"/>
              </a:rPr>
              <a:t>Source: Recht, D. &amp; Leslie, L. “Effect of Prior Knowledge on Good and Poor Readers Memory of Text.” (1998) Journal of Educational Psychology</a:t>
            </a:r>
            <a:endParaRPr lang="en-US" dirty="0"/>
          </a:p>
        </p:txBody>
      </p:sp>
      <p:pic>
        <p:nvPicPr>
          <p:cNvPr id="6" name="Picture 5" descr="Compared Reading Comprehension Chart&#10;&#10;Based on Recht &amp; Leslie (1988) 'Baseball Study'&#10;&#10;Source: Recht, D. &amp; Leslie, L. “Effect of Prior Knowledge on Good and Poor Readers Memory of Text.” (1998) Journal of Educational Psychology">
            <a:extLst>
              <a:ext uri="{FF2B5EF4-FFF2-40B4-BE49-F238E27FC236}">
                <a16:creationId xmlns:a16="http://schemas.microsoft.com/office/drawing/2014/main" id="{0AFBAA20-B86C-4FDC-B7D2-ABFA3156D424}"/>
              </a:ext>
            </a:extLst>
          </p:cNvPr>
          <p:cNvPicPr>
            <a:picLocks noChangeAspect="1"/>
          </p:cNvPicPr>
          <p:nvPr/>
        </p:nvPicPr>
        <p:blipFill rotWithShape="1">
          <a:blip r:embed="rId2"/>
          <a:srcRect l="4970" t="8722" r="100" b="7531"/>
          <a:stretch/>
        </p:blipFill>
        <p:spPr>
          <a:xfrm>
            <a:off x="1563980" y="1408844"/>
            <a:ext cx="9064039" cy="3811693"/>
          </a:xfrm>
          <a:prstGeom prst="rect">
            <a:avLst/>
          </a:prstGeom>
        </p:spPr>
      </p:pic>
      <p:sp>
        <p:nvSpPr>
          <p:cNvPr id="8" name="Slide Number Placeholder 3">
            <a:extLst>
              <a:ext uri="{FF2B5EF4-FFF2-40B4-BE49-F238E27FC236}">
                <a16:creationId xmlns:a16="http://schemas.microsoft.com/office/drawing/2014/main" id="{5E174509-95B9-7330-21A6-AE8D278373DF}"/>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8</a:t>
            </a:fld>
            <a:endParaRPr lang="en-US" dirty="0"/>
          </a:p>
        </p:txBody>
      </p:sp>
      <p:sp>
        <p:nvSpPr>
          <p:cNvPr id="10" name="Title 1">
            <a:extLst>
              <a:ext uri="{FF2B5EF4-FFF2-40B4-BE49-F238E27FC236}">
                <a16:creationId xmlns:a16="http://schemas.microsoft.com/office/drawing/2014/main" id="{DCE37729-15FB-6A29-DB51-7B512D02C07D}"/>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325659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Knowledge-Based Approach</a:t>
            </a:r>
          </a:p>
        </p:txBody>
      </p:sp>
      <p:sp>
        <p:nvSpPr>
          <p:cNvPr id="8" name="TextBox 7">
            <a:extLst>
              <a:ext uri="{FF2B5EF4-FFF2-40B4-BE49-F238E27FC236}">
                <a16:creationId xmlns:a16="http://schemas.microsoft.com/office/drawing/2014/main" id="{70A20F8A-B129-4054-9D0C-823F399D2FCF}"/>
              </a:ext>
            </a:extLst>
          </p:cNvPr>
          <p:cNvSpPr txBox="1"/>
          <p:nvPr/>
        </p:nvSpPr>
        <p:spPr>
          <a:xfrm>
            <a:off x="821094" y="1623138"/>
            <a:ext cx="10702212" cy="4401205"/>
          </a:xfrm>
          <a:prstGeom prst="rect">
            <a:avLst/>
          </a:prstGeom>
          <a:noFill/>
        </p:spPr>
        <p:txBody>
          <a:bodyPr wrap="square">
            <a:spAutoFit/>
          </a:bodyPr>
          <a:lstStyle/>
          <a:p>
            <a:r>
              <a:rPr lang="en-US" sz="2800" dirty="0"/>
              <a:t>An approach to lesson planning that builds background knowledge is called a knowledge-based approach.</a:t>
            </a:r>
          </a:p>
          <a:p>
            <a:endParaRPr lang="en-US" sz="2800" dirty="0"/>
          </a:p>
          <a:p>
            <a:r>
              <a:rPr lang="en-US" sz="2800" dirty="0"/>
              <a:t>With a knowledge-based approach, students:</a:t>
            </a:r>
          </a:p>
          <a:p>
            <a:pPr marL="457200" indent="-457200">
              <a:buFont typeface="Arial" panose="020B0604020202020204" pitchFamily="34" charset="0"/>
              <a:buChar char="•"/>
            </a:pPr>
            <a:r>
              <a:rPr lang="en-US" sz="2800" dirty="0"/>
              <a:t>Read multiple texts on the same topic</a:t>
            </a:r>
          </a:p>
          <a:p>
            <a:pPr marL="457200" indent="-457200">
              <a:buFont typeface="Arial" panose="020B0604020202020204" pitchFamily="34" charset="0"/>
              <a:buChar char="•"/>
            </a:pPr>
            <a:r>
              <a:rPr lang="en-US" sz="2800" dirty="0"/>
              <a:t>Engage with other sources (audio, video, discussion) about the same topic.</a:t>
            </a:r>
          </a:p>
          <a:p>
            <a:pPr marL="457200" indent="-457200">
              <a:buFont typeface="Arial" panose="020B0604020202020204" pitchFamily="34" charset="0"/>
              <a:buChar char="•"/>
            </a:pPr>
            <a:r>
              <a:rPr lang="en-US" sz="2800" dirty="0"/>
              <a:t>Build content knowledge and vocabulary</a:t>
            </a:r>
          </a:p>
          <a:p>
            <a:endParaRPr lang="en-US" sz="2800" dirty="0"/>
          </a:p>
          <a:p>
            <a:r>
              <a:rPr lang="en-US" sz="2800" dirty="0"/>
              <a:t>This supports their ability to comprehend what they read. </a:t>
            </a:r>
          </a:p>
        </p:txBody>
      </p:sp>
      <p:sp>
        <p:nvSpPr>
          <p:cNvPr id="5" name="Slide Number Placeholder 3">
            <a:extLst>
              <a:ext uri="{FF2B5EF4-FFF2-40B4-BE49-F238E27FC236}">
                <a16:creationId xmlns:a16="http://schemas.microsoft.com/office/drawing/2014/main" id="{4FF82F74-1E75-79D0-69D2-2F081287CDEF}"/>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9</a:t>
            </a:fld>
            <a:endParaRPr lang="en-US" dirty="0"/>
          </a:p>
        </p:txBody>
      </p:sp>
      <p:sp>
        <p:nvSpPr>
          <p:cNvPr id="7" name="Title 1">
            <a:extLst>
              <a:ext uri="{FF2B5EF4-FFF2-40B4-BE49-F238E27FC236}">
                <a16:creationId xmlns:a16="http://schemas.microsoft.com/office/drawing/2014/main" id="{C847FF31-716F-6349-2F6A-7A9C38463BB4}"/>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147981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Skills-Based Approach</a:t>
            </a:r>
          </a:p>
        </p:txBody>
      </p:sp>
      <p:sp>
        <p:nvSpPr>
          <p:cNvPr id="8" name="TextBox 7">
            <a:extLst>
              <a:ext uri="{FF2B5EF4-FFF2-40B4-BE49-F238E27FC236}">
                <a16:creationId xmlns:a16="http://schemas.microsoft.com/office/drawing/2014/main" id="{70A20F8A-B129-4054-9D0C-823F399D2FCF}"/>
              </a:ext>
            </a:extLst>
          </p:cNvPr>
          <p:cNvSpPr txBox="1"/>
          <p:nvPr/>
        </p:nvSpPr>
        <p:spPr>
          <a:xfrm>
            <a:off x="651588" y="1524258"/>
            <a:ext cx="10702212" cy="4832092"/>
          </a:xfrm>
          <a:prstGeom prst="rect">
            <a:avLst/>
          </a:prstGeom>
          <a:noFill/>
        </p:spPr>
        <p:txBody>
          <a:bodyPr wrap="square">
            <a:spAutoFit/>
          </a:bodyPr>
          <a:lstStyle/>
          <a:p>
            <a:r>
              <a:rPr lang="en-US" sz="2800" dirty="0"/>
              <a:t>A skills-based approach teaches reading skills in isolation. This would be like practicing how to shoot a basketball, but never playing a game with a team.</a:t>
            </a:r>
          </a:p>
          <a:p>
            <a:endParaRPr lang="en-US" sz="2800" dirty="0"/>
          </a:p>
          <a:p>
            <a:r>
              <a:rPr lang="en-US" sz="2800" dirty="0"/>
              <a:t>This is a practice that is used frequently in standardized test preparation. Think about lessons in which students read several short, unrelated passages, and are asked to find the main idea or make an inference.</a:t>
            </a:r>
          </a:p>
          <a:p>
            <a:endParaRPr lang="en-US" sz="2800" dirty="0"/>
          </a:p>
          <a:p>
            <a:r>
              <a:rPr lang="en-US" sz="2800" dirty="0"/>
              <a:t>Because of the focus on skills, texts and topics are unrelated. Students do not build the necessary background knowledge to aid comprehension. </a:t>
            </a:r>
          </a:p>
        </p:txBody>
      </p:sp>
      <p:sp>
        <p:nvSpPr>
          <p:cNvPr id="5" name="Slide Number Placeholder 3">
            <a:extLst>
              <a:ext uri="{FF2B5EF4-FFF2-40B4-BE49-F238E27FC236}">
                <a16:creationId xmlns:a16="http://schemas.microsoft.com/office/drawing/2014/main" id="{B4CD57BD-AD84-F7FB-DDD0-D5804DEF8C24}"/>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10</a:t>
            </a:fld>
            <a:endParaRPr lang="en-US" dirty="0"/>
          </a:p>
        </p:txBody>
      </p:sp>
      <p:sp>
        <p:nvSpPr>
          <p:cNvPr id="7" name="Title 1">
            <a:extLst>
              <a:ext uri="{FF2B5EF4-FFF2-40B4-BE49-F238E27FC236}">
                <a16:creationId xmlns:a16="http://schemas.microsoft.com/office/drawing/2014/main" id="{10DECC46-3121-5697-5427-5EDD3C4E7F6E}"/>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721551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Skills-Based vs Knowledge-Based Approach</a:t>
            </a:r>
          </a:p>
        </p:txBody>
      </p:sp>
      <p:pic>
        <p:nvPicPr>
          <p:cNvPr id="5" name="Picture 4" descr="Comparison Chart in a side-by-side table format; comparing 3rd grade RLA skills-building vs. 3rd grade RLA knowledge building.">
            <a:extLst>
              <a:ext uri="{FF2B5EF4-FFF2-40B4-BE49-F238E27FC236}">
                <a16:creationId xmlns:a16="http://schemas.microsoft.com/office/drawing/2014/main" id="{170FC5C9-E420-4EFE-9474-F0F6971926F8}"/>
              </a:ext>
            </a:extLst>
          </p:cNvPr>
          <p:cNvPicPr>
            <a:picLocks noChangeAspect="1"/>
          </p:cNvPicPr>
          <p:nvPr/>
        </p:nvPicPr>
        <p:blipFill rotWithShape="1">
          <a:blip r:embed="rId2"/>
          <a:srcRect b="3299"/>
          <a:stretch/>
        </p:blipFill>
        <p:spPr bwMode="auto">
          <a:xfrm>
            <a:off x="1596362" y="1291132"/>
            <a:ext cx="8276542" cy="4990063"/>
          </a:xfrm>
          <a:prstGeom prst="rect">
            <a:avLst/>
          </a:prstGeom>
          <a:ln>
            <a:noFill/>
          </a:ln>
          <a:extLst>
            <a:ext uri="{53640926-AAD7-44D8-BBD7-CCE9431645EC}">
              <a14:shadowObscured xmlns:a14="http://schemas.microsoft.com/office/drawing/2010/main"/>
            </a:ext>
          </a:extLst>
        </p:spPr>
      </p:pic>
      <p:sp>
        <p:nvSpPr>
          <p:cNvPr id="6" name="Slide Number Placeholder 3">
            <a:extLst>
              <a:ext uri="{FF2B5EF4-FFF2-40B4-BE49-F238E27FC236}">
                <a16:creationId xmlns:a16="http://schemas.microsoft.com/office/drawing/2014/main" id="{FE68DB74-0693-18E4-F970-492A6F95CD76}"/>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11</a:t>
            </a:fld>
            <a:endParaRPr lang="en-US" dirty="0"/>
          </a:p>
        </p:txBody>
      </p:sp>
      <p:sp>
        <p:nvSpPr>
          <p:cNvPr id="8" name="Title 1">
            <a:extLst>
              <a:ext uri="{FF2B5EF4-FFF2-40B4-BE49-F238E27FC236}">
                <a16:creationId xmlns:a16="http://schemas.microsoft.com/office/drawing/2014/main" id="{2DEDD05F-24B3-AF34-8A8A-4D180A4FC3AA}"/>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1191312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rmAutofit fontScale="90000"/>
          </a:bodyPr>
          <a:lstStyle/>
          <a:p>
            <a:r>
              <a:rPr lang="en-US" dirty="0"/>
              <a:t>Knowledge-Based Approach Across Grade Levels</a:t>
            </a:r>
          </a:p>
        </p:txBody>
      </p:sp>
      <p:pic>
        <p:nvPicPr>
          <p:cNvPr id="6" name="Picture 5" descr="Amplify Texas Elementary Literary - Image with icons depicting an overview of topics for K-5 elementary literature. &#10;Kindergarten: Colonial Towns and Townspeople &#10;First Grade: Frontier Explores&#10;Second Grade: Westward Expansion&#10;Third Grade: Early Explorations of North American &#10;Fourth Grade: American Revolution&#10;Fifth Grade: Native American">
            <a:extLst>
              <a:ext uri="{FF2B5EF4-FFF2-40B4-BE49-F238E27FC236}">
                <a16:creationId xmlns:a16="http://schemas.microsoft.com/office/drawing/2014/main" id="{BF682058-8363-4B98-9F4B-82AB8E92F895}"/>
              </a:ext>
            </a:extLst>
          </p:cNvPr>
          <p:cNvPicPr>
            <a:picLocks noChangeAspect="1"/>
          </p:cNvPicPr>
          <p:nvPr/>
        </p:nvPicPr>
        <p:blipFill>
          <a:blip r:embed="rId2"/>
          <a:stretch>
            <a:fillRect/>
          </a:stretch>
        </p:blipFill>
        <p:spPr>
          <a:xfrm>
            <a:off x="789399" y="1679957"/>
            <a:ext cx="10613201" cy="3642768"/>
          </a:xfrm>
          <a:prstGeom prst="rect">
            <a:avLst/>
          </a:prstGeom>
        </p:spPr>
      </p:pic>
      <p:sp>
        <p:nvSpPr>
          <p:cNvPr id="5" name="Slide Number Placeholder 3">
            <a:extLst>
              <a:ext uri="{FF2B5EF4-FFF2-40B4-BE49-F238E27FC236}">
                <a16:creationId xmlns:a16="http://schemas.microsoft.com/office/drawing/2014/main" id="{8B0F8B98-9560-7C79-0A5B-EC7E64AA0D05}"/>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12</a:t>
            </a:fld>
            <a:endParaRPr lang="en-US" dirty="0"/>
          </a:p>
        </p:txBody>
      </p:sp>
      <p:sp>
        <p:nvSpPr>
          <p:cNvPr id="8" name="Title 1">
            <a:extLst>
              <a:ext uri="{FF2B5EF4-FFF2-40B4-BE49-F238E27FC236}">
                <a16:creationId xmlns:a16="http://schemas.microsoft.com/office/drawing/2014/main" id="{EF91CEB6-EE16-4F72-8EC4-170CF27DA81E}"/>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705699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84802"/>
            <a:ext cx="10515600" cy="3798961"/>
          </a:xfrm>
        </p:spPr>
        <p:txBody>
          <a:bodyPr>
            <a:normAutofit/>
          </a:bodyPr>
          <a:lstStyle/>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What is tier one Instruction?</a:t>
            </a: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Why is it important to provide students opportunities to access grade-level complex texts during tier one instruction?</a:t>
            </a: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What supports and scaffolds can a teacher provide to support students in accessing grade-level complex texts?</a:t>
            </a: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How have you seen complex texts used in your own internship experience?</a:t>
            </a:r>
          </a:p>
        </p:txBody>
      </p:sp>
      <p:sp>
        <p:nvSpPr>
          <p:cNvPr id="6" name="Slide Number Placeholder 3">
            <a:extLst>
              <a:ext uri="{FF2B5EF4-FFF2-40B4-BE49-F238E27FC236}">
                <a16:creationId xmlns:a16="http://schemas.microsoft.com/office/drawing/2014/main" id="{2283A39B-45E6-763D-F180-EBFA7171A8D0}"/>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13</a:t>
            </a:fld>
            <a:endParaRPr lang="en-US" dirty="0"/>
          </a:p>
        </p:txBody>
      </p:sp>
      <p:sp>
        <p:nvSpPr>
          <p:cNvPr id="8" name="Title 1">
            <a:extLst>
              <a:ext uri="{FF2B5EF4-FFF2-40B4-BE49-F238E27FC236}">
                <a16:creationId xmlns:a16="http://schemas.microsoft.com/office/drawing/2014/main" id="{FC9976D6-F16F-DB2C-9129-A603AE88EAB6}"/>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ea typeface="+mn-lt"/>
                <a:cs typeface="+mn-lt"/>
              </a:rPr>
              <a:t>Practicum| Unit 3: Research-Based Instructional Strategies (RBIS) Reading Language Arts (RLA)| Lesson 3.07</a:t>
            </a:r>
            <a:r>
              <a:rPr lang="en-US" sz="900" dirty="0"/>
              <a:t>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329</TotalTime>
  <Words>1259</Words>
  <Application>Microsoft Office PowerPoint</Application>
  <PresentationFormat>Widescreen</PresentationFormat>
  <Paragraphs>90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Practicum| Unit 3: Research-Based Instructional Strategies (RBIS) Reading Language Arts (RLA)| Lesson 3.07 </vt:lpstr>
      <vt:lpstr>TEKS Standards &amp; Objectives</vt:lpstr>
      <vt:lpstr>Bellringer</vt:lpstr>
      <vt:lpstr>Vocabulary</vt:lpstr>
      <vt:lpstr>Background Knowledge can help students</vt:lpstr>
      <vt:lpstr>Assessment</vt:lpstr>
      <vt:lpstr>Background Knowledge Study</vt:lpstr>
      <vt:lpstr>Background Knowledge Study Cont.</vt:lpstr>
      <vt:lpstr>Knowledge-Based Approach</vt:lpstr>
      <vt:lpstr>Skills-Based Approach</vt:lpstr>
      <vt:lpstr>Skills-Based vs Knowledge-Based Approach</vt:lpstr>
      <vt:lpstr>Knowledge-Based Approach Across Grade Levels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3.07: Background Knowledge and Reading Comprehension</dc:title>
  <dc:subject>Lesson 3.07: Background Knowledge and Reading Comprehension</dc:subject>
  <dc:creator>Texas Education Agency</dc:creator>
  <cp:lastModifiedBy>White (she/her), Whitney</cp:lastModifiedBy>
  <cp:revision>34</cp:revision>
  <dcterms:created xsi:type="dcterms:W3CDTF">2022-05-09T19:40:20Z</dcterms:created>
  <dcterms:modified xsi:type="dcterms:W3CDTF">2023-08-19T01:13:39Z</dcterms:modified>
</cp:coreProperties>
</file>
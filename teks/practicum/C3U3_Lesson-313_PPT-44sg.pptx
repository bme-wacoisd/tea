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77" r:id="rId5"/>
    <p:sldId id="281" r:id="rId6"/>
    <p:sldId id="264" r:id="rId7"/>
    <p:sldId id="280" r:id="rId8"/>
    <p:sldId id="268" r:id="rId9"/>
    <p:sldId id="282" r:id="rId10"/>
    <p:sldId id="28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62" d="100"/>
          <a:sy n="62" d="100"/>
        </p:scale>
        <p:origin x="1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s, Kristana" userId="06c54908-b913-4b34-a3f2-9a6986972442" providerId="ADAL" clId="{760D502B-E07E-4F40-A92B-63076F7998DE}"/>
    <pc:docChg chg="undo custSel addSld delSld modSld sldOrd">
      <pc:chgData name="Rogers, Kristana" userId="06c54908-b913-4b34-a3f2-9a6986972442" providerId="ADAL" clId="{760D502B-E07E-4F40-A92B-63076F7998DE}" dt="2023-01-24T23:06:58.578" v="2562" actId="948"/>
      <pc:docMkLst>
        <pc:docMk/>
      </pc:docMkLst>
      <pc:sldChg chg="modSp mod">
        <pc:chgData name="Rogers, Kristana" userId="06c54908-b913-4b34-a3f2-9a6986972442" providerId="ADAL" clId="{760D502B-E07E-4F40-A92B-63076F7998DE}" dt="2023-01-24T21:44:21.089" v="29" actId="20577"/>
        <pc:sldMkLst>
          <pc:docMk/>
          <pc:sldMk cId="1482277026" sldId="256"/>
        </pc:sldMkLst>
        <pc:spChg chg="mod">
          <ac:chgData name="Rogers, Kristana" userId="06c54908-b913-4b34-a3f2-9a6986972442" providerId="ADAL" clId="{760D502B-E07E-4F40-A92B-63076F7998DE}" dt="2023-01-24T21:44:21.089" v="29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Rogers, Kristana" userId="06c54908-b913-4b34-a3f2-9a6986972442" providerId="ADAL" clId="{760D502B-E07E-4F40-A92B-63076F7998DE}" dt="2023-01-24T21:44:15.400" v="27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Rogers, Kristana" userId="06c54908-b913-4b34-a3f2-9a6986972442" providerId="ADAL" clId="{760D502B-E07E-4F40-A92B-63076F7998DE}" dt="2023-01-24T21:46:05.672" v="263" actId="1076"/>
        <pc:sldMkLst>
          <pc:docMk/>
          <pc:sldMk cId="4071305681" sldId="258"/>
        </pc:sldMkLst>
        <pc:spChg chg="mod">
          <ac:chgData name="Rogers, Kristana" userId="06c54908-b913-4b34-a3f2-9a6986972442" providerId="ADAL" clId="{760D502B-E07E-4F40-A92B-63076F7998DE}" dt="2023-01-24T21:46:05.672" v="263" actId="1076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Rogers, Kristana" userId="06c54908-b913-4b34-a3f2-9a6986972442" providerId="ADAL" clId="{760D502B-E07E-4F40-A92B-63076F7998DE}" dt="2023-01-24T21:45:22.238" v="258" actId="20577"/>
        <pc:sldMkLst>
          <pc:docMk/>
          <pc:sldMk cId="2772527113" sldId="259"/>
        </pc:sldMkLst>
        <pc:spChg chg="mod">
          <ac:chgData name="Rogers, Kristana" userId="06c54908-b913-4b34-a3f2-9a6986972442" providerId="ADAL" clId="{760D502B-E07E-4F40-A92B-63076F7998DE}" dt="2023-01-24T21:45:22.238" v="258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 ord">
        <pc:chgData name="Rogers, Kristana" userId="06c54908-b913-4b34-a3f2-9a6986972442" providerId="ADAL" clId="{760D502B-E07E-4F40-A92B-63076F7998DE}" dt="2023-01-24T23:00:36.710" v="2198"/>
        <pc:sldMkLst>
          <pc:docMk/>
          <pc:sldMk cId="3493109116" sldId="264"/>
        </pc:sldMkLst>
        <pc:graphicFrameChg chg="modGraphic">
          <ac:chgData name="Rogers, Kristana" userId="06c54908-b913-4b34-a3f2-9a6986972442" providerId="ADAL" clId="{760D502B-E07E-4F40-A92B-63076F7998DE}" dt="2023-01-24T21:47:21.024" v="458" actId="255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addSp modSp mod">
        <pc:chgData name="Rogers, Kristana" userId="06c54908-b913-4b34-a3f2-9a6986972442" providerId="ADAL" clId="{760D502B-E07E-4F40-A92B-63076F7998DE}" dt="2023-01-24T23:06:58.578" v="2562" actId="948"/>
        <pc:sldMkLst>
          <pc:docMk/>
          <pc:sldMk cId="2313533111" sldId="267"/>
        </pc:sldMkLst>
        <pc:spChg chg="mod">
          <ac:chgData name="Rogers, Kristana" userId="06c54908-b913-4b34-a3f2-9a6986972442" providerId="ADAL" clId="{760D502B-E07E-4F40-A92B-63076F7998DE}" dt="2023-01-24T23:06:58.578" v="2562" actId="948"/>
          <ac:spMkLst>
            <pc:docMk/>
            <pc:sldMk cId="2313533111" sldId="267"/>
            <ac:spMk id="3" creationId="{49F2A5AF-3C0B-4968-A438-E435325199EA}"/>
          </ac:spMkLst>
        </pc:spChg>
        <pc:picChg chg="add mod">
          <ac:chgData name="Rogers, Kristana" userId="06c54908-b913-4b34-a3f2-9a6986972442" providerId="ADAL" clId="{760D502B-E07E-4F40-A92B-63076F7998DE}" dt="2023-01-24T23:06:41.028" v="2559" actId="1076"/>
          <ac:picMkLst>
            <pc:docMk/>
            <pc:sldMk cId="2313533111" sldId="267"/>
            <ac:picMk id="5" creationId="{337E4AEB-9C0E-4E1F-BE43-14A2DAEFC3F0}"/>
          </ac:picMkLst>
        </pc:picChg>
      </pc:sldChg>
      <pc:sldChg chg="addSp delSp modSp mod">
        <pc:chgData name="Rogers, Kristana" userId="06c54908-b913-4b34-a3f2-9a6986972442" providerId="ADAL" clId="{760D502B-E07E-4F40-A92B-63076F7998DE}" dt="2023-01-24T22:53:45.963" v="1064" actId="1076"/>
        <pc:sldMkLst>
          <pc:docMk/>
          <pc:sldMk cId="1815750250" sldId="268"/>
        </pc:sldMkLst>
        <pc:spChg chg="mod">
          <ac:chgData name="Rogers, Kristana" userId="06c54908-b913-4b34-a3f2-9a6986972442" providerId="ADAL" clId="{760D502B-E07E-4F40-A92B-63076F7998DE}" dt="2023-01-24T22:47:24.694" v="523" actId="20577"/>
          <ac:spMkLst>
            <pc:docMk/>
            <pc:sldMk cId="1815750250" sldId="268"/>
            <ac:spMk id="2" creationId="{9AFB837C-3E07-4129-B371-9F5CA97D5605}"/>
          </ac:spMkLst>
        </pc:spChg>
        <pc:graphicFrameChg chg="add mod modGraphic">
          <ac:chgData name="Rogers, Kristana" userId="06c54908-b913-4b34-a3f2-9a6986972442" providerId="ADAL" clId="{760D502B-E07E-4F40-A92B-63076F7998DE}" dt="2023-01-24T22:53:45.963" v="1064" actId="1076"/>
          <ac:graphicFrameMkLst>
            <pc:docMk/>
            <pc:sldMk cId="1815750250" sldId="268"/>
            <ac:graphicFrameMk id="3" creationId="{04700C79-612D-428B-80CA-9776DD9F4EAA}"/>
          </ac:graphicFrameMkLst>
        </pc:graphicFrameChg>
        <pc:picChg chg="del">
          <ac:chgData name="Rogers, Kristana" userId="06c54908-b913-4b34-a3f2-9a6986972442" providerId="ADAL" clId="{760D502B-E07E-4F40-A92B-63076F7998DE}" dt="2023-01-24T22:45:38.434" v="459" actId="478"/>
          <ac:picMkLst>
            <pc:docMk/>
            <pc:sldMk cId="1815750250" sldId="268"/>
            <ac:picMk id="5" creationId="{BECCA4A7-674D-9992-3628-306577FD7FEE}"/>
          </ac:picMkLst>
        </pc:picChg>
      </pc:sldChg>
      <pc:sldChg chg="del">
        <pc:chgData name="Rogers, Kristana" userId="06c54908-b913-4b34-a3f2-9a6986972442" providerId="ADAL" clId="{760D502B-E07E-4F40-A92B-63076F7998DE}" dt="2023-01-24T23:03:06.583" v="2255" actId="47"/>
        <pc:sldMkLst>
          <pc:docMk/>
          <pc:sldMk cId="3170912750" sldId="276"/>
        </pc:sldMkLst>
      </pc:sldChg>
      <pc:sldChg chg="ord">
        <pc:chgData name="Rogers, Kristana" userId="06c54908-b913-4b34-a3f2-9a6986972442" providerId="ADAL" clId="{760D502B-E07E-4F40-A92B-63076F7998DE}" dt="2023-01-24T23:00:32.915" v="2196"/>
        <pc:sldMkLst>
          <pc:docMk/>
          <pc:sldMk cId="3166247851" sldId="277"/>
        </pc:sldMkLst>
      </pc:sldChg>
      <pc:sldChg chg="del">
        <pc:chgData name="Rogers, Kristana" userId="06c54908-b913-4b34-a3f2-9a6986972442" providerId="ADAL" clId="{760D502B-E07E-4F40-A92B-63076F7998DE}" dt="2023-01-24T23:03:07.939" v="2256" actId="47"/>
        <pc:sldMkLst>
          <pc:docMk/>
          <pc:sldMk cId="3385397639" sldId="278"/>
        </pc:sldMkLst>
      </pc:sldChg>
      <pc:sldChg chg="addSp delSp modSp mod ord">
        <pc:chgData name="Rogers, Kristana" userId="06c54908-b913-4b34-a3f2-9a6986972442" providerId="ADAL" clId="{760D502B-E07E-4F40-A92B-63076F7998DE}" dt="2023-01-24T23:03:10.963" v="2258"/>
        <pc:sldMkLst>
          <pc:docMk/>
          <pc:sldMk cId="245003994" sldId="280"/>
        </pc:sldMkLst>
        <pc:spChg chg="mod">
          <ac:chgData name="Rogers, Kristana" userId="06c54908-b913-4b34-a3f2-9a6986972442" providerId="ADAL" clId="{760D502B-E07E-4F40-A92B-63076F7998DE}" dt="2023-01-24T23:02:36.538" v="2250" actId="1076"/>
          <ac:spMkLst>
            <pc:docMk/>
            <pc:sldMk cId="245003994" sldId="280"/>
            <ac:spMk id="2" creationId="{9AFB837C-3E07-4129-B371-9F5CA97D5605}"/>
          </ac:spMkLst>
        </pc:spChg>
        <pc:picChg chg="del">
          <ac:chgData name="Rogers, Kristana" userId="06c54908-b913-4b34-a3f2-9a6986972442" providerId="ADAL" clId="{760D502B-E07E-4F40-A92B-63076F7998DE}" dt="2023-01-24T23:01:44.342" v="2199" actId="478"/>
          <ac:picMkLst>
            <pc:docMk/>
            <pc:sldMk cId="245003994" sldId="280"/>
            <ac:picMk id="3" creationId="{8D0555F9-7FBF-2BEE-1E25-2B9AD46C649C}"/>
          </ac:picMkLst>
        </pc:picChg>
        <pc:picChg chg="add mod">
          <ac:chgData name="Rogers, Kristana" userId="06c54908-b913-4b34-a3f2-9a6986972442" providerId="ADAL" clId="{760D502B-E07E-4F40-A92B-63076F7998DE}" dt="2023-01-24T23:02:41.648" v="2251" actId="1076"/>
          <ac:picMkLst>
            <pc:docMk/>
            <pc:sldMk cId="245003994" sldId="280"/>
            <ac:picMk id="5" creationId="{B73989AB-A15E-483F-9C23-EFE27BD16F72}"/>
          </ac:picMkLst>
        </pc:picChg>
      </pc:sldChg>
      <pc:sldChg chg="addSp delSp modSp add mod ord setBg">
        <pc:chgData name="Rogers, Kristana" userId="06c54908-b913-4b34-a3f2-9a6986972442" providerId="ADAL" clId="{760D502B-E07E-4F40-A92B-63076F7998DE}" dt="2023-01-24T22:46:57.541" v="497" actId="26606"/>
        <pc:sldMkLst>
          <pc:docMk/>
          <pc:sldMk cId="2276323103" sldId="281"/>
        </pc:sldMkLst>
        <pc:spChg chg="mod">
          <ac:chgData name="Rogers, Kristana" userId="06c54908-b913-4b34-a3f2-9a6986972442" providerId="ADAL" clId="{760D502B-E07E-4F40-A92B-63076F7998DE}" dt="2023-01-24T22:46:57.541" v="497" actId="26606"/>
          <ac:spMkLst>
            <pc:docMk/>
            <pc:sldMk cId="2276323103" sldId="281"/>
            <ac:spMk id="2" creationId="{2F03F004-EE4F-44F2-AA0E-56B8CFF11342}"/>
          </ac:spMkLst>
        </pc:spChg>
        <pc:spChg chg="del mod">
          <ac:chgData name="Rogers, Kristana" userId="06c54908-b913-4b34-a3f2-9a6986972442" providerId="ADAL" clId="{760D502B-E07E-4F40-A92B-63076F7998DE}" dt="2023-01-24T22:46:51.922" v="496"/>
          <ac:spMkLst>
            <pc:docMk/>
            <pc:sldMk cId="2276323103" sldId="281"/>
            <ac:spMk id="3" creationId="{392BE286-77A6-49DD-B15D-7E4718D52FE7}"/>
          </ac:spMkLst>
        </pc:spChg>
        <pc:spChg chg="mod">
          <ac:chgData name="Rogers, Kristana" userId="06c54908-b913-4b34-a3f2-9a6986972442" providerId="ADAL" clId="{760D502B-E07E-4F40-A92B-63076F7998DE}" dt="2023-01-24T22:46:57.541" v="497" actId="26606"/>
          <ac:spMkLst>
            <pc:docMk/>
            <pc:sldMk cId="2276323103" sldId="281"/>
            <ac:spMk id="4" creationId="{2DC7D18A-F106-4CA1-A59B-DE4084E585CF}"/>
          </ac:spMkLst>
        </pc:spChg>
        <pc:graphicFrameChg chg="add mod ord modGraphic">
          <ac:chgData name="Rogers, Kristana" userId="06c54908-b913-4b34-a3f2-9a6986972442" providerId="ADAL" clId="{760D502B-E07E-4F40-A92B-63076F7998DE}" dt="2023-01-24T22:46:57.541" v="497" actId="26606"/>
          <ac:graphicFrameMkLst>
            <pc:docMk/>
            <pc:sldMk cId="2276323103" sldId="281"/>
            <ac:graphicFrameMk id="5" creationId="{05E9A008-7C57-44CC-856C-C6C8E73D82E6}"/>
          </ac:graphicFrameMkLst>
        </pc:graphicFrameChg>
      </pc:sldChg>
      <pc:sldChg chg="modSp add mod">
        <pc:chgData name="Rogers, Kristana" userId="06c54908-b913-4b34-a3f2-9a6986972442" providerId="ADAL" clId="{760D502B-E07E-4F40-A92B-63076F7998DE}" dt="2023-01-24T22:57:28.446" v="1655" actId="20577"/>
        <pc:sldMkLst>
          <pc:docMk/>
          <pc:sldMk cId="4278470405" sldId="282"/>
        </pc:sldMkLst>
        <pc:spChg chg="mod">
          <ac:chgData name="Rogers, Kristana" userId="06c54908-b913-4b34-a3f2-9a6986972442" providerId="ADAL" clId="{760D502B-E07E-4F40-A92B-63076F7998DE}" dt="2023-01-24T22:57:28.446" v="1655" actId="20577"/>
          <ac:spMkLst>
            <pc:docMk/>
            <pc:sldMk cId="4278470405" sldId="282"/>
            <ac:spMk id="2" creationId="{9AFB837C-3E07-4129-B371-9F5CA97D5605}"/>
          </ac:spMkLst>
        </pc:spChg>
        <pc:graphicFrameChg chg="modGraphic">
          <ac:chgData name="Rogers, Kristana" userId="06c54908-b913-4b34-a3f2-9a6986972442" providerId="ADAL" clId="{760D502B-E07E-4F40-A92B-63076F7998DE}" dt="2023-01-24T22:57:05.867" v="1638" actId="20577"/>
          <ac:graphicFrameMkLst>
            <pc:docMk/>
            <pc:sldMk cId="4278470405" sldId="282"/>
            <ac:graphicFrameMk id="3" creationId="{04700C79-612D-428B-80CA-9776DD9F4EAA}"/>
          </ac:graphicFrameMkLst>
        </pc:graphicFrameChg>
      </pc:sldChg>
      <pc:sldChg chg="modSp add mod">
        <pc:chgData name="Rogers, Kristana" userId="06c54908-b913-4b34-a3f2-9a6986972442" providerId="ADAL" clId="{760D502B-E07E-4F40-A92B-63076F7998DE}" dt="2023-01-24T22:59:53.028" v="2194" actId="20577"/>
        <pc:sldMkLst>
          <pc:docMk/>
          <pc:sldMk cId="2425304751" sldId="283"/>
        </pc:sldMkLst>
        <pc:spChg chg="mod">
          <ac:chgData name="Rogers, Kristana" userId="06c54908-b913-4b34-a3f2-9a6986972442" providerId="ADAL" clId="{760D502B-E07E-4F40-A92B-63076F7998DE}" dt="2023-01-24T22:57:42.039" v="1685" actId="20577"/>
          <ac:spMkLst>
            <pc:docMk/>
            <pc:sldMk cId="2425304751" sldId="283"/>
            <ac:spMk id="2" creationId="{9AFB837C-3E07-4129-B371-9F5CA97D5605}"/>
          </ac:spMkLst>
        </pc:spChg>
        <pc:graphicFrameChg chg="modGraphic">
          <ac:chgData name="Rogers, Kristana" userId="06c54908-b913-4b34-a3f2-9a6986972442" providerId="ADAL" clId="{760D502B-E07E-4F40-A92B-63076F7998DE}" dt="2023-01-24T22:59:53.028" v="2194" actId="20577"/>
          <ac:graphicFrameMkLst>
            <pc:docMk/>
            <pc:sldMk cId="2425304751" sldId="283"/>
            <ac:graphicFrameMk id="3" creationId="{04700C79-612D-428B-80CA-9776DD9F4EAA}"/>
          </ac:graphicFrameMkLst>
        </pc:graphicFrameChg>
      </pc:sldChg>
    </pc:docChg>
  </pc:docChgLst>
  <pc:docChgLst>
    <pc:chgData name="White (she/her), Whitney" userId="65f39021-2f1d-4d8b-87dc-b123826f65bf" providerId="ADAL" clId="{DBBBA2B7-5DA1-44D9-BDB9-A1AC343C21F7}"/>
    <pc:docChg chg="custSel modSld">
      <pc:chgData name="White (she/her), Whitney" userId="65f39021-2f1d-4d8b-87dc-b123826f65bf" providerId="ADAL" clId="{DBBBA2B7-5DA1-44D9-BDB9-A1AC343C21F7}" dt="2023-08-19T01:39:52.862" v="20" actId="1076"/>
      <pc:docMkLst>
        <pc:docMk/>
      </pc:docMkLst>
      <pc:sldChg chg="modSp mod">
        <pc:chgData name="White (she/her), Whitney" userId="65f39021-2f1d-4d8b-87dc-b123826f65bf" providerId="ADAL" clId="{DBBBA2B7-5DA1-44D9-BDB9-A1AC343C21F7}" dt="2023-08-19T01:27:06.014" v="17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DBBBA2B7-5DA1-44D9-BDB9-A1AC343C21F7}" dt="2023-08-19T01:26:59.201" v="16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BBBA2B7-5DA1-44D9-BDB9-A1AC343C21F7}" dt="2023-08-19T01:27:06.014" v="17" actId="1076"/>
          <ac:spMkLst>
            <pc:docMk/>
            <pc:sldMk cId="1482277026" sldId="256"/>
            <ac:spMk id="7" creationId="{4046B123-98B2-8E56-D889-75878A448AEA}"/>
          </ac:spMkLst>
        </pc:spChg>
      </pc:sldChg>
      <pc:sldChg chg="modSp mod">
        <pc:chgData name="White (she/her), Whitney" userId="65f39021-2f1d-4d8b-87dc-b123826f65bf" providerId="ADAL" clId="{DBBBA2B7-5DA1-44D9-BDB9-A1AC343C21F7}" dt="2023-08-18T04:59:31.231" v="5" actId="962"/>
        <pc:sldMkLst>
          <pc:docMk/>
          <pc:sldMk cId="2313533111" sldId="267"/>
        </pc:sldMkLst>
        <pc:picChg chg="mod">
          <ac:chgData name="White (she/her), Whitney" userId="65f39021-2f1d-4d8b-87dc-b123826f65bf" providerId="ADAL" clId="{DBBBA2B7-5DA1-44D9-BDB9-A1AC343C21F7}" dt="2023-08-18T04:59:31.231" v="5" actId="962"/>
          <ac:picMkLst>
            <pc:docMk/>
            <pc:sldMk cId="2313533111" sldId="267"/>
            <ac:picMk id="5" creationId="{337E4AEB-9C0E-4E1F-BE43-14A2DAEFC3F0}"/>
          </ac:picMkLst>
        </pc:picChg>
      </pc:sldChg>
      <pc:sldChg chg="modSp mod">
        <pc:chgData name="White (she/her), Whitney" userId="65f39021-2f1d-4d8b-87dc-b123826f65bf" providerId="ADAL" clId="{DBBBA2B7-5DA1-44D9-BDB9-A1AC343C21F7}" dt="2023-08-19T01:39:52.862" v="20" actId="1076"/>
        <pc:sldMkLst>
          <pc:docMk/>
          <pc:sldMk cId="3166247851" sldId="277"/>
        </pc:sldMkLst>
        <pc:picChg chg="mod">
          <ac:chgData name="White (she/her), Whitney" userId="65f39021-2f1d-4d8b-87dc-b123826f65bf" providerId="ADAL" clId="{DBBBA2B7-5DA1-44D9-BDB9-A1AC343C21F7}" dt="2023-08-19T01:39:52.862" v="20" actId="1076"/>
          <ac:picMkLst>
            <pc:docMk/>
            <pc:sldMk cId="3166247851" sldId="277"/>
            <ac:picMk id="3" creationId="{DBBBC6EC-86A3-3124-3391-7077E06CFC4B}"/>
          </ac:picMkLst>
        </pc:picChg>
      </pc:sldChg>
      <pc:sldChg chg="modSp mod">
        <pc:chgData name="White (she/her), Whitney" userId="65f39021-2f1d-4d8b-87dc-b123826f65bf" providerId="ADAL" clId="{DBBBA2B7-5DA1-44D9-BDB9-A1AC343C21F7}" dt="2023-08-18T04:59:10.282" v="3" actId="962"/>
        <pc:sldMkLst>
          <pc:docMk/>
          <pc:sldMk cId="245003994" sldId="280"/>
        </pc:sldMkLst>
        <pc:picChg chg="mod">
          <ac:chgData name="White (she/her), Whitney" userId="65f39021-2f1d-4d8b-87dc-b123826f65bf" providerId="ADAL" clId="{DBBBA2B7-5DA1-44D9-BDB9-A1AC343C21F7}" dt="2023-08-18T04:59:10.282" v="3" actId="962"/>
          <ac:picMkLst>
            <pc:docMk/>
            <pc:sldMk cId="245003994" sldId="280"/>
            <ac:picMk id="5" creationId="{B73989AB-A15E-483F-9C23-EFE27BD16F72}"/>
          </ac:picMkLst>
        </pc:picChg>
      </pc:sldChg>
      <pc:sldChg chg="modSp mod">
        <pc:chgData name="White (she/her), Whitney" userId="65f39021-2f1d-4d8b-87dc-b123826f65bf" providerId="ADAL" clId="{DBBBA2B7-5DA1-44D9-BDB9-A1AC343C21F7}" dt="2023-08-18T05:00:29.453" v="15" actId="313"/>
        <pc:sldMkLst>
          <pc:docMk/>
          <pc:sldMk cId="2276323103" sldId="281"/>
        </pc:sldMkLst>
        <pc:graphicFrameChg chg="modGraphic">
          <ac:chgData name="White (she/her), Whitney" userId="65f39021-2f1d-4d8b-87dc-b123826f65bf" providerId="ADAL" clId="{DBBBA2B7-5DA1-44D9-BDB9-A1AC343C21F7}" dt="2023-08-18T05:00:29.453" v="15" actId="313"/>
          <ac:graphicFrameMkLst>
            <pc:docMk/>
            <pc:sldMk cId="2276323103" sldId="281"/>
            <ac:graphicFrameMk id="5" creationId="{05E9A008-7C57-44CC-856C-C6C8E73D82E6}"/>
          </ac:graphicFrameMkLst>
        </pc:graphicFrameChg>
      </pc:sldChg>
    </pc:docChg>
  </pc:docChgLst>
  <pc:docChgLst>
    <pc:chgData name="Veenis, Sierra" userId="200c9325-9a6d-4db1-8535-3c88a644c387" providerId="ADAL" clId="{2A272359-8344-48A8-81C4-6A2DA38B43E1}"/>
    <pc:docChg chg="custSel modSld">
      <pc:chgData name="Veenis, Sierra" userId="200c9325-9a6d-4db1-8535-3c88a644c387" providerId="ADAL" clId="{2A272359-8344-48A8-81C4-6A2DA38B43E1}" dt="2023-07-14T23:44:57.437" v="61"/>
      <pc:docMkLst>
        <pc:docMk/>
      </pc:docMkLst>
      <pc:sldChg chg="addSp delSp modSp mod">
        <pc:chgData name="Veenis, Sierra" userId="200c9325-9a6d-4db1-8535-3c88a644c387" providerId="ADAL" clId="{2A272359-8344-48A8-81C4-6A2DA38B43E1}" dt="2023-07-14T23:41:31.671" v="14" actId="1076"/>
        <pc:sldMkLst>
          <pc:docMk/>
          <pc:sldMk cId="1482277026" sldId="256"/>
        </pc:sldMkLst>
        <pc:spChg chg="mod">
          <ac:chgData name="Veenis, Sierra" userId="200c9325-9a6d-4db1-8535-3c88a644c387" providerId="ADAL" clId="{2A272359-8344-48A8-81C4-6A2DA38B43E1}" dt="2023-07-14T23:41:31.671" v="14" actId="1076"/>
          <ac:spMkLst>
            <pc:docMk/>
            <pc:sldMk cId="1482277026" sldId="256"/>
            <ac:spMk id="2" creationId="{BFFCF5BD-F8FF-4A67-A8B6-EBB21E79279B}"/>
          </ac:spMkLst>
        </pc:spChg>
        <pc:spChg chg="add del mod">
          <ac:chgData name="Veenis, Sierra" userId="200c9325-9a6d-4db1-8535-3c88a644c387" providerId="ADAL" clId="{2A272359-8344-48A8-81C4-6A2DA38B43E1}" dt="2023-07-14T23:40:49.790" v="7" actId="478"/>
          <ac:spMkLst>
            <pc:docMk/>
            <pc:sldMk cId="1482277026" sldId="256"/>
            <ac:spMk id="5" creationId="{2A8F8980-317D-7AAB-9F47-931A02983BE5}"/>
          </ac:spMkLst>
        </pc:spChg>
        <pc:spChg chg="add mod">
          <ac:chgData name="Veenis, Sierra" userId="200c9325-9a6d-4db1-8535-3c88a644c387" providerId="ADAL" clId="{2A272359-8344-48A8-81C4-6A2DA38B43E1}" dt="2023-07-14T23:41:29.010" v="13" actId="1076"/>
          <ac:spMkLst>
            <pc:docMk/>
            <pc:sldMk cId="1482277026" sldId="256"/>
            <ac:spMk id="7" creationId="{4046B123-98B2-8E56-D889-75878A448AEA}"/>
          </ac:spMkLst>
        </pc:spChg>
      </pc:sldChg>
      <pc:sldChg chg="addSp delSp modSp mod">
        <pc:chgData name="Veenis, Sierra" userId="200c9325-9a6d-4db1-8535-3c88a644c387" providerId="ADAL" clId="{2A272359-8344-48A8-81C4-6A2DA38B43E1}" dt="2023-07-14T23:42:07.071" v="18" actId="478"/>
        <pc:sldMkLst>
          <pc:docMk/>
          <pc:sldMk cId="4071305681" sldId="258"/>
        </pc:sldMkLst>
        <pc:spChg chg="del">
          <ac:chgData name="Veenis, Sierra" userId="200c9325-9a6d-4db1-8535-3c88a644c387" providerId="ADAL" clId="{2A272359-8344-48A8-81C4-6A2DA38B43E1}" dt="2023-07-14T23:42:07.071" v="18" actId="478"/>
          <ac:spMkLst>
            <pc:docMk/>
            <pc:sldMk cId="4071305681" sldId="258"/>
            <ac:spMk id="4" creationId="{2DC7D18A-F106-4CA1-A59B-DE4084E585CF}"/>
          </ac:spMkLst>
        </pc:spChg>
        <pc:spChg chg="add mod">
          <ac:chgData name="Veenis, Sierra" userId="200c9325-9a6d-4db1-8535-3c88a644c387" providerId="ADAL" clId="{2A272359-8344-48A8-81C4-6A2DA38B43E1}" dt="2023-07-14T23:42:04.553" v="17"/>
          <ac:spMkLst>
            <pc:docMk/>
            <pc:sldMk cId="4071305681" sldId="258"/>
            <ac:spMk id="5" creationId="{89F8A5D8-7255-6EFC-5E77-05AFD358C2BE}"/>
          </ac:spMkLst>
        </pc:spChg>
        <pc:spChg chg="add mod">
          <ac:chgData name="Veenis, Sierra" userId="200c9325-9a6d-4db1-8535-3c88a644c387" providerId="ADAL" clId="{2A272359-8344-48A8-81C4-6A2DA38B43E1}" dt="2023-07-14T23:42:04.553" v="17"/>
          <ac:spMkLst>
            <pc:docMk/>
            <pc:sldMk cId="4071305681" sldId="258"/>
            <ac:spMk id="6" creationId="{2C1F034C-37A1-9011-D08F-CA446EED0C6B}"/>
          </ac:spMkLst>
        </pc:spChg>
      </pc:sldChg>
      <pc:sldChg chg="addSp delSp modSp mod">
        <pc:chgData name="Veenis, Sierra" userId="200c9325-9a6d-4db1-8535-3c88a644c387" providerId="ADAL" clId="{2A272359-8344-48A8-81C4-6A2DA38B43E1}" dt="2023-07-14T23:41:50.904" v="16" actId="20577"/>
        <pc:sldMkLst>
          <pc:docMk/>
          <pc:sldMk cId="2772527113" sldId="259"/>
        </pc:sldMkLst>
        <pc:spChg chg="del mod">
          <ac:chgData name="Veenis, Sierra" userId="200c9325-9a6d-4db1-8535-3c88a644c387" providerId="ADAL" clId="{2A272359-8344-48A8-81C4-6A2DA38B43E1}" dt="2023-07-14T23:40:14.332" v="3" actId="478"/>
          <ac:spMkLst>
            <pc:docMk/>
            <pc:sldMk cId="2772527113" sldId="259"/>
            <ac:spMk id="4" creationId="{FD0EEDDD-3DDC-4909-AF99-60870B25C0CC}"/>
          </ac:spMkLst>
        </pc:spChg>
        <pc:spChg chg="add mod">
          <ac:chgData name="Veenis, Sierra" userId="200c9325-9a6d-4db1-8535-3c88a644c387" providerId="ADAL" clId="{2A272359-8344-48A8-81C4-6A2DA38B43E1}" dt="2023-07-14T23:40:10.659" v="1" actId="1076"/>
          <ac:spMkLst>
            <pc:docMk/>
            <pc:sldMk cId="2772527113" sldId="259"/>
            <ac:spMk id="5" creationId="{FD0EEDDD-3DDC-4909-AF99-60870B25C0CC}"/>
          </ac:spMkLst>
        </pc:spChg>
        <pc:spChg chg="add mod">
          <ac:chgData name="Veenis, Sierra" userId="200c9325-9a6d-4db1-8535-3c88a644c387" providerId="ADAL" clId="{2A272359-8344-48A8-81C4-6A2DA38B43E1}" dt="2023-07-14T23:41:50.904" v="16" actId="20577"/>
          <ac:spMkLst>
            <pc:docMk/>
            <pc:sldMk cId="2772527113" sldId="259"/>
            <ac:spMk id="6" creationId="{CF2AFAA9-17C6-BCAB-9BBE-C93D3A997C62}"/>
          </ac:spMkLst>
        </pc:spChg>
      </pc:sldChg>
      <pc:sldChg chg="addSp delSp modSp mod">
        <pc:chgData name="Veenis, Sierra" userId="200c9325-9a6d-4db1-8535-3c88a644c387" providerId="ADAL" clId="{2A272359-8344-48A8-81C4-6A2DA38B43E1}" dt="2023-07-14T23:42:34.295" v="26"/>
        <pc:sldMkLst>
          <pc:docMk/>
          <pc:sldMk cId="3493109116" sldId="264"/>
        </pc:sldMkLst>
        <pc:spChg chg="del">
          <ac:chgData name="Veenis, Sierra" userId="200c9325-9a6d-4db1-8535-3c88a644c387" providerId="ADAL" clId="{2A272359-8344-48A8-81C4-6A2DA38B43E1}" dt="2023-07-14T23:42:33.464" v="25" actId="478"/>
          <ac:spMkLst>
            <pc:docMk/>
            <pc:sldMk cId="3493109116" sldId="264"/>
            <ac:spMk id="4" creationId="{F767700B-954E-42AD-AD69-9CC1C5B510A5}"/>
          </ac:spMkLst>
        </pc:spChg>
        <pc:spChg chg="add mod">
          <ac:chgData name="Veenis, Sierra" userId="200c9325-9a6d-4db1-8535-3c88a644c387" providerId="ADAL" clId="{2A272359-8344-48A8-81C4-6A2DA38B43E1}" dt="2023-07-14T23:42:34.295" v="26"/>
          <ac:spMkLst>
            <pc:docMk/>
            <pc:sldMk cId="3493109116" sldId="264"/>
            <ac:spMk id="5" creationId="{FC7AC320-58A6-A810-0C19-6C475793D56D}"/>
          </ac:spMkLst>
        </pc:spChg>
        <pc:spChg chg="add mod">
          <ac:chgData name="Veenis, Sierra" userId="200c9325-9a6d-4db1-8535-3c88a644c387" providerId="ADAL" clId="{2A272359-8344-48A8-81C4-6A2DA38B43E1}" dt="2023-07-14T23:42:34.295" v="26"/>
          <ac:spMkLst>
            <pc:docMk/>
            <pc:sldMk cId="3493109116" sldId="264"/>
            <ac:spMk id="6" creationId="{78113742-0DB9-AB2A-F764-141D9191BB7D}"/>
          </ac:spMkLst>
        </pc:spChg>
      </pc:sldChg>
      <pc:sldChg chg="addSp delSp modSp mod">
        <pc:chgData name="Veenis, Sierra" userId="200c9325-9a6d-4db1-8535-3c88a644c387" providerId="ADAL" clId="{2A272359-8344-48A8-81C4-6A2DA38B43E1}" dt="2023-07-14T23:44:57.437" v="61"/>
        <pc:sldMkLst>
          <pc:docMk/>
          <pc:sldMk cId="2313533111" sldId="267"/>
        </pc:sldMkLst>
        <pc:spChg chg="del">
          <ac:chgData name="Veenis, Sierra" userId="200c9325-9a6d-4db1-8535-3c88a644c387" providerId="ADAL" clId="{2A272359-8344-48A8-81C4-6A2DA38B43E1}" dt="2023-07-14T23:44:56.682" v="60" actId="478"/>
          <ac:spMkLst>
            <pc:docMk/>
            <pc:sldMk cId="2313533111" sldId="267"/>
            <ac:spMk id="4" creationId="{00210221-3F4A-4187-A674-5BB2A5218FDE}"/>
          </ac:spMkLst>
        </pc:spChg>
        <pc:spChg chg="add mod">
          <ac:chgData name="Veenis, Sierra" userId="200c9325-9a6d-4db1-8535-3c88a644c387" providerId="ADAL" clId="{2A272359-8344-48A8-81C4-6A2DA38B43E1}" dt="2023-07-14T23:44:57.437" v="61"/>
          <ac:spMkLst>
            <pc:docMk/>
            <pc:sldMk cId="2313533111" sldId="267"/>
            <ac:spMk id="6" creationId="{78B13D50-0BAF-7F89-7E3C-F42171C90BF3}"/>
          </ac:spMkLst>
        </pc:spChg>
        <pc:spChg chg="add mod">
          <ac:chgData name="Veenis, Sierra" userId="200c9325-9a6d-4db1-8535-3c88a644c387" providerId="ADAL" clId="{2A272359-8344-48A8-81C4-6A2DA38B43E1}" dt="2023-07-14T23:44:57.437" v="61"/>
          <ac:spMkLst>
            <pc:docMk/>
            <pc:sldMk cId="2313533111" sldId="267"/>
            <ac:spMk id="7" creationId="{7AD944A1-DBFD-26D5-C8F7-414FCFB57442}"/>
          </ac:spMkLst>
        </pc:spChg>
      </pc:sldChg>
      <pc:sldChg chg="addSp delSp modSp mod">
        <pc:chgData name="Veenis, Sierra" userId="200c9325-9a6d-4db1-8535-3c88a644c387" providerId="ADAL" clId="{2A272359-8344-48A8-81C4-6A2DA38B43E1}" dt="2023-07-14T23:44:33.573" v="55"/>
        <pc:sldMkLst>
          <pc:docMk/>
          <pc:sldMk cId="1815750250" sldId="268"/>
        </pc:sldMkLst>
        <pc:spChg chg="del">
          <ac:chgData name="Veenis, Sierra" userId="200c9325-9a6d-4db1-8535-3c88a644c387" providerId="ADAL" clId="{2A272359-8344-48A8-81C4-6A2DA38B43E1}" dt="2023-07-14T23:44:32.791" v="54" actId="478"/>
          <ac:spMkLst>
            <pc:docMk/>
            <pc:sldMk cId="1815750250" sldId="268"/>
            <ac:spMk id="4" creationId="{00210221-3F4A-4187-A674-5BB2A5218FDE}"/>
          </ac:spMkLst>
        </pc:spChg>
        <pc:spChg chg="add mod">
          <ac:chgData name="Veenis, Sierra" userId="200c9325-9a6d-4db1-8535-3c88a644c387" providerId="ADAL" clId="{2A272359-8344-48A8-81C4-6A2DA38B43E1}" dt="2023-07-14T23:44:33.573" v="55"/>
          <ac:spMkLst>
            <pc:docMk/>
            <pc:sldMk cId="1815750250" sldId="268"/>
            <ac:spMk id="5" creationId="{D125FCE0-7417-51B8-E0BB-B79929626AC4}"/>
          </ac:spMkLst>
        </pc:spChg>
        <pc:spChg chg="add mod">
          <ac:chgData name="Veenis, Sierra" userId="200c9325-9a6d-4db1-8535-3c88a644c387" providerId="ADAL" clId="{2A272359-8344-48A8-81C4-6A2DA38B43E1}" dt="2023-07-14T23:44:33.573" v="55"/>
          <ac:spMkLst>
            <pc:docMk/>
            <pc:sldMk cId="1815750250" sldId="268"/>
            <ac:spMk id="6" creationId="{2F1974B9-3040-3B3B-A9DE-561C382FB9A2}"/>
          </ac:spMkLst>
        </pc:spChg>
      </pc:sldChg>
      <pc:sldChg chg="addSp delSp modSp mod">
        <pc:chgData name="Veenis, Sierra" userId="200c9325-9a6d-4db1-8535-3c88a644c387" providerId="ADAL" clId="{2A272359-8344-48A8-81C4-6A2DA38B43E1}" dt="2023-07-14T23:42:14.344" v="21" actId="14100"/>
        <pc:sldMkLst>
          <pc:docMk/>
          <pc:sldMk cId="3166247851" sldId="277"/>
        </pc:sldMkLst>
        <pc:spChg chg="del">
          <ac:chgData name="Veenis, Sierra" userId="200c9325-9a6d-4db1-8535-3c88a644c387" providerId="ADAL" clId="{2A272359-8344-48A8-81C4-6A2DA38B43E1}" dt="2023-07-14T23:42:11.278" v="20" actId="478"/>
          <ac:spMkLst>
            <pc:docMk/>
            <pc:sldMk cId="3166247851" sldId="277"/>
            <ac:spMk id="4" creationId="{00210221-3F4A-4187-A674-5BB2A5218FDE}"/>
          </ac:spMkLst>
        </pc:spChg>
        <pc:spChg chg="add mod">
          <ac:chgData name="Veenis, Sierra" userId="200c9325-9a6d-4db1-8535-3c88a644c387" providerId="ADAL" clId="{2A272359-8344-48A8-81C4-6A2DA38B43E1}" dt="2023-07-14T23:42:09.155" v="19"/>
          <ac:spMkLst>
            <pc:docMk/>
            <pc:sldMk cId="3166247851" sldId="277"/>
            <ac:spMk id="5" creationId="{A2715DAD-C6A8-D43A-725B-E9B1D2B4FB37}"/>
          </ac:spMkLst>
        </pc:spChg>
        <pc:spChg chg="add mod">
          <ac:chgData name="Veenis, Sierra" userId="200c9325-9a6d-4db1-8535-3c88a644c387" providerId="ADAL" clId="{2A272359-8344-48A8-81C4-6A2DA38B43E1}" dt="2023-07-14T23:42:09.155" v="19"/>
          <ac:spMkLst>
            <pc:docMk/>
            <pc:sldMk cId="3166247851" sldId="277"/>
            <ac:spMk id="6" creationId="{D1445BCA-76B5-BDE4-60E6-0B4A8DF4FCF5}"/>
          </ac:spMkLst>
        </pc:spChg>
        <pc:picChg chg="mod">
          <ac:chgData name="Veenis, Sierra" userId="200c9325-9a6d-4db1-8535-3c88a644c387" providerId="ADAL" clId="{2A272359-8344-48A8-81C4-6A2DA38B43E1}" dt="2023-07-14T23:42:14.344" v="21" actId="14100"/>
          <ac:picMkLst>
            <pc:docMk/>
            <pc:sldMk cId="3166247851" sldId="277"/>
            <ac:picMk id="3" creationId="{DBBBC6EC-86A3-3124-3391-7077E06CFC4B}"/>
          </ac:picMkLst>
        </pc:picChg>
      </pc:sldChg>
      <pc:sldChg chg="addSp delSp modSp mod">
        <pc:chgData name="Veenis, Sierra" userId="200c9325-9a6d-4db1-8535-3c88a644c387" providerId="ADAL" clId="{2A272359-8344-48A8-81C4-6A2DA38B43E1}" dt="2023-07-14T23:44:24.999" v="53" actId="14100"/>
        <pc:sldMkLst>
          <pc:docMk/>
          <pc:sldMk cId="245003994" sldId="280"/>
        </pc:sldMkLst>
        <pc:spChg chg="mod">
          <ac:chgData name="Veenis, Sierra" userId="200c9325-9a6d-4db1-8535-3c88a644c387" providerId="ADAL" clId="{2A272359-8344-48A8-81C4-6A2DA38B43E1}" dt="2023-07-14T23:44:24.999" v="53" actId="14100"/>
          <ac:spMkLst>
            <pc:docMk/>
            <pc:sldMk cId="245003994" sldId="280"/>
            <ac:spMk id="2" creationId="{9AFB837C-3E07-4129-B371-9F5CA97D5605}"/>
          </ac:spMkLst>
        </pc:spChg>
        <pc:spChg chg="add mod">
          <ac:chgData name="Veenis, Sierra" userId="200c9325-9a6d-4db1-8535-3c88a644c387" providerId="ADAL" clId="{2A272359-8344-48A8-81C4-6A2DA38B43E1}" dt="2023-07-14T23:42:43.306" v="28"/>
          <ac:spMkLst>
            <pc:docMk/>
            <pc:sldMk cId="245003994" sldId="280"/>
            <ac:spMk id="3" creationId="{76630ED7-C586-BEEC-5F0E-4525C75901AF}"/>
          </ac:spMkLst>
        </pc:spChg>
        <pc:spChg chg="del">
          <ac:chgData name="Veenis, Sierra" userId="200c9325-9a6d-4db1-8535-3c88a644c387" providerId="ADAL" clId="{2A272359-8344-48A8-81C4-6A2DA38B43E1}" dt="2023-07-14T23:42:39.435" v="27" actId="478"/>
          <ac:spMkLst>
            <pc:docMk/>
            <pc:sldMk cId="245003994" sldId="280"/>
            <ac:spMk id="4" creationId="{00210221-3F4A-4187-A674-5BB2A5218FDE}"/>
          </ac:spMkLst>
        </pc:spChg>
        <pc:spChg chg="add mod">
          <ac:chgData name="Veenis, Sierra" userId="200c9325-9a6d-4db1-8535-3c88a644c387" providerId="ADAL" clId="{2A272359-8344-48A8-81C4-6A2DA38B43E1}" dt="2023-07-14T23:42:43.306" v="28"/>
          <ac:spMkLst>
            <pc:docMk/>
            <pc:sldMk cId="245003994" sldId="280"/>
            <ac:spMk id="6" creationId="{1224B528-52EE-1B52-8F30-2E258D253C0C}"/>
          </ac:spMkLst>
        </pc:spChg>
        <pc:picChg chg="mod">
          <ac:chgData name="Veenis, Sierra" userId="200c9325-9a6d-4db1-8535-3c88a644c387" providerId="ADAL" clId="{2A272359-8344-48A8-81C4-6A2DA38B43E1}" dt="2023-07-14T23:42:54.123" v="30" actId="1076"/>
          <ac:picMkLst>
            <pc:docMk/>
            <pc:sldMk cId="245003994" sldId="280"/>
            <ac:picMk id="5" creationId="{B73989AB-A15E-483F-9C23-EFE27BD16F72}"/>
          </ac:picMkLst>
        </pc:picChg>
      </pc:sldChg>
      <pc:sldChg chg="addSp delSp modSp mod">
        <pc:chgData name="Veenis, Sierra" userId="200c9325-9a6d-4db1-8535-3c88a644c387" providerId="ADAL" clId="{2A272359-8344-48A8-81C4-6A2DA38B43E1}" dt="2023-07-14T23:44:04.210" v="52" actId="1076"/>
        <pc:sldMkLst>
          <pc:docMk/>
          <pc:sldMk cId="2276323103" sldId="281"/>
        </pc:sldMkLst>
        <pc:spChg chg="mod">
          <ac:chgData name="Veenis, Sierra" userId="200c9325-9a6d-4db1-8535-3c88a644c387" providerId="ADAL" clId="{2A272359-8344-48A8-81C4-6A2DA38B43E1}" dt="2023-07-14T23:43:23.989" v="39" actId="404"/>
          <ac:spMkLst>
            <pc:docMk/>
            <pc:sldMk cId="2276323103" sldId="281"/>
            <ac:spMk id="2" creationId="{2F03F004-EE4F-44F2-AA0E-56B8CFF11342}"/>
          </ac:spMkLst>
        </pc:spChg>
        <pc:spChg chg="add mod">
          <ac:chgData name="Veenis, Sierra" userId="200c9325-9a6d-4db1-8535-3c88a644c387" providerId="ADAL" clId="{2A272359-8344-48A8-81C4-6A2DA38B43E1}" dt="2023-07-14T23:42:20.483" v="22"/>
          <ac:spMkLst>
            <pc:docMk/>
            <pc:sldMk cId="2276323103" sldId="281"/>
            <ac:spMk id="3" creationId="{96FA7B4D-BCAD-A593-378A-650AF9615C1C}"/>
          </ac:spMkLst>
        </pc:spChg>
        <pc:spChg chg="del">
          <ac:chgData name="Veenis, Sierra" userId="200c9325-9a6d-4db1-8535-3c88a644c387" providerId="ADAL" clId="{2A272359-8344-48A8-81C4-6A2DA38B43E1}" dt="2023-07-14T23:42:22.877" v="23" actId="478"/>
          <ac:spMkLst>
            <pc:docMk/>
            <pc:sldMk cId="2276323103" sldId="281"/>
            <ac:spMk id="4" creationId="{2DC7D18A-F106-4CA1-A59B-DE4084E585CF}"/>
          </ac:spMkLst>
        </pc:spChg>
        <pc:spChg chg="add mod">
          <ac:chgData name="Veenis, Sierra" userId="200c9325-9a6d-4db1-8535-3c88a644c387" providerId="ADAL" clId="{2A272359-8344-48A8-81C4-6A2DA38B43E1}" dt="2023-07-14T23:42:20.483" v="22"/>
          <ac:spMkLst>
            <pc:docMk/>
            <pc:sldMk cId="2276323103" sldId="281"/>
            <ac:spMk id="6" creationId="{5D6B2696-722B-29E1-1052-4EEBAD9A1FB7}"/>
          </ac:spMkLst>
        </pc:spChg>
        <pc:graphicFrameChg chg="mod modGraphic">
          <ac:chgData name="Veenis, Sierra" userId="200c9325-9a6d-4db1-8535-3c88a644c387" providerId="ADAL" clId="{2A272359-8344-48A8-81C4-6A2DA38B43E1}" dt="2023-07-14T23:44:04.210" v="52" actId="1076"/>
          <ac:graphicFrameMkLst>
            <pc:docMk/>
            <pc:sldMk cId="2276323103" sldId="281"/>
            <ac:graphicFrameMk id="5" creationId="{05E9A008-7C57-44CC-856C-C6C8E73D82E6}"/>
          </ac:graphicFrameMkLst>
        </pc:graphicFrameChg>
      </pc:sldChg>
      <pc:sldChg chg="addSp delSp modSp mod">
        <pc:chgData name="Veenis, Sierra" userId="200c9325-9a6d-4db1-8535-3c88a644c387" providerId="ADAL" clId="{2A272359-8344-48A8-81C4-6A2DA38B43E1}" dt="2023-07-14T23:44:41.629" v="57"/>
        <pc:sldMkLst>
          <pc:docMk/>
          <pc:sldMk cId="4278470405" sldId="282"/>
        </pc:sldMkLst>
        <pc:spChg chg="del">
          <ac:chgData name="Veenis, Sierra" userId="200c9325-9a6d-4db1-8535-3c88a644c387" providerId="ADAL" clId="{2A272359-8344-48A8-81C4-6A2DA38B43E1}" dt="2023-07-14T23:44:40.709" v="56" actId="478"/>
          <ac:spMkLst>
            <pc:docMk/>
            <pc:sldMk cId="4278470405" sldId="282"/>
            <ac:spMk id="4" creationId="{00210221-3F4A-4187-A674-5BB2A5218FDE}"/>
          </ac:spMkLst>
        </pc:spChg>
        <pc:spChg chg="add mod">
          <ac:chgData name="Veenis, Sierra" userId="200c9325-9a6d-4db1-8535-3c88a644c387" providerId="ADAL" clId="{2A272359-8344-48A8-81C4-6A2DA38B43E1}" dt="2023-07-14T23:44:41.629" v="57"/>
          <ac:spMkLst>
            <pc:docMk/>
            <pc:sldMk cId="4278470405" sldId="282"/>
            <ac:spMk id="5" creationId="{E4F1BD44-3CE1-4474-7192-4C221FD44B2D}"/>
          </ac:spMkLst>
        </pc:spChg>
        <pc:spChg chg="add mod">
          <ac:chgData name="Veenis, Sierra" userId="200c9325-9a6d-4db1-8535-3c88a644c387" providerId="ADAL" clId="{2A272359-8344-48A8-81C4-6A2DA38B43E1}" dt="2023-07-14T23:44:41.629" v="57"/>
          <ac:spMkLst>
            <pc:docMk/>
            <pc:sldMk cId="4278470405" sldId="282"/>
            <ac:spMk id="6" creationId="{D03039EB-0154-C787-BEB9-BB6C8503123D}"/>
          </ac:spMkLst>
        </pc:spChg>
      </pc:sldChg>
      <pc:sldChg chg="addSp delSp modSp mod">
        <pc:chgData name="Veenis, Sierra" userId="200c9325-9a6d-4db1-8535-3c88a644c387" providerId="ADAL" clId="{2A272359-8344-48A8-81C4-6A2DA38B43E1}" dt="2023-07-14T23:44:48.420" v="59"/>
        <pc:sldMkLst>
          <pc:docMk/>
          <pc:sldMk cId="2425304751" sldId="283"/>
        </pc:sldMkLst>
        <pc:spChg chg="del">
          <ac:chgData name="Veenis, Sierra" userId="200c9325-9a6d-4db1-8535-3c88a644c387" providerId="ADAL" clId="{2A272359-8344-48A8-81C4-6A2DA38B43E1}" dt="2023-07-14T23:44:47.568" v="58" actId="478"/>
          <ac:spMkLst>
            <pc:docMk/>
            <pc:sldMk cId="2425304751" sldId="283"/>
            <ac:spMk id="4" creationId="{00210221-3F4A-4187-A674-5BB2A5218FDE}"/>
          </ac:spMkLst>
        </pc:spChg>
        <pc:spChg chg="add mod">
          <ac:chgData name="Veenis, Sierra" userId="200c9325-9a6d-4db1-8535-3c88a644c387" providerId="ADAL" clId="{2A272359-8344-48A8-81C4-6A2DA38B43E1}" dt="2023-07-14T23:44:48.420" v="59"/>
          <ac:spMkLst>
            <pc:docMk/>
            <pc:sldMk cId="2425304751" sldId="283"/>
            <ac:spMk id="5" creationId="{46954AE3-878E-4CDD-E2FD-72CCC236BC9E}"/>
          </ac:spMkLst>
        </pc:spChg>
        <pc:spChg chg="add mod">
          <ac:chgData name="Veenis, Sierra" userId="200c9325-9a6d-4db1-8535-3c88a644c387" providerId="ADAL" clId="{2A272359-8344-48A8-81C4-6A2DA38B43E1}" dt="2023-07-14T23:44:48.420" v="59"/>
          <ac:spMkLst>
            <pc:docMk/>
            <pc:sldMk cId="2425304751" sldId="283"/>
            <ac:spMk id="6" creationId="{73AD233B-2C62-F575-9984-91F9445D033C}"/>
          </ac:spMkLst>
        </pc:spChg>
      </pc:sldChg>
    </pc:docChg>
  </pc:docChgLst>
  <pc:docChgLst>
    <pc:chgData name="Veenis, Sierra" userId="S::sveenis@rti.org::200c9325-9a6d-4db1-8535-3c88a644c387" providerId="AD" clId="Web-{921CE7C8-1509-C817-31A0-CA4E2E7DE318}"/>
    <pc:docChg chg="modSld">
      <pc:chgData name="Veenis, Sierra" userId="S::sveenis@rti.org::200c9325-9a6d-4db1-8535-3c88a644c387" providerId="AD" clId="Web-{921CE7C8-1509-C817-31A0-CA4E2E7DE318}" dt="2023-07-14T23:39:50.913" v="4" actId="1076"/>
      <pc:docMkLst>
        <pc:docMk/>
      </pc:docMkLst>
      <pc:sldChg chg="modSp">
        <pc:chgData name="Veenis, Sierra" userId="S::sveenis@rti.org::200c9325-9a6d-4db1-8535-3c88a644c387" providerId="AD" clId="Web-{921CE7C8-1509-C817-31A0-CA4E2E7DE318}" dt="2023-07-14T23:39:50.913" v="4" actId="1076"/>
        <pc:sldMkLst>
          <pc:docMk/>
          <pc:sldMk cId="1482277026" sldId="256"/>
        </pc:sldMkLst>
        <pc:spChg chg="mod">
          <ac:chgData name="Veenis, Sierra" userId="S::sveenis@rti.org::200c9325-9a6d-4db1-8535-3c88a644c387" providerId="AD" clId="Web-{921CE7C8-1509-C817-31A0-CA4E2E7DE318}" dt="2023-07-14T23:39:50.913" v="4" actId="1076"/>
          <ac:spMkLst>
            <pc:docMk/>
            <pc:sldMk cId="1482277026" sldId="256"/>
            <ac:spMk id="2" creationId="{BFFCF5BD-F8FF-4A67-A8B6-EBB21E79279B}"/>
          </ac:spMkLst>
        </pc:spChg>
      </pc:sldChg>
      <pc:sldChg chg="addSp delSp modSp">
        <pc:chgData name="Veenis, Sierra" userId="S::sveenis@rti.org::200c9325-9a6d-4db1-8535-3c88a644c387" providerId="AD" clId="Web-{921CE7C8-1509-C817-31A0-CA4E2E7DE318}" dt="2023-07-14T23:39:29.459" v="2"/>
        <pc:sldMkLst>
          <pc:docMk/>
          <pc:sldMk cId="2772527113" sldId="259"/>
        </pc:sldMkLst>
        <pc:picChg chg="add del mod">
          <ac:chgData name="Veenis, Sierra" userId="S::sveenis@rti.org::200c9325-9a6d-4db1-8535-3c88a644c387" providerId="AD" clId="Web-{921CE7C8-1509-C817-31A0-CA4E2E7DE318}" dt="2023-07-14T23:39:29.459" v="2"/>
          <ac:picMkLst>
            <pc:docMk/>
            <pc:sldMk cId="2772527113" sldId="259"/>
            <ac:picMk id="5" creationId="{5D64CE8A-9556-5104-2782-06D24FE926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36130"/>
            <a:ext cx="9144000" cy="370300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dirty="0"/>
              <a:t>Practicum| Unit 3: Research-Based Instructional Strategies (RBIS) Reading Language Arts (RLA)| Lesson 3.13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Curriculum Embedded Supports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6B123-98B2-8E56-D889-75878A448AEA}"/>
              </a:ext>
            </a:extLst>
          </p:cNvPr>
          <p:cNvSpPr txBox="1"/>
          <p:nvPr/>
        </p:nvSpPr>
        <p:spPr>
          <a:xfrm>
            <a:off x="0" y="6406430"/>
            <a:ext cx="105508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rgbClr val="464646"/>
                </a:solidFill>
                <a:effectLst/>
                <a:latin typeface="+mj-lt"/>
              </a:rPr>
              <a:t>This work is licensed under a 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+mj-lt"/>
                <a:hlinkClick r:id="rId2"/>
              </a:rPr>
              <a:t>Creative Commons Attribution-Noncommercial-Share Alike 4.0 International License</a:t>
            </a:r>
            <a:r>
              <a:rPr lang="en-US" sz="1600" b="0" i="0" u="none" strike="noStrike" dirty="0">
                <a:solidFill>
                  <a:srgbClr val="0070C0"/>
                </a:solidFill>
                <a:effectLst/>
                <a:latin typeface="+mj-lt"/>
              </a:rPr>
              <a:t>.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4E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Identify examples of curriculum-embedded supports</a:t>
            </a:r>
          </a:p>
          <a:p>
            <a:r>
              <a:rPr lang="en-US" dirty="0"/>
              <a:t>Analyze examples of curriculum-embedded supports to determine alignment with UDL guidelines for engagement, representation, and/or action and expression.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2AFAA9-17C6-BCAB-9BBE-C93D3A997C62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5" y="1343818"/>
            <a:ext cx="10747310" cy="5001208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True or False.  If the answer is false, provide an explanation of why it is false.</a:t>
            </a: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Planning instruction with UDL includes anticipating differences in learner abilities and experiences. </a:t>
            </a: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using a UDL approach, a teacher should reduce the rigor of an activity for students who are performing below grade-level. </a:t>
            </a: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UDL includes two guideline areas: multiple means of engagement and multiple means of action and expression. 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9F8A5D8-7255-6EFC-5E77-05AFD358C2BE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C1F034C-37A1-9011-D08F-CA446EED0C6B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UDL Guidelines</a:t>
            </a:r>
          </a:p>
        </p:txBody>
      </p:sp>
      <p:pic>
        <p:nvPicPr>
          <p:cNvPr id="3" name="Picture 2" descr="A graphic describing the three keys for providing a Universal Design for Learning guidelines: Providing Multiple Means of Engagement, Providing Multiple Means of  Representation, and Providing Multiple Means of Action and Expression.&#10;&#10;Accessible through udlguidelines.cast.org">
            <a:extLst>
              <a:ext uri="{FF2B5EF4-FFF2-40B4-BE49-F238E27FC236}">
                <a16:creationId xmlns:a16="http://schemas.microsoft.com/office/drawing/2014/main" id="{DBBBC6EC-86A3-3124-3391-7077E06CFC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567" y="1006806"/>
            <a:ext cx="6906865" cy="5450751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715DAD-C6A8-D43A-725B-E9B1D2B4FB37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1445BCA-76B5-BDE4-60E6-0B4A8DF4FCF5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3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624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Sorting Activity: UDL Principles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5E9A008-7C57-44CC-856C-C6C8E73D82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246524"/>
              </p:ext>
            </p:extLst>
          </p:nvPr>
        </p:nvGraphicFramePr>
        <p:xfrm>
          <a:off x="712899" y="1475658"/>
          <a:ext cx="10766198" cy="3906683"/>
        </p:xfrm>
        <a:graphic>
          <a:graphicData uri="http://schemas.openxmlformats.org/drawingml/2006/table">
            <a:tbl>
              <a:tblPr firstRow="1" firstCol="1" bandRow="1"/>
              <a:tblGrid>
                <a:gridCol w="3309595">
                  <a:extLst>
                    <a:ext uri="{9D8B030D-6E8A-4147-A177-3AD203B41FA5}">
                      <a16:colId xmlns:a16="http://schemas.microsoft.com/office/drawing/2014/main" val="2137664948"/>
                    </a:ext>
                  </a:extLst>
                </a:gridCol>
                <a:gridCol w="3525625">
                  <a:extLst>
                    <a:ext uri="{9D8B030D-6E8A-4147-A177-3AD203B41FA5}">
                      <a16:colId xmlns:a16="http://schemas.microsoft.com/office/drawing/2014/main" val="477011954"/>
                    </a:ext>
                  </a:extLst>
                </a:gridCol>
                <a:gridCol w="3930978">
                  <a:extLst>
                    <a:ext uri="{9D8B030D-6E8A-4147-A177-3AD203B41FA5}">
                      <a16:colId xmlns:a16="http://schemas.microsoft.com/office/drawing/2014/main" val="1449672054"/>
                    </a:ext>
                  </a:extLst>
                </a:gridCol>
              </a:tblGrid>
              <a:tr h="611696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Engagement</a:t>
                      </a:r>
                      <a:endParaRPr lang="en-US" sz="4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Representation</a:t>
                      </a:r>
                      <a:endParaRPr lang="en-US" sz="4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Action &amp; Expression</a:t>
                      </a:r>
                      <a:endParaRPr lang="en-US" sz="4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399525"/>
                  </a:ext>
                </a:extLst>
              </a:tr>
              <a:tr h="1098329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 (Self-Regulation)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(Language &amp; Symbols)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 (Physical Action)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841724"/>
                  </a:ext>
                </a:extLst>
              </a:tr>
              <a:tr h="1098329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 (Recruiting Interest)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 (Perception)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 (Executive Functions)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983745"/>
                  </a:ext>
                </a:extLst>
              </a:tr>
              <a:tr h="1098329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(Effort &amp; Persistence)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 (Comprehension)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 (Expression &amp; communication)</a:t>
                      </a:r>
                      <a:endParaRPr lang="en-US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041" marR="186041" marT="258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492632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6FA7B4D-BCAD-A593-378A-650AF9615C1C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D6B2696-722B-29E1-1052-4EEBAD9A1FB7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6323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2860C0F-BA53-412B-8826-DAA9A1B29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61094"/>
              </p:ext>
            </p:extLst>
          </p:nvPr>
        </p:nvGraphicFramePr>
        <p:xfrm>
          <a:off x="472441" y="1442832"/>
          <a:ext cx="11181494" cy="1065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344">
                  <a:extLst>
                    <a:ext uri="{9D8B030D-6E8A-4147-A177-3AD203B41FA5}">
                      <a16:colId xmlns:a16="http://schemas.microsoft.com/office/drawing/2014/main" val="1922918179"/>
                    </a:ext>
                  </a:extLst>
                </a:gridCol>
                <a:gridCol w="8209150">
                  <a:extLst>
                    <a:ext uri="{9D8B030D-6E8A-4147-A177-3AD203B41FA5}">
                      <a16:colId xmlns:a16="http://schemas.microsoft.com/office/drawing/2014/main" val="3619535809"/>
                    </a:ext>
                  </a:extLst>
                </a:gridCol>
              </a:tblGrid>
              <a:tr h="358348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89608"/>
                  </a:ext>
                </a:extLst>
              </a:tr>
              <a:tr h="69996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Curriculum-Embedded Supports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Scaffolding and support opportunities build into the curriculum that ensure challenging and rigorous learning for all students.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9762599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7AC320-58A6-A810-0C19-6C475793D56D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8113742-0DB9-AB2A-F764-141D9191BB7D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4" y="508447"/>
            <a:ext cx="4351385" cy="1339207"/>
          </a:xfrm>
        </p:spPr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sz="3200" dirty="0"/>
              <a:t>HQIM &amp; UDL Guidelines</a:t>
            </a:r>
            <a:endParaRPr lang="en-US" dirty="0"/>
          </a:p>
        </p:txBody>
      </p:sp>
      <p:pic>
        <p:nvPicPr>
          <p:cNvPr id="5" name="Picture 4" descr="Same of a high quality lesson plan from Amplify. Accessible through an educator login:&#10; https://elementaryliteracyprogram.amplify.com/assets/m/142da7b2e829b976/original/G1_U01_TG_TXED21.pdf?CAFCC189-1315-4995-B68171C217BEF22A&amp;client_id=elementary-ela-core&amp;redirect_uri=https%3A%2F%2Felementaryliteracyprogram.amplify.com%2F&amp;state=0e110ea4-f3e3-4a9f-8960-e224d8ca97bb&amp;response_mode=fragment&amp;response_type=code&amp;scope=openid&amp;nonce=c18ec0a7-f2f2-4e4d-8654-c7d3e685e748">
            <a:extLst>
              <a:ext uri="{FF2B5EF4-FFF2-40B4-BE49-F238E27FC236}">
                <a16:creationId xmlns:a16="http://schemas.microsoft.com/office/drawing/2014/main" id="{B73989AB-A15E-483F-9C23-EFE27BD16F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3"/>
          <a:stretch/>
        </p:blipFill>
        <p:spPr bwMode="auto">
          <a:xfrm>
            <a:off x="4513309" y="484719"/>
            <a:ext cx="5433841" cy="58885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6630ED7-C586-BEEC-5F0E-4525C75901AF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224B528-52EE-1B52-8F30-2E258D253C0C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3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003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UDL: Engagement Strategies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4700C79-612D-428B-80CA-9776DD9F4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45754"/>
              </p:ext>
            </p:extLst>
          </p:nvPr>
        </p:nvGraphicFramePr>
        <p:xfrm>
          <a:off x="425937" y="1608899"/>
          <a:ext cx="10257871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105">
                  <a:extLst>
                    <a:ext uri="{9D8B030D-6E8A-4147-A177-3AD203B41FA5}">
                      <a16:colId xmlns:a16="http://schemas.microsoft.com/office/drawing/2014/main" val="3591099377"/>
                    </a:ext>
                  </a:extLst>
                </a:gridCol>
                <a:gridCol w="6321766">
                  <a:extLst>
                    <a:ext uri="{9D8B030D-6E8A-4147-A177-3AD203B41FA5}">
                      <a16:colId xmlns:a16="http://schemas.microsoft.com/office/drawing/2014/main" val="308371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Recruiting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Optimize individual choice and autonomy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dirty="0"/>
                        <a:t>Optimize relevance, value, and authenticity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dirty="0"/>
                        <a:t>Minimize threats and distractions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5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Sustaining Effort and 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Heighten salience of goals and objectives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Vary demands and resources to optimize challenge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Foster collaboration and community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Increase mastery-oriented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45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Self 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Promote expectations and beliefs that optimize motivation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Facilitate personal coping skills and strategies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Develop self-assessment and reflection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450915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125FCE0-7417-51B8-E0BB-B79929626AC4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F1974B9-3040-3B3B-A9DE-561C382FB9A2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5750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UDL: Representation Strategies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4700C79-612D-428B-80CA-9776DD9F4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24827"/>
              </p:ext>
            </p:extLst>
          </p:nvPr>
        </p:nvGraphicFramePr>
        <p:xfrm>
          <a:off x="425937" y="1608899"/>
          <a:ext cx="10731421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8366">
                  <a:extLst>
                    <a:ext uri="{9D8B030D-6E8A-4147-A177-3AD203B41FA5}">
                      <a16:colId xmlns:a16="http://schemas.microsoft.com/office/drawing/2014/main" val="3591099377"/>
                    </a:ext>
                  </a:extLst>
                </a:gridCol>
                <a:gridCol w="7763055">
                  <a:extLst>
                    <a:ext uri="{9D8B030D-6E8A-4147-A177-3AD203B41FA5}">
                      <a16:colId xmlns:a16="http://schemas.microsoft.com/office/drawing/2014/main" val="308371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Offer ways of customizing the display of information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Offer alternatives for auditory information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Offer alternatives for visual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5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Language and Symbols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Clarify vocabulary and symbols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Clarify syntax and structure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Support decoding of text, mathematical notation and symbols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Illustrate through multiple media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45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Comprehension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Activate or supply background knowledge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Highlight patterns, critical features, big ideas, and relationships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Guide information processing and visualization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Maximize transfer and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450915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4F1BD44-3CE1-4474-7192-4C221FD44B2D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03039EB-0154-C787-BEB9-BB6C8503123D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8470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UDL: Action &amp; Expression Strategies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4700C79-612D-428B-80CA-9776DD9F4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0176"/>
              </p:ext>
            </p:extLst>
          </p:nvPr>
        </p:nvGraphicFramePr>
        <p:xfrm>
          <a:off x="425937" y="1608899"/>
          <a:ext cx="10731421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8366">
                  <a:extLst>
                    <a:ext uri="{9D8B030D-6E8A-4147-A177-3AD203B41FA5}">
                      <a16:colId xmlns:a16="http://schemas.microsoft.com/office/drawing/2014/main" val="3591099377"/>
                    </a:ext>
                  </a:extLst>
                </a:gridCol>
                <a:gridCol w="7763055">
                  <a:extLst>
                    <a:ext uri="{9D8B030D-6E8A-4147-A177-3AD203B41FA5}">
                      <a16:colId xmlns:a16="http://schemas.microsoft.com/office/drawing/2014/main" val="308371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Physical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Vary the methods for response and navigation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Optimize access to tools and assistive technologies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5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Expression &amp;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Use multiple media for communication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Use multiple tools for construction and composition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Build fluencies with graduated levels of support for practice and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45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Executive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Guide appropriate goal-setting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Support planning and strategy development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Facilitate managing information and resources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Enhance capacity for monitoring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450915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954AE3-878E-4CDD-E2FD-72CCC236BC9E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3AD233B-2C62-F575-9984-91F9445D033C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5304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02"/>
            <a:ext cx="4991100" cy="464327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the importance of planning with both HQIM and UDL? How can this approach support learning for all students?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Examine the HQIM provided.  Identify at least one example of where the HQIM aligns to each UDL guideline.</a:t>
            </a:r>
          </a:p>
        </p:txBody>
      </p:sp>
      <p:pic>
        <p:nvPicPr>
          <p:cNvPr id="5" name="Picture 4" descr="Introduction to /oi/ sound excerpt from a first grade lesson plan. Accessible with educator login from: https://elementaryliteracyprogram.amplify.com/assets/m/5564946b888d3951/original/G1_U03_TG_TXED21.pdf?7115C16B-4B55-449F-BAA0ED5842FAAB68&amp;client_id=elementary-ela-core&amp;redirect_uri=https%3A%2F%2Felementaryliteracyprogram.amplify.com%2F&amp;state=0e110ea4-f3e3-4a9f-8960-e224d8ca97bb&amp;response_mode=fragment&amp;response_type=code&amp;scope=openid&amp;nonce=c18ec0a7-f2f2-4e4d-8654-c7d3e685e748">
            <a:extLst>
              <a:ext uri="{FF2B5EF4-FFF2-40B4-BE49-F238E27FC236}">
                <a16:creationId xmlns:a16="http://schemas.microsoft.com/office/drawing/2014/main" id="{337E4AEB-9C0E-4E1F-BE43-14A2DAEFC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0" y="1027906"/>
            <a:ext cx="4647664" cy="5112088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8B13D50-0BAF-7F89-7E3C-F42171C90BF3}"/>
              </a:ext>
            </a:extLst>
          </p:cNvPr>
          <p:cNvSpPr>
            <a:spLocks noGrp="1"/>
          </p:cNvSpPr>
          <p:nvPr/>
        </p:nvSpPr>
        <p:spPr>
          <a:xfrm>
            <a:off x="922174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944A1-DBFD-26D5-C8F7-414FCFB57442}"/>
              </a:ext>
            </a:extLst>
          </p:cNvPr>
          <p:cNvSpPr txBox="1"/>
          <p:nvPr/>
        </p:nvSpPr>
        <p:spPr>
          <a:xfrm>
            <a:off x="0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3.13 | This work is licensed under a </a:t>
            </a:r>
            <a:r>
              <a:rPr lang="en-US" sz="900" u="sng" dirty="0">
                <a:hlinkClick r:id="rId3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3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</TotalTime>
  <Words>836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Practicum| Unit 3: Research-Based Instructional Strategies (RBIS) Reading Language Arts (RLA)| Lesson 3.13</vt:lpstr>
      <vt:lpstr>TEKS Standards &amp; Objectives</vt:lpstr>
      <vt:lpstr>Bellringer</vt:lpstr>
      <vt:lpstr>UDL Guidelines</vt:lpstr>
      <vt:lpstr>Sorting Activity: UDL Principles</vt:lpstr>
      <vt:lpstr>Vocabulary</vt:lpstr>
      <vt:lpstr>Example:  HQIM &amp; UDL Guidelines</vt:lpstr>
      <vt:lpstr>UDL: Engagement Strategies</vt:lpstr>
      <vt:lpstr>UDL: Representation Strategies</vt:lpstr>
      <vt:lpstr>UDL: Action &amp; Expression Strategies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3.13: Curriculum Embedded Supports</dc:title>
  <dc:subject>Lesson 3.13: Curriculum Embedded Supports</dc:subject>
  <dc:creator>Texas Education Agency</dc:creator>
  <cp:lastModifiedBy>White (she/her), Whitney</cp:lastModifiedBy>
  <cp:revision>14</cp:revision>
  <dcterms:created xsi:type="dcterms:W3CDTF">2022-05-09T19:40:20Z</dcterms:created>
  <dcterms:modified xsi:type="dcterms:W3CDTF">2023-08-19T01:40:04Z</dcterms:modified>
</cp:coreProperties>
</file>
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4" r:id="rId6"/>
    <p:sldId id="263" r:id="rId7"/>
    <p:sldId id="262"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800"/>
    <a:srgbClr val="FF0000"/>
    <a:srgbClr val="78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615CAA-2732-46CD-8485-AB7233D997AF}" v="1" dt="2023-08-31T19:44:16.2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712" autoAdjust="0"/>
  </p:normalViewPr>
  <p:slideViewPr>
    <p:cSldViewPr snapToGrid="0">
      <p:cViewPr varScale="1">
        <p:scale>
          <a:sx n="108" d="100"/>
          <a:sy n="108" d="100"/>
        </p:scale>
        <p:origin x="6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4E615CAA-2732-46CD-8485-AB7233D997AF}"/>
    <pc:docChg chg="modSld">
      <pc:chgData name="White (she/her), Whitney" userId="65f39021-2f1d-4d8b-87dc-b123826f65bf" providerId="ADAL" clId="{4E615CAA-2732-46CD-8485-AB7233D997AF}" dt="2023-08-31T19:44:31.464" v="3" actId="20577"/>
      <pc:docMkLst>
        <pc:docMk/>
      </pc:docMkLst>
      <pc:sldChg chg="addSp modSp mod">
        <pc:chgData name="White (she/her), Whitney" userId="65f39021-2f1d-4d8b-87dc-b123826f65bf" providerId="ADAL" clId="{4E615CAA-2732-46CD-8485-AB7233D997AF}" dt="2023-08-31T19:44:16.237" v="1"/>
        <pc:sldMkLst>
          <pc:docMk/>
          <pc:sldMk cId="1482277026" sldId="256"/>
        </pc:sldMkLst>
        <pc:spChg chg="mod">
          <ac:chgData name="White (she/her), Whitney" userId="65f39021-2f1d-4d8b-87dc-b123826f65bf" providerId="ADAL" clId="{4E615CAA-2732-46CD-8485-AB7233D997AF}" dt="2023-08-31T19:44:14.781" v="0" actId="1076"/>
          <ac:spMkLst>
            <pc:docMk/>
            <pc:sldMk cId="1482277026" sldId="256"/>
            <ac:spMk id="2" creationId="{BFFCF5BD-F8FF-4A67-A8B6-EBB21E79279B}"/>
          </ac:spMkLst>
        </pc:spChg>
        <pc:spChg chg="add mod">
          <ac:chgData name="White (she/her), Whitney" userId="65f39021-2f1d-4d8b-87dc-b123826f65bf" providerId="ADAL" clId="{4E615CAA-2732-46CD-8485-AB7233D997AF}" dt="2023-08-31T19:44:16.237" v="1"/>
          <ac:spMkLst>
            <pc:docMk/>
            <pc:sldMk cId="1482277026" sldId="256"/>
            <ac:spMk id="4" creationId="{7A225CD0-2C72-9C3F-0A33-00F0B953D2D2}"/>
          </ac:spMkLst>
        </pc:spChg>
      </pc:sldChg>
      <pc:sldChg chg="modSp mod">
        <pc:chgData name="White (she/her), Whitney" userId="65f39021-2f1d-4d8b-87dc-b123826f65bf" providerId="ADAL" clId="{4E615CAA-2732-46CD-8485-AB7233D997AF}" dt="2023-08-31T19:44:27.198" v="2" actId="13244"/>
        <pc:sldMkLst>
          <pc:docMk/>
          <pc:sldMk cId="4170921578" sldId="262"/>
        </pc:sldMkLst>
        <pc:spChg chg="ord">
          <ac:chgData name="White (she/her), Whitney" userId="65f39021-2f1d-4d8b-87dc-b123826f65bf" providerId="ADAL" clId="{4E615CAA-2732-46CD-8485-AB7233D997AF}" dt="2023-08-31T19:44:27.198" v="2" actId="13244"/>
          <ac:spMkLst>
            <pc:docMk/>
            <pc:sldMk cId="4170921578" sldId="262"/>
            <ac:spMk id="4" creationId="{3E0C1FB4-016B-4122-B211-50411DB9BA9F}"/>
          </ac:spMkLst>
        </pc:spChg>
      </pc:sldChg>
      <pc:sldChg chg="modSp mod">
        <pc:chgData name="White (she/her), Whitney" userId="65f39021-2f1d-4d8b-87dc-b123826f65bf" providerId="ADAL" clId="{4E615CAA-2732-46CD-8485-AB7233D997AF}" dt="2023-08-31T19:44:31.464" v="3" actId="20577"/>
        <pc:sldMkLst>
          <pc:docMk/>
          <pc:sldMk cId="1314186471" sldId="265"/>
        </pc:sldMkLst>
        <pc:spChg chg="mod">
          <ac:chgData name="White (she/her), Whitney" userId="65f39021-2f1d-4d8b-87dc-b123826f65bf" providerId="ADAL" clId="{4E615CAA-2732-46CD-8485-AB7233D997AF}" dt="2023-08-31T19:44:31.464" v="3" actId="20577"/>
          <ac:spMkLst>
            <pc:docMk/>
            <pc:sldMk cId="1314186471" sldId="265"/>
            <ac:spMk id="2" creationId="{A7DAC820-49EE-4F41-8B1F-B9E33FF6BE24}"/>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79A0C3A8-7653-4B21-9699-F7E93A93D02D}"/>
    <pc:docChg chg="undo redo custSel addSld modSld">
      <pc:chgData name="White, Whitney" userId="65f39021-2f1d-4d8b-87dc-b123826f65bf" providerId="ADAL" clId="{79A0C3A8-7653-4B21-9699-F7E93A93D02D}" dt="2022-08-04T16:08:08.044" v="423" actId="403"/>
      <pc:docMkLst>
        <pc:docMk/>
      </pc:docMkLst>
      <pc:sldChg chg="modSp mod">
        <pc:chgData name="White, Whitney" userId="65f39021-2f1d-4d8b-87dc-b123826f65bf" providerId="ADAL" clId="{79A0C3A8-7653-4B21-9699-F7E93A93D02D}" dt="2022-08-04T15:58:31.135" v="58" actId="20577"/>
        <pc:sldMkLst>
          <pc:docMk/>
          <pc:sldMk cId="1482277026" sldId="256"/>
        </pc:sldMkLst>
        <pc:spChg chg="mod">
          <ac:chgData name="White, Whitney" userId="65f39021-2f1d-4d8b-87dc-b123826f65bf" providerId="ADAL" clId="{79A0C3A8-7653-4B21-9699-F7E93A93D02D}" dt="2022-07-31T03:53:44.703" v="7" actId="20577"/>
          <ac:spMkLst>
            <pc:docMk/>
            <pc:sldMk cId="1482277026" sldId="256"/>
            <ac:spMk id="2" creationId="{BFFCF5BD-F8FF-4A67-A8B6-EBB21E79279B}"/>
          </ac:spMkLst>
        </pc:spChg>
        <pc:spChg chg="mod">
          <ac:chgData name="White, Whitney" userId="65f39021-2f1d-4d8b-87dc-b123826f65bf" providerId="ADAL" clId="{79A0C3A8-7653-4B21-9699-F7E93A93D02D}" dt="2022-08-04T15:58:31.135" v="58" actId="20577"/>
          <ac:spMkLst>
            <pc:docMk/>
            <pc:sldMk cId="1482277026" sldId="256"/>
            <ac:spMk id="3" creationId="{E0FBD98F-3A67-498E-8174-652040DD7B60}"/>
          </ac:spMkLst>
        </pc:spChg>
      </pc:sldChg>
      <pc:sldChg chg="modSp mod">
        <pc:chgData name="White, Whitney" userId="65f39021-2f1d-4d8b-87dc-b123826f65bf" providerId="ADAL" clId="{79A0C3A8-7653-4B21-9699-F7E93A93D02D}" dt="2022-08-04T16:00:17.921" v="90" actId="403"/>
        <pc:sldMkLst>
          <pc:docMk/>
          <pc:sldMk cId="4071305681" sldId="258"/>
        </pc:sldMkLst>
        <pc:spChg chg="mod">
          <ac:chgData name="White, Whitney" userId="65f39021-2f1d-4d8b-87dc-b123826f65bf" providerId="ADAL" clId="{79A0C3A8-7653-4B21-9699-F7E93A93D02D}" dt="2022-08-04T16:00:17.921" v="90" actId="403"/>
          <ac:spMkLst>
            <pc:docMk/>
            <pc:sldMk cId="4071305681" sldId="258"/>
            <ac:spMk id="3" creationId="{392BE286-77A6-49DD-B15D-7E4718D52FE7}"/>
          </ac:spMkLst>
        </pc:spChg>
      </pc:sldChg>
      <pc:sldChg chg="modSp mod">
        <pc:chgData name="White, Whitney" userId="65f39021-2f1d-4d8b-87dc-b123826f65bf" providerId="ADAL" clId="{79A0C3A8-7653-4B21-9699-F7E93A93D02D}" dt="2022-08-04T16:00:02.566" v="86" actId="403"/>
        <pc:sldMkLst>
          <pc:docMk/>
          <pc:sldMk cId="2772527113" sldId="259"/>
        </pc:sldMkLst>
        <pc:spChg chg="mod">
          <ac:chgData name="White, Whitney" userId="65f39021-2f1d-4d8b-87dc-b123826f65bf" providerId="ADAL" clId="{79A0C3A8-7653-4B21-9699-F7E93A93D02D}" dt="2022-08-04T16:00:02.566" v="86" actId="403"/>
          <ac:spMkLst>
            <pc:docMk/>
            <pc:sldMk cId="2772527113" sldId="259"/>
            <ac:spMk id="3" creationId="{8CE08C7F-0286-423B-92F7-DEB89F31111A}"/>
          </ac:spMkLst>
        </pc:spChg>
      </pc:sldChg>
      <pc:sldChg chg="modSp mod">
        <pc:chgData name="White, Whitney" userId="65f39021-2f1d-4d8b-87dc-b123826f65bf" providerId="ADAL" clId="{79A0C3A8-7653-4B21-9699-F7E93A93D02D}" dt="2022-08-04T16:08:08.044" v="423" actId="403"/>
        <pc:sldMkLst>
          <pc:docMk/>
          <pc:sldMk cId="2147408764" sldId="260"/>
        </pc:sldMkLst>
        <pc:spChg chg="mod">
          <ac:chgData name="White, Whitney" userId="65f39021-2f1d-4d8b-87dc-b123826f65bf" providerId="ADAL" clId="{79A0C3A8-7653-4B21-9699-F7E93A93D02D}" dt="2022-08-04T16:08:08.044" v="423" actId="403"/>
          <ac:spMkLst>
            <pc:docMk/>
            <pc:sldMk cId="2147408764" sldId="260"/>
            <ac:spMk id="3" creationId="{49F2A5AF-3C0B-4968-A438-E435325199EA}"/>
          </ac:spMkLst>
        </pc:spChg>
      </pc:sldChg>
      <pc:sldChg chg="addSp delSp modSp mod">
        <pc:chgData name="White, Whitney" userId="65f39021-2f1d-4d8b-87dc-b123826f65bf" providerId="ADAL" clId="{79A0C3A8-7653-4B21-9699-F7E93A93D02D}" dt="2022-08-04T16:00:43.428" v="100" actId="1076"/>
        <pc:sldMkLst>
          <pc:docMk/>
          <pc:sldMk cId="3054216349" sldId="261"/>
        </pc:sldMkLst>
        <pc:spChg chg="del">
          <ac:chgData name="White, Whitney" userId="65f39021-2f1d-4d8b-87dc-b123826f65bf" providerId="ADAL" clId="{79A0C3A8-7653-4B21-9699-F7E93A93D02D}" dt="2022-08-04T16:00:31.056" v="91"/>
          <ac:spMkLst>
            <pc:docMk/>
            <pc:sldMk cId="3054216349" sldId="261"/>
            <ac:spMk id="3" creationId="{AE13FDB6-F093-4D9E-B14E-3D7DB894C34C}"/>
          </ac:spMkLst>
        </pc:spChg>
        <pc:graphicFrameChg chg="add mod modGraphic">
          <ac:chgData name="White, Whitney" userId="65f39021-2f1d-4d8b-87dc-b123826f65bf" providerId="ADAL" clId="{79A0C3A8-7653-4B21-9699-F7E93A93D02D}" dt="2022-08-04T16:00:43.428" v="100" actId="1076"/>
          <ac:graphicFrameMkLst>
            <pc:docMk/>
            <pc:sldMk cId="3054216349" sldId="261"/>
            <ac:graphicFrameMk id="5" creationId="{3EA86219-B1DA-4B2C-99B1-1B97EEFF8C8B}"/>
          </ac:graphicFrameMkLst>
        </pc:graphicFrameChg>
      </pc:sldChg>
      <pc:sldChg chg="addSp modSp mod">
        <pc:chgData name="White, Whitney" userId="65f39021-2f1d-4d8b-87dc-b123826f65bf" providerId="ADAL" clId="{79A0C3A8-7653-4B21-9699-F7E93A93D02D}" dt="2022-08-04T16:05:00.174" v="342" actId="403"/>
        <pc:sldMkLst>
          <pc:docMk/>
          <pc:sldMk cId="4170921578" sldId="262"/>
        </pc:sldMkLst>
        <pc:spChg chg="mod">
          <ac:chgData name="White, Whitney" userId="65f39021-2f1d-4d8b-87dc-b123826f65bf" providerId="ADAL" clId="{79A0C3A8-7653-4B21-9699-F7E93A93D02D}" dt="2022-08-04T16:04:11.721" v="287" actId="20577"/>
          <ac:spMkLst>
            <pc:docMk/>
            <pc:sldMk cId="4170921578" sldId="262"/>
            <ac:spMk id="2" creationId="{A7DAC820-49EE-4F41-8B1F-B9E33FF6BE24}"/>
          </ac:spMkLst>
        </pc:spChg>
        <pc:spChg chg="mod">
          <ac:chgData name="White, Whitney" userId="65f39021-2f1d-4d8b-87dc-b123826f65bf" providerId="ADAL" clId="{79A0C3A8-7653-4B21-9699-F7E93A93D02D}" dt="2022-08-04T16:04:46.568" v="338" actId="20577"/>
          <ac:spMkLst>
            <pc:docMk/>
            <pc:sldMk cId="4170921578" sldId="262"/>
            <ac:spMk id="3" creationId="{79FFCA46-4155-4484-8350-F1E0B95F6088}"/>
          </ac:spMkLst>
        </pc:spChg>
        <pc:graphicFrameChg chg="add mod modGraphic">
          <ac:chgData name="White, Whitney" userId="65f39021-2f1d-4d8b-87dc-b123826f65bf" providerId="ADAL" clId="{79A0C3A8-7653-4B21-9699-F7E93A93D02D}" dt="2022-08-04T16:05:00.174" v="342" actId="403"/>
          <ac:graphicFrameMkLst>
            <pc:docMk/>
            <pc:sldMk cId="4170921578" sldId="262"/>
            <ac:graphicFrameMk id="5" creationId="{4F78E9DF-EDAD-4789-B60B-3C81B55DAEFE}"/>
          </ac:graphicFrameMkLst>
        </pc:graphicFrameChg>
      </pc:sldChg>
      <pc:sldChg chg="modSp mod modAnim">
        <pc:chgData name="White, Whitney" userId="65f39021-2f1d-4d8b-87dc-b123826f65bf" providerId="ADAL" clId="{79A0C3A8-7653-4B21-9699-F7E93A93D02D}" dt="2022-08-04T16:03:13.050" v="253" actId="20577"/>
        <pc:sldMkLst>
          <pc:docMk/>
          <pc:sldMk cId="1163931679" sldId="263"/>
        </pc:sldMkLst>
        <pc:spChg chg="mod">
          <ac:chgData name="White, Whitney" userId="65f39021-2f1d-4d8b-87dc-b123826f65bf" providerId="ADAL" clId="{79A0C3A8-7653-4B21-9699-F7E93A93D02D}" dt="2022-08-04T16:01:58.489" v="223" actId="20577"/>
          <ac:spMkLst>
            <pc:docMk/>
            <pc:sldMk cId="1163931679" sldId="263"/>
            <ac:spMk id="2" creationId="{531ECDB3-7F62-4124-A1E9-E48D699D2427}"/>
          </ac:spMkLst>
        </pc:spChg>
        <pc:spChg chg="mod">
          <ac:chgData name="White, Whitney" userId="65f39021-2f1d-4d8b-87dc-b123826f65bf" providerId="ADAL" clId="{79A0C3A8-7653-4B21-9699-F7E93A93D02D}" dt="2022-08-04T16:03:13.050" v="253" actId="20577"/>
          <ac:spMkLst>
            <pc:docMk/>
            <pc:sldMk cId="1163931679" sldId="263"/>
            <ac:spMk id="3" creationId="{012C84E3-4C09-4253-8964-13B9C34E5E48}"/>
          </ac:spMkLst>
        </pc:spChg>
      </pc:sldChg>
      <pc:sldChg chg="modSp mod">
        <pc:chgData name="White, Whitney" userId="65f39021-2f1d-4d8b-87dc-b123826f65bf" providerId="ADAL" clId="{79A0C3A8-7653-4B21-9699-F7E93A93D02D}" dt="2022-08-04T16:01:35.406" v="210" actId="403"/>
        <pc:sldMkLst>
          <pc:docMk/>
          <pc:sldMk cId="3493109116" sldId="264"/>
        </pc:sldMkLst>
        <pc:spChg chg="mod">
          <ac:chgData name="White, Whitney" userId="65f39021-2f1d-4d8b-87dc-b123826f65bf" providerId="ADAL" clId="{79A0C3A8-7653-4B21-9699-F7E93A93D02D}" dt="2022-08-04T16:01:06.906" v="157" actId="20577"/>
          <ac:spMkLst>
            <pc:docMk/>
            <pc:sldMk cId="3493109116" sldId="264"/>
            <ac:spMk id="2" creationId="{D7836664-70C0-47BA-9BFF-496A04EBBFDE}"/>
          </ac:spMkLst>
        </pc:spChg>
        <pc:spChg chg="mod">
          <ac:chgData name="White, Whitney" userId="65f39021-2f1d-4d8b-87dc-b123826f65bf" providerId="ADAL" clId="{79A0C3A8-7653-4B21-9699-F7E93A93D02D}" dt="2022-08-04T16:01:35.406" v="210" actId="403"/>
          <ac:spMkLst>
            <pc:docMk/>
            <pc:sldMk cId="3493109116" sldId="264"/>
            <ac:spMk id="3" creationId="{F64339F5-2F5D-46B5-A25D-C197D73747BD}"/>
          </ac:spMkLst>
        </pc:spChg>
        <pc:spChg chg="mod">
          <ac:chgData name="White, Whitney" userId="65f39021-2f1d-4d8b-87dc-b123826f65bf" providerId="ADAL" clId="{79A0C3A8-7653-4B21-9699-F7E93A93D02D}" dt="2022-08-04T16:01:27.221" v="204"/>
          <ac:spMkLst>
            <pc:docMk/>
            <pc:sldMk cId="3493109116" sldId="264"/>
            <ac:spMk id="4" creationId="{F767700B-954E-42AD-AD69-9CC1C5B510A5}"/>
          </ac:spMkLst>
        </pc:spChg>
      </pc:sldChg>
      <pc:sldChg chg="delSp modSp add mod modAnim">
        <pc:chgData name="White, Whitney" userId="65f39021-2f1d-4d8b-87dc-b123826f65bf" providerId="ADAL" clId="{79A0C3A8-7653-4B21-9699-F7E93A93D02D}" dt="2022-08-04T16:06:37.368" v="392"/>
        <pc:sldMkLst>
          <pc:docMk/>
          <pc:sldMk cId="1314186471" sldId="265"/>
        </pc:sldMkLst>
        <pc:spChg chg="mod">
          <ac:chgData name="White, Whitney" userId="65f39021-2f1d-4d8b-87dc-b123826f65bf" providerId="ADAL" clId="{79A0C3A8-7653-4B21-9699-F7E93A93D02D}" dt="2022-08-04T16:06:27.306" v="390" actId="403"/>
          <ac:spMkLst>
            <pc:docMk/>
            <pc:sldMk cId="1314186471" sldId="265"/>
            <ac:spMk id="3" creationId="{79FFCA46-4155-4484-8350-F1E0B95F6088}"/>
          </ac:spMkLst>
        </pc:spChg>
        <pc:graphicFrameChg chg="del">
          <ac:chgData name="White, Whitney" userId="65f39021-2f1d-4d8b-87dc-b123826f65bf" providerId="ADAL" clId="{79A0C3A8-7653-4B21-9699-F7E93A93D02D}" dt="2022-08-04T16:05:17.275" v="344" actId="21"/>
          <ac:graphicFrameMkLst>
            <pc:docMk/>
            <pc:sldMk cId="1314186471" sldId="265"/>
            <ac:graphicFrameMk id="5" creationId="{4F78E9DF-EDAD-4789-B60B-3C81B55DAEF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101201"/>
            <a:ext cx="9144000" cy="370300"/>
          </a:xfrm>
        </p:spPr>
        <p:txBody>
          <a:bodyPr>
            <a:normAutofit/>
          </a:bodyPr>
          <a:lstStyle/>
          <a:p>
            <a:pPr algn="l"/>
            <a:r>
              <a:rPr lang="en-US" sz="1800" dirty="0"/>
              <a:t>Practicum in Education and Training| Unit 2: The Professional Educator | Lesson 2.21</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Developing a Plan for Professional Growth, Part I</a:t>
            </a:r>
          </a:p>
        </p:txBody>
      </p:sp>
      <p:sp>
        <p:nvSpPr>
          <p:cNvPr id="4" name="TextBox 3">
            <a:extLst>
              <a:ext uri="{FF2B5EF4-FFF2-40B4-BE49-F238E27FC236}">
                <a16:creationId xmlns:a16="http://schemas.microsoft.com/office/drawing/2014/main" id="{7A225CD0-2C72-9C3F-0A33-00F0B953D2D2}"/>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12 A, 12B, 12C, 3D</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rPr>
              <a:t>i</a:t>
            </a:r>
            <a:r>
              <a:rPr lang="en-US" dirty="0">
                <a:effectLst/>
                <a:latin typeface="Calibri" panose="020F0502020204030204" pitchFamily="34" charset="0"/>
                <a:ea typeface="Calibri" panose="020F0502020204030204" pitchFamily="34" charset="0"/>
              </a:rPr>
              <a:t>dentify and develop goals for growth in a career in education.</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Complete the anticipation guide to assess your knowledge of the professional growth process for teachers.</a:t>
            </a:r>
          </a:p>
          <a:p>
            <a:pPr marL="0" indent="0">
              <a:buNone/>
            </a:pP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3EA86219-B1DA-4B2C-99B1-1B97EEFF8C8B}"/>
              </a:ext>
            </a:extLst>
          </p:cNvPr>
          <p:cNvGraphicFramePr>
            <a:graphicFrameLocks noGrp="1"/>
          </p:cNvGraphicFramePr>
          <p:nvPr>
            <p:ph idx="1"/>
            <p:extLst>
              <p:ext uri="{D42A27DB-BD31-4B8C-83A1-F6EECF244321}">
                <p14:modId xmlns:p14="http://schemas.microsoft.com/office/powerpoint/2010/main" val="198663187"/>
              </p:ext>
            </p:extLst>
          </p:nvPr>
        </p:nvGraphicFramePr>
        <p:xfrm>
          <a:off x="838200" y="1988191"/>
          <a:ext cx="10515600" cy="3291840"/>
        </p:xfrm>
        <a:graphic>
          <a:graphicData uri="http://schemas.openxmlformats.org/drawingml/2006/table">
            <a:tbl>
              <a:tblPr firstRow="1" firstCol="1" bandRow="1"/>
              <a:tblGrid>
                <a:gridCol w="2297978">
                  <a:extLst>
                    <a:ext uri="{9D8B030D-6E8A-4147-A177-3AD203B41FA5}">
                      <a16:colId xmlns:a16="http://schemas.microsoft.com/office/drawing/2014/main" val="89116526"/>
                    </a:ext>
                  </a:extLst>
                </a:gridCol>
                <a:gridCol w="8217622">
                  <a:extLst>
                    <a:ext uri="{9D8B030D-6E8A-4147-A177-3AD203B41FA5}">
                      <a16:colId xmlns:a16="http://schemas.microsoft.com/office/drawing/2014/main" val="350309696"/>
                    </a:ext>
                  </a:extLst>
                </a:gridCol>
              </a:tblGrid>
              <a:tr h="896777">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Goal-Setting and Professional Development (GSPD) Process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An on-going, recursive process where teachers reflect on current professional practices, identify professional growth goals, establish a professional development plan to attain those goals, and reflect on goal attainment.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9837827"/>
                  </a:ext>
                </a:extLst>
              </a:tr>
              <a:tr h="896777">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Professional Development Plan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A detailed plan for how a teacher will attain their professional growth goals and track their progress toward the goals over the course of the year.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0173398"/>
                  </a:ext>
                </a:extLst>
              </a:tr>
              <a:tr h="713346">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SMART Goal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An</a:t>
                      </a:r>
                      <a:r>
                        <a:rPr lang="en-US" sz="2400" b="1" dirty="0">
                          <a:effectLst/>
                          <a:latin typeface="Calibri" panose="020F0502020204030204" pitchFamily="34" charset="0"/>
                          <a:ea typeface="Calibri" panose="020F0502020204030204" pitchFamily="34" charset="0"/>
                          <a:cs typeface="Arial" panose="020B0604020202020204" pitchFamily="34" charset="0"/>
                        </a:rPr>
                        <a:t> </a:t>
                      </a:r>
                      <a:r>
                        <a:rPr lang="en-US" sz="2400" dirty="0">
                          <a:effectLst/>
                          <a:latin typeface="Calibri" panose="020F0502020204030204" pitchFamily="34" charset="0"/>
                          <a:ea typeface="Calibri" panose="020F0502020204030204" pitchFamily="34" charset="0"/>
                          <a:cs typeface="Arial" panose="020B0604020202020204" pitchFamily="34" charset="0"/>
                        </a:rPr>
                        <a:t>acronym for goal setting that stands for Specific, Measurable, Achievable, Relevant, and Timely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6632881"/>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Goal Setting and Professional Development (GSPD) Process </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dirty="0"/>
              <a:t>This process is designed to help teachers: </a:t>
            </a:r>
          </a:p>
          <a:p>
            <a:pPr marL="342900" marR="0" lvl="0" indent="-342900">
              <a:spcBef>
                <a:spcPts val="600"/>
              </a:spcBef>
              <a:spcAft>
                <a:spcPts val="0"/>
              </a:spcAft>
              <a:buFont typeface="Calibri" panose="020F050202020403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reflect on their current professional practices</a:t>
            </a:r>
          </a:p>
          <a:p>
            <a:pPr marL="342900" marR="0" lvl="0" indent="-342900">
              <a:spcBef>
                <a:spcPts val="0"/>
              </a:spcBef>
              <a:spcAft>
                <a:spcPts val="0"/>
              </a:spcAft>
              <a:buFont typeface="Calibri" panose="020F050202020403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identify their professional growth goals</a:t>
            </a:r>
          </a:p>
          <a:p>
            <a:pPr marL="342900" marR="0" lvl="0" indent="-342900">
              <a:spcBef>
                <a:spcPts val="0"/>
              </a:spcBef>
              <a:spcAft>
                <a:spcPts val="0"/>
              </a:spcAft>
              <a:buFont typeface="Calibri" panose="020F050202020403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build their professional development plan to attain those goals </a:t>
            </a:r>
          </a:p>
          <a:p>
            <a:pPr marL="342900" marR="0" lvl="0" indent="-342900">
              <a:spcBef>
                <a:spcPts val="0"/>
              </a:spcBef>
              <a:spcAft>
                <a:spcPts val="600"/>
              </a:spcAft>
              <a:buFont typeface="Calibri" panose="020F0502020204030204" pitchFamily="34" charset="0"/>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track their progress toward their goals over the course of the year</a:t>
            </a: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SMART Goals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lnSpcReduction="10000"/>
          </a:bodyPr>
          <a:lstStyle/>
          <a:p>
            <a:pPr marL="342900" marR="0" lvl="0" indent="-342900">
              <a:spcBef>
                <a:spcPts val="600"/>
              </a:spcBef>
              <a:spcAft>
                <a:spcPts val="0"/>
              </a:spcAft>
              <a:buFont typeface="Calibri" panose="020F0502020204030204" pitchFamily="34" charset="0"/>
              <a:buChar char="•"/>
            </a:pPr>
            <a:r>
              <a:rPr lang="en-US" sz="3200" b="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S</a:t>
            </a:r>
            <a:r>
              <a:rPr lang="en-US" sz="3200" dirty="0">
                <a:effectLst/>
                <a:latin typeface="Calibri" panose="020F0502020204030204" pitchFamily="34" charset="0"/>
                <a:ea typeface="Calibri" panose="020F0502020204030204" pitchFamily="34" charset="0"/>
                <a:cs typeface="Times New Roman" panose="02020603050405020304" pitchFamily="18" charset="0"/>
              </a:rPr>
              <a:t>pecific - What do you want to accomplish?</a:t>
            </a:r>
          </a:p>
          <a:p>
            <a:pPr marL="0" marR="0" lvl="0" indent="0">
              <a:spcBef>
                <a:spcPts val="600"/>
              </a:spcBef>
              <a:spcAft>
                <a:spcPts val="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3200" b="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M</a:t>
            </a:r>
            <a:r>
              <a:rPr lang="en-US" sz="3200" dirty="0">
                <a:effectLst/>
                <a:latin typeface="Calibri" panose="020F0502020204030204" pitchFamily="34" charset="0"/>
                <a:ea typeface="Calibri" panose="020F0502020204030204" pitchFamily="34" charset="0"/>
                <a:cs typeface="Times New Roman" panose="02020603050405020304" pitchFamily="18" charset="0"/>
              </a:rPr>
              <a:t>easurable - How will you know when your goal is met?</a:t>
            </a:r>
          </a:p>
          <a:p>
            <a:pPr marL="0" marR="0" lvl="0" indent="0">
              <a:spcBef>
                <a:spcPts val="0"/>
              </a:spcBef>
              <a:spcAft>
                <a:spcPts val="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3200" b="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A</a:t>
            </a:r>
            <a:r>
              <a:rPr lang="en-US" sz="3200" dirty="0">
                <a:effectLst/>
                <a:latin typeface="Calibri" panose="020F0502020204030204" pitchFamily="34" charset="0"/>
                <a:ea typeface="Calibri" panose="020F0502020204030204" pitchFamily="34" charset="0"/>
                <a:cs typeface="Times New Roman" panose="02020603050405020304" pitchFamily="18" charset="0"/>
              </a:rPr>
              <a:t>chievable- What steps can you take to reach your goal?</a:t>
            </a:r>
          </a:p>
          <a:p>
            <a:pPr marL="0" marR="0" lvl="0" indent="0">
              <a:spcBef>
                <a:spcPts val="0"/>
              </a:spcBef>
              <a:spcAft>
                <a:spcPts val="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Calibri" panose="020F0502020204030204" pitchFamily="34" charset="0"/>
              <a:buChar char="•"/>
            </a:pPr>
            <a:r>
              <a:rPr lang="en-US" sz="3200" b="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R</a:t>
            </a:r>
            <a:r>
              <a:rPr lang="en-US" sz="3200" dirty="0">
                <a:effectLst/>
                <a:latin typeface="Calibri" panose="020F0502020204030204" pitchFamily="34" charset="0"/>
                <a:ea typeface="Calibri" panose="020F0502020204030204" pitchFamily="34" charset="0"/>
                <a:cs typeface="Times New Roman" panose="02020603050405020304" pitchFamily="18" charset="0"/>
              </a:rPr>
              <a:t>elevant - How will meeting this goal benefit you and your students?</a:t>
            </a:r>
          </a:p>
          <a:p>
            <a:pPr marL="0" marR="0" lvl="0" indent="0">
              <a:spcBef>
                <a:spcPts val="0"/>
              </a:spcBef>
              <a:spcAft>
                <a:spcPts val="0"/>
              </a:spcAft>
              <a:buNone/>
            </a:pP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Calibri" panose="020F0502020204030204" pitchFamily="34" charset="0"/>
              <a:buChar char="•"/>
            </a:pPr>
            <a:r>
              <a:rPr lang="en-US" sz="3200" b="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T</a:t>
            </a:r>
            <a:r>
              <a:rPr lang="en-US" sz="3200" dirty="0">
                <a:effectLst/>
                <a:latin typeface="Calibri" panose="020F0502020204030204" pitchFamily="34" charset="0"/>
                <a:ea typeface="Calibri" panose="020F0502020204030204" pitchFamily="34" charset="0"/>
                <a:cs typeface="Times New Roman" panose="02020603050405020304" pitchFamily="18" charset="0"/>
              </a:rPr>
              <a:t>imely – What is the end date for your goal?</a:t>
            </a: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SMART Goals Scenarios</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sz="1800" dirty="0">
                <a:effectLst/>
                <a:latin typeface="Calibri" panose="020F0502020204030204" pitchFamily="34" charset="0"/>
                <a:ea typeface="Calibri" panose="020F0502020204030204" pitchFamily="34" charset="0"/>
                <a:cs typeface="Arial" panose="020B0604020202020204" pitchFamily="34" charset="0"/>
              </a:rPr>
              <a:t>Kia has been teaching for five years. She frequently uses cooperative learning in her classroom but would love to learn some new strategies to effectively manage groups. Kia develops two drafts of a goal to address this need. </a:t>
            </a:r>
          </a:p>
          <a:p>
            <a:pPr marL="0" indent="0">
              <a:buNone/>
            </a:pPr>
            <a:r>
              <a:rPr lang="en-US" sz="1800" dirty="0">
                <a:latin typeface="Calibri" panose="020F0502020204030204" pitchFamily="34" charset="0"/>
                <a:ea typeface="Calibri" panose="020F0502020204030204" pitchFamily="34" charset="0"/>
                <a:cs typeface="Arial" panose="020B0604020202020204" pitchFamily="34" charset="0"/>
              </a:rPr>
              <a:t>Which goal is a SMART Goal?</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graphicFrame>
        <p:nvGraphicFramePr>
          <p:cNvPr id="5" name="Table 4">
            <a:extLst>
              <a:ext uri="{FF2B5EF4-FFF2-40B4-BE49-F238E27FC236}">
                <a16:creationId xmlns:a16="http://schemas.microsoft.com/office/drawing/2014/main" id="{4F78E9DF-EDAD-4789-B60B-3C81B55DAEFE}"/>
              </a:ext>
            </a:extLst>
          </p:cNvPr>
          <p:cNvGraphicFramePr>
            <a:graphicFrameLocks noGrp="1"/>
          </p:cNvGraphicFramePr>
          <p:nvPr>
            <p:extLst>
              <p:ext uri="{D42A27DB-BD31-4B8C-83A1-F6EECF244321}">
                <p14:modId xmlns:p14="http://schemas.microsoft.com/office/powerpoint/2010/main" val="1940550815"/>
              </p:ext>
            </p:extLst>
          </p:nvPr>
        </p:nvGraphicFramePr>
        <p:xfrm>
          <a:off x="3475301" y="3372387"/>
          <a:ext cx="5241397" cy="1257814"/>
        </p:xfrm>
        <a:graphic>
          <a:graphicData uri="http://schemas.openxmlformats.org/drawingml/2006/table">
            <a:tbl>
              <a:tblPr firstRow="1" firstCol="1" bandRow="1"/>
              <a:tblGrid>
                <a:gridCol w="2620310">
                  <a:extLst>
                    <a:ext uri="{9D8B030D-6E8A-4147-A177-3AD203B41FA5}">
                      <a16:colId xmlns:a16="http://schemas.microsoft.com/office/drawing/2014/main" val="1392412072"/>
                    </a:ext>
                  </a:extLst>
                </a:gridCol>
                <a:gridCol w="2621087">
                  <a:extLst>
                    <a:ext uri="{9D8B030D-6E8A-4147-A177-3AD203B41FA5}">
                      <a16:colId xmlns:a16="http://schemas.microsoft.com/office/drawing/2014/main" val="38512747"/>
                    </a:ext>
                  </a:extLst>
                </a:gridCol>
              </a:tblGrid>
              <a:tr h="1257814">
                <a:tc>
                  <a:txBody>
                    <a:bodyPr/>
                    <a:lstStyle/>
                    <a:p>
                      <a:pPr marL="0" marR="0" indent="0">
                        <a:spcBef>
                          <a:spcPts val="600"/>
                        </a:spcBef>
                        <a:spcAft>
                          <a:spcPts val="0"/>
                        </a:spcAft>
                      </a:pPr>
                      <a:r>
                        <a:rPr lang="en-US" sz="1600" dirty="0">
                          <a:effectLst/>
                          <a:latin typeface="Calibri" panose="020F0502020204030204" pitchFamily="34" charset="0"/>
                          <a:ea typeface="Calibri" panose="020F0502020204030204" pitchFamily="34" charset="0"/>
                          <a:cs typeface="Arial" panose="020B0604020202020204" pitchFamily="34" charset="0"/>
                        </a:rPr>
                        <a:t>I will learn about cooperative learning.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spcBef>
                          <a:spcPts val="0"/>
                        </a:spcBef>
                        <a:spcAft>
                          <a:spcPts val="600"/>
                        </a:spcAft>
                      </a:pPr>
                      <a:r>
                        <a:rPr lang="en-US" sz="1600" dirty="0">
                          <a:effectLst/>
                          <a:latin typeface="Calibri" panose="020F0502020204030204" pitchFamily="34" charset="0"/>
                          <a:ea typeface="Calibri" panose="020F0502020204030204" pitchFamily="34" charset="0"/>
                          <a:cs typeface="Arial" panose="020B0604020202020204" pitchFamily="34" charset="0"/>
                        </a:rPr>
                        <a:t>I will learn new ways to effectively manage collaborative groups to increase student productivity and learning.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66567740"/>
                  </a:ext>
                </a:extLst>
              </a:tr>
            </a:tbl>
          </a:graphicData>
        </a:graphic>
      </p:graphicFrame>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SMART </a:t>
            </a:r>
            <a:r>
              <a:rPr lang="en-US"/>
              <a:t>Goals Scenarios </a:t>
            </a:r>
            <a:endParaRPr lang="en-US" dirty="0"/>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dirty="0">
                <a:latin typeface="Calibri" panose="020F0502020204030204" pitchFamily="34" charset="0"/>
                <a:ea typeface="Calibri" panose="020F0502020204030204" pitchFamily="34" charset="0"/>
                <a:cs typeface="Arial" panose="020B0604020202020204" pitchFamily="34" charset="0"/>
              </a:rPr>
              <a:t>Is this a SMART Goal?</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en-US" sz="2000" i="1" dirty="0">
                <a:effectLst/>
                <a:latin typeface="Calibri" panose="020F0502020204030204" pitchFamily="34" charset="0"/>
                <a:ea typeface="Calibri" panose="020F0502020204030204" pitchFamily="34" charset="0"/>
                <a:cs typeface="Arial" panose="020B0604020202020204" pitchFamily="34" charset="0"/>
              </a:rPr>
              <a:t>Goal: I will obtain my digital teaching and learning certificate by the end of the school year to explore new instructional strategies to enhance teaching and learning through a more personalized and flexible approach.</a:t>
            </a:r>
          </a:p>
          <a:p>
            <a:pPr marL="0" indent="0">
              <a:buNone/>
            </a:pPr>
            <a:endParaRPr lang="en-US" sz="2000" i="1" dirty="0">
              <a:latin typeface="Calibri" panose="020F0502020204030204" pitchFamily="34" charset="0"/>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Arial" panose="020B0604020202020204" pitchFamily="34" charset="0"/>
              </a:rPr>
              <a:t>Is this a SMART Goal?</a:t>
            </a:r>
          </a:p>
          <a:p>
            <a:pPr marL="0" indent="0">
              <a:buNone/>
            </a:pPr>
            <a:r>
              <a:rPr lang="en-US" sz="2000" i="1" dirty="0">
                <a:effectLst/>
                <a:latin typeface="Calibri" panose="020F0502020204030204" pitchFamily="34" charset="0"/>
                <a:ea typeface="Calibri" panose="020F0502020204030204" pitchFamily="34" charset="0"/>
                <a:cs typeface="Arial" panose="020B0604020202020204" pitchFamily="34" charset="0"/>
              </a:rPr>
              <a:t>Goal: I will learn new teaching strategies.</a:t>
            </a:r>
          </a:p>
          <a:p>
            <a:pPr marL="0" indent="0">
              <a:buNone/>
            </a:pPr>
            <a:endParaRPr lang="en-US" sz="3200" i="1"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31418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lvl="0" indent="0">
              <a:lnSpc>
                <a:spcPct val="107000"/>
              </a:lnSpc>
              <a:spcBef>
                <a:spcPts val="0"/>
              </a:spcBef>
              <a:spcAft>
                <a:spcPts val="0"/>
              </a:spcAft>
              <a:buNone/>
            </a:pPr>
            <a:r>
              <a:rPr lang="en-US" dirty="0">
                <a:effectLst/>
                <a:latin typeface="Calibri" panose="020F0502020204030204" pitchFamily="34" charset="0"/>
                <a:ea typeface="Times New Roman" panose="02020603050405020304" pitchFamily="18" charset="0"/>
                <a:cs typeface="Calibri" panose="020F0502020204030204" pitchFamily="34" charset="0"/>
              </a:rPr>
              <a:t>Why is the goal setting and professional development process important for a successful career as an educator?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dirty="0">
                <a:effectLst/>
                <a:latin typeface="Calibri" panose="020F0502020204030204" pitchFamily="34" charset="0"/>
                <a:ea typeface="Times New Roman" panose="02020603050405020304" pitchFamily="18" charset="0"/>
                <a:cs typeface="Calibri" panose="020F0502020204030204" pitchFamily="34" charset="0"/>
              </a:rPr>
              <a: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r>
              <a:rPr lang="en-US" dirty="0">
                <a:effectLst/>
                <a:latin typeface="Calibri" panose="020F0502020204030204" pitchFamily="34" charset="0"/>
                <a:ea typeface="Times New Roman" panose="02020603050405020304" pitchFamily="18" charset="0"/>
                <a:cs typeface="Calibri" panose="020F0502020204030204" pitchFamily="34" charset="0"/>
              </a:rPr>
              <a:t>Share the two goals you developed. How will these goals contribute to your growth toward becoming a successful teacher?</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109</TotalTime>
  <Words>469</Words>
  <Application>Microsoft Office PowerPoint</Application>
  <PresentationFormat>Widescreen</PresentationFormat>
  <Paragraphs>56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Practicum in Education and Training| Unit 2: The Professional Educator | Lesson 2.21</vt:lpstr>
      <vt:lpstr>TEKS Standards &amp; Objectives</vt:lpstr>
      <vt:lpstr>Bellringer</vt:lpstr>
      <vt:lpstr>Vocabulary</vt:lpstr>
      <vt:lpstr>Goal Setting and Professional Development (GSPD) Process </vt:lpstr>
      <vt:lpstr>SMART Goals</vt:lpstr>
      <vt:lpstr>SMART Goals Scenarios</vt:lpstr>
      <vt:lpstr>SMART Goals Scenarios </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2.21: Developing a Plan for Professional Growth, Part 1</dc:title>
  <dc:subject>Lesson 2.21: Developing a Plan for Professional Growth, Part 1</dc:subject>
  <dc:creator>Texas Education Agency</dc:creator>
  <cp:lastModifiedBy>White (she/her), Whitney</cp:lastModifiedBy>
  <cp:revision>3</cp:revision>
  <dcterms:created xsi:type="dcterms:W3CDTF">2022-05-09T19:40:20Z</dcterms:created>
  <dcterms:modified xsi:type="dcterms:W3CDTF">2023-08-31T19:44:34Z</dcterms:modified>
</cp:coreProperties>
</file>
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9" r:id="rId3"/>
    <p:sldId id="258" r:id="rId4"/>
    <p:sldId id="264" r:id="rId5"/>
    <p:sldId id="292" r:id="rId6"/>
    <p:sldId id="293" r:id="rId7"/>
    <p:sldId id="294" r:id="rId8"/>
    <p:sldId id="295" r:id="rId9"/>
    <p:sldId id="297" r:id="rId10"/>
    <p:sldId id="302" r:id="rId11"/>
    <p:sldId id="296" r:id="rId12"/>
    <p:sldId id="298" r:id="rId13"/>
    <p:sldId id="299" r:id="rId14"/>
    <p:sldId id="300" r:id="rId15"/>
    <p:sldId id="301"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5924CF-4F8B-4F6E-92A2-3206EED21779}" v="57" dt="2023-08-19T03:31:53.1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73" autoAdjust="0"/>
    <p:restoredTop sz="86388" autoAdjust="0"/>
  </p:normalViewPr>
  <p:slideViewPr>
    <p:cSldViewPr snapToGrid="0">
      <p:cViewPr varScale="1">
        <p:scale>
          <a:sx n="50" d="100"/>
          <a:sy n="50" d="100"/>
        </p:scale>
        <p:origin x="32" y="200"/>
      </p:cViewPr>
      <p:guideLst/>
    </p:cSldViewPr>
  </p:slideViewPr>
  <p:outlineViewPr>
    <p:cViewPr>
      <p:scale>
        <a:sx n="33" d="100"/>
        <a:sy n="33" d="100"/>
      </p:scale>
      <p:origin x="0" y="-512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855924CF-4F8B-4F6E-92A2-3206EED21779}"/>
    <pc:docChg chg="modSld">
      <pc:chgData name="White (she/her), Whitney" userId="65f39021-2f1d-4d8b-87dc-b123826f65bf" providerId="ADAL" clId="{855924CF-4F8B-4F6E-92A2-3206EED21779}" dt="2023-08-19T03:31:53.190" v="96" actId="962"/>
      <pc:docMkLst>
        <pc:docMk/>
      </pc:docMkLst>
      <pc:sldChg chg="addSp modSp mod">
        <pc:chgData name="White (she/her), Whitney" userId="65f39021-2f1d-4d8b-87dc-b123826f65bf" providerId="ADAL" clId="{855924CF-4F8B-4F6E-92A2-3206EED21779}" dt="2023-08-19T02:32:17.998" v="14" actId="1076"/>
        <pc:sldMkLst>
          <pc:docMk/>
          <pc:sldMk cId="1482277026" sldId="256"/>
        </pc:sldMkLst>
        <pc:spChg chg="mod">
          <ac:chgData name="White (she/her), Whitney" userId="65f39021-2f1d-4d8b-87dc-b123826f65bf" providerId="ADAL" clId="{855924CF-4F8B-4F6E-92A2-3206EED21779}" dt="2023-08-19T02:32:13.894" v="12" actId="1076"/>
          <ac:spMkLst>
            <pc:docMk/>
            <pc:sldMk cId="1482277026" sldId="256"/>
            <ac:spMk id="2" creationId="{BFFCF5BD-F8FF-4A67-A8B6-EBB21E79279B}"/>
          </ac:spMkLst>
        </pc:spChg>
        <pc:spChg chg="add mod">
          <ac:chgData name="White (she/her), Whitney" userId="65f39021-2f1d-4d8b-87dc-b123826f65bf" providerId="ADAL" clId="{855924CF-4F8B-4F6E-92A2-3206EED21779}" dt="2023-08-19T02:32:17.998" v="14" actId="1076"/>
          <ac:spMkLst>
            <pc:docMk/>
            <pc:sldMk cId="1482277026" sldId="256"/>
            <ac:spMk id="4" creationId="{1123512A-E9D7-61C0-4B5F-059C73BD4C55}"/>
          </ac:spMkLst>
        </pc:spChg>
      </pc:sldChg>
      <pc:sldChg chg="modSp mod">
        <pc:chgData name="White (she/her), Whitney" userId="65f39021-2f1d-4d8b-87dc-b123826f65bf" providerId="ADAL" clId="{855924CF-4F8B-4F6E-92A2-3206EED21779}" dt="2023-08-19T01:51:09.193" v="11" actId="20577"/>
        <pc:sldMkLst>
          <pc:docMk/>
          <pc:sldMk cId="2772527113" sldId="259"/>
        </pc:sldMkLst>
        <pc:spChg chg="mod">
          <ac:chgData name="White (she/her), Whitney" userId="65f39021-2f1d-4d8b-87dc-b123826f65bf" providerId="ADAL" clId="{855924CF-4F8B-4F6E-92A2-3206EED21779}" dt="2023-08-19T01:51:09.193" v="11" actId="20577"/>
          <ac:spMkLst>
            <pc:docMk/>
            <pc:sldMk cId="2772527113" sldId="259"/>
            <ac:spMk id="3" creationId="{8CE08C7F-0286-423B-92F7-DEB89F31111A}"/>
          </ac:spMkLst>
        </pc:spChg>
      </pc:sldChg>
      <pc:sldChg chg="modSp mod">
        <pc:chgData name="White (she/her), Whitney" userId="65f39021-2f1d-4d8b-87dc-b123826f65bf" providerId="ADAL" clId="{855924CF-4F8B-4F6E-92A2-3206EED21779}" dt="2023-08-19T02:59:37.178" v="17" actId="20577"/>
        <pc:sldMkLst>
          <pc:docMk/>
          <pc:sldMk cId="4254880887" sldId="293"/>
        </pc:sldMkLst>
        <pc:spChg chg="mod">
          <ac:chgData name="White (she/her), Whitney" userId="65f39021-2f1d-4d8b-87dc-b123826f65bf" providerId="ADAL" clId="{855924CF-4F8B-4F6E-92A2-3206EED21779}" dt="2023-08-19T02:59:37.178" v="17" actId="20577"/>
          <ac:spMkLst>
            <pc:docMk/>
            <pc:sldMk cId="4254880887" sldId="293"/>
            <ac:spMk id="2" creationId="{72BB409D-33D5-628E-9E21-107557A09A18}"/>
          </ac:spMkLst>
        </pc:spChg>
      </pc:sldChg>
      <pc:sldChg chg="modSp mod">
        <pc:chgData name="White (she/her), Whitney" userId="65f39021-2f1d-4d8b-87dc-b123826f65bf" providerId="ADAL" clId="{855924CF-4F8B-4F6E-92A2-3206EED21779}" dt="2023-08-19T02:59:30.730" v="15" actId="20577"/>
        <pc:sldMkLst>
          <pc:docMk/>
          <pc:sldMk cId="3953333727" sldId="295"/>
        </pc:sldMkLst>
        <pc:spChg chg="mod">
          <ac:chgData name="White (she/her), Whitney" userId="65f39021-2f1d-4d8b-87dc-b123826f65bf" providerId="ADAL" clId="{855924CF-4F8B-4F6E-92A2-3206EED21779}" dt="2023-08-19T02:59:30.730" v="15" actId="20577"/>
          <ac:spMkLst>
            <pc:docMk/>
            <pc:sldMk cId="3953333727" sldId="295"/>
            <ac:spMk id="2" creationId="{72BB409D-33D5-628E-9E21-107557A09A18}"/>
          </ac:spMkLst>
        </pc:spChg>
      </pc:sldChg>
      <pc:sldChg chg="modSp mod">
        <pc:chgData name="White (she/her), Whitney" userId="65f39021-2f1d-4d8b-87dc-b123826f65bf" providerId="ADAL" clId="{855924CF-4F8B-4F6E-92A2-3206EED21779}" dt="2023-08-19T03:08:18.232" v="62" actId="13244"/>
        <pc:sldMkLst>
          <pc:docMk/>
          <pc:sldMk cId="2233557937" sldId="296"/>
        </pc:sldMkLst>
        <pc:spChg chg="mod">
          <ac:chgData name="White (she/her), Whitney" userId="65f39021-2f1d-4d8b-87dc-b123826f65bf" providerId="ADAL" clId="{855924CF-4F8B-4F6E-92A2-3206EED21779}" dt="2023-08-19T03:07:01.149" v="59" actId="13244"/>
          <ac:spMkLst>
            <pc:docMk/>
            <pc:sldMk cId="2233557937" sldId="296"/>
            <ac:spMk id="4" creationId="{1028950B-6032-5113-3BF5-2C2DCEE93DA1}"/>
          </ac:spMkLst>
        </pc:spChg>
        <pc:spChg chg="mod">
          <ac:chgData name="White (she/her), Whitney" userId="65f39021-2f1d-4d8b-87dc-b123826f65bf" providerId="ADAL" clId="{855924CF-4F8B-4F6E-92A2-3206EED21779}" dt="2023-08-19T03:00:49.728" v="23" actId="962"/>
          <ac:spMkLst>
            <pc:docMk/>
            <pc:sldMk cId="2233557937" sldId="296"/>
            <ac:spMk id="12" creationId="{476D3E7C-C6C4-7161-20F4-8B6CDA7CEB32}"/>
          </ac:spMkLst>
        </pc:spChg>
        <pc:spChg chg="mod">
          <ac:chgData name="White (she/her), Whitney" userId="65f39021-2f1d-4d8b-87dc-b123826f65bf" providerId="ADAL" clId="{855924CF-4F8B-4F6E-92A2-3206EED21779}" dt="2023-08-19T03:07:07.356" v="60" actId="13244"/>
          <ac:spMkLst>
            <pc:docMk/>
            <pc:sldMk cId="2233557937" sldId="296"/>
            <ac:spMk id="19" creationId="{A9060196-3C6A-7B1F-A648-F821A6520590}"/>
          </ac:spMkLst>
        </pc:spChg>
        <pc:spChg chg="mod">
          <ac:chgData name="White (she/her), Whitney" userId="65f39021-2f1d-4d8b-87dc-b123826f65bf" providerId="ADAL" clId="{855924CF-4F8B-4F6E-92A2-3206EED21779}" dt="2023-08-19T03:08:18.232" v="62" actId="13244"/>
          <ac:spMkLst>
            <pc:docMk/>
            <pc:sldMk cId="2233557937" sldId="296"/>
            <ac:spMk id="20" creationId="{671C2F24-32C2-5419-5C06-A222B278DBA4}"/>
          </ac:spMkLst>
        </pc:spChg>
        <pc:picChg chg="mod">
          <ac:chgData name="White (she/her), Whitney" userId="65f39021-2f1d-4d8b-87dc-b123826f65bf" providerId="ADAL" clId="{855924CF-4F8B-4F6E-92A2-3206EED21779}" dt="2023-08-19T03:07:10.810" v="61" actId="13244"/>
          <ac:picMkLst>
            <pc:docMk/>
            <pc:sldMk cId="2233557937" sldId="296"/>
            <ac:picMk id="16" creationId="{131B7496-AE92-0C38-31C1-BE8B2BEC1DC8}"/>
          </ac:picMkLst>
        </pc:picChg>
      </pc:sldChg>
      <pc:sldChg chg="modSp mod">
        <pc:chgData name="White (she/her), Whitney" userId="65f39021-2f1d-4d8b-87dc-b123826f65bf" providerId="ADAL" clId="{855924CF-4F8B-4F6E-92A2-3206EED21779}" dt="2023-08-19T03:31:49.325" v="95" actId="962"/>
        <pc:sldMkLst>
          <pc:docMk/>
          <pc:sldMk cId="482491716" sldId="297"/>
        </pc:sldMkLst>
        <pc:spChg chg="mod">
          <ac:chgData name="White (she/her), Whitney" userId="65f39021-2f1d-4d8b-87dc-b123826f65bf" providerId="ADAL" clId="{855924CF-4F8B-4F6E-92A2-3206EED21779}" dt="2023-08-19T03:06:21.927" v="55" actId="13244"/>
          <ac:spMkLst>
            <pc:docMk/>
            <pc:sldMk cId="482491716" sldId="297"/>
            <ac:spMk id="2" creationId="{D06E3031-8857-FB9B-F144-220C160017B2}"/>
          </ac:spMkLst>
        </pc:spChg>
        <pc:spChg chg="mod">
          <ac:chgData name="White (she/her), Whitney" userId="65f39021-2f1d-4d8b-87dc-b123826f65bf" providerId="ADAL" clId="{855924CF-4F8B-4F6E-92A2-3206EED21779}" dt="2023-08-19T03:05:35.041" v="43" actId="13244"/>
          <ac:spMkLst>
            <pc:docMk/>
            <pc:sldMk cId="482491716" sldId="297"/>
            <ac:spMk id="4" creationId="{1028950B-6032-5113-3BF5-2C2DCEE93DA1}"/>
          </ac:spMkLst>
        </pc:spChg>
        <pc:spChg chg="mod">
          <ac:chgData name="White (she/her), Whitney" userId="65f39021-2f1d-4d8b-87dc-b123826f65bf" providerId="ADAL" clId="{855924CF-4F8B-4F6E-92A2-3206EED21779}" dt="2023-08-19T03:31:44.985" v="93" actId="962"/>
          <ac:spMkLst>
            <pc:docMk/>
            <pc:sldMk cId="482491716" sldId="297"/>
            <ac:spMk id="6" creationId="{FA8E5E93-F27B-A907-7627-D040C2007EB7}"/>
          </ac:spMkLst>
        </pc:spChg>
        <pc:spChg chg="mod">
          <ac:chgData name="White (she/her), Whitney" userId="65f39021-2f1d-4d8b-87dc-b123826f65bf" providerId="ADAL" clId="{855924CF-4F8B-4F6E-92A2-3206EED21779}" dt="2023-08-19T03:31:47.133" v="94" actId="962"/>
          <ac:spMkLst>
            <pc:docMk/>
            <pc:sldMk cId="482491716" sldId="297"/>
            <ac:spMk id="7" creationId="{61B996AA-3C28-A849-CE01-FE8A66157941}"/>
          </ac:spMkLst>
        </pc:spChg>
        <pc:spChg chg="mod">
          <ac:chgData name="White (she/her), Whitney" userId="65f39021-2f1d-4d8b-87dc-b123826f65bf" providerId="ADAL" clId="{855924CF-4F8B-4F6E-92A2-3206EED21779}" dt="2023-08-19T03:31:49.325" v="95" actId="962"/>
          <ac:spMkLst>
            <pc:docMk/>
            <pc:sldMk cId="482491716" sldId="297"/>
            <ac:spMk id="8" creationId="{CC055D73-1DCC-2427-FF3B-D8C4C033C849}"/>
          </ac:spMkLst>
        </pc:spChg>
        <pc:spChg chg="mod">
          <ac:chgData name="White (she/her), Whitney" userId="65f39021-2f1d-4d8b-87dc-b123826f65bf" providerId="ADAL" clId="{855924CF-4F8B-4F6E-92A2-3206EED21779}" dt="2023-08-19T03:31:42.664" v="92" actId="962"/>
          <ac:spMkLst>
            <pc:docMk/>
            <pc:sldMk cId="482491716" sldId="297"/>
            <ac:spMk id="12" creationId="{476D3E7C-C6C4-7161-20F4-8B6CDA7CEB32}"/>
          </ac:spMkLst>
        </pc:spChg>
      </pc:sldChg>
      <pc:sldChg chg="modSp mod">
        <pc:chgData name="White (she/her), Whitney" userId="65f39021-2f1d-4d8b-87dc-b123826f65bf" providerId="ADAL" clId="{855924CF-4F8B-4F6E-92A2-3206EED21779}" dt="2023-08-19T03:31:18.900" v="80" actId="20577"/>
        <pc:sldMkLst>
          <pc:docMk/>
          <pc:sldMk cId="2004515216" sldId="298"/>
        </pc:sldMkLst>
        <pc:spChg chg="mod">
          <ac:chgData name="White (she/her), Whitney" userId="65f39021-2f1d-4d8b-87dc-b123826f65bf" providerId="ADAL" clId="{855924CF-4F8B-4F6E-92A2-3206EED21779}" dt="2023-08-19T03:08:27.328" v="63" actId="13244"/>
          <ac:spMkLst>
            <pc:docMk/>
            <pc:sldMk cId="2004515216" sldId="298"/>
            <ac:spMk id="4" creationId="{1028950B-6032-5113-3BF5-2C2DCEE93DA1}"/>
          </ac:spMkLst>
        </pc:spChg>
        <pc:spChg chg="mod">
          <ac:chgData name="White (she/her), Whitney" userId="65f39021-2f1d-4d8b-87dc-b123826f65bf" providerId="ADAL" clId="{855924CF-4F8B-4F6E-92A2-3206EED21779}" dt="2023-08-19T03:31:18.900" v="80" actId="20577"/>
          <ac:spMkLst>
            <pc:docMk/>
            <pc:sldMk cId="2004515216" sldId="298"/>
            <ac:spMk id="6" creationId="{AC034D48-F77F-215F-6881-5142E9B7F69E}"/>
          </ac:spMkLst>
        </pc:spChg>
        <pc:spChg chg="mod">
          <ac:chgData name="White (she/her), Whitney" userId="65f39021-2f1d-4d8b-87dc-b123826f65bf" providerId="ADAL" clId="{855924CF-4F8B-4F6E-92A2-3206EED21779}" dt="2023-08-19T03:00:58.055" v="24" actId="962"/>
          <ac:spMkLst>
            <pc:docMk/>
            <pc:sldMk cId="2004515216" sldId="298"/>
            <ac:spMk id="12" creationId="{476D3E7C-C6C4-7161-20F4-8B6CDA7CEB32}"/>
          </ac:spMkLst>
        </pc:spChg>
        <pc:picChg chg="mod">
          <ac:chgData name="White (she/her), Whitney" userId="65f39021-2f1d-4d8b-87dc-b123826f65bf" providerId="ADAL" clId="{855924CF-4F8B-4F6E-92A2-3206EED21779}" dt="2023-08-19T03:08:38.021" v="66" actId="962"/>
          <ac:picMkLst>
            <pc:docMk/>
            <pc:sldMk cId="2004515216" sldId="298"/>
            <ac:picMk id="7" creationId="{04E839D9-3FBE-18B5-8149-26168CEEC1E5}"/>
          </ac:picMkLst>
        </pc:picChg>
      </pc:sldChg>
      <pc:sldChg chg="modSp mod">
        <pc:chgData name="White (she/her), Whitney" userId="65f39021-2f1d-4d8b-87dc-b123826f65bf" providerId="ADAL" clId="{855924CF-4F8B-4F6E-92A2-3206EED21779}" dt="2023-08-19T03:31:22.912" v="82" actId="20577"/>
        <pc:sldMkLst>
          <pc:docMk/>
          <pc:sldMk cId="2891276633" sldId="299"/>
        </pc:sldMkLst>
        <pc:spChg chg="mod">
          <ac:chgData name="White (she/her), Whitney" userId="65f39021-2f1d-4d8b-87dc-b123826f65bf" providerId="ADAL" clId="{855924CF-4F8B-4F6E-92A2-3206EED21779}" dt="2023-08-19T03:30:01.679" v="67" actId="13244"/>
          <ac:spMkLst>
            <pc:docMk/>
            <pc:sldMk cId="2891276633" sldId="299"/>
            <ac:spMk id="4" creationId="{1028950B-6032-5113-3BF5-2C2DCEE93DA1}"/>
          </ac:spMkLst>
        </pc:spChg>
        <pc:spChg chg="mod">
          <ac:chgData name="White (she/her), Whitney" userId="65f39021-2f1d-4d8b-87dc-b123826f65bf" providerId="ADAL" clId="{855924CF-4F8B-4F6E-92A2-3206EED21779}" dt="2023-08-19T03:31:22.912" v="82" actId="20577"/>
          <ac:spMkLst>
            <pc:docMk/>
            <pc:sldMk cId="2891276633" sldId="299"/>
            <ac:spMk id="6" creationId="{AC034D48-F77F-215F-6881-5142E9B7F69E}"/>
          </ac:spMkLst>
        </pc:spChg>
        <pc:spChg chg="mod">
          <ac:chgData name="White (she/her), Whitney" userId="65f39021-2f1d-4d8b-87dc-b123826f65bf" providerId="ADAL" clId="{855924CF-4F8B-4F6E-92A2-3206EED21779}" dt="2023-08-19T03:01:02.946" v="25" actId="962"/>
          <ac:spMkLst>
            <pc:docMk/>
            <pc:sldMk cId="2891276633" sldId="299"/>
            <ac:spMk id="12" creationId="{476D3E7C-C6C4-7161-20F4-8B6CDA7CEB32}"/>
          </ac:spMkLst>
        </pc:spChg>
        <pc:picChg chg="mod">
          <ac:chgData name="White (she/her), Whitney" userId="65f39021-2f1d-4d8b-87dc-b123826f65bf" providerId="ADAL" clId="{855924CF-4F8B-4F6E-92A2-3206EED21779}" dt="2023-08-19T03:04:30.133" v="35" actId="962"/>
          <ac:picMkLst>
            <pc:docMk/>
            <pc:sldMk cId="2891276633" sldId="299"/>
            <ac:picMk id="2" creationId="{BCD07942-86BB-7FD5-061E-EE5855719EED}"/>
          </ac:picMkLst>
        </pc:picChg>
      </pc:sldChg>
      <pc:sldChg chg="modSp mod">
        <pc:chgData name="White (she/her), Whitney" userId="65f39021-2f1d-4d8b-87dc-b123826f65bf" providerId="ADAL" clId="{855924CF-4F8B-4F6E-92A2-3206EED21779}" dt="2023-08-19T03:31:25.914" v="85" actId="20577"/>
        <pc:sldMkLst>
          <pc:docMk/>
          <pc:sldMk cId="2720691004" sldId="300"/>
        </pc:sldMkLst>
        <pc:spChg chg="mod">
          <ac:chgData name="White (she/her), Whitney" userId="65f39021-2f1d-4d8b-87dc-b123826f65bf" providerId="ADAL" clId="{855924CF-4F8B-4F6E-92A2-3206EED21779}" dt="2023-08-19T03:30:30.038" v="70" actId="13244"/>
          <ac:spMkLst>
            <pc:docMk/>
            <pc:sldMk cId="2720691004" sldId="300"/>
            <ac:spMk id="4" creationId="{1028950B-6032-5113-3BF5-2C2DCEE93DA1}"/>
          </ac:spMkLst>
        </pc:spChg>
        <pc:spChg chg="mod">
          <ac:chgData name="White (she/her), Whitney" userId="65f39021-2f1d-4d8b-87dc-b123826f65bf" providerId="ADAL" clId="{855924CF-4F8B-4F6E-92A2-3206EED21779}" dt="2023-08-19T03:31:25.914" v="85" actId="20577"/>
          <ac:spMkLst>
            <pc:docMk/>
            <pc:sldMk cId="2720691004" sldId="300"/>
            <ac:spMk id="6" creationId="{AC034D48-F77F-215F-6881-5142E9B7F69E}"/>
          </ac:spMkLst>
        </pc:spChg>
        <pc:spChg chg="mod">
          <ac:chgData name="White (she/her), Whitney" userId="65f39021-2f1d-4d8b-87dc-b123826f65bf" providerId="ADAL" clId="{855924CF-4F8B-4F6E-92A2-3206EED21779}" dt="2023-08-19T03:01:08.965" v="26" actId="962"/>
          <ac:spMkLst>
            <pc:docMk/>
            <pc:sldMk cId="2720691004" sldId="300"/>
            <ac:spMk id="12" creationId="{476D3E7C-C6C4-7161-20F4-8B6CDA7CEB32}"/>
          </ac:spMkLst>
        </pc:spChg>
        <pc:picChg chg="mod">
          <ac:chgData name="White (she/her), Whitney" userId="65f39021-2f1d-4d8b-87dc-b123826f65bf" providerId="ADAL" clId="{855924CF-4F8B-4F6E-92A2-3206EED21779}" dt="2023-08-19T03:03:38.218" v="33" actId="962"/>
          <ac:picMkLst>
            <pc:docMk/>
            <pc:sldMk cId="2720691004" sldId="300"/>
            <ac:picMk id="5124" creationId="{6E7F892C-07A9-3128-AA16-6B1094709AD5}"/>
          </ac:picMkLst>
        </pc:picChg>
      </pc:sldChg>
      <pc:sldChg chg="modSp mod">
        <pc:chgData name="White (she/her), Whitney" userId="65f39021-2f1d-4d8b-87dc-b123826f65bf" providerId="ADAL" clId="{855924CF-4F8B-4F6E-92A2-3206EED21779}" dt="2023-08-19T03:31:34.946" v="91" actId="20577"/>
        <pc:sldMkLst>
          <pc:docMk/>
          <pc:sldMk cId="873128988" sldId="301"/>
        </pc:sldMkLst>
        <pc:spChg chg="mod">
          <ac:chgData name="White (she/her), Whitney" userId="65f39021-2f1d-4d8b-87dc-b123826f65bf" providerId="ADAL" clId="{855924CF-4F8B-4F6E-92A2-3206EED21779}" dt="2023-08-19T03:30:56.040" v="72" actId="13244"/>
          <ac:spMkLst>
            <pc:docMk/>
            <pc:sldMk cId="873128988" sldId="301"/>
            <ac:spMk id="4" creationId="{1028950B-6032-5113-3BF5-2C2DCEE93DA1}"/>
          </ac:spMkLst>
        </pc:spChg>
        <pc:spChg chg="mod">
          <ac:chgData name="White (she/her), Whitney" userId="65f39021-2f1d-4d8b-87dc-b123826f65bf" providerId="ADAL" clId="{855924CF-4F8B-4F6E-92A2-3206EED21779}" dt="2023-08-19T03:31:34.946" v="91" actId="20577"/>
          <ac:spMkLst>
            <pc:docMk/>
            <pc:sldMk cId="873128988" sldId="301"/>
            <ac:spMk id="6" creationId="{AC034D48-F77F-215F-6881-5142E9B7F69E}"/>
          </ac:spMkLst>
        </pc:spChg>
        <pc:spChg chg="mod">
          <ac:chgData name="White (she/her), Whitney" userId="65f39021-2f1d-4d8b-87dc-b123826f65bf" providerId="ADAL" clId="{855924CF-4F8B-4F6E-92A2-3206EED21779}" dt="2023-08-19T03:01:13.137" v="27" actId="962"/>
          <ac:spMkLst>
            <pc:docMk/>
            <pc:sldMk cId="873128988" sldId="301"/>
            <ac:spMk id="12" creationId="{476D3E7C-C6C4-7161-20F4-8B6CDA7CEB32}"/>
          </ac:spMkLst>
        </pc:spChg>
      </pc:sldChg>
      <pc:sldChg chg="modSp mod">
        <pc:chgData name="White (she/her), Whitney" userId="65f39021-2f1d-4d8b-87dc-b123826f65bf" providerId="ADAL" clId="{855924CF-4F8B-4F6E-92A2-3206EED21779}" dt="2023-08-19T03:31:53.190" v="96" actId="962"/>
        <pc:sldMkLst>
          <pc:docMk/>
          <pc:sldMk cId="3973783363" sldId="302"/>
        </pc:sldMkLst>
        <pc:spChg chg="mod">
          <ac:chgData name="White (she/her), Whitney" userId="65f39021-2f1d-4d8b-87dc-b123826f65bf" providerId="ADAL" clId="{855924CF-4F8B-4F6E-92A2-3206EED21779}" dt="2023-08-19T03:31:13.326" v="79" actId="20577"/>
          <ac:spMkLst>
            <pc:docMk/>
            <pc:sldMk cId="3973783363" sldId="302"/>
            <ac:spMk id="2" creationId="{D06E3031-8857-FB9B-F144-220C160017B2}"/>
          </ac:spMkLst>
        </pc:spChg>
        <pc:spChg chg="mod">
          <ac:chgData name="White (she/her), Whitney" userId="65f39021-2f1d-4d8b-87dc-b123826f65bf" providerId="ADAL" clId="{855924CF-4F8B-4F6E-92A2-3206EED21779}" dt="2023-08-19T03:06:40.566" v="58" actId="13244"/>
          <ac:spMkLst>
            <pc:docMk/>
            <pc:sldMk cId="3973783363" sldId="302"/>
            <ac:spMk id="4" creationId="{1028950B-6032-5113-3BF5-2C2DCEE93DA1}"/>
          </ac:spMkLst>
        </pc:spChg>
        <pc:spChg chg="mod">
          <ac:chgData name="White (she/her), Whitney" userId="65f39021-2f1d-4d8b-87dc-b123826f65bf" providerId="ADAL" clId="{855924CF-4F8B-4F6E-92A2-3206EED21779}" dt="2023-08-19T03:31:53.190" v="96" actId="962"/>
          <ac:spMkLst>
            <pc:docMk/>
            <pc:sldMk cId="3973783363" sldId="302"/>
            <ac:spMk id="12" creationId="{476D3E7C-C6C4-7161-20F4-8B6CDA7CEB32}"/>
          </ac:spMkLst>
        </pc:spChg>
      </pc:sldChg>
    </pc:docChg>
  </pc:docChgLst>
  <pc:docChgLst>
    <pc:chgData name="Canuette, W. Kyle" userId="c82f62dc-52dc-4188-bd8e-647bc9b55d9e" providerId="ADAL" clId="{EFF92E86-498D-45FE-86E2-79CD965FF132}"/>
    <pc:docChg chg="undo redo custSel addSld delSld modSld sldOrd">
      <pc:chgData name="Canuette, W. Kyle" userId="c82f62dc-52dc-4188-bd8e-647bc9b55d9e" providerId="ADAL" clId="{EFF92E86-498D-45FE-86E2-79CD965FF132}" dt="2023-03-15T17:39:12.932" v="783" actId="14100"/>
      <pc:docMkLst>
        <pc:docMk/>
      </pc:docMkLst>
      <pc:sldChg chg="modSp mod">
        <pc:chgData name="Canuette, W. Kyle" userId="c82f62dc-52dc-4188-bd8e-647bc9b55d9e" providerId="ADAL" clId="{EFF92E86-498D-45FE-86E2-79CD965FF132}" dt="2023-03-15T17:06:49.938" v="10" actId="20577"/>
        <pc:sldMkLst>
          <pc:docMk/>
          <pc:sldMk cId="1482277026" sldId="256"/>
        </pc:sldMkLst>
        <pc:spChg chg="mod">
          <ac:chgData name="Canuette, W. Kyle" userId="c82f62dc-52dc-4188-bd8e-647bc9b55d9e" providerId="ADAL" clId="{EFF92E86-498D-45FE-86E2-79CD965FF132}" dt="2023-03-15T17:06:49.938" v="10" actId="20577"/>
          <ac:spMkLst>
            <pc:docMk/>
            <pc:sldMk cId="1482277026" sldId="256"/>
            <ac:spMk id="2" creationId="{BFFCF5BD-F8FF-4A67-A8B6-EBB21E79279B}"/>
          </ac:spMkLst>
        </pc:spChg>
        <pc:spChg chg="mod">
          <ac:chgData name="Canuette, W. Kyle" userId="c82f62dc-52dc-4188-bd8e-647bc9b55d9e" providerId="ADAL" clId="{EFF92E86-498D-45FE-86E2-79CD965FF132}" dt="2023-03-15T17:06:47.181" v="8" actId="6549"/>
          <ac:spMkLst>
            <pc:docMk/>
            <pc:sldMk cId="1482277026" sldId="256"/>
            <ac:spMk id="3" creationId="{E0FBD98F-3A67-498E-8174-652040DD7B60}"/>
          </ac:spMkLst>
        </pc:spChg>
      </pc:sldChg>
      <pc:sldChg chg="modSp mod">
        <pc:chgData name="Canuette, W. Kyle" userId="c82f62dc-52dc-4188-bd8e-647bc9b55d9e" providerId="ADAL" clId="{EFF92E86-498D-45FE-86E2-79CD965FF132}" dt="2023-03-15T17:08:47.508" v="57" actId="27636"/>
        <pc:sldMkLst>
          <pc:docMk/>
          <pc:sldMk cId="4071305681" sldId="258"/>
        </pc:sldMkLst>
        <pc:spChg chg="mod">
          <ac:chgData name="Canuette, W. Kyle" userId="c82f62dc-52dc-4188-bd8e-647bc9b55d9e" providerId="ADAL" clId="{EFF92E86-498D-45FE-86E2-79CD965FF132}" dt="2023-03-15T17:08:47.508" v="57" actId="27636"/>
          <ac:spMkLst>
            <pc:docMk/>
            <pc:sldMk cId="4071305681" sldId="258"/>
            <ac:spMk id="3" creationId="{392BE286-77A6-49DD-B15D-7E4718D52FE7}"/>
          </ac:spMkLst>
        </pc:spChg>
      </pc:sldChg>
      <pc:sldChg chg="modSp mod">
        <pc:chgData name="Canuette, W. Kyle" userId="c82f62dc-52dc-4188-bd8e-647bc9b55d9e" providerId="ADAL" clId="{EFF92E86-498D-45FE-86E2-79CD965FF132}" dt="2023-03-15T17:07:26.413" v="34" actId="6549"/>
        <pc:sldMkLst>
          <pc:docMk/>
          <pc:sldMk cId="2772527113" sldId="259"/>
        </pc:sldMkLst>
        <pc:spChg chg="mod">
          <ac:chgData name="Canuette, W. Kyle" userId="c82f62dc-52dc-4188-bd8e-647bc9b55d9e" providerId="ADAL" clId="{EFF92E86-498D-45FE-86E2-79CD965FF132}" dt="2023-03-15T17:07:26.413" v="34" actId="6549"/>
          <ac:spMkLst>
            <pc:docMk/>
            <pc:sldMk cId="2772527113" sldId="259"/>
            <ac:spMk id="3" creationId="{8CE08C7F-0286-423B-92F7-DEB89F31111A}"/>
          </ac:spMkLst>
        </pc:spChg>
      </pc:sldChg>
      <pc:sldChg chg="modSp mod">
        <pc:chgData name="Canuette, W. Kyle" userId="c82f62dc-52dc-4188-bd8e-647bc9b55d9e" providerId="ADAL" clId="{EFF92E86-498D-45FE-86E2-79CD965FF132}" dt="2023-03-15T17:11:57.297" v="186" actId="20577"/>
        <pc:sldMkLst>
          <pc:docMk/>
          <pc:sldMk cId="3493109116" sldId="264"/>
        </pc:sldMkLst>
        <pc:spChg chg="mod">
          <ac:chgData name="Canuette, W. Kyle" userId="c82f62dc-52dc-4188-bd8e-647bc9b55d9e" providerId="ADAL" clId="{EFF92E86-498D-45FE-86E2-79CD965FF132}" dt="2023-03-15T17:11:57.297" v="186" actId="20577"/>
          <ac:spMkLst>
            <pc:docMk/>
            <pc:sldMk cId="3493109116" sldId="264"/>
            <ac:spMk id="2" creationId="{D7836664-70C0-47BA-9BFF-496A04EBBFDE}"/>
          </ac:spMkLst>
        </pc:spChg>
        <pc:graphicFrameChg chg="mod modGraphic">
          <ac:chgData name="Canuette, W. Kyle" userId="c82f62dc-52dc-4188-bd8e-647bc9b55d9e" providerId="ADAL" clId="{EFF92E86-498D-45FE-86E2-79CD965FF132}" dt="2023-03-15T17:11:44.142" v="185" actId="120"/>
          <ac:graphicFrameMkLst>
            <pc:docMk/>
            <pc:sldMk cId="3493109116" sldId="264"/>
            <ac:graphicFrameMk id="3" creationId="{F2860C0F-BA53-412B-8826-DAA9A1B29BA9}"/>
          </ac:graphicFrameMkLst>
        </pc:graphicFrameChg>
      </pc:sldChg>
      <pc:sldChg chg="modSp mod">
        <pc:chgData name="Canuette, W. Kyle" userId="c82f62dc-52dc-4188-bd8e-647bc9b55d9e" providerId="ADAL" clId="{EFF92E86-498D-45FE-86E2-79CD965FF132}" dt="2023-03-15T17:39:12.932" v="783" actId="14100"/>
        <pc:sldMkLst>
          <pc:docMk/>
          <pc:sldMk cId="2313533111" sldId="267"/>
        </pc:sldMkLst>
        <pc:spChg chg="mod">
          <ac:chgData name="Canuette, W. Kyle" userId="c82f62dc-52dc-4188-bd8e-647bc9b55d9e" providerId="ADAL" clId="{EFF92E86-498D-45FE-86E2-79CD965FF132}" dt="2023-03-15T17:39:12.932" v="783" actId="14100"/>
          <ac:spMkLst>
            <pc:docMk/>
            <pc:sldMk cId="2313533111" sldId="267"/>
            <ac:spMk id="3" creationId="{49F2A5AF-3C0B-4968-A438-E435325199EA}"/>
          </ac:spMkLst>
        </pc:spChg>
      </pc:sldChg>
      <pc:sldChg chg="del">
        <pc:chgData name="Canuette, W. Kyle" userId="c82f62dc-52dc-4188-bd8e-647bc9b55d9e" providerId="ADAL" clId="{EFF92E86-498D-45FE-86E2-79CD965FF132}" dt="2023-03-15T17:38:31.161" v="751" actId="47"/>
        <pc:sldMkLst>
          <pc:docMk/>
          <pc:sldMk cId="1815750250" sldId="268"/>
        </pc:sldMkLst>
      </pc:sldChg>
      <pc:sldChg chg="del">
        <pc:chgData name="Canuette, W. Kyle" userId="c82f62dc-52dc-4188-bd8e-647bc9b55d9e" providerId="ADAL" clId="{EFF92E86-498D-45FE-86E2-79CD965FF132}" dt="2023-03-15T17:38:32.032" v="752" actId="47"/>
        <pc:sldMkLst>
          <pc:docMk/>
          <pc:sldMk cId="424346239" sldId="281"/>
        </pc:sldMkLst>
      </pc:sldChg>
      <pc:sldChg chg="del">
        <pc:chgData name="Canuette, W. Kyle" userId="c82f62dc-52dc-4188-bd8e-647bc9b55d9e" providerId="ADAL" clId="{EFF92E86-498D-45FE-86E2-79CD965FF132}" dt="2023-03-15T17:38:32.898" v="753" actId="47"/>
        <pc:sldMkLst>
          <pc:docMk/>
          <pc:sldMk cId="2153716025" sldId="282"/>
        </pc:sldMkLst>
      </pc:sldChg>
      <pc:sldChg chg="del">
        <pc:chgData name="Canuette, W. Kyle" userId="c82f62dc-52dc-4188-bd8e-647bc9b55d9e" providerId="ADAL" clId="{EFF92E86-498D-45FE-86E2-79CD965FF132}" dt="2023-03-15T17:38:34.315" v="754" actId="47"/>
        <pc:sldMkLst>
          <pc:docMk/>
          <pc:sldMk cId="3267428124" sldId="283"/>
        </pc:sldMkLst>
      </pc:sldChg>
      <pc:sldChg chg="del">
        <pc:chgData name="Canuette, W. Kyle" userId="c82f62dc-52dc-4188-bd8e-647bc9b55d9e" providerId="ADAL" clId="{EFF92E86-498D-45FE-86E2-79CD965FF132}" dt="2023-03-15T17:38:35.411" v="755" actId="47"/>
        <pc:sldMkLst>
          <pc:docMk/>
          <pc:sldMk cId="1925853315" sldId="284"/>
        </pc:sldMkLst>
      </pc:sldChg>
      <pc:sldChg chg="del">
        <pc:chgData name="Canuette, W. Kyle" userId="c82f62dc-52dc-4188-bd8e-647bc9b55d9e" providerId="ADAL" clId="{EFF92E86-498D-45FE-86E2-79CD965FF132}" dt="2023-03-15T17:38:36.225" v="756" actId="47"/>
        <pc:sldMkLst>
          <pc:docMk/>
          <pc:sldMk cId="54087533" sldId="288"/>
        </pc:sldMkLst>
      </pc:sldChg>
      <pc:sldChg chg="del">
        <pc:chgData name="Canuette, W. Kyle" userId="c82f62dc-52dc-4188-bd8e-647bc9b55d9e" providerId="ADAL" clId="{EFF92E86-498D-45FE-86E2-79CD965FF132}" dt="2023-03-15T17:38:37.483" v="757" actId="47"/>
        <pc:sldMkLst>
          <pc:docMk/>
          <pc:sldMk cId="2926120619" sldId="289"/>
        </pc:sldMkLst>
      </pc:sldChg>
      <pc:sldChg chg="del">
        <pc:chgData name="Canuette, W. Kyle" userId="c82f62dc-52dc-4188-bd8e-647bc9b55d9e" providerId="ADAL" clId="{EFF92E86-498D-45FE-86E2-79CD965FF132}" dt="2023-03-15T17:38:38.506" v="758" actId="47"/>
        <pc:sldMkLst>
          <pc:docMk/>
          <pc:sldMk cId="846968311" sldId="290"/>
        </pc:sldMkLst>
      </pc:sldChg>
      <pc:sldChg chg="del">
        <pc:chgData name="Canuette, W. Kyle" userId="c82f62dc-52dc-4188-bd8e-647bc9b55d9e" providerId="ADAL" clId="{EFF92E86-498D-45FE-86E2-79CD965FF132}" dt="2023-03-15T17:38:39.461" v="759" actId="47"/>
        <pc:sldMkLst>
          <pc:docMk/>
          <pc:sldMk cId="2468878646" sldId="291"/>
        </pc:sldMkLst>
      </pc:sldChg>
      <pc:sldChg chg="addSp delSp modSp new mod">
        <pc:chgData name="Canuette, W. Kyle" userId="c82f62dc-52dc-4188-bd8e-647bc9b55d9e" providerId="ADAL" clId="{EFF92E86-498D-45FE-86E2-79CD965FF132}" dt="2023-03-15T17:12:35.383" v="202" actId="14100"/>
        <pc:sldMkLst>
          <pc:docMk/>
          <pc:sldMk cId="3776909140" sldId="292"/>
        </pc:sldMkLst>
        <pc:spChg chg="mod">
          <ac:chgData name="Canuette, W. Kyle" userId="c82f62dc-52dc-4188-bd8e-647bc9b55d9e" providerId="ADAL" clId="{EFF92E86-498D-45FE-86E2-79CD965FF132}" dt="2023-03-15T17:12:13.394" v="192"/>
          <ac:spMkLst>
            <pc:docMk/>
            <pc:sldMk cId="3776909140" sldId="292"/>
            <ac:spMk id="2" creationId="{7D5DC988-5757-514B-ACAA-3E1E13585148}"/>
          </ac:spMkLst>
        </pc:spChg>
        <pc:spChg chg="mod">
          <ac:chgData name="Canuette, W. Kyle" userId="c82f62dc-52dc-4188-bd8e-647bc9b55d9e" providerId="ADAL" clId="{EFF92E86-498D-45FE-86E2-79CD965FF132}" dt="2023-03-15T17:12:35.383" v="202" actId="14100"/>
          <ac:spMkLst>
            <pc:docMk/>
            <pc:sldMk cId="3776909140" sldId="292"/>
            <ac:spMk id="3" creationId="{4B26F7A1-BB8A-0293-1391-DB0BA024DD22}"/>
          </ac:spMkLst>
        </pc:spChg>
        <pc:spChg chg="add del">
          <ac:chgData name="Canuette, W. Kyle" userId="c82f62dc-52dc-4188-bd8e-647bc9b55d9e" providerId="ADAL" clId="{EFF92E86-498D-45FE-86E2-79CD965FF132}" dt="2023-03-15T17:12:11.554" v="189" actId="22"/>
          <ac:spMkLst>
            <pc:docMk/>
            <pc:sldMk cId="3776909140" sldId="292"/>
            <ac:spMk id="6" creationId="{29E8E76F-73B5-E921-E349-D309BE545DD6}"/>
          </ac:spMkLst>
        </pc:spChg>
      </pc:sldChg>
      <pc:sldChg chg="addSp delSp modSp new mod setBg">
        <pc:chgData name="Canuette, W. Kyle" userId="c82f62dc-52dc-4188-bd8e-647bc9b55d9e" providerId="ADAL" clId="{EFF92E86-498D-45FE-86E2-79CD965FF132}" dt="2023-03-15T17:27:16.100" v="522" actId="113"/>
        <pc:sldMkLst>
          <pc:docMk/>
          <pc:sldMk cId="4254880887" sldId="293"/>
        </pc:sldMkLst>
        <pc:spChg chg="mod">
          <ac:chgData name="Canuette, W. Kyle" userId="c82f62dc-52dc-4188-bd8e-647bc9b55d9e" providerId="ADAL" clId="{EFF92E86-498D-45FE-86E2-79CD965FF132}" dt="2023-03-15T17:27:16.100" v="522" actId="113"/>
          <ac:spMkLst>
            <pc:docMk/>
            <pc:sldMk cId="4254880887" sldId="293"/>
            <ac:spMk id="2" creationId="{72BB409D-33D5-628E-9E21-107557A09A18}"/>
          </ac:spMkLst>
        </pc:spChg>
        <pc:spChg chg="del">
          <ac:chgData name="Canuette, W. Kyle" userId="c82f62dc-52dc-4188-bd8e-647bc9b55d9e" providerId="ADAL" clId="{EFF92E86-498D-45FE-86E2-79CD965FF132}" dt="2023-03-15T17:13:19.493" v="277" actId="478"/>
          <ac:spMkLst>
            <pc:docMk/>
            <pc:sldMk cId="4254880887" sldId="293"/>
            <ac:spMk id="3" creationId="{E43CE0DA-CFD4-BE82-2882-A31936CA681F}"/>
          </ac:spMkLst>
        </pc:spChg>
        <pc:spChg chg="mod">
          <ac:chgData name="Canuette, W. Kyle" userId="c82f62dc-52dc-4188-bd8e-647bc9b55d9e" providerId="ADAL" clId="{EFF92E86-498D-45FE-86E2-79CD965FF132}" dt="2023-03-15T17:13:51.381" v="285" actId="26606"/>
          <ac:spMkLst>
            <pc:docMk/>
            <pc:sldMk cId="4254880887" sldId="293"/>
            <ac:spMk id="4" creationId="{C7237D1B-3A35-DDF0-C8F7-E58CA7165937}"/>
          </ac:spMkLst>
        </pc:spChg>
        <pc:spChg chg="add del">
          <ac:chgData name="Canuette, W. Kyle" userId="c82f62dc-52dc-4188-bd8e-647bc9b55d9e" providerId="ADAL" clId="{EFF92E86-498D-45FE-86E2-79CD965FF132}" dt="2023-03-15T17:13:33.613" v="280" actId="26606"/>
          <ac:spMkLst>
            <pc:docMk/>
            <pc:sldMk cId="4254880887" sldId="293"/>
            <ac:spMk id="10" creationId="{D4771268-CB57-404A-9271-370EB28F6090}"/>
          </ac:spMkLst>
        </pc:spChg>
        <pc:spChg chg="add del">
          <ac:chgData name="Canuette, W. Kyle" userId="c82f62dc-52dc-4188-bd8e-647bc9b55d9e" providerId="ADAL" clId="{EFF92E86-498D-45FE-86E2-79CD965FF132}" dt="2023-03-15T17:13:42.706" v="282" actId="26606"/>
          <ac:spMkLst>
            <pc:docMk/>
            <pc:sldMk cId="4254880887" sldId="293"/>
            <ac:spMk id="12" creationId="{D4771268-CB57-404A-9271-370EB28F6090}"/>
          </ac:spMkLst>
        </pc:spChg>
        <pc:spChg chg="add del">
          <ac:chgData name="Canuette, W. Kyle" userId="c82f62dc-52dc-4188-bd8e-647bc9b55d9e" providerId="ADAL" clId="{EFF92E86-498D-45FE-86E2-79CD965FF132}" dt="2023-03-15T17:13:51.355" v="284" actId="26606"/>
          <ac:spMkLst>
            <pc:docMk/>
            <pc:sldMk cId="4254880887" sldId="293"/>
            <ac:spMk id="14" creationId="{4845A0EE-C4C8-4AE1-B3C6-1261368AC036}"/>
          </ac:spMkLst>
        </pc:spChg>
        <pc:spChg chg="add">
          <ac:chgData name="Canuette, W. Kyle" userId="c82f62dc-52dc-4188-bd8e-647bc9b55d9e" providerId="ADAL" clId="{EFF92E86-498D-45FE-86E2-79CD965FF132}" dt="2023-03-15T17:13:51.381" v="285" actId="26606"/>
          <ac:spMkLst>
            <pc:docMk/>
            <pc:sldMk cId="4254880887" sldId="293"/>
            <ac:spMk id="16" creationId="{D4771268-CB57-404A-9271-370EB28F6090}"/>
          </ac:spMkLst>
        </pc:spChg>
        <pc:graphicFrameChg chg="add mod modGraphic">
          <ac:chgData name="Canuette, W. Kyle" userId="c82f62dc-52dc-4188-bd8e-647bc9b55d9e" providerId="ADAL" clId="{EFF92E86-498D-45FE-86E2-79CD965FF132}" dt="2023-03-15T17:15:52.818" v="325" actId="1036"/>
          <ac:graphicFrameMkLst>
            <pc:docMk/>
            <pc:sldMk cId="4254880887" sldId="293"/>
            <ac:graphicFrameMk id="5" creationId="{25AE19CB-583C-3EE7-372B-05FF834A5320}"/>
          </ac:graphicFrameMkLst>
        </pc:graphicFrameChg>
      </pc:sldChg>
      <pc:sldChg chg="addSp delSp modSp add mod">
        <pc:chgData name="Canuette, W. Kyle" userId="c82f62dc-52dc-4188-bd8e-647bc9b55d9e" providerId="ADAL" clId="{EFF92E86-498D-45FE-86E2-79CD965FF132}" dt="2023-03-15T17:27:13.951" v="521" actId="113"/>
        <pc:sldMkLst>
          <pc:docMk/>
          <pc:sldMk cId="769430295" sldId="294"/>
        </pc:sldMkLst>
        <pc:spChg chg="mod">
          <ac:chgData name="Canuette, W. Kyle" userId="c82f62dc-52dc-4188-bd8e-647bc9b55d9e" providerId="ADAL" clId="{EFF92E86-498D-45FE-86E2-79CD965FF132}" dt="2023-03-15T17:27:13.951" v="521" actId="113"/>
          <ac:spMkLst>
            <pc:docMk/>
            <pc:sldMk cId="769430295" sldId="294"/>
            <ac:spMk id="2" creationId="{72BB409D-33D5-628E-9E21-107557A09A18}"/>
          </ac:spMkLst>
        </pc:spChg>
        <pc:spChg chg="add mod">
          <ac:chgData name="Canuette, W. Kyle" userId="c82f62dc-52dc-4188-bd8e-647bc9b55d9e" providerId="ADAL" clId="{EFF92E86-498D-45FE-86E2-79CD965FF132}" dt="2023-03-15T17:18:52.405" v="390" actId="113"/>
          <ac:spMkLst>
            <pc:docMk/>
            <pc:sldMk cId="769430295" sldId="294"/>
            <ac:spMk id="3" creationId="{C8F9FD34-DEB3-EC9D-FA17-4ED63A3AB4C2}"/>
          </ac:spMkLst>
        </pc:spChg>
        <pc:graphicFrameChg chg="del modGraphic">
          <ac:chgData name="Canuette, W. Kyle" userId="c82f62dc-52dc-4188-bd8e-647bc9b55d9e" providerId="ADAL" clId="{EFF92E86-498D-45FE-86E2-79CD965FF132}" dt="2023-03-15T17:17:03.854" v="328" actId="478"/>
          <ac:graphicFrameMkLst>
            <pc:docMk/>
            <pc:sldMk cId="769430295" sldId="294"/>
            <ac:graphicFrameMk id="5" creationId="{25AE19CB-583C-3EE7-372B-05FF834A5320}"/>
          </ac:graphicFrameMkLst>
        </pc:graphicFrameChg>
      </pc:sldChg>
      <pc:sldChg chg="modSp add mod">
        <pc:chgData name="Canuette, W. Kyle" userId="c82f62dc-52dc-4188-bd8e-647bc9b55d9e" providerId="ADAL" clId="{EFF92E86-498D-45FE-86E2-79CD965FF132}" dt="2023-03-15T17:27:11.828" v="520" actId="113"/>
        <pc:sldMkLst>
          <pc:docMk/>
          <pc:sldMk cId="3953333727" sldId="295"/>
        </pc:sldMkLst>
        <pc:spChg chg="mod">
          <ac:chgData name="Canuette, W. Kyle" userId="c82f62dc-52dc-4188-bd8e-647bc9b55d9e" providerId="ADAL" clId="{EFF92E86-498D-45FE-86E2-79CD965FF132}" dt="2023-03-15T17:27:11.828" v="520" actId="113"/>
          <ac:spMkLst>
            <pc:docMk/>
            <pc:sldMk cId="3953333727" sldId="295"/>
            <ac:spMk id="2" creationId="{72BB409D-33D5-628E-9E21-107557A09A18}"/>
          </ac:spMkLst>
        </pc:spChg>
        <pc:spChg chg="mod">
          <ac:chgData name="Canuette, W. Kyle" userId="c82f62dc-52dc-4188-bd8e-647bc9b55d9e" providerId="ADAL" clId="{EFF92E86-498D-45FE-86E2-79CD965FF132}" dt="2023-03-15T17:19:15.466" v="395" actId="20577"/>
          <ac:spMkLst>
            <pc:docMk/>
            <pc:sldMk cId="3953333727" sldId="295"/>
            <ac:spMk id="3" creationId="{C8F9FD34-DEB3-EC9D-FA17-4ED63A3AB4C2}"/>
          </ac:spMkLst>
        </pc:spChg>
      </pc:sldChg>
      <pc:sldChg chg="addSp delSp modSp new mod">
        <pc:chgData name="Canuette, W. Kyle" userId="c82f62dc-52dc-4188-bd8e-647bc9b55d9e" providerId="ADAL" clId="{EFF92E86-498D-45FE-86E2-79CD965FF132}" dt="2023-03-15T17:37:23.304" v="734" actId="20577"/>
        <pc:sldMkLst>
          <pc:docMk/>
          <pc:sldMk cId="2233557937" sldId="296"/>
        </pc:sldMkLst>
        <pc:spChg chg="del">
          <ac:chgData name="Canuette, W. Kyle" userId="c82f62dc-52dc-4188-bd8e-647bc9b55d9e" providerId="ADAL" clId="{EFF92E86-498D-45FE-86E2-79CD965FF132}" dt="2023-03-15T17:27:21.730" v="524" actId="478"/>
          <ac:spMkLst>
            <pc:docMk/>
            <pc:sldMk cId="2233557937" sldId="296"/>
            <ac:spMk id="2" creationId="{0B0E3DA4-FC97-9378-6C4C-427DF9E1A564}"/>
          </ac:spMkLst>
        </pc:spChg>
        <pc:spChg chg="del">
          <ac:chgData name="Canuette, W. Kyle" userId="c82f62dc-52dc-4188-bd8e-647bc9b55d9e" providerId="ADAL" clId="{EFF92E86-498D-45FE-86E2-79CD965FF132}" dt="2023-03-15T17:19:34.727" v="397"/>
          <ac:spMkLst>
            <pc:docMk/>
            <pc:sldMk cId="2233557937" sldId="296"/>
            <ac:spMk id="3" creationId="{2583694C-ACF9-A53E-BC53-33BB180D3CB2}"/>
          </ac:spMkLst>
        </pc:spChg>
        <pc:spChg chg="add del mod">
          <ac:chgData name="Canuette, W. Kyle" userId="c82f62dc-52dc-4188-bd8e-647bc9b55d9e" providerId="ADAL" clId="{EFF92E86-498D-45FE-86E2-79CD965FF132}" dt="2023-03-15T17:27:50.756" v="533" actId="478"/>
          <ac:spMkLst>
            <pc:docMk/>
            <pc:sldMk cId="2233557937" sldId="296"/>
            <ac:spMk id="6" creationId="{FA8E5E93-F27B-A907-7627-D040C2007EB7}"/>
          </ac:spMkLst>
        </pc:spChg>
        <pc:spChg chg="add del mod">
          <ac:chgData name="Canuette, W. Kyle" userId="c82f62dc-52dc-4188-bd8e-647bc9b55d9e" providerId="ADAL" clId="{EFF92E86-498D-45FE-86E2-79CD965FF132}" dt="2023-03-15T17:27:51.251" v="534" actId="478"/>
          <ac:spMkLst>
            <pc:docMk/>
            <pc:sldMk cId="2233557937" sldId="296"/>
            <ac:spMk id="7" creationId="{61B996AA-3C28-A849-CE01-FE8A66157941}"/>
          </ac:spMkLst>
        </pc:spChg>
        <pc:spChg chg="add del mod">
          <ac:chgData name="Canuette, W. Kyle" userId="c82f62dc-52dc-4188-bd8e-647bc9b55d9e" providerId="ADAL" clId="{EFF92E86-498D-45FE-86E2-79CD965FF132}" dt="2023-03-15T17:27:51.692" v="535" actId="478"/>
          <ac:spMkLst>
            <pc:docMk/>
            <pc:sldMk cId="2233557937" sldId="296"/>
            <ac:spMk id="8" creationId="{CC055D73-1DCC-2427-FF3B-D8C4C033C849}"/>
          </ac:spMkLst>
        </pc:spChg>
        <pc:spChg chg="add del">
          <ac:chgData name="Canuette, W. Kyle" userId="c82f62dc-52dc-4188-bd8e-647bc9b55d9e" providerId="ADAL" clId="{EFF92E86-498D-45FE-86E2-79CD965FF132}" dt="2023-03-15T17:24:57.421" v="478" actId="11529"/>
          <ac:spMkLst>
            <pc:docMk/>
            <pc:sldMk cId="2233557937" sldId="296"/>
            <ac:spMk id="9" creationId="{73368C4F-FB00-BF7B-FDE1-F64EFB0D9342}"/>
          </ac:spMkLst>
        </pc:spChg>
        <pc:spChg chg="add del">
          <ac:chgData name="Canuette, W. Kyle" userId="c82f62dc-52dc-4188-bd8e-647bc9b55d9e" providerId="ADAL" clId="{EFF92E86-498D-45FE-86E2-79CD965FF132}" dt="2023-03-15T17:26:40.959" v="508" actId="478"/>
          <ac:spMkLst>
            <pc:docMk/>
            <pc:sldMk cId="2233557937" sldId="296"/>
            <ac:spMk id="10" creationId="{3E74B831-9ACC-EB94-10E5-0C8AE16AAF83}"/>
          </ac:spMkLst>
        </pc:spChg>
        <pc:spChg chg="add del mod">
          <ac:chgData name="Canuette, W. Kyle" userId="c82f62dc-52dc-4188-bd8e-647bc9b55d9e" providerId="ADAL" clId="{EFF92E86-498D-45FE-86E2-79CD965FF132}" dt="2023-03-15T17:26:37.724" v="507" actId="478"/>
          <ac:spMkLst>
            <pc:docMk/>
            <pc:sldMk cId="2233557937" sldId="296"/>
            <ac:spMk id="11" creationId="{ABEA9107-840D-4E1D-DF27-084890180EF1}"/>
          </ac:spMkLst>
        </pc:spChg>
        <pc:spChg chg="add mod">
          <ac:chgData name="Canuette, W. Kyle" userId="c82f62dc-52dc-4188-bd8e-647bc9b55d9e" providerId="ADAL" clId="{EFF92E86-498D-45FE-86E2-79CD965FF132}" dt="2023-03-15T17:30:12.577" v="572" actId="12789"/>
          <ac:spMkLst>
            <pc:docMk/>
            <pc:sldMk cId="2233557937" sldId="296"/>
            <ac:spMk id="12" creationId="{476D3E7C-C6C4-7161-20F4-8B6CDA7CEB32}"/>
          </ac:spMkLst>
        </pc:spChg>
        <pc:spChg chg="add del mod">
          <ac:chgData name="Canuette, W. Kyle" userId="c82f62dc-52dc-4188-bd8e-647bc9b55d9e" providerId="ADAL" clId="{EFF92E86-498D-45FE-86E2-79CD965FF132}" dt="2023-03-15T17:29:58.493" v="568" actId="478"/>
          <ac:spMkLst>
            <pc:docMk/>
            <pc:sldMk cId="2233557937" sldId="296"/>
            <ac:spMk id="13" creationId="{1C58D089-725A-F047-E6FE-F6F82D43A28E}"/>
          </ac:spMkLst>
        </pc:spChg>
        <pc:spChg chg="add mod">
          <ac:chgData name="Canuette, W. Kyle" userId="c82f62dc-52dc-4188-bd8e-647bc9b55d9e" providerId="ADAL" clId="{EFF92E86-498D-45FE-86E2-79CD965FF132}" dt="2023-03-15T17:37:23.304" v="734" actId="20577"/>
          <ac:spMkLst>
            <pc:docMk/>
            <pc:sldMk cId="2233557937" sldId="296"/>
            <ac:spMk id="15" creationId="{F18ADCD4-9049-7D13-106E-1732F2AB9D74}"/>
          </ac:spMkLst>
        </pc:spChg>
        <pc:spChg chg="add del mod">
          <ac:chgData name="Canuette, W. Kyle" userId="c82f62dc-52dc-4188-bd8e-647bc9b55d9e" providerId="ADAL" clId="{EFF92E86-498D-45FE-86E2-79CD965FF132}" dt="2023-03-15T17:29:54.549" v="564"/>
          <ac:spMkLst>
            <pc:docMk/>
            <pc:sldMk cId="2233557937" sldId="296"/>
            <ac:spMk id="17" creationId="{EA102559-1B7F-BC91-48D0-96EBB8376DF7}"/>
          </ac:spMkLst>
        </pc:spChg>
        <pc:spChg chg="add del mod">
          <ac:chgData name="Canuette, W. Kyle" userId="c82f62dc-52dc-4188-bd8e-647bc9b55d9e" providerId="ADAL" clId="{EFF92E86-498D-45FE-86E2-79CD965FF132}" dt="2023-03-15T17:29:56.812" v="567"/>
          <ac:spMkLst>
            <pc:docMk/>
            <pc:sldMk cId="2233557937" sldId="296"/>
            <ac:spMk id="18" creationId="{0E72EEC1-96C0-8C6F-D530-1ACD66D5B667}"/>
          </ac:spMkLst>
        </pc:spChg>
        <pc:spChg chg="add mod">
          <ac:chgData name="Canuette, W. Kyle" userId="c82f62dc-52dc-4188-bd8e-647bc9b55d9e" providerId="ADAL" clId="{EFF92E86-498D-45FE-86E2-79CD965FF132}" dt="2023-03-15T17:31:38.622" v="639" actId="14100"/>
          <ac:spMkLst>
            <pc:docMk/>
            <pc:sldMk cId="2233557937" sldId="296"/>
            <ac:spMk id="19" creationId="{A9060196-3C6A-7B1F-A648-F821A6520590}"/>
          </ac:spMkLst>
        </pc:spChg>
        <pc:spChg chg="add mod">
          <ac:chgData name="Canuette, W. Kyle" userId="c82f62dc-52dc-4188-bd8e-647bc9b55d9e" providerId="ADAL" clId="{EFF92E86-498D-45FE-86E2-79CD965FF132}" dt="2023-03-15T17:36:17.304" v="704" actId="14100"/>
          <ac:spMkLst>
            <pc:docMk/>
            <pc:sldMk cId="2233557937" sldId="296"/>
            <ac:spMk id="20" creationId="{671C2F24-32C2-5419-5C06-A222B278DBA4}"/>
          </ac:spMkLst>
        </pc:spChg>
        <pc:graphicFrameChg chg="add del mod modGraphic">
          <ac:chgData name="Canuette, W. Kyle" userId="c82f62dc-52dc-4188-bd8e-647bc9b55d9e" providerId="ADAL" clId="{EFF92E86-498D-45FE-86E2-79CD965FF132}" dt="2023-03-15T17:27:49.201" v="532" actId="478"/>
          <ac:graphicFrameMkLst>
            <pc:docMk/>
            <pc:sldMk cId="2233557937" sldId="296"/>
            <ac:graphicFrameMk id="5" creationId="{8131DEEA-3EB2-1783-A331-B0CE921C58DF}"/>
          </ac:graphicFrameMkLst>
        </pc:graphicFrameChg>
        <pc:picChg chg="add mod">
          <ac:chgData name="Canuette, W. Kyle" userId="c82f62dc-52dc-4188-bd8e-647bc9b55d9e" providerId="ADAL" clId="{EFF92E86-498D-45FE-86E2-79CD965FF132}" dt="2023-03-15T17:29:17.655" v="553" actId="12788"/>
          <ac:picMkLst>
            <pc:docMk/>
            <pc:sldMk cId="2233557937" sldId="296"/>
            <ac:picMk id="16" creationId="{131B7496-AE92-0C38-31C1-BE8B2BEC1DC8}"/>
          </ac:picMkLst>
        </pc:picChg>
      </pc:sldChg>
      <pc:sldChg chg="addSp delSp modSp add mod ord">
        <pc:chgData name="Canuette, W. Kyle" userId="c82f62dc-52dc-4188-bd8e-647bc9b55d9e" providerId="ADAL" clId="{EFF92E86-498D-45FE-86E2-79CD965FF132}" dt="2023-03-15T17:31:27.846" v="636" actId="27636"/>
        <pc:sldMkLst>
          <pc:docMk/>
          <pc:sldMk cId="482491716" sldId="297"/>
        </pc:sldMkLst>
        <pc:spChg chg="add del mod ord">
          <ac:chgData name="Canuette, W. Kyle" userId="c82f62dc-52dc-4188-bd8e-647bc9b55d9e" providerId="ADAL" clId="{EFF92E86-498D-45FE-86E2-79CD965FF132}" dt="2023-03-15T17:31:27.846" v="636" actId="27636"/>
          <ac:spMkLst>
            <pc:docMk/>
            <pc:sldMk cId="482491716" sldId="297"/>
            <ac:spMk id="2" creationId="{D06E3031-8857-FB9B-F144-220C160017B2}"/>
          </ac:spMkLst>
        </pc:spChg>
        <pc:spChg chg="mod">
          <ac:chgData name="Canuette, W. Kyle" userId="c82f62dc-52dc-4188-bd8e-647bc9b55d9e" providerId="ADAL" clId="{EFF92E86-498D-45FE-86E2-79CD965FF132}" dt="2023-03-15T17:30:22.167" v="574" actId="12788"/>
          <ac:spMkLst>
            <pc:docMk/>
            <pc:sldMk cId="482491716" sldId="297"/>
            <ac:spMk id="12" creationId="{476D3E7C-C6C4-7161-20F4-8B6CDA7CEB32}"/>
          </ac:spMkLst>
        </pc:spChg>
        <pc:spChg chg="del mod">
          <ac:chgData name="Canuette, W. Kyle" userId="c82f62dc-52dc-4188-bd8e-647bc9b55d9e" providerId="ADAL" clId="{EFF92E86-498D-45FE-86E2-79CD965FF132}" dt="2023-03-15T17:29:51.354" v="562" actId="21"/>
          <ac:spMkLst>
            <pc:docMk/>
            <pc:sldMk cId="482491716" sldId="297"/>
            <ac:spMk id="13" creationId="{1C58D089-725A-F047-E6FE-F6F82D43A28E}"/>
          </ac:spMkLst>
        </pc:spChg>
      </pc:sldChg>
      <pc:sldChg chg="addSp delSp modSp add del mod">
        <pc:chgData name="Canuette, W. Kyle" userId="c82f62dc-52dc-4188-bd8e-647bc9b55d9e" providerId="ADAL" clId="{EFF92E86-498D-45FE-86E2-79CD965FF132}" dt="2023-03-15T17:27:18.587" v="523" actId="47"/>
        <pc:sldMkLst>
          <pc:docMk/>
          <pc:sldMk cId="3630094629" sldId="297"/>
        </pc:sldMkLst>
        <pc:spChg chg="mod">
          <ac:chgData name="Canuette, W. Kyle" userId="c82f62dc-52dc-4188-bd8e-647bc9b55d9e" providerId="ADAL" clId="{EFF92E86-498D-45FE-86E2-79CD965FF132}" dt="2023-03-15T17:24:04.130" v="468" actId="20577"/>
          <ac:spMkLst>
            <pc:docMk/>
            <pc:sldMk cId="3630094629" sldId="297"/>
            <ac:spMk id="2" creationId="{72BB409D-33D5-628E-9E21-107557A09A18}"/>
          </ac:spMkLst>
        </pc:spChg>
        <pc:spChg chg="del">
          <ac:chgData name="Canuette, W. Kyle" userId="c82f62dc-52dc-4188-bd8e-647bc9b55d9e" providerId="ADAL" clId="{EFF92E86-498D-45FE-86E2-79CD965FF132}" dt="2023-03-15T17:24:17.763" v="469" actId="478"/>
          <ac:spMkLst>
            <pc:docMk/>
            <pc:sldMk cId="3630094629" sldId="297"/>
            <ac:spMk id="3" creationId="{C8F9FD34-DEB3-EC9D-FA17-4ED63A3AB4C2}"/>
          </ac:spMkLst>
        </pc:spChg>
        <pc:spChg chg="add mod">
          <ac:chgData name="Canuette, W. Kyle" userId="c82f62dc-52dc-4188-bd8e-647bc9b55d9e" providerId="ADAL" clId="{EFF92E86-498D-45FE-86E2-79CD965FF132}" dt="2023-03-15T17:24:23.379" v="476" actId="1037"/>
          <ac:spMkLst>
            <pc:docMk/>
            <pc:sldMk cId="3630094629" sldId="297"/>
            <ac:spMk id="6" creationId="{761D9C2B-3D1E-F576-0A46-5662724E67D1}"/>
          </ac:spMkLst>
        </pc:spChg>
        <pc:spChg chg="add mod">
          <ac:chgData name="Canuette, W. Kyle" userId="c82f62dc-52dc-4188-bd8e-647bc9b55d9e" providerId="ADAL" clId="{EFF92E86-498D-45FE-86E2-79CD965FF132}" dt="2023-03-15T17:24:23.379" v="476" actId="1037"/>
          <ac:spMkLst>
            <pc:docMk/>
            <pc:sldMk cId="3630094629" sldId="297"/>
            <ac:spMk id="7" creationId="{F50EE1BC-2AA5-1827-0793-65A18B4A5ACB}"/>
          </ac:spMkLst>
        </pc:spChg>
        <pc:spChg chg="add mod">
          <ac:chgData name="Canuette, W. Kyle" userId="c82f62dc-52dc-4188-bd8e-647bc9b55d9e" providerId="ADAL" clId="{EFF92E86-498D-45FE-86E2-79CD965FF132}" dt="2023-03-15T17:24:23.379" v="476" actId="1037"/>
          <ac:spMkLst>
            <pc:docMk/>
            <pc:sldMk cId="3630094629" sldId="297"/>
            <ac:spMk id="8" creationId="{1CB8966E-4FD8-E92F-6349-4DD44CB14C03}"/>
          </ac:spMkLst>
        </pc:spChg>
        <pc:spChg chg="add del mod">
          <ac:chgData name="Canuette, W. Kyle" userId="c82f62dc-52dc-4188-bd8e-647bc9b55d9e" providerId="ADAL" clId="{EFF92E86-498D-45FE-86E2-79CD965FF132}" dt="2023-03-15T17:26:33.030" v="506"/>
          <ac:spMkLst>
            <pc:docMk/>
            <pc:sldMk cId="3630094629" sldId="297"/>
            <ac:spMk id="9" creationId="{CFCC79C9-DCE4-2CDA-9808-3E4F246EF624}"/>
          </ac:spMkLst>
        </pc:spChg>
        <pc:spChg chg="add del mod">
          <ac:chgData name="Canuette, W. Kyle" userId="c82f62dc-52dc-4188-bd8e-647bc9b55d9e" providerId="ADAL" clId="{EFF92E86-498D-45FE-86E2-79CD965FF132}" dt="2023-03-15T17:26:33.030" v="506"/>
          <ac:spMkLst>
            <pc:docMk/>
            <pc:sldMk cId="3630094629" sldId="297"/>
            <ac:spMk id="10" creationId="{E4C48BB8-7AB7-3F81-4DD6-10BF059C7E21}"/>
          </ac:spMkLst>
        </pc:spChg>
        <pc:spChg chg="add del mod">
          <ac:chgData name="Canuette, W. Kyle" userId="c82f62dc-52dc-4188-bd8e-647bc9b55d9e" providerId="ADAL" clId="{EFF92E86-498D-45FE-86E2-79CD965FF132}" dt="2023-03-15T17:26:12.459" v="493" actId="478"/>
          <ac:spMkLst>
            <pc:docMk/>
            <pc:sldMk cId="3630094629" sldId="297"/>
            <ac:spMk id="12" creationId="{C09E24F2-C187-EE6D-5FBA-4FCB7F9E5109}"/>
          </ac:spMkLst>
        </pc:spChg>
        <pc:spChg chg="mod">
          <ac:chgData name="Canuette, W. Kyle" userId="c82f62dc-52dc-4188-bd8e-647bc9b55d9e" providerId="ADAL" clId="{EFF92E86-498D-45FE-86E2-79CD965FF132}" dt="2023-03-15T17:26:33.030" v="506"/>
          <ac:spMkLst>
            <pc:docMk/>
            <pc:sldMk cId="3630094629" sldId="297"/>
            <ac:spMk id="13" creationId="{9EAE1684-75C1-731F-5AA8-32E38C0E07A5}"/>
          </ac:spMkLst>
        </pc:spChg>
        <pc:graphicFrameChg chg="add del mod">
          <ac:chgData name="Canuette, W. Kyle" userId="c82f62dc-52dc-4188-bd8e-647bc9b55d9e" providerId="ADAL" clId="{EFF92E86-498D-45FE-86E2-79CD965FF132}" dt="2023-03-15T17:26:09.590" v="492" actId="478"/>
          <ac:graphicFrameMkLst>
            <pc:docMk/>
            <pc:sldMk cId="3630094629" sldId="297"/>
            <ac:graphicFrameMk id="5" creationId="{9E1EF67B-4AA4-4127-0BCF-C38D5FD43462}"/>
          </ac:graphicFrameMkLst>
        </pc:graphicFrameChg>
      </pc:sldChg>
      <pc:sldChg chg="addSp delSp modSp add mod">
        <pc:chgData name="Canuette, W. Kyle" userId="c82f62dc-52dc-4188-bd8e-647bc9b55d9e" providerId="ADAL" clId="{EFF92E86-498D-45FE-86E2-79CD965FF132}" dt="2023-03-15T17:36:03.598" v="697" actId="1076"/>
        <pc:sldMkLst>
          <pc:docMk/>
          <pc:sldMk cId="2004515216" sldId="298"/>
        </pc:sldMkLst>
        <pc:spChg chg="add del mod">
          <ac:chgData name="Canuette, W. Kyle" userId="c82f62dc-52dc-4188-bd8e-647bc9b55d9e" providerId="ADAL" clId="{EFF92E86-498D-45FE-86E2-79CD965FF132}" dt="2023-03-15T17:32:20.182" v="663" actId="20577"/>
          <ac:spMkLst>
            <pc:docMk/>
            <pc:sldMk cId="2004515216" sldId="298"/>
            <ac:spMk id="3" creationId="{491EC729-6CF5-9517-1FD0-580B7573E7CA}"/>
          </ac:spMkLst>
        </pc:spChg>
        <pc:spChg chg="add mod">
          <ac:chgData name="Canuette, W. Kyle" userId="c82f62dc-52dc-4188-bd8e-647bc9b55d9e" providerId="ADAL" clId="{EFF92E86-498D-45FE-86E2-79CD965FF132}" dt="2023-03-15T17:31:47.221" v="642"/>
          <ac:spMkLst>
            <pc:docMk/>
            <pc:sldMk cId="2004515216" sldId="298"/>
            <ac:spMk id="6" creationId="{AC034D48-F77F-215F-6881-5142E9B7F69E}"/>
          </ac:spMkLst>
        </pc:spChg>
        <pc:spChg chg="add mod">
          <ac:chgData name="Canuette, W. Kyle" userId="c82f62dc-52dc-4188-bd8e-647bc9b55d9e" providerId="ADAL" clId="{EFF92E86-498D-45FE-86E2-79CD965FF132}" dt="2023-03-15T17:36:03.598" v="697" actId="1076"/>
          <ac:spMkLst>
            <pc:docMk/>
            <pc:sldMk cId="2004515216" sldId="298"/>
            <ac:spMk id="8" creationId="{84D71621-354D-D194-DAA1-123419C52D8C}"/>
          </ac:spMkLst>
        </pc:spChg>
        <pc:spChg chg="del mod">
          <ac:chgData name="Canuette, W. Kyle" userId="c82f62dc-52dc-4188-bd8e-647bc9b55d9e" providerId="ADAL" clId="{EFF92E86-498D-45FE-86E2-79CD965FF132}" dt="2023-03-15T17:30:40.944" v="578" actId="478"/>
          <ac:spMkLst>
            <pc:docMk/>
            <pc:sldMk cId="2004515216" sldId="298"/>
            <ac:spMk id="15" creationId="{F18ADCD4-9049-7D13-106E-1732F2AB9D74}"/>
          </ac:spMkLst>
        </pc:spChg>
        <pc:spChg chg="del mod">
          <ac:chgData name="Canuette, W. Kyle" userId="c82f62dc-52dc-4188-bd8e-647bc9b55d9e" providerId="ADAL" clId="{EFF92E86-498D-45FE-86E2-79CD965FF132}" dt="2023-03-15T17:31:46.942" v="641" actId="478"/>
          <ac:spMkLst>
            <pc:docMk/>
            <pc:sldMk cId="2004515216" sldId="298"/>
            <ac:spMk id="19" creationId="{A9060196-3C6A-7B1F-A648-F821A6520590}"/>
          </ac:spMkLst>
        </pc:spChg>
        <pc:graphicFrameChg chg="add del mod">
          <ac:chgData name="Canuette, W. Kyle" userId="c82f62dc-52dc-4188-bd8e-647bc9b55d9e" providerId="ADAL" clId="{EFF92E86-498D-45FE-86E2-79CD965FF132}" dt="2023-03-15T17:30:45.545" v="580"/>
          <ac:graphicFrameMkLst>
            <pc:docMk/>
            <pc:sldMk cId="2004515216" sldId="298"/>
            <ac:graphicFrameMk id="5" creationId="{9EF574CF-CBA6-A72F-EFF6-134FAFB170B5}"/>
          </ac:graphicFrameMkLst>
        </pc:graphicFrameChg>
        <pc:picChg chg="add mod">
          <ac:chgData name="Canuette, W. Kyle" userId="c82f62dc-52dc-4188-bd8e-647bc9b55d9e" providerId="ADAL" clId="{EFF92E86-498D-45FE-86E2-79CD965FF132}" dt="2023-03-15T17:32:27.020" v="666" actId="1076"/>
          <ac:picMkLst>
            <pc:docMk/>
            <pc:sldMk cId="2004515216" sldId="298"/>
            <ac:picMk id="7" creationId="{04E839D9-3FBE-18B5-8149-26168CEEC1E5}"/>
          </ac:picMkLst>
        </pc:picChg>
        <pc:picChg chg="del">
          <ac:chgData name="Canuette, W. Kyle" userId="c82f62dc-52dc-4188-bd8e-647bc9b55d9e" providerId="ADAL" clId="{EFF92E86-498D-45FE-86E2-79CD965FF132}" dt="2023-03-15T17:30:37.069" v="576" actId="478"/>
          <ac:picMkLst>
            <pc:docMk/>
            <pc:sldMk cId="2004515216" sldId="298"/>
            <ac:picMk id="16" creationId="{131B7496-AE92-0C38-31C1-BE8B2BEC1DC8}"/>
          </ac:picMkLst>
        </pc:picChg>
        <pc:picChg chg="add del mod">
          <ac:chgData name="Canuette, W. Kyle" userId="c82f62dc-52dc-4188-bd8e-647bc9b55d9e" providerId="ADAL" clId="{EFF92E86-498D-45FE-86E2-79CD965FF132}" dt="2023-03-15T17:30:45.545" v="580"/>
          <ac:picMkLst>
            <pc:docMk/>
            <pc:sldMk cId="2004515216" sldId="298"/>
            <ac:picMk id="3073" creationId="{489975A6-7240-ECDC-7304-9BDCC278D47E}"/>
          </ac:picMkLst>
        </pc:picChg>
        <pc:picChg chg="add del mod">
          <ac:chgData name="Canuette, W. Kyle" userId="c82f62dc-52dc-4188-bd8e-647bc9b55d9e" providerId="ADAL" clId="{EFF92E86-498D-45FE-86E2-79CD965FF132}" dt="2023-03-15T17:30:45.545" v="580"/>
          <ac:picMkLst>
            <pc:docMk/>
            <pc:sldMk cId="2004515216" sldId="298"/>
            <ac:picMk id="3074" creationId="{D2BE7F44-17C5-CA3C-F4CB-ADA9C2FF9A1B}"/>
          </ac:picMkLst>
        </pc:picChg>
        <pc:picChg chg="add del mod">
          <ac:chgData name="Canuette, W. Kyle" userId="c82f62dc-52dc-4188-bd8e-647bc9b55d9e" providerId="ADAL" clId="{EFF92E86-498D-45FE-86E2-79CD965FF132}" dt="2023-03-15T17:30:45.545" v="580"/>
          <ac:picMkLst>
            <pc:docMk/>
            <pc:sldMk cId="2004515216" sldId="298"/>
            <ac:picMk id="3075" creationId="{D304560A-AE75-CBF2-BC00-E5E41D2226E3}"/>
          </ac:picMkLst>
        </pc:picChg>
      </pc:sldChg>
      <pc:sldChg chg="addSp delSp modSp add mod">
        <pc:chgData name="Canuette, W. Kyle" userId="c82f62dc-52dc-4188-bd8e-647bc9b55d9e" providerId="ADAL" clId="{EFF92E86-498D-45FE-86E2-79CD965FF132}" dt="2023-03-15T17:35:58.433" v="695"/>
        <pc:sldMkLst>
          <pc:docMk/>
          <pc:sldMk cId="2891276633" sldId="299"/>
        </pc:sldMkLst>
        <pc:spChg chg="mod">
          <ac:chgData name="Canuette, W. Kyle" userId="c82f62dc-52dc-4188-bd8e-647bc9b55d9e" providerId="ADAL" clId="{EFF92E86-498D-45FE-86E2-79CD965FF132}" dt="2023-03-15T17:32:44.469" v="675" actId="20577"/>
          <ac:spMkLst>
            <pc:docMk/>
            <pc:sldMk cId="2891276633" sldId="299"/>
            <ac:spMk id="3" creationId="{491EC729-6CF5-9517-1FD0-580B7573E7CA}"/>
          </ac:spMkLst>
        </pc:spChg>
        <pc:spChg chg="add mod">
          <ac:chgData name="Canuette, W. Kyle" userId="c82f62dc-52dc-4188-bd8e-647bc9b55d9e" providerId="ADAL" clId="{EFF92E86-498D-45FE-86E2-79CD965FF132}" dt="2023-03-15T17:35:58.433" v="695"/>
          <ac:spMkLst>
            <pc:docMk/>
            <pc:sldMk cId="2891276633" sldId="299"/>
            <ac:spMk id="5" creationId="{A3810F7F-C8BA-3BD1-A09A-4161331809FD}"/>
          </ac:spMkLst>
        </pc:spChg>
        <pc:picChg chg="add mod">
          <ac:chgData name="Canuette, W. Kyle" userId="c82f62dc-52dc-4188-bd8e-647bc9b55d9e" providerId="ADAL" clId="{EFF92E86-498D-45FE-86E2-79CD965FF132}" dt="2023-03-15T17:32:50.342" v="677" actId="14100"/>
          <ac:picMkLst>
            <pc:docMk/>
            <pc:sldMk cId="2891276633" sldId="299"/>
            <ac:picMk id="2" creationId="{BCD07942-86BB-7FD5-061E-EE5855719EED}"/>
          </ac:picMkLst>
        </pc:picChg>
        <pc:picChg chg="del">
          <ac:chgData name="Canuette, W. Kyle" userId="c82f62dc-52dc-4188-bd8e-647bc9b55d9e" providerId="ADAL" clId="{EFF92E86-498D-45FE-86E2-79CD965FF132}" dt="2023-03-15T17:32:38.092" v="669" actId="478"/>
          <ac:picMkLst>
            <pc:docMk/>
            <pc:sldMk cId="2891276633" sldId="299"/>
            <ac:picMk id="7" creationId="{04E839D9-3FBE-18B5-8149-26168CEEC1E5}"/>
          </ac:picMkLst>
        </pc:picChg>
        <pc:picChg chg="del">
          <ac:chgData name="Canuette, W. Kyle" userId="c82f62dc-52dc-4188-bd8e-647bc9b55d9e" providerId="ADAL" clId="{EFF92E86-498D-45FE-86E2-79CD965FF132}" dt="2023-03-15T17:32:41.608" v="672" actId="478"/>
          <ac:picMkLst>
            <pc:docMk/>
            <pc:sldMk cId="2891276633" sldId="299"/>
            <ac:picMk id="5122" creationId="{17AFFEF4-B11C-F88F-4413-FA237935F8BB}"/>
          </ac:picMkLst>
        </pc:picChg>
        <pc:picChg chg="del">
          <ac:chgData name="Canuette, W. Kyle" userId="c82f62dc-52dc-4188-bd8e-647bc9b55d9e" providerId="ADAL" clId="{EFF92E86-498D-45FE-86E2-79CD965FF132}" dt="2023-03-15T17:32:42.436" v="673" actId="478"/>
          <ac:picMkLst>
            <pc:docMk/>
            <pc:sldMk cId="2891276633" sldId="299"/>
            <ac:picMk id="5123" creationId="{F06A45BD-2AFA-0C00-FE5D-DCB5912B1F49}"/>
          </ac:picMkLst>
        </pc:picChg>
        <pc:picChg chg="del">
          <ac:chgData name="Canuette, W. Kyle" userId="c82f62dc-52dc-4188-bd8e-647bc9b55d9e" providerId="ADAL" clId="{EFF92E86-498D-45FE-86E2-79CD965FF132}" dt="2023-03-15T17:32:40.134" v="671" actId="478"/>
          <ac:picMkLst>
            <pc:docMk/>
            <pc:sldMk cId="2891276633" sldId="299"/>
            <ac:picMk id="5124" creationId="{6E7F892C-07A9-3128-AA16-6B1094709AD5}"/>
          </ac:picMkLst>
        </pc:picChg>
      </pc:sldChg>
      <pc:sldChg chg="addSp delSp modSp add mod">
        <pc:chgData name="Canuette, W. Kyle" userId="c82f62dc-52dc-4188-bd8e-647bc9b55d9e" providerId="ADAL" clId="{EFF92E86-498D-45FE-86E2-79CD965FF132}" dt="2023-03-15T17:35:55.261" v="694" actId="1076"/>
        <pc:sldMkLst>
          <pc:docMk/>
          <pc:sldMk cId="2720691004" sldId="300"/>
        </pc:sldMkLst>
        <pc:spChg chg="mod">
          <ac:chgData name="Canuette, W. Kyle" userId="c82f62dc-52dc-4188-bd8e-647bc9b55d9e" providerId="ADAL" clId="{EFF92E86-498D-45FE-86E2-79CD965FF132}" dt="2023-03-15T17:32:54.814" v="679" actId="20577"/>
          <ac:spMkLst>
            <pc:docMk/>
            <pc:sldMk cId="2720691004" sldId="300"/>
            <ac:spMk id="3" creationId="{491EC729-6CF5-9517-1FD0-580B7573E7CA}"/>
          </ac:spMkLst>
        </pc:spChg>
        <pc:spChg chg="add mod">
          <ac:chgData name="Canuette, W. Kyle" userId="c82f62dc-52dc-4188-bd8e-647bc9b55d9e" providerId="ADAL" clId="{EFF92E86-498D-45FE-86E2-79CD965FF132}" dt="2023-03-15T17:35:55.261" v="694" actId="1076"/>
          <ac:spMkLst>
            <pc:docMk/>
            <pc:sldMk cId="2720691004" sldId="300"/>
            <ac:spMk id="5" creationId="{A43A429B-C354-DDD6-C612-DB9CEB754313}"/>
          </ac:spMkLst>
        </pc:spChg>
        <pc:picChg chg="del">
          <ac:chgData name="Canuette, W. Kyle" userId="c82f62dc-52dc-4188-bd8e-647bc9b55d9e" providerId="ADAL" clId="{EFF92E86-498D-45FE-86E2-79CD965FF132}" dt="2023-03-15T17:32:56.415" v="680" actId="478"/>
          <ac:picMkLst>
            <pc:docMk/>
            <pc:sldMk cId="2720691004" sldId="300"/>
            <ac:picMk id="7" creationId="{04E839D9-3FBE-18B5-8149-26168CEEC1E5}"/>
          </ac:picMkLst>
        </pc:picChg>
        <pc:picChg chg="del">
          <ac:chgData name="Canuette, W. Kyle" userId="c82f62dc-52dc-4188-bd8e-647bc9b55d9e" providerId="ADAL" clId="{EFF92E86-498D-45FE-86E2-79CD965FF132}" dt="2023-03-15T17:32:58.645" v="682" actId="478"/>
          <ac:picMkLst>
            <pc:docMk/>
            <pc:sldMk cId="2720691004" sldId="300"/>
            <ac:picMk id="5122" creationId="{17AFFEF4-B11C-F88F-4413-FA237935F8BB}"/>
          </ac:picMkLst>
        </pc:picChg>
        <pc:picChg chg="del">
          <ac:chgData name="Canuette, W. Kyle" userId="c82f62dc-52dc-4188-bd8e-647bc9b55d9e" providerId="ADAL" clId="{EFF92E86-498D-45FE-86E2-79CD965FF132}" dt="2023-03-15T17:32:59.284" v="683" actId="478"/>
          <ac:picMkLst>
            <pc:docMk/>
            <pc:sldMk cId="2720691004" sldId="300"/>
            <ac:picMk id="5123" creationId="{F06A45BD-2AFA-0C00-FE5D-DCB5912B1F49}"/>
          </ac:picMkLst>
        </pc:picChg>
        <pc:picChg chg="mod">
          <ac:chgData name="Canuette, W. Kyle" userId="c82f62dc-52dc-4188-bd8e-647bc9b55d9e" providerId="ADAL" clId="{EFF92E86-498D-45FE-86E2-79CD965FF132}" dt="2023-03-15T17:33:08.075" v="687" actId="14100"/>
          <ac:picMkLst>
            <pc:docMk/>
            <pc:sldMk cId="2720691004" sldId="300"/>
            <ac:picMk id="5124" creationId="{6E7F892C-07A9-3128-AA16-6B1094709AD5}"/>
          </ac:picMkLst>
        </pc:picChg>
      </pc:sldChg>
      <pc:sldChg chg="delSp modSp add mod">
        <pc:chgData name="Canuette, W. Kyle" userId="c82f62dc-52dc-4188-bd8e-647bc9b55d9e" providerId="ADAL" clId="{EFF92E86-498D-45FE-86E2-79CD965FF132}" dt="2023-03-15T17:37:09.501" v="729" actId="11"/>
        <pc:sldMkLst>
          <pc:docMk/>
          <pc:sldMk cId="873128988" sldId="301"/>
        </pc:sldMkLst>
        <pc:spChg chg="mod">
          <ac:chgData name="Canuette, W. Kyle" userId="c82f62dc-52dc-4188-bd8e-647bc9b55d9e" providerId="ADAL" clId="{EFF92E86-498D-45FE-86E2-79CD965FF132}" dt="2023-03-15T17:37:09.501" v="729" actId="11"/>
          <ac:spMkLst>
            <pc:docMk/>
            <pc:sldMk cId="873128988" sldId="301"/>
            <ac:spMk id="3" creationId="{491EC729-6CF5-9517-1FD0-580B7573E7CA}"/>
          </ac:spMkLst>
        </pc:spChg>
        <pc:spChg chg="del">
          <ac:chgData name="Canuette, W. Kyle" userId="c82f62dc-52dc-4188-bd8e-647bc9b55d9e" providerId="ADAL" clId="{EFF92E86-498D-45FE-86E2-79CD965FF132}" dt="2023-03-15T17:36:37.774" v="707" actId="478"/>
          <ac:spMkLst>
            <pc:docMk/>
            <pc:sldMk cId="873128988" sldId="301"/>
            <ac:spMk id="5" creationId="{A43A429B-C354-DDD6-C612-DB9CEB754313}"/>
          </ac:spMkLst>
        </pc:spChg>
        <pc:picChg chg="del">
          <ac:chgData name="Canuette, W. Kyle" userId="c82f62dc-52dc-4188-bd8e-647bc9b55d9e" providerId="ADAL" clId="{EFF92E86-498D-45FE-86E2-79CD965FF132}" dt="2023-03-15T17:36:36.174" v="706" actId="478"/>
          <ac:picMkLst>
            <pc:docMk/>
            <pc:sldMk cId="873128988" sldId="301"/>
            <ac:picMk id="5124" creationId="{6E7F892C-07A9-3128-AA16-6B1094709AD5}"/>
          </ac:picMkLst>
        </pc:picChg>
      </pc:sldChg>
      <pc:sldChg chg="addSp delSp modSp add mod">
        <pc:chgData name="Canuette, W. Kyle" userId="c82f62dc-52dc-4188-bd8e-647bc9b55d9e" providerId="ADAL" clId="{EFF92E86-498D-45FE-86E2-79CD965FF132}" dt="2023-03-15T17:38:15.130" v="750" actId="12789"/>
        <pc:sldMkLst>
          <pc:docMk/>
          <pc:sldMk cId="3973783363" sldId="302"/>
        </pc:sldMkLst>
        <pc:spChg chg="mod">
          <ac:chgData name="Canuette, W. Kyle" userId="c82f62dc-52dc-4188-bd8e-647bc9b55d9e" providerId="ADAL" clId="{EFF92E86-498D-45FE-86E2-79CD965FF132}" dt="2023-03-15T17:38:15.130" v="750" actId="12789"/>
          <ac:spMkLst>
            <pc:docMk/>
            <pc:sldMk cId="3973783363" sldId="302"/>
            <ac:spMk id="2" creationId="{D06E3031-8857-FB9B-F144-220C160017B2}"/>
          </ac:spMkLst>
        </pc:spChg>
        <pc:spChg chg="del">
          <ac:chgData name="Canuette, W. Kyle" userId="c82f62dc-52dc-4188-bd8e-647bc9b55d9e" providerId="ADAL" clId="{EFF92E86-498D-45FE-86E2-79CD965FF132}" dt="2023-03-15T17:37:42.509" v="738" actId="478"/>
          <ac:spMkLst>
            <pc:docMk/>
            <pc:sldMk cId="3973783363" sldId="302"/>
            <ac:spMk id="6" creationId="{FA8E5E93-F27B-A907-7627-D040C2007EB7}"/>
          </ac:spMkLst>
        </pc:spChg>
        <pc:spChg chg="del">
          <ac:chgData name="Canuette, W. Kyle" userId="c82f62dc-52dc-4188-bd8e-647bc9b55d9e" providerId="ADAL" clId="{EFF92E86-498D-45FE-86E2-79CD965FF132}" dt="2023-03-15T17:37:43.061" v="739" actId="478"/>
          <ac:spMkLst>
            <pc:docMk/>
            <pc:sldMk cId="3973783363" sldId="302"/>
            <ac:spMk id="7" creationId="{61B996AA-3C28-A849-CE01-FE8A66157941}"/>
          </ac:spMkLst>
        </pc:spChg>
        <pc:spChg chg="del">
          <ac:chgData name="Canuette, W. Kyle" userId="c82f62dc-52dc-4188-bd8e-647bc9b55d9e" providerId="ADAL" clId="{EFF92E86-498D-45FE-86E2-79CD965FF132}" dt="2023-03-15T17:37:43.568" v="740" actId="478"/>
          <ac:spMkLst>
            <pc:docMk/>
            <pc:sldMk cId="3973783363" sldId="302"/>
            <ac:spMk id="8" creationId="{CC055D73-1DCC-2427-FF3B-D8C4C033C849}"/>
          </ac:spMkLst>
        </pc:spChg>
        <pc:spChg chg="add mod">
          <ac:chgData name="Canuette, W. Kyle" userId="c82f62dc-52dc-4188-bd8e-647bc9b55d9e" providerId="ADAL" clId="{EFF92E86-498D-45FE-86E2-79CD965FF132}" dt="2023-03-15T17:38:09.644" v="749" actId="12789"/>
          <ac:spMkLst>
            <pc:docMk/>
            <pc:sldMk cId="3973783363" sldId="302"/>
            <ac:spMk id="9" creationId="{71E1D661-3247-CB59-8986-DE222279DE54}"/>
          </ac:spMkLst>
        </pc:spChg>
        <pc:spChg chg="mod">
          <ac:chgData name="Canuette, W. Kyle" userId="c82f62dc-52dc-4188-bd8e-647bc9b55d9e" providerId="ADAL" clId="{EFF92E86-498D-45FE-86E2-79CD965FF132}" dt="2023-03-15T17:38:15.130" v="750" actId="12789"/>
          <ac:spMkLst>
            <pc:docMk/>
            <pc:sldMk cId="3973783363" sldId="302"/>
            <ac:spMk id="12" creationId="{476D3E7C-C6C4-7161-20F4-8B6CDA7CEB32}"/>
          </ac:spMkLst>
        </pc:spChg>
        <pc:graphicFrameChg chg="del modGraphic">
          <ac:chgData name="Canuette, W. Kyle" userId="c82f62dc-52dc-4188-bd8e-647bc9b55d9e" providerId="ADAL" clId="{EFF92E86-498D-45FE-86E2-79CD965FF132}" dt="2023-03-15T17:37:41.325" v="737" actId="478"/>
          <ac:graphicFrameMkLst>
            <pc:docMk/>
            <pc:sldMk cId="3973783363" sldId="302"/>
            <ac:graphicFrameMk id="5" creationId="{8131DEEA-3EB2-1783-A331-B0CE921C58DF}"/>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8/18/2023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8/18/2023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8/18/2023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8/18/2023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8/18/2023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8/18/2023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8/18/2023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90535" y="5929048"/>
            <a:ext cx="9144000" cy="370300"/>
          </a:xfrm>
        </p:spPr>
        <p:txBody>
          <a:bodyPr>
            <a:normAutofit/>
          </a:bodyPr>
          <a:lstStyle/>
          <a:p>
            <a:pPr algn="l"/>
            <a:r>
              <a:rPr lang="en-US" sz="1800" dirty="0"/>
              <a:t>Practicum| Unit 4: Research Based Instructional Strategies (RBIS) Math | Lesson 4.11</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Just-In-Time Supports for Acceleration</a:t>
            </a:r>
          </a:p>
        </p:txBody>
      </p:sp>
      <p:sp>
        <p:nvSpPr>
          <p:cNvPr id="4" name="TextBox 3">
            <a:extLst>
              <a:ext uri="{FF2B5EF4-FFF2-40B4-BE49-F238E27FC236}">
                <a16:creationId xmlns:a16="http://schemas.microsoft.com/office/drawing/2014/main" id="{1123512A-E9D7-61C0-4B5F-059C73BD4C55}"/>
              </a:ext>
            </a:extLst>
          </p:cNvPr>
          <p:cNvSpPr txBox="1"/>
          <p:nvPr/>
        </p:nvSpPr>
        <p:spPr>
          <a:xfrm>
            <a:off x="0" y="6299348"/>
            <a:ext cx="11565732" cy="369332"/>
          </a:xfrm>
          <a:prstGeom prst="rect">
            <a:avLst/>
          </a:prstGeom>
          <a:noFill/>
        </p:spPr>
        <p:txBody>
          <a:bodyPr wrap="square">
            <a:spAutoFit/>
          </a:bodyPr>
          <a:lstStyle/>
          <a:p>
            <a:r>
              <a:rPr lang="en-US" dirty="0">
                <a:solidFill>
                  <a:srgbClr val="464646"/>
                </a:solidFill>
                <a:latin typeface="+mj-lt"/>
                <a:cs typeface="Calibri"/>
              </a:rPr>
              <a:t>This work is licensed under a </a:t>
            </a:r>
            <a:r>
              <a:rPr lang="en-US" dirty="0">
                <a:solidFill>
                  <a:srgbClr val="0070C0"/>
                </a:solidFill>
                <a:latin typeface="+mj-lt"/>
                <a:cs typeface="Calibri"/>
                <a:hlinkClick r:id="rId2"/>
              </a:rPr>
              <a:t>Creative Commons Attribution-Noncommercial-Share Alike 4.0 International License</a:t>
            </a:r>
            <a:r>
              <a:rPr lang="en-US" dirty="0">
                <a:solidFill>
                  <a:srgbClr val="0070C0"/>
                </a:solidFill>
                <a:latin typeface="+mj-lt"/>
                <a:cs typeface="Calibri"/>
              </a:rPr>
              <a:t>.</a:t>
            </a:r>
            <a:endParaRPr lang="en-US" dirty="0">
              <a:latin typeface="+mj-lt"/>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normAutofit/>
          </a:bodyPr>
          <a:lstStyle/>
          <a:p>
            <a:pPr marL="0" indent="0">
              <a:buNone/>
            </a:pPr>
            <a:r>
              <a:rPr lang="en-US" dirty="0"/>
              <a:t>TEKS 4E, 6A, 6H, </a:t>
            </a:r>
            <a:r>
              <a:rPr lang="en-US"/>
              <a:t>&amp; 6F</a:t>
            </a:r>
            <a:endParaRPr lang="en-US" dirty="0"/>
          </a:p>
          <a:p>
            <a:pPr marL="0" indent="0">
              <a:buNone/>
            </a:pPr>
            <a:endParaRPr lang="en-US" dirty="0"/>
          </a:p>
          <a:p>
            <a:pPr marL="0" indent="0">
              <a:buNone/>
            </a:pPr>
            <a:r>
              <a:rPr lang="en-US" dirty="0"/>
              <a:t>The student will…</a:t>
            </a:r>
          </a:p>
          <a:p>
            <a:pPr lvl="1"/>
            <a:r>
              <a:rPr lang="en-US" dirty="0"/>
              <a:t>Identify how curriculum-embedded just-in-time interventions are used to support acceleration.</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464975" y="18255"/>
            <a:ext cx="10515600" cy="1325563"/>
          </a:xfrm>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a:xfrm>
            <a:off x="606490" y="1200150"/>
            <a:ext cx="10747310" cy="5321948"/>
          </a:xfrm>
        </p:spPr>
        <p:txBody>
          <a:bodyPr>
            <a:normAutofit fontScale="92500" lnSpcReduction="10000"/>
          </a:bodyPr>
          <a:lstStyle/>
          <a:p>
            <a:pPr marL="0" indent="0">
              <a:buNone/>
            </a:pPr>
            <a:r>
              <a:rPr lang="en-US" dirty="0"/>
              <a:t>Ms. L teaches Algebra 1. This week, she is introducing the slope-intercept form linear equation: y = mx + b. She feels confident that her students will be able to understand the terms and graph examples but is concerned that a few of her students have struggled to solve for an unknown variable in an equation. Once students need to solve for x, some of them will not be able to complete the assignment.</a:t>
            </a:r>
          </a:p>
          <a:p>
            <a:pPr marL="0" indent="0">
              <a:buNone/>
            </a:pPr>
            <a:r>
              <a:rPr lang="en-US" dirty="0"/>
              <a:t>She decides to provide a targeted review of how to solve for unknown variables in an equation during her school’s study hall block the day before the lesson and asks the students who have the most difficulty on this topic attend. By providing this support, nearly 90 percent of her students were proficient on her exit ticket the following day.</a:t>
            </a:r>
          </a:p>
          <a:p>
            <a:pPr marL="0" indent="0">
              <a:buNone/>
            </a:pPr>
            <a:endParaRPr lang="en-US" dirty="0"/>
          </a:p>
          <a:p>
            <a:pPr marL="971550" lvl="1" indent="-514350">
              <a:buFont typeface="+mj-lt"/>
              <a:buAutoNum type="arabicPeriod"/>
            </a:pPr>
            <a:r>
              <a:rPr lang="en-US" sz="3000" dirty="0"/>
              <a:t>Describe how Ms. L set her students up for success using the terms “acceleration” and “just-in-time interventions.” </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472440" y="117269"/>
            <a:ext cx="10515600" cy="1325563"/>
          </a:xfrm>
        </p:spPr>
        <p:txBody>
          <a:bodyPr/>
          <a:lstStyle/>
          <a:p>
            <a:r>
              <a:rPr lang="en-US" dirty="0"/>
              <a:t>Planning Effective Just-In-Time Interventions</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4</a:t>
            </a:fld>
            <a:endParaRPr lang="en-US" dirty="0"/>
          </a:p>
        </p:txBody>
      </p:sp>
      <p:graphicFrame>
        <p:nvGraphicFramePr>
          <p:cNvPr id="3" name="Table 4">
            <a:extLst>
              <a:ext uri="{FF2B5EF4-FFF2-40B4-BE49-F238E27FC236}">
                <a16:creationId xmlns:a16="http://schemas.microsoft.com/office/drawing/2014/main" id="{F2860C0F-BA53-412B-8826-DAA9A1B29BA9}"/>
              </a:ext>
            </a:extLst>
          </p:cNvPr>
          <p:cNvGraphicFramePr>
            <a:graphicFrameLocks noGrp="1"/>
          </p:cNvGraphicFramePr>
          <p:nvPr>
            <p:extLst>
              <p:ext uri="{D42A27DB-BD31-4B8C-83A1-F6EECF244321}">
                <p14:modId xmlns:p14="http://schemas.microsoft.com/office/powerpoint/2010/main" val="3974825232"/>
              </p:ext>
            </p:extLst>
          </p:nvPr>
        </p:nvGraphicFramePr>
        <p:xfrm>
          <a:off x="472441" y="1442830"/>
          <a:ext cx="11181494" cy="4497467"/>
        </p:xfrm>
        <a:graphic>
          <a:graphicData uri="http://schemas.openxmlformats.org/drawingml/2006/table">
            <a:tbl>
              <a:tblPr firstRow="1" bandRow="1">
                <a:tableStyleId>{5C22544A-7EE6-4342-B048-85BDC9FD1C3A}</a:tableStyleId>
              </a:tblPr>
              <a:tblGrid>
                <a:gridCol w="2972344">
                  <a:extLst>
                    <a:ext uri="{9D8B030D-6E8A-4147-A177-3AD203B41FA5}">
                      <a16:colId xmlns:a16="http://schemas.microsoft.com/office/drawing/2014/main" val="1922918179"/>
                    </a:ext>
                  </a:extLst>
                </a:gridCol>
                <a:gridCol w="8209150">
                  <a:extLst>
                    <a:ext uri="{9D8B030D-6E8A-4147-A177-3AD203B41FA5}">
                      <a16:colId xmlns:a16="http://schemas.microsoft.com/office/drawing/2014/main" val="3619535809"/>
                    </a:ext>
                  </a:extLst>
                </a:gridCol>
              </a:tblGrid>
              <a:tr h="567182">
                <a:tc>
                  <a:txBody>
                    <a:bodyPr/>
                    <a:lstStyle/>
                    <a:p>
                      <a:pPr algn="ctr"/>
                      <a:r>
                        <a:rPr lang="en-US" dirty="0"/>
                        <a:t>Steps for Effective Just-In-Time Interventions</a:t>
                      </a:r>
                    </a:p>
                  </a:txBody>
                  <a:tcPr anchor="ctr"/>
                </a:tc>
                <a:tc>
                  <a:txBody>
                    <a:bodyPr/>
                    <a:lstStyle/>
                    <a:p>
                      <a:pPr algn="ctr"/>
                      <a:r>
                        <a:rPr lang="en-US" dirty="0"/>
                        <a:t>Description</a:t>
                      </a:r>
                    </a:p>
                  </a:txBody>
                  <a:tcPr anchor="ctr"/>
                </a:tc>
                <a:extLst>
                  <a:ext uri="{0D108BD9-81ED-4DB2-BD59-A6C34878D82A}">
                    <a16:rowId xmlns:a16="http://schemas.microsoft.com/office/drawing/2014/main" val="886189608"/>
                  </a:ext>
                </a:extLst>
              </a:tr>
              <a:tr h="1085439">
                <a:tc>
                  <a:txBody>
                    <a:bodyPr/>
                    <a:lstStyle/>
                    <a:p>
                      <a:pPr marL="228600" marR="0" lvl="0" indent="-228600" algn="ctr">
                        <a:lnSpc>
                          <a:spcPct val="107000"/>
                        </a:lnSpc>
                        <a:spcBef>
                          <a:spcPts val="0"/>
                        </a:spcBef>
                        <a:spcAft>
                          <a:spcPts val="0"/>
                        </a:spcAft>
                        <a:buFont typeface="+mj-lt"/>
                        <a:buAutoNum type="arabicPeriod"/>
                      </a:pP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Identify Prerequisite Skills and Knowledge</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2000" i="0">
                          <a:solidFill>
                            <a:schemeClr val="tx1"/>
                          </a:solidFill>
                          <a:effectLst/>
                          <a:latin typeface="Calibri" panose="020F0502020204030204" pitchFamily="34" charset="0"/>
                          <a:ea typeface="Calibri" panose="020F0502020204030204" pitchFamily="34" charset="0"/>
                          <a:cs typeface="Arial" panose="020B0604020202020204" pitchFamily="34" charset="0"/>
                        </a:rPr>
                        <a:t>Examine the unit’s standards and objectives and use an aligned pre-test to identify the prior knowledge needed to master grade level content.</a:t>
                      </a:r>
                    </a:p>
                  </a:txBody>
                  <a:tcPr marL="137160" marR="137160" marT="137160" marB="137160" anchor="ctr"/>
                </a:tc>
                <a:extLst>
                  <a:ext uri="{0D108BD9-81ED-4DB2-BD59-A6C34878D82A}">
                    <a16:rowId xmlns:a16="http://schemas.microsoft.com/office/drawing/2014/main" val="2589762599"/>
                  </a:ext>
                </a:extLst>
              </a:tr>
              <a:tr h="1337221">
                <a:tc>
                  <a:txBody>
                    <a:bodyPr/>
                    <a:lstStyle/>
                    <a:p>
                      <a:pPr marL="0" marR="0" lvl="0" indent="0" algn="ctr">
                        <a:lnSpc>
                          <a:spcPct val="107000"/>
                        </a:lnSpc>
                        <a:spcBef>
                          <a:spcPts val="0"/>
                        </a:spcBef>
                        <a:spcAft>
                          <a:spcPts val="0"/>
                        </a:spcAft>
                        <a:buFont typeface="+mj-lt"/>
                        <a:buNone/>
                      </a:pP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 Schedule within the Scope and Sequence</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2000" i="0" dirty="0">
                          <a:solidFill>
                            <a:schemeClr val="tx1"/>
                          </a:solidFill>
                          <a:effectLst/>
                          <a:latin typeface="Calibri" panose="020F0502020204030204" pitchFamily="34" charset="0"/>
                          <a:ea typeface="Calibri" panose="020F0502020204030204" pitchFamily="34" charset="0"/>
                          <a:cs typeface="Arial" panose="020B0604020202020204" pitchFamily="34" charset="0"/>
                        </a:rPr>
                        <a:t>Identify timely opportunities to provide just-in-time interventions within the scope and sequence.</a:t>
                      </a:r>
                    </a:p>
                  </a:txBody>
                  <a:tcPr marL="137160" marR="137160" marT="137160" marB="137160" anchor="ctr"/>
                </a:tc>
                <a:extLst>
                  <a:ext uri="{0D108BD9-81ED-4DB2-BD59-A6C34878D82A}">
                    <a16:rowId xmlns:a16="http://schemas.microsoft.com/office/drawing/2014/main" val="3622417617"/>
                  </a:ext>
                </a:extLst>
              </a:tr>
              <a:tr h="1434727">
                <a:tc>
                  <a:txBody>
                    <a:bodyPr/>
                    <a:lstStyle/>
                    <a:p>
                      <a:pPr marL="0" marR="0" lvl="0" indent="0" algn="ctr">
                        <a:lnSpc>
                          <a:spcPct val="107000"/>
                        </a:lnSpc>
                        <a:spcBef>
                          <a:spcPts val="0"/>
                        </a:spcBef>
                        <a:spcAft>
                          <a:spcPts val="0"/>
                        </a:spcAft>
                        <a:buFont typeface="+mj-lt"/>
                        <a:buNone/>
                      </a:pP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 Design and Implement Appropriate Interventions</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2000" i="0" dirty="0">
                          <a:solidFill>
                            <a:schemeClr val="tx1"/>
                          </a:solidFill>
                          <a:effectLst/>
                          <a:latin typeface="Calibri" panose="020F0502020204030204" pitchFamily="34" charset="0"/>
                          <a:ea typeface="Calibri" panose="020F0502020204030204" pitchFamily="34" charset="0"/>
                          <a:cs typeface="Arial" panose="020B0604020202020204" pitchFamily="34" charset="0"/>
                        </a:rPr>
                        <a:t>Implement lesson activities that embed just-in-time interventions alongside grade-level content. </a:t>
                      </a:r>
                    </a:p>
                  </a:txBody>
                  <a:tcPr marL="137160" marR="137160" marT="137160" marB="137160" anchor="ctr"/>
                </a:tc>
                <a:extLst>
                  <a:ext uri="{0D108BD9-81ED-4DB2-BD59-A6C34878D82A}">
                    <a16:rowId xmlns:a16="http://schemas.microsoft.com/office/drawing/2014/main" val="1766994879"/>
                  </a:ext>
                </a:extLst>
              </a:tr>
            </a:tbl>
          </a:graphicData>
        </a:graphic>
      </p:graphicFrame>
    </p:spTree>
    <p:extLst>
      <p:ext uri="{BB962C8B-B14F-4D97-AF65-F5344CB8AC3E}">
        <p14:creationId xmlns:p14="http://schemas.microsoft.com/office/powerpoint/2010/main" val="349310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DC988-5757-514B-ACAA-3E1E13585148}"/>
              </a:ext>
            </a:extLst>
          </p:cNvPr>
          <p:cNvSpPr>
            <a:spLocks noGrp="1"/>
          </p:cNvSpPr>
          <p:nvPr>
            <p:ph type="title"/>
          </p:nvPr>
        </p:nvSpPr>
        <p:spPr/>
        <p:txBody>
          <a:bodyPr/>
          <a:lstStyle/>
          <a:p>
            <a:r>
              <a:rPr lang="en-US" dirty="0"/>
              <a:t>Applying the Steps of Just-in-Time Interventions for Acceleration</a:t>
            </a:r>
          </a:p>
        </p:txBody>
      </p:sp>
      <p:sp>
        <p:nvSpPr>
          <p:cNvPr id="3" name="Content Placeholder 2">
            <a:extLst>
              <a:ext uri="{FF2B5EF4-FFF2-40B4-BE49-F238E27FC236}">
                <a16:creationId xmlns:a16="http://schemas.microsoft.com/office/drawing/2014/main" id="{4B26F7A1-BB8A-0293-1391-DB0BA024DD22}"/>
              </a:ext>
            </a:extLst>
          </p:cNvPr>
          <p:cNvSpPr>
            <a:spLocks noGrp="1"/>
          </p:cNvSpPr>
          <p:nvPr>
            <p:ph idx="1"/>
          </p:nvPr>
        </p:nvSpPr>
        <p:spPr>
          <a:xfrm>
            <a:off x="838200" y="2486025"/>
            <a:ext cx="10515600" cy="3690938"/>
          </a:xfrm>
        </p:spPr>
        <p:txBody>
          <a:bodyPr/>
          <a:lstStyle/>
          <a:p>
            <a:pPr marL="0" indent="0" algn="ctr">
              <a:buNone/>
            </a:pPr>
            <a:r>
              <a:rPr lang="en-US" dirty="0">
                <a:effectLst/>
                <a:latin typeface="Calibri" panose="020F0502020204030204" pitchFamily="34" charset="0"/>
                <a:ea typeface="Calibri" panose="020F0502020204030204" pitchFamily="34" charset="0"/>
                <a:cs typeface="Arial" panose="020B0604020202020204" pitchFamily="34" charset="0"/>
              </a:rPr>
              <a:t>Mr. H is in his fourth-year teaching second grade. This year, he wants to be more intentional about using just-in-time interventions to support students with engaging in grade level content. Follow along with Mr. H as he completes the steps to developing a plan for his just-in-time interventions and respond to the questions along the way. </a:t>
            </a:r>
          </a:p>
          <a:p>
            <a:pPr marL="0" indent="0">
              <a:buNone/>
            </a:pPr>
            <a:endParaRPr lang="en-US" dirty="0"/>
          </a:p>
        </p:txBody>
      </p:sp>
      <p:sp>
        <p:nvSpPr>
          <p:cNvPr id="4" name="Slide Number Placeholder 3">
            <a:extLst>
              <a:ext uri="{FF2B5EF4-FFF2-40B4-BE49-F238E27FC236}">
                <a16:creationId xmlns:a16="http://schemas.microsoft.com/office/drawing/2014/main" id="{15E82A9E-E792-C085-D959-8B44E941C1F3}"/>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776909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BB409D-33D5-628E-9E21-107557A09A18}"/>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300" b="1" kern="1200" dirty="0">
                <a:solidFill>
                  <a:srgbClr val="FFFFFF"/>
                </a:solidFill>
                <a:latin typeface="+mj-lt"/>
                <a:ea typeface="+mj-ea"/>
                <a:cs typeface="+mj-cs"/>
              </a:rPr>
              <a:t>Step 1: </a:t>
            </a:r>
            <a:r>
              <a:rPr lang="en-US" sz="3300" kern="1200" dirty="0">
                <a:solidFill>
                  <a:srgbClr val="FFFFFF"/>
                </a:solidFill>
                <a:latin typeface="+mj-lt"/>
                <a:ea typeface="+mj-ea"/>
                <a:cs typeface="+mj-cs"/>
              </a:rPr>
              <a:t>Identify Prerequisite Skills and Knowledge   </a:t>
            </a:r>
          </a:p>
        </p:txBody>
      </p:sp>
      <p:sp>
        <p:nvSpPr>
          <p:cNvPr id="4" name="Slide Number Placeholder 3">
            <a:extLst>
              <a:ext uri="{FF2B5EF4-FFF2-40B4-BE49-F238E27FC236}">
                <a16:creationId xmlns:a16="http://schemas.microsoft.com/office/drawing/2014/main" id="{C7237D1B-3A35-DDF0-C8F7-E58CA7165937}"/>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pPr>
            <a:fld id="{E2D56C8B-F564-4051-AFED-A78F1C6A2F0E}" type="slidenum">
              <a:rPr lang="en-US">
                <a:solidFill>
                  <a:schemeClr val="tx1">
                    <a:alpha val="80000"/>
                  </a:schemeClr>
                </a:solidFill>
              </a:rPr>
              <a:pPr>
                <a:spcAft>
                  <a:spcPts val="600"/>
                </a:spcAft>
              </a:pPr>
              <a:t>6</a:t>
            </a:fld>
            <a:endParaRPr lang="en-US">
              <a:solidFill>
                <a:schemeClr val="tx1">
                  <a:alpha val="80000"/>
                </a:schemeClr>
              </a:solidFill>
            </a:endParaRPr>
          </a:p>
        </p:txBody>
      </p:sp>
      <p:graphicFrame>
        <p:nvGraphicFramePr>
          <p:cNvPr id="5" name="Table 4">
            <a:extLst>
              <a:ext uri="{FF2B5EF4-FFF2-40B4-BE49-F238E27FC236}">
                <a16:creationId xmlns:a16="http://schemas.microsoft.com/office/drawing/2014/main" id="{25AE19CB-583C-3EE7-372B-05FF834A5320}"/>
              </a:ext>
            </a:extLst>
          </p:cNvPr>
          <p:cNvGraphicFramePr>
            <a:graphicFrameLocks noGrp="1"/>
          </p:cNvGraphicFramePr>
          <p:nvPr>
            <p:extLst>
              <p:ext uri="{D42A27DB-BD31-4B8C-83A1-F6EECF244321}">
                <p14:modId xmlns:p14="http://schemas.microsoft.com/office/powerpoint/2010/main" val="2438906819"/>
              </p:ext>
            </p:extLst>
          </p:nvPr>
        </p:nvGraphicFramePr>
        <p:xfrm>
          <a:off x="4527803" y="208875"/>
          <a:ext cx="7426071" cy="6413453"/>
        </p:xfrm>
        <a:graphic>
          <a:graphicData uri="http://schemas.openxmlformats.org/drawingml/2006/table">
            <a:tbl>
              <a:tblPr firstRow="1" bandRow="1">
                <a:tableStyleId>{5C22544A-7EE6-4342-B048-85BDC9FD1C3A}</a:tableStyleId>
              </a:tblPr>
              <a:tblGrid>
                <a:gridCol w="778762">
                  <a:extLst>
                    <a:ext uri="{9D8B030D-6E8A-4147-A177-3AD203B41FA5}">
                      <a16:colId xmlns:a16="http://schemas.microsoft.com/office/drawing/2014/main" val="2495835355"/>
                    </a:ext>
                  </a:extLst>
                </a:gridCol>
                <a:gridCol w="6647309">
                  <a:extLst>
                    <a:ext uri="{9D8B030D-6E8A-4147-A177-3AD203B41FA5}">
                      <a16:colId xmlns:a16="http://schemas.microsoft.com/office/drawing/2014/main" val="3552040725"/>
                    </a:ext>
                  </a:extLst>
                </a:gridCol>
              </a:tblGrid>
              <a:tr h="368443">
                <a:tc gridSpan="2">
                  <a:txBody>
                    <a:bodyPr/>
                    <a:lstStyle/>
                    <a:p>
                      <a:pPr marL="0" marR="0" algn="ctr">
                        <a:lnSpc>
                          <a:spcPct val="107000"/>
                        </a:lnSpc>
                        <a:spcBef>
                          <a:spcPts val="0"/>
                        </a:spcBef>
                        <a:spcAft>
                          <a:spcPts val="0"/>
                        </a:spcAft>
                      </a:pPr>
                      <a:r>
                        <a:rPr lang="en-US" sz="1800" dirty="0">
                          <a:effectLst/>
                        </a:rPr>
                        <a:t>Grade 2, Module 2: Addition and Subtraction of Length Units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90047" marR="90047" marT="48359" marB="48359" anchor="ctr">
                    <a:solidFill>
                      <a:schemeClr val="accent1">
                        <a:lumMod val="75000"/>
                      </a:schemeClr>
                    </a:solidFill>
                  </a:tcPr>
                </a:tc>
                <a:tc hMerge="1">
                  <a:txBody>
                    <a:bodyPr/>
                    <a:lstStyle/>
                    <a:p>
                      <a:endParaRPr lang="en-US"/>
                    </a:p>
                  </a:txBody>
                  <a:tcPr/>
                </a:tc>
                <a:extLst>
                  <a:ext uri="{0D108BD9-81ED-4DB2-BD59-A6C34878D82A}">
                    <a16:rowId xmlns:a16="http://schemas.microsoft.com/office/drawing/2014/main" val="2714832750"/>
                  </a:ext>
                </a:extLst>
              </a:tr>
              <a:tr h="368443">
                <a:tc gridSpan="2">
                  <a:txBody>
                    <a:bodyPr/>
                    <a:lstStyle/>
                    <a:p>
                      <a:pPr marL="0" marR="0" algn="ctr">
                        <a:lnSpc>
                          <a:spcPct val="107000"/>
                        </a:lnSpc>
                        <a:spcBef>
                          <a:spcPts val="0"/>
                        </a:spcBef>
                        <a:spcAft>
                          <a:spcPts val="0"/>
                        </a:spcAft>
                      </a:pPr>
                      <a:r>
                        <a:rPr lang="en-US" sz="1800" b="1" dirty="0">
                          <a:solidFill>
                            <a:schemeClr val="bg1"/>
                          </a:solidFill>
                          <a:effectLst/>
                        </a:rPr>
                        <a:t>Grade </a:t>
                      </a:r>
                      <a:r>
                        <a:rPr lang="en-US" sz="1800" b="1" kern="1200" dirty="0">
                          <a:solidFill>
                            <a:schemeClr val="bg1"/>
                          </a:solidFill>
                          <a:effectLst/>
                          <a:latin typeface="+mn-lt"/>
                          <a:ea typeface="+mn-ea"/>
                          <a:cs typeface="+mn-cs"/>
                        </a:rPr>
                        <a:t>Level</a:t>
                      </a:r>
                      <a:r>
                        <a:rPr lang="en-US" sz="1800" b="1" dirty="0">
                          <a:solidFill>
                            <a:schemeClr val="bg1"/>
                          </a:solidFill>
                          <a:effectLst/>
                        </a:rPr>
                        <a:t> Content Standards</a:t>
                      </a:r>
                      <a:endParaRPr lang="en-US" sz="1800" b="1"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90047" marR="90047" marT="48359" marB="48359" anchor="ctr">
                    <a:solidFill>
                      <a:schemeClr val="accent1"/>
                    </a:solidFill>
                  </a:tcPr>
                </a:tc>
                <a:tc hMerge="1">
                  <a:txBody>
                    <a:bodyPr/>
                    <a:lstStyle/>
                    <a:p>
                      <a:endParaRPr lang="en-US"/>
                    </a:p>
                  </a:txBody>
                  <a:tcPr/>
                </a:tc>
                <a:extLst>
                  <a:ext uri="{0D108BD9-81ED-4DB2-BD59-A6C34878D82A}">
                    <a16:rowId xmlns:a16="http://schemas.microsoft.com/office/drawing/2014/main" val="1660187434"/>
                  </a:ext>
                </a:extLst>
              </a:tr>
              <a:tr h="839522">
                <a:tc gridSpan="2">
                  <a:txBody>
                    <a:bodyPr/>
                    <a:lstStyle/>
                    <a:p>
                      <a:pPr marL="0" marR="0">
                        <a:lnSpc>
                          <a:spcPct val="107000"/>
                        </a:lnSpc>
                        <a:spcBef>
                          <a:spcPts val="0"/>
                        </a:spcBef>
                        <a:spcAft>
                          <a:spcPts val="0"/>
                        </a:spcAft>
                      </a:pPr>
                      <a:r>
                        <a:rPr lang="en-US" sz="1800" dirty="0">
                          <a:effectLst/>
                        </a:rPr>
                        <a:t>Geometry and Measurement | The student applies mathematical process standards to select and use units to describe length, area, and time. The student is expected to:</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90047" marR="90047" marT="48359" marB="48359"/>
                </a:tc>
                <a:tc hMerge="1">
                  <a:txBody>
                    <a:bodyPr/>
                    <a:lstStyle/>
                    <a:p>
                      <a:endParaRPr lang="en-US"/>
                    </a:p>
                  </a:txBody>
                  <a:tcPr/>
                </a:tc>
                <a:extLst>
                  <a:ext uri="{0D108BD9-81ED-4DB2-BD59-A6C34878D82A}">
                    <a16:rowId xmlns:a16="http://schemas.microsoft.com/office/drawing/2014/main" val="2672401057"/>
                  </a:ext>
                </a:extLst>
              </a:tr>
              <a:tr h="603982">
                <a:tc>
                  <a:txBody>
                    <a:bodyPr/>
                    <a:lstStyle/>
                    <a:p>
                      <a:pPr marL="0" marR="0" algn="ctr">
                        <a:lnSpc>
                          <a:spcPct val="107000"/>
                        </a:lnSpc>
                        <a:spcBef>
                          <a:spcPts val="0"/>
                        </a:spcBef>
                        <a:spcAft>
                          <a:spcPts val="0"/>
                        </a:spcAft>
                      </a:pPr>
                      <a:r>
                        <a:rPr lang="en-US" sz="1600" dirty="0">
                          <a:effectLst/>
                        </a:rPr>
                        <a:t>2.9A</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90047" marR="90047" marT="48359" marB="48359"/>
                </a:tc>
                <a:tc>
                  <a:txBody>
                    <a:bodyPr/>
                    <a:lstStyle/>
                    <a:p>
                      <a:pPr marL="0" marR="0">
                        <a:lnSpc>
                          <a:spcPct val="107000"/>
                        </a:lnSpc>
                        <a:spcBef>
                          <a:spcPts val="0"/>
                        </a:spcBef>
                        <a:spcAft>
                          <a:spcPts val="0"/>
                        </a:spcAft>
                      </a:pPr>
                      <a:r>
                        <a:rPr lang="en-US" sz="1800" dirty="0">
                          <a:effectLst/>
                        </a:rPr>
                        <a:t>find the length of objects using concrete models for standard units of length;</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90047" marR="90047" marT="48359" marB="48359"/>
                </a:tc>
                <a:extLst>
                  <a:ext uri="{0D108BD9-81ED-4DB2-BD59-A6C34878D82A}">
                    <a16:rowId xmlns:a16="http://schemas.microsoft.com/office/drawing/2014/main" val="3632554678"/>
                  </a:ext>
                </a:extLst>
              </a:tr>
              <a:tr h="603982">
                <a:tc>
                  <a:txBody>
                    <a:bodyPr/>
                    <a:lstStyle/>
                    <a:p>
                      <a:pPr marL="0" marR="0" algn="ctr">
                        <a:lnSpc>
                          <a:spcPct val="107000"/>
                        </a:lnSpc>
                        <a:spcBef>
                          <a:spcPts val="0"/>
                        </a:spcBef>
                        <a:spcAft>
                          <a:spcPts val="0"/>
                        </a:spcAft>
                      </a:pPr>
                      <a:r>
                        <a:rPr lang="en-US" sz="1600" dirty="0">
                          <a:effectLst/>
                        </a:rPr>
                        <a:t>2.9B</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90047" marR="90047" marT="48359" marB="48359"/>
                </a:tc>
                <a:tc>
                  <a:txBody>
                    <a:bodyPr/>
                    <a:lstStyle/>
                    <a:p>
                      <a:pPr marL="0" marR="0">
                        <a:lnSpc>
                          <a:spcPct val="107000"/>
                        </a:lnSpc>
                        <a:spcBef>
                          <a:spcPts val="0"/>
                        </a:spcBef>
                        <a:spcAft>
                          <a:spcPts val="0"/>
                        </a:spcAft>
                      </a:pPr>
                      <a:r>
                        <a:rPr lang="en-US" sz="1800" dirty="0">
                          <a:effectLst/>
                        </a:rPr>
                        <a:t>describe the inverse relationship between the size of the unit and the number of units needed to equal the length of an object;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90047" marR="90047" marT="48359" marB="48359"/>
                </a:tc>
                <a:extLst>
                  <a:ext uri="{0D108BD9-81ED-4DB2-BD59-A6C34878D82A}">
                    <a16:rowId xmlns:a16="http://schemas.microsoft.com/office/drawing/2014/main" val="1288775763"/>
                  </a:ext>
                </a:extLst>
              </a:tr>
              <a:tr h="603982">
                <a:tc>
                  <a:txBody>
                    <a:bodyPr/>
                    <a:lstStyle/>
                    <a:p>
                      <a:pPr marL="0" marR="0" algn="ctr">
                        <a:lnSpc>
                          <a:spcPct val="107000"/>
                        </a:lnSpc>
                        <a:spcBef>
                          <a:spcPts val="0"/>
                        </a:spcBef>
                        <a:spcAft>
                          <a:spcPts val="0"/>
                        </a:spcAft>
                      </a:pPr>
                      <a:r>
                        <a:rPr lang="en-US" sz="1600">
                          <a:effectLst/>
                        </a:rPr>
                        <a:t>2.9C</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90047" marR="90047" marT="48359" marB="48359"/>
                </a:tc>
                <a:tc>
                  <a:txBody>
                    <a:bodyPr/>
                    <a:lstStyle/>
                    <a:p>
                      <a:pPr marL="0" marR="0">
                        <a:lnSpc>
                          <a:spcPct val="107000"/>
                        </a:lnSpc>
                        <a:spcBef>
                          <a:spcPts val="0"/>
                        </a:spcBef>
                        <a:spcAft>
                          <a:spcPts val="0"/>
                        </a:spcAft>
                      </a:pPr>
                      <a:r>
                        <a:rPr lang="en-US" sz="1800" dirty="0">
                          <a:effectLst/>
                        </a:rPr>
                        <a:t>represent whole numbers as distances from any given location on a number line;</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90047" marR="90047" marT="48359" marB="48359"/>
                </a:tc>
                <a:extLst>
                  <a:ext uri="{0D108BD9-81ED-4DB2-BD59-A6C34878D82A}">
                    <a16:rowId xmlns:a16="http://schemas.microsoft.com/office/drawing/2014/main" val="1184592674"/>
                  </a:ext>
                </a:extLst>
              </a:tr>
              <a:tr h="368443">
                <a:tc gridSpan="2">
                  <a:txBody>
                    <a:bodyPr/>
                    <a:lstStyle/>
                    <a:p>
                      <a:pPr marL="0" marR="0" algn="ctr" defTabSz="914400" rtl="0" eaLnBrk="1" latinLnBrk="0" hangingPunct="1">
                        <a:lnSpc>
                          <a:spcPct val="107000"/>
                        </a:lnSpc>
                        <a:spcBef>
                          <a:spcPts val="0"/>
                        </a:spcBef>
                        <a:spcAft>
                          <a:spcPts val="0"/>
                        </a:spcAft>
                      </a:pPr>
                      <a:r>
                        <a:rPr lang="en-US" sz="1800" b="1" kern="1200" dirty="0">
                          <a:solidFill>
                            <a:schemeClr val="bg1"/>
                          </a:solidFill>
                          <a:effectLst/>
                          <a:latin typeface="+mn-lt"/>
                          <a:ea typeface="+mn-ea"/>
                          <a:cs typeface="+mn-cs"/>
                        </a:rPr>
                        <a:t>Foundational Standards</a:t>
                      </a:r>
                    </a:p>
                  </a:txBody>
                  <a:tcPr marL="90047" marR="90047" marT="48359" marB="48359">
                    <a:solidFill>
                      <a:schemeClr val="accent1"/>
                    </a:solidFill>
                  </a:tcPr>
                </a:tc>
                <a:tc hMerge="1">
                  <a:txBody>
                    <a:bodyPr/>
                    <a:lstStyle/>
                    <a:p>
                      <a:endParaRPr lang="en-US"/>
                    </a:p>
                  </a:txBody>
                  <a:tcPr/>
                </a:tc>
                <a:extLst>
                  <a:ext uri="{0D108BD9-81ED-4DB2-BD59-A6C34878D82A}">
                    <a16:rowId xmlns:a16="http://schemas.microsoft.com/office/drawing/2014/main" val="750464613"/>
                  </a:ext>
                </a:extLst>
              </a:tr>
              <a:tr h="603982">
                <a:tc>
                  <a:txBody>
                    <a:bodyPr/>
                    <a:lstStyle/>
                    <a:p>
                      <a:pPr marL="0" marR="0" algn="ctr">
                        <a:lnSpc>
                          <a:spcPct val="107000"/>
                        </a:lnSpc>
                        <a:spcBef>
                          <a:spcPts val="0"/>
                        </a:spcBef>
                        <a:spcAft>
                          <a:spcPts val="0"/>
                        </a:spcAft>
                      </a:pPr>
                      <a:r>
                        <a:rPr lang="en-US" sz="1600">
                          <a:effectLst/>
                        </a:rPr>
                        <a:t>1.7A</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90047" marR="90047" marT="48359" marB="48359"/>
                </a:tc>
                <a:tc>
                  <a:txBody>
                    <a:bodyPr/>
                    <a:lstStyle/>
                    <a:p>
                      <a:pPr marL="0" marR="0">
                        <a:lnSpc>
                          <a:spcPct val="107000"/>
                        </a:lnSpc>
                        <a:spcBef>
                          <a:spcPts val="0"/>
                        </a:spcBef>
                        <a:spcAft>
                          <a:spcPts val="0"/>
                        </a:spcAft>
                      </a:pPr>
                      <a:r>
                        <a:rPr lang="en-US" sz="1800" dirty="0">
                          <a:effectLst/>
                        </a:rPr>
                        <a:t>use measuring tools to measure the length of objects to reinforce the continuous nature of linear measurement;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90047" marR="90047" marT="48359" marB="48359"/>
                </a:tc>
                <a:extLst>
                  <a:ext uri="{0D108BD9-81ED-4DB2-BD59-A6C34878D82A}">
                    <a16:rowId xmlns:a16="http://schemas.microsoft.com/office/drawing/2014/main" val="3859181875"/>
                  </a:ext>
                </a:extLst>
              </a:tr>
              <a:tr h="839522">
                <a:tc>
                  <a:txBody>
                    <a:bodyPr/>
                    <a:lstStyle/>
                    <a:p>
                      <a:pPr marL="0" marR="0" algn="ctr">
                        <a:lnSpc>
                          <a:spcPct val="107000"/>
                        </a:lnSpc>
                        <a:spcBef>
                          <a:spcPts val="0"/>
                        </a:spcBef>
                        <a:spcAft>
                          <a:spcPts val="0"/>
                        </a:spcAft>
                      </a:pPr>
                      <a:r>
                        <a:rPr lang="en-US" sz="1600">
                          <a:effectLst/>
                        </a:rPr>
                        <a:t>1.7B</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90047" marR="90047" marT="48359" marB="48359"/>
                </a:tc>
                <a:tc>
                  <a:txBody>
                    <a:bodyPr/>
                    <a:lstStyle/>
                    <a:p>
                      <a:pPr marL="0" marR="0">
                        <a:lnSpc>
                          <a:spcPct val="107000"/>
                        </a:lnSpc>
                        <a:spcBef>
                          <a:spcPts val="0"/>
                        </a:spcBef>
                        <a:spcAft>
                          <a:spcPts val="0"/>
                        </a:spcAft>
                      </a:pPr>
                      <a:r>
                        <a:rPr lang="en-US" sz="1800" dirty="0">
                          <a:effectLst/>
                        </a:rPr>
                        <a:t>illustrate that the length of an object is the number of same-size units of length that, when laid end-to-end with no gaps or overlaps, reach from one end of the object to the other;</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90047" marR="90047" marT="48359" marB="48359"/>
                </a:tc>
                <a:extLst>
                  <a:ext uri="{0D108BD9-81ED-4DB2-BD59-A6C34878D82A}">
                    <a16:rowId xmlns:a16="http://schemas.microsoft.com/office/drawing/2014/main" val="1405028648"/>
                  </a:ext>
                </a:extLst>
              </a:tr>
              <a:tr h="368443">
                <a:tc>
                  <a:txBody>
                    <a:bodyPr/>
                    <a:lstStyle/>
                    <a:p>
                      <a:pPr marL="0" marR="0" algn="ctr">
                        <a:lnSpc>
                          <a:spcPct val="107000"/>
                        </a:lnSpc>
                        <a:spcBef>
                          <a:spcPts val="0"/>
                        </a:spcBef>
                        <a:spcAft>
                          <a:spcPts val="0"/>
                        </a:spcAft>
                      </a:pPr>
                      <a:r>
                        <a:rPr lang="en-US" sz="1600">
                          <a:effectLst/>
                        </a:rPr>
                        <a:t>1.7D</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90047" marR="90047" marT="48359" marB="48359"/>
                </a:tc>
                <a:tc>
                  <a:txBody>
                    <a:bodyPr/>
                    <a:lstStyle/>
                    <a:p>
                      <a:pPr marL="0" marR="0">
                        <a:lnSpc>
                          <a:spcPct val="107000"/>
                        </a:lnSpc>
                        <a:spcBef>
                          <a:spcPts val="0"/>
                        </a:spcBef>
                        <a:spcAft>
                          <a:spcPts val="0"/>
                        </a:spcAft>
                      </a:pPr>
                      <a:r>
                        <a:rPr lang="en-US" sz="1800" dirty="0">
                          <a:effectLst/>
                        </a:rPr>
                        <a:t>describe a length to the nearest whole unit using a number and a unit.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90047" marR="90047" marT="48359" marB="48359"/>
                </a:tc>
                <a:extLst>
                  <a:ext uri="{0D108BD9-81ED-4DB2-BD59-A6C34878D82A}">
                    <a16:rowId xmlns:a16="http://schemas.microsoft.com/office/drawing/2014/main" val="532898086"/>
                  </a:ext>
                </a:extLst>
              </a:tr>
            </a:tbl>
          </a:graphicData>
        </a:graphic>
      </p:graphicFrame>
    </p:spTree>
    <p:extLst>
      <p:ext uri="{BB962C8B-B14F-4D97-AF65-F5344CB8AC3E}">
        <p14:creationId xmlns:p14="http://schemas.microsoft.com/office/powerpoint/2010/main" val="4254880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BB409D-33D5-628E-9E21-107557A09A18}"/>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300" b="1" kern="1200" dirty="0">
                <a:solidFill>
                  <a:srgbClr val="FFFFFF"/>
                </a:solidFill>
                <a:latin typeface="+mj-lt"/>
                <a:ea typeface="+mj-ea"/>
                <a:cs typeface="+mj-cs"/>
              </a:rPr>
              <a:t>Step 1: </a:t>
            </a:r>
            <a:r>
              <a:rPr lang="en-US" sz="3300" kern="1200" dirty="0">
                <a:solidFill>
                  <a:srgbClr val="FFFFFF"/>
                </a:solidFill>
                <a:latin typeface="+mj-lt"/>
                <a:ea typeface="+mj-ea"/>
                <a:cs typeface="+mj-cs"/>
              </a:rPr>
              <a:t>Identify Prerequisite Skills and Knowledge </a:t>
            </a:r>
          </a:p>
        </p:txBody>
      </p:sp>
      <p:sp>
        <p:nvSpPr>
          <p:cNvPr id="4" name="Slide Number Placeholder 3">
            <a:extLst>
              <a:ext uri="{FF2B5EF4-FFF2-40B4-BE49-F238E27FC236}">
                <a16:creationId xmlns:a16="http://schemas.microsoft.com/office/drawing/2014/main" id="{C7237D1B-3A35-DDF0-C8F7-E58CA7165937}"/>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pPr>
            <a:fld id="{E2D56C8B-F564-4051-AFED-A78F1C6A2F0E}" type="slidenum">
              <a:rPr lang="en-US">
                <a:solidFill>
                  <a:schemeClr val="tx1">
                    <a:alpha val="80000"/>
                  </a:schemeClr>
                </a:solidFill>
              </a:rPr>
              <a:pPr>
                <a:spcAft>
                  <a:spcPts val="600"/>
                </a:spcAft>
              </a:pPr>
              <a:t>7</a:t>
            </a:fld>
            <a:endParaRPr lang="en-US">
              <a:solidFill>
                <a:schemeClr val="tx1">
                  <a:alpha val="80000"/>
                </a:schemeClr>
              </a:solidFill>
            </a:endParaRPr>
          </a:p>
        </p:txBody>
      </p:sp>
      <p:sp>
        <p:nvSpPr>
          <p:cNvPr id="3" name="TextBox 2">
            <a:extLst>
              <a:ext uri="{FF2B5EF4-FFF2-40B4-BE49-F238E27FC236}">
                <a16:creationId xmlns:a16="http://schemas.microsoft.com/office/drawing/2014/main" id="{C8F9FD34-DEB3-EC9D-FA17-4ED63A3AB4C2}"/>
              </a:ext>
            </a:extLst>
          </p:cNvPr>
          <p:cNvSpPr txBox="1"/>
          <p:nvPr/>
        </p:nvSpPr>
        <p:spPr>
          <a:xfrm>
            <a:off x="5076824" y="1028700"/>
            <a:ext cx="6397753" cy="4524315"/>
          </a:xfrm>
          <a:prstGeom prst="rect">
            <a:avLst/>
          </a:prstGeom>
          <a:noFill/>
        </p:spPr>
        <p:txBody>
          <a:bodyPr wrap="square" rtlCol="0">
            <a:spAutoFit/>
          </a:bodyPr>
          <a:lstStyle/>
          <a:p>
            <a:pPr marL="342900" indent="-342900">
              <a:buFont typeface="+mj-lt"/>
              <a:buAutoNum type="arabicPeriod"/>
            </a:pPr>
            <a:r>
              <a:rPr lang="en-US" sz="3200" b="1" dirty="0"/>
              <a:t>Based on the standards above, what foundational concepts should students know in order to be successful on the 2nd-grade content?</a:t>
            </a:r>
          </a:p>
          <a:p>
            <a:pPr marL="342900" indent="-342900">
              <a:buFont typeface="+mj-lt"/>
              <a:buAutoNum type="arabicPeriod"/>
            </a:pPr>
            <a:endParaRPr lang="en-US" sz="3200" b="1" dirty="0"/>
          </a:p>
          <a:p>
            <a:pPr marL="342900" indent="-342900">
              <a:buFont typeface="+mj-lt"/>
              <a:buAutoNum type="arabicPeriod"/>
            </a:pPr>
            <a:r>
              <a:rPr lang="en-US" sz="3200" b="1" dirty="0"/>
              <a:t>Why is it important that a student can do this before moving onto grade level content?</a:t>
            </a:r>
          </a:p>
        </p:txBody>
      </p:sp>
    </p:spTree>
    <p:extLst>
      <p:ext uri="{BB962C8B-B14F-4D97-AF65-F5344CB8AC3E}">
        <p14:creationId xmlns:p14="http://schemas.microsoft.com/office/powerpoint/2010/main" val="769430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BB409D-33D5-628E-9E21-107557A09A18}"/>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300" b="1" kern="1200" dirty="0">
                <a:solidFill>
                  <a:srgbClr val="FFFFFF"/>
                </a:solidFill>
                <a:latin typeface="+mj-lt"/>
                <a:ea typeface="+mj-ea"/>
                <a:cs typeface="+mj-cs"/>
              </a:rPr>
              <a:t>Step 1: </a:t>
            </a:r>
            <a:r>
              <a:rPr lang="en-US" sz="3300" kern="1200" dirty="0">
                <a:solidFill>
                  <a:srgbClr val="FFFFFF"/>
                </a:solidFill>
                <a:latin typeface="+mj-lt"/>
                <a:ea typeface="+mj-ea"/>
                <a:cs typeface="+mj-cs"/>
              </a:rPr>
              <a:t>Identify Prerequisite Skills and Knowledge  </a:t>
            </a:r>
          </a:p>
        </p:txBody>
      </p:sp>
      <p:sp>
        <p:nvSpPr>
          <p:cNvPr id="4" name="Slide Number Placeholder 3">
            <a:extLst>
              <a:ext uri="{FF2B5EF4-FFF2-40B4-BE49-F238E27FC236}">
                <a16:creationId xmlns:a16="http://schemas.microsoft.com/office/drawing/2014/main" id="{C7237D1B-3A35-DDF0-C8F7-E58CA7165937}"/>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pPr>
            <a:fld id="{E2D56C8B-F564-4051-AFED-A78F1C6A2F0E}" type="slidenum">
              <a:rPr lang="en-US">
                <a:solidFill>
                  <a:schemeClr val="tx1">
                    <a:alpha val="80000"/>
                  </a:schemeClr>
                </a:solidFill>
              </a:rPr>
              <a:pPr>
                <a:spcAft>
                  <a:spcPts val="600"/>
                </a:spcAft>
              </a:pPr>
              <a:t>8</a:t>
            </a:fld>
            <a:endParaRPr lang="en-US">
              <a:solidFill>
                <a:schemeClr val="tx1">
                  <a:alpha val="80000"/>
                </a:schemeClr>
              </a:solidFill>
            </a:endParaRPr>
          </a:p>
        </p:txBody>
      </p:sp>
      <p:sp>
        <p:nvSpPr>
          <p:cNvPr id="3" name="TextBox 2">
            <a:extLst>
              <a:ext uri="{FF2B5EF4-FFF2-40B4-BE49-F238E27FC236}">
                <a16:creationId xmlns:a16="http://schemas.microsoft.com/office/drawing/2014/main" id="{C8F9FD34-DEB3-EC9D-FA17-4ED63A3AB4C2}"/>
              </a:ext>
            </a:extLst>
          </p:cNvPr>
          <p:cNvSpPr txBox="1"/>
          <p:nvPr/>
        </p:nvSpPr>
        <p:spPr>
          <a:xfrm>
            <a:off x="4527804" y="228600"/>
            <a:ext cx="7187946" cy="6475555"/>
          </a:xfrm>
          <a:prstGeom prst="rect">
            <a:avLst/>
          </a:prstGeom>
          <a:noFill/>
        </p:spPr>
        <p:txBody>
          <a:bodyPr wrap="square" rtlCol="0">
            <a:spAutoFit/>
          </a:bodyPr>
          <a:lstStyle/>
          <a:p>
            <a:pPr marL="0" marR="0">
              <a:lnSpc>
                <a:spcPct val="107000"/>
              </a:lnSpc>
              <a:spcBef>
                <a:spcPts val="0"/>
              </a:spcBef>
              <a:spcAft>
                <a:spcPts val="800"/>
              </a:spcAft>
            </a:pPr>
            <a:r>
              <a:rPr lang="en-US" sz="2800" b="1" dirty="0">
                <a:effectLst/>
                <a:latin typeface="Calibri" panose="020F0502020204030204" pitchFamily="34" charset="0"/>
                <a:ea typeface="Calibri" panose="020F0502020204030204" pitchFamily="34" charset="0"/>
                <a:cs typeface="Calibri" panose="020F0502020204030204" pitchFamily="34" charset="0"/>
              </a:rPr>
              <a:t>Pre-Test Results:</a:t>
            </a:r>
          </a:p>
          <a:p>
            <a:pPr marL="0" marR="0">
              <a:lnSpc>
                <a:spcPct val="107000"/>
              </a:lnSpc>
              <a:spcBef>
                <a:spcPts val="0"/>
              </a:spcBef>
              <a:spcAft>
                <a:spcPts val="800"/>
              </a:spcAft>
            </a:pPr>
            <a:r>
              <a:rPr lang="en-US" sz="2800" dirty="0">
                <a:effectLst/>
                <a:latin typeface="Calibri" panose="020F0502020204030204" pitchFamily="34" charset="0"/>
                <a:ea typeface="Calibri" panose="020F0502020204030204" pitchFamily="34" charset="0"/>
                <a:cs typeface="Calibri" panose="020F0502020204030204" pitchFamily="34" charset="0"/>
              </a:rPr>
              <a:t>In his class of 18 students, </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Calibri" panose="020F0502020204030204" pitchFamily="34" charset="0"/>
              </a:rPr>
              <a:t>17 students were able to correctly compare the units to identify student’s preferred vegetable.</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Calibri" panose="020F0502020204030204" pitchFamily="34" charset="0"/>
              </a:rPr>
              <a:t>12 students were able to correctly identify what pictures had the correct measurements in centimeter cubes. </a:t>
            </a:r>
          </a:p>
          <a:p>
            <a:pPr marL="342900" marR="0" lvl="0" indent="-342900">
              <a:lnSpc>
                <a:spcPct val="107000"/>
              </a:lnSpc>
              <a:spcBef>
                <a:spcPts val="0"/>
              </a:spcBef>
              <a:spcAft>
                <a:spcPts val="800"/>
              </a:spcAft>
              <a:buFont typeface="Symbol" panose="05050102010706020507" pitchFamily="18" charset="2"/>
              <a:buChar char=""/>
            </a:pPr>
            <a:endParaRPr lang="en-US" sz="2800" dirty="0">
              <a:effectLst/>
              <a:latin typeface="Calibri" panose="020F0502020204030204" pitchFamily="34" charset="0"/>
              <a:ea typeface="Calibri" panose="020F0502020204030204" pitchFamily="34" charset="0"/>
              <a:cs typeface="Calibri" panose="020F0502020204030204" pitchFamily="34" charset="0"/>
            </a:endParaRPr>
          </a:p>
          <a:p>
            <a:pPr marL="342900" indent="-342900">
              <a:lnSpc>
                <a:spcPct val="107000"/>
              </a:lnSpc>
              <a:spcAft>
                <a:spcPts val="800"/>
              </a:spcAft>
              <a:buFont typeface="+mj-lt"/>
              <a:buAutoNum type="arabicPeriod" startAt="3"/>
            </a:pPr>
            <a:r>
              <a:rPr lang="en-US" sz="2800" b="1" dirty="0">
                <a:effectLst/>
                <a:latin typeface="Calibri" panose="020F0502020204030204" pitchFamily="34" charset="0"/>
                <a:ea typeface="Calibri" panose="020F0502020204030204" pitchFamily="34" charset="0"/>
                <a:cs typeface="Arial" panose="020B0604020202020204" pitchFamily="34" charset="0"/>
              </a:rPr>
              <a:t>Given the results of this assessment, what concept should Mr. H focus on with his just-in-time intervention? How many students should be in this intervention group?</a:t>
            </a:r>
          </a:p>
        </p:txBody>
      </p:sp>
    </p:spTree>
    <p:extLst>
      <p:ext uri="{BB962C8B-B14F-4D97-AF65-F5344CB8AC3E}">
        <p14:creationId xmlns:p14="http://schemas.microsoft.com/office/powerpoint/2010/main" val="3953333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476D3E7C-C6C4-7161-20F4-8B6CDA7CEB32}"/>
              </a:ext>
              <a:ext uri="{C183D7F6-B498-43B3-948B-1728B52AA6E4}">
                <adec:decorative xmlns:adec="http://schemas.microsoft.com/office/drawing/2017/decorative" val="1"/>
              </a:ext>
            </a:extLst>
          </p:cNvPr>
          <p:cNvSpPr/>
          <p:nvPr/>
        </p:nvSpPr>
        <p:spPr>
          <a:xfrm rot="5400000">
            <a:off x="392633" y="1859183"/>
            <a:ext cx="3336139" cy="3499104"/>
          </a:xfrm>
          <a:custGeom>
            <a:avLst/>
            <a:gdLst>
              <a:gd name="connsiteX0" fmla="*/ 0 w 3336139"/>
              <a:gd name="connsiteY0" fmla="*/ 531876 h 3499104"/>
              <a:gd name="connsiteX1" fmla="*/ 1714513 w 3336139"/>
              <a:gd name="connsiteY1" fmla="*/ 0 h 3499104"/>
              <a:gd name="connsiteX2" fmla="*/ 3333748 w 3336139"/>
              <a:gd name="connsiteY2" fmla="*/ 531876 h 3499104"/>
              <a:gd name="connsiteX3" fmla="*/ 3336139 w 3336139"/>
              <a:gd name="connsiteY3" fmla="*/ 531876 h 3499104"/>
              <a:gd name="connsiteX4" fmla="*/ 3336139 w 3336139"/>
              <a:gd name="connsiteY4" fmla="*/ 3499104 h 3499104"/>
              <a:gd name="connsiteX5" fmla="*/ 2389 w 3336139"/>
              <a:gd name="connsiteY5" fmla="*/ 3499104 h 3499104"/>
              <a:gd name="connsiteX6" fmla="*/ 2389 w 3336139"/>
              <a:gd name="connsiteY6" fmla="*/ 531876 h 3499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36139" h="3499104">
                <a:moveTo>
                  <a:pt x="0" y="531876"/>
                </a:moveTo>
                <a:lnTo>
                  <a:pt x="1714513" y="0"/>
                </a:lnTo>
                <a:lnTo>
                  <a:pt x="3333748" y="531876"/>
                </a:lnTo>
                <a:lnTo>
                  <a:pt x="3336139" y="531876"/>
                </a:lnTo>
                <a:lnTo>
                  <a:pt x="3336139" y="3499104"/>
                </a:lnTo>
                <a:lnTo>
                  <a:pt x="2389" y="3499104"/>
                </a:lnTo>
                <a:lnTo>
                  <a:pt x="2389" y="531876"/>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06E3031-8857-FB9B-F144-220C160017B2}"/>
              </a:ext>
            </a:extLst>
          </p:cNvPr>
          <p:cNvSpPr txBox="1">
            <a:spLocks noGrp="1"/>
          </p:cNvSpPr>
          <p:nvPr>
            <p:ph type="title" idx="4294967295"/>
          </p:nvPr>
        </p:nvSpPr>
        <p:spPr>
          <a:xfrm>
            <a:off x="746252" y="2335107"/>
            <a:ext cx="2628900" cy="2547257"/>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srgbClr val="FFFFFF"/>
                </a:solidFill>
                <a:effectLst/>
                <a:uLnTx/>
                <a:uFillTx/>
                <a:latin typeface="+mj-lt"/>
                <a:ea typeface="+mj-ea"/>
                <a:cs typeface="+mj-cs"/>
              </a:rPr>
              <a:t>Step 2:</a:t>
            </a:r>
            <a:r>
              <a:rPr kumimoji="0" lang="en-US" sz="3300" b="0" i="0" u="none" strike="noStrike" kern="1200" cap="none" spc="0" normalizeH="0" baseline="0" noProof="0" dirty="0">
                <a:ln>
                  <a:noFill/>
                </a:ln>
                <a:solidFill>
                  <a:srgbClr val="FFFFFF"/>
                </a:solidFill>
                <a:effectLst/>
                <a:uLnTx/>
                <a:uFillTx/>
                <a:latin typeface="+mj-lt"/>
                <a:ea typeface="+mj-ea"/>
                <a:cs typeface="+mj-cs"/>
              </a:rPr>
              <a:t> Schedule within the Scope and Sequence</a:t>
            </a:r>
          </a:p>
        </p:txBody>
      </p:sp>
      <p:graphicFrame>
        <p:nvGraphicFramePr>
          <p:cNvPr id="5" name="Content Placeholder 4">
            <a:extLst>
              <a:ext uri="{FF2B5EF4-FFF2-40B4-BE49-F238E27FC236}">
                <a16:creationId xmlns:a16="http://schemas.microsoft.com/office/drawing/2014/main" id="{8131DEEA-3EB2-1783-A331-B0CE921C58DF}"/>
              </a:ext>
            </a:extLst>
          </p:cNvPr>
          <p:cNvGraphicFramePr>
            <a:graphicFrameLocks noGrp="1"/>
          </p:cNvGraphicFramePr>
          <p:nvPr>
            <p:ph idx="1"/>
          </p:nvPr>
        </p:nvGraphicFramePr>
        <p:xfrm>
          <a:off x="3906046" y="143723"/>
          <a:ext cx="8133553" cy="6570554"/>
        </p:xfrm>
        <a:graphic>
          <a:graphicData uri="http://schemas.openxmlformats.org/drawingml/2006/table">
            <a:tbl>
              <a:tblPr firstRow="1" firstCol="1" bandRow="1">
                <a:tableStyleId>{5C22544A-7EE6-4342-B048-85BDC9FD1C3A}</a:tableStyleId>
              </a:tblPr>
              <a:tblGrid>
                <a:gridCol w="626571">
                  <a:extLst>
                    <a:ext uri="{9D8B030D-6E8A-4147-A177-3AD203B41FA5}">
                      <a16:colId xmlns:a16="http://schemas.microsoft.com/office/drawing/2014/main" val="1335259200"/>
                    </a:ext>
                  </a:extLst>
                </a:gridCol>
                <a:gridCol w="934733">
                  <a:extLst>
                    <a:ext uri="{9D8B030D-6E8A-4147-A177-3AD203B41FA5}">
                      <a16:colId xmlns:a16="http://schemas.microsoft.com/office/drawing/2014/main" val="3875359479"/>
                    </a:ext>
                  </a:extLst>
                </a:gridCol>
                <a:gridCol w="5972175">
                  <a:extLst>
                    <a:ext uri="{9D8B030D-6E8A-4147-A177-3AD203B41FA5}">
                      <a16:colId xmlns:a16="http://schemas.microsoft.com/office/drawing/2014/main" val="3391757868"/>
                    </a:ext>
                  </a:extLst>
                </a:gridCol>
                <a:gridCol w="600074">
                  <a:extLst>
                    <a:ext uri="{9D8B030D-6E8A-4147-A177-3AD203B41FA5}">
                      <a16:colId xmlns:a16="http://schemas.microsoft.com/office/drawing/2014/main" val="2040543637"/>
                    </a:ext>
                  </a:extLst>
                </a:gridCol>
              </a:tblGrid>
              <a:tr h="204771">
                <a:tc>
                  <a:txBody>
                    <a:bodyPr/>
                    <a:lstStyle/>
                    <a:p>
                      <a:pPr marL="0" marR="0" algn="ctr">
                        <a:lnSpc>
                          <a:spcPct val="107000"/>
                        </a:lnSpc>
                        <a:spcBef>
                          <a:spcPts val="0"/>
                        </a:spcBef>
                        <a:spcAft>
                          <a:spcPts val="0"/>
                        </a:spcAft>
                      </a:pPr>
                      <a:r>
                        <a:rPr lang="en-US" sz="1600" dirty="0">
                          <a:effectLst/>
                        </a:rPr>
                        <a:t>TEKS</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gn="ctr">
                        <a:lnSpc>
                          <a:spcPct val="107000"/>
                        </a:lnSpc>
                        <a:spcBef>
                          <a:spcPts val="0"/>
                        </a:spcBef>
                        <a:spcAft>
                          <a:spcPts val="0"/>
                        </a:spcAft>
                      </a:pPr>
                      <a:r>
                        <a:rPr lang="en-US" sz="1600" dirty="0">
                          <a:effectLst/>
                        </a:rPr>
                        <a:t>Lesson Number</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gn="ctr">
                        <a:lnSpc>
                          <a:spcPct val="107000"/>
                        </a:lnSpc>
                        <a:spcBef>
                          <a:spcPts val="0"/>
                        </a:spcBef>
                        <a:spcAft>
                          <a:spcPts val="0"/>
                        </a:spcAft>
                      </a:pPr>
                      <a:r>
                        <a:rPr lang="en-US" sz="1600">
                          <a:effectLst/>
                        </a:rPr>
                        <a:t>Lesson Topics</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rowSpan="2">
                  <a:txBody>
                    <a:bodyPr/>
                    <a:lstStyle/>
                    <a:p>
                      <a:pPr marL="0" marR="0" algn="r">
                        <a:lnSpc>
                          <a:spcPct val="107000"/>
                        </a:lnSpc>
                        <a:spcBef>
                          <a:spcPts val="0"/>
                        </a:spcBef>
                        <a:spcAft>
                          <a:spcPts val="800"/>
                        </a:spcAft>
                      </a:pPr>
                      <a:r>
                        <a:rPr lang="en-US" sz="1600" dirty="0">
                          <a:effectLst/>
                        </a:rPr>
                        <a:t> </a:t>
                      </a:r>
                      <a:endParaRPr lang="en-US" sz="16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0"/>
                        </a:spcAft>
                      </a:pPr>
                      <a:r>
                        <a:rPr lang="en-US" sz="1600" dirty="0">
                          <a:effectLst/>
                        </a:rPr>
                        <a:t>A</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extLst>
                  <a:ext uri="{0D108BD9-81ED-4DB2-BD59-A6C34878D82A}">
                    <a16:rowId xmlns:a16="http://schemas.microsoft.com/office/drawing/2014/main" val="1107736287"/>
                  </a:ext>
                </a:extLst>
              </a:tr>
              <a:tr h="633338">
                <a:tc rowSpan="3">
                  <a:txBody>
                    <a:bodyPr/>
                    <a:lstStyle/>
                    <a:p>
                      <a:pPr marL="0" marR="0" algn="ctr">
                        <a:lnSpc>
                          <a:spcPct val="107000"/>
                        </a:lnSpc>
                        <a:spcBef>
                          <a:spcPts val="0"/>
                        </a:spcBef>
                        <a:spcAft>
                          <a:spcPts val="0"/>
                        </a:spcAft>
                      </a:pPr>
                      <a:r>
                        <a:rPr lang="en-US" sz="1600" dirty="0">
                          <a:effectLst/>
                        </a:rPr>
                        <a:t>2.9A</a:t>
                      </a:r>
                    </a:p>
                    <a:p>
                      <a:pPr marL="0" marR="0" algn="ctr">
                        <a:lnSpc>
                          <a:spcPct val="107000"/>
                        </a:lnSpc>
                        <a:spcBef>
                          <a:spcPts val="0"/>
                        </a:spcBef>
                        <a:spcAft>
                          <a:spcPts val="0"/>
                        </a:spcAft>
                      </a:pPr>
                      <a:r>
                        <a:rPr lang="en-US" sz="1600" dirty="0">
                          <a:effectLst/>
                        </a:rPr>
                        <a:t>2.9D</a:t>
                      </a:r>
                    </a:p>
                    <a:p>
                      <a:pPr marL="0" marR="0" algn="ctr">
                        <a:lnSpc>
                          <a:spcPct val="107000"/>
                        </a:lnSpc>
                        <a:spcBef>
                          <a:spcPts val="0"/>
                        </a:spcBef>
                        <a:spcAft>
                          <a:spcPts val="0"/>
                        </a:spcAft>
                      </a:pPr>
                      <a:r>
                        <a:rPr lang="en-US" sz="1600" dirty="0">
                          <a:effectLst/>
                        </a:rPr>
                        <a:t>2.9B</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gn="ctr">
                        <a:lnSpc>
                          <a:spcPct val="107000"/>
                        </a:lnSpc>
                        <a:spcBef>
                          <a:spcPts val="0"/>
                        </a:spcBef>
                        <a:spcAft>
                          <a:spcPts val="0"/>
                        </a:spcAft>
                      </a:pPr>
                      <a:r>
                        <a:rPr lang="en-US" sz="1600" dirty="0">
                          <a:effectLst/>
                        </a:rPr>
                        <a:t>1</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nSpc>
                          <a:spcPct val="107000"/>
                        </a:lnSpc>
                        <a:spcBef>
                          <a:spcPts val="0"/>
                        </a:spcBef>
                        <a:spcAft>
                          <a:spcPts val="0"/>
                        </a:spcAft>
                      </a:pPr>
                      <a:r>
                        <a:rPr lang="en-US" sz="1600" dirty="0">
                          <a:effectLst/>
                        </a:rPr>
                        <a:t>Connect measurement with physical units by using multiple copies of the same physical unit to measure.</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vMerge="1">
                  <a:txBody>
                    <a:bodyPr/>
                    <a:lstStyle/>
                    <a:p>
                      <a:endParaRPr lang="en-US"/>
                    </a:p>
                  </a:txBody>
                  <a:tcPr/>
                </a:tc>
                <a:extLst>
                  <a:ext uri="{0D108BD9-81ED-4DB2-BD59-A6C34878D82A}">
                    <a16:rowId xmlns:a16="http://schemas.microsoft.com/office/drawing/2014/main" val="2576744187"/>
                  </a:ext>
                </a:extLst>
              </a:tr>
              <a:tr h="419054">
                <a:tc vMerge="1">
                  <a:txBody>
                    <a:bodyPr/>
                    <a:lstStyle/>
                    <a:p>
                      <a:endParaRPr lang="en-US"/>
                    </a:p>
                  </a:txBody>
                  <a:tcPr/>
                </a:tc>
                <a:tc>
                  <a:txBody>
                    <a:bodyPr/>
                    <a:lstStyle/>
                    <a:p>
                      <a:pPr marL="0" marR="0" algn="ctr">
                        <a:lnSpc>
                          <a:spcPct val="107000"/>
                        </a:lnSpc>
                        <a:spcBef>
                          <a:spcPts val="0"/>
                        </a:spcBef>
                        <a:spcAft>
                          <a:spcPts val="0"/>
                        </a:spcAft>
                      </a:pPr>
                      <a:r>
                        <a:rPr lang="en-US" sz="1600" dirty="0">
                          <a:effectLst/>
                        </a:rPr>
                        <a:t>2</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nSpc>
                          <a:spcPct val="107000"/>
                        </a:lnSpc>
                        <a:spcBef>
                          <a:spcPts val="0"/>
                        </a:spcBef>
                        <a:spcAft>
                          <a:spcPts val="0"/>
                        </a:spcAft>
                      </a:pPr>
                      <a:r>
                        <a:rPr lang="en-US" sz="1600">
                          <a:effectLst/>
                        </a:rPr>
                        <a:t>Use iteration with one physical unit to measure.</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nSpc>
                          <a:spcPct val="107000"/>
                        </a:lnSpc>
                        <a:spcBef>
                          <a:spcPts val="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tc>
                <a:extLst>
                  <a:ext uri="{0D108BD9-81ED-4DB2-BD59-A6C34878D82A}">
                    <a16:rowId xmlns:a16="http://schemas.microsoft.com/office/drawing/2014/main" val="2345467733"/>
                  </a:ext>
                </a:extLst>
              </a:tr>
              <a:tr h="419054">
                <a:tc vMerge="1">
                  <a:txBody>
                    <a:bodyPr/>
                    <a:lstStyle/>
                    <a:p>
                      <a:endParaRPr lang="en-US"/>
                    </a:p>
                  </a:txBody>
                  <a:tcPr/>
                </a:tc>
                <a:tc>
                  <a:txBody>
                    <a:bodyPr/>
                    <a:lstStyle/>
                    <a:p>
                      <a:pPr marL="0" marR="0" algn="ctr">
                        <a:lnSpc>
                          <a:spcPct val="107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nSpc>
                          <a:spcPct val="107000"/>
                        </a:lnSpc>
                        <a:spcBef>
                          <a:spcPts val="0"/>
                        </a:spcBef>
                        <a:spcAft>
                          <a:spcPts val="0"/>
                        </a:spcAft>
                      </a:pPr>
                      <a:r>
                        <a:rPr lang="en-US" sz="1600" dirty="0">
                          <a:effectLst/>
                        </a:rPr>
                        <a:t>Apply concepts to create unit rulers and measure lengths using unit rulers.</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nSpc>
                          <a:spcPct val="107000"/>
                        </a:lnSpc>
                        <a:spcBef>
                          <a:spcPts val="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tc>
                <a:extLst>
                  <a:ext uri="{0D108BD9-81ED-4DB2-BD59-A6C34878D82A}">
                    <a16:rowId xmlns:a16="http://schemas.microsoft.com/office/drawing/2014/main" val="2086682997"/>
                  </a:ext>
                </a:extLst>
              </a:tr>
              <a:tr h="537540">
                <a:tc rowSpan="2">
                  <a:txBody>
                    <a:bodyPr/>
                    <a:lstStyle/>
                    <a:p>
                      <a:pPr marL="0" marR="0" algn="ctr">
                        <a:lnSpc>
                          <a:spcPct val="107000"/>
                        </a:lnSpc>
                        <a:spcBef>
                          <a:spcPts val="0"/>
                        </a:spcBef>
                        <a:spcAft>
                          <a:spcPts val="0"/>
                        </a:spcAft>
                      </a:pPr>
                      <a:r>
                        <a:rPr lang="en-US" sz="1600">
                          <a:effectLst/>
                        </a:rPr>
                        <a:t>2.9A</a:t>
                      </a:r>
                    </a:p>
                    <a:p>
                      <a:pPr marL="0" marR="0" algn="ctr">
                        <a:lnSpc>
                          <a:spcPct val="107000"/>
                        </a:lnSpc>
                        <a:spcBef>
                          <a:spcPts val="0"/>
                        </a:spcBef>
                        <a:spcAft>
                          <a:spcPts val="0"/>
                        </a:spcAft>
                      </a:pPr>
                      <a:r>
                        <a:rPr lang="en-US" sz="1600">
                          <a:effectLst/>
                        </a:rPr>
                        <a:t>2.9D</a:t>
                      </a:r>
                    </a:p>
                    <a:p>
                      <a:pPr marL="0" marR="0" algn="ctr">
                        <a:lnSpc>
                          <a:spcPct val="107000"/>
                        </a:lnSpc>
                        <a:spcBef>
                          <a:spcPts val="0"/>
                        </a:spcBef>
                        <a:spcAft>
                          <a:spcPts val="0"/>
                        </a:spcAft>
                      </a:pPr>
                      <a:r>
                        <a:rPr lang="en-US" sz="1600">
                          <a:effectLst/>
                        </a:rPr>
                        <a:t>2.9E</a:t>
                      </a:r>
                    </a:p>
                    <a:p>
                      <a:pPr marL="0" marR="0" algn="ctr">
                        <a:lnSpc>
                          <a:spcPct val="107000"/>
                        </a:lnSpc>
                        <a:spcBef>
                          <a:spcPts val="0"/>
                        </a:spcBef>
                        <a:spcAft>
                          <a:spcPts val="0"/>
                        </a:spcAft>
                      </a:pPr>
                      <a:r>
                        <a:rPr lang="en-US" sz="1600">
                          <a:effectLst/>
                        </a:rPr>
                        <a:t>2.2E</a:t>
                      </a:r>
                    </a:p>
                    <a:p>
                      <a:pPr marL="0" marR="0" algn="ctr">
                        <a:lnSpc>
                          <a:spcPct val="107000"/>
                        </a:lnSpc>
                        <a:spcBef>
                          <a:spcPts val="0"/>
                        </a:spcBef>
                        <a:spcAft>
                          <a:spcPts val="0"/>
                        </a:spcAft>
                      </a:pPr>
                      <a:r>
                        <a:rPr lang="en-US" sz="1600">
                          <a:effectLst/>
                        </a:rPr>
                        <a:t>2.2F</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gn="ctr">
                        <a:lnSpc>
                          <a:spcPct val="107000"/>
                        </a:lnSpc>
                        <a:spcBef>
                          <a:spcPts val="0"/>
                        </a:spcBef>
                        <a:spcAft>
                          <a:spcPts val="0"/>
                        </a:spcAft>
                      </a:pPr>
                      <a:r>
                        <a:rPr lang="en-US" sz="1600">
                          <a:effectLst/>
                        </a:rPr>
                        <a:t>4</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nSpc>
                          <a:spcPct val="107000"/>
                        </a:lnSpc>
                        <a:spcBef>
                          <a:spcPts val="0"/>
                        </a:spcBef>
                        <a:spcAft>
                          <a:spcPts val="0"/>
                        </a:spcAft>
                      </a:pPr>
                      <a:r>
                        <a:rPr lang="en-US" sz="1600" dirty="0">
                          <a:effectLst/>
                        </a:rPr>
                        <a:t>Measure various objects using centimeter rulers and meter sticks.</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rowSpan="2">
                  <a:txBody>
                    <a:bodyPr/>
                    <a:lstStyle/>
                    <a:p>
                      <a:pPr marL="0" marR="0" algn="ctr">
                        <a:lnSpc>
                          <a:spcPct val="107000"/>
                        </a:lnSpc>
                        <a:spcBef>
                          <a:spcPts val="0"/>
                        </a:spcBef>
                        <a:spcAft>
                          <a:spcPts val="0"/>
                        </a:spcAft>
                      </a:pPr>
                      <a:endParaRPr lang="en-US" sz="1600" b="1" dirty="0">
                        <a:solidFill>
                          <a:schemeClr val="bg1"/>
                        </a:solidFill>
                        <a:effectLst/>
                      </a:endParaRPr>
                    </a:p>
                    <a:p>
                      <a:pPr marL="0" marR="0" algn="ctr">
                        <a:lnSpc>
                          <a:spcPct val="107000"/>
                        </a:lnSpc>
                        <a:spcBef>
                          <a:spcPts val="0"/>
                        </a:spcBef>
                        <a:spcAft>
                          <a:spcPts val="800"/>
                        </a:spcAft>
                      </a:pPr>
                      <a:r>
                        <a:rPr lang="en-US" sz="1600" b="1" dirty="0">
                          <a:solidFill>
                            <a:schemeClr val="bg1"/>
                          </a:solidFill>
                          <a:effectLst/>
                        </a:rPr>
                        <a:t>  B</a:t>
                      </a:r>
                    </a:p>
                    <a:p>
                      <a:pPr marL="0" marR="0" algn="ctr">
                        <a:lnSpc>
                          <a:spcPct val="107000"/>
                        </a:lnSpc>
                        <a:spcBef>
                          <a:spcPts val="0"/>
                        </a:spcBef>
                        <a:spcAft>
                          <a:spcPts val="0"/>
                        </a:spcAft>
                      </a:pPr>
                      <a:r>
                        <a:rPr lang="en-US" sz="1600" b="1" dirty="0">
                          <a:solidFill>
                            <a:schemeClr val="bg1"/>
                          </a:solidFill>
                          <a:effectLst/>
                        </a:rPr>
                        <a:t> </a:t>
                      </a:r>
                      <a:endParaRPr lang="en-US" sz="1600" b="1"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b">
                    <a:solidFill>
                      <a:schemeClr val="accent1"/>
                    </a:solidFill>
                  </a:tcPr>
                </a:tc>
                <a:extLst>
                  <a:ext uri="{0D108BD9-81ED-4DB2-BD59-A6C34878D82A}">
                    <a16:rowId xmlns:a16="http://schemas.microsoft.com/office/drawing/2014/main" val="1927603742"/>
                  </a:ext>
                </a:extLst>
              </a:tr>
              <a:tr h="633338">
                <a:tc vMerge="1">
                  <a:txBody>
                    <a:bodyPr/>
                    <a:lstStyle/>
                    <a:p>
                      <a:endParaRPr lang="en-US"/>
                    </a:p>
                  </a:txBody>
                  <a:tcPr/>
                </a:tc>
                <a:tc>
                  <a:txBody>
                    <a:bodyPr/>
                    <a:lstStyle/>
                    <a:p>
                      <a:pPr marL="0" marR="0" algn="ctr">
                        <a:lnSpc>
                          <a:spcPct val="107000"/>
                        </a:lnSpc>
                        <a:spcBef>
                          <a:spcPts val="0"/>
                        </a:spcBef>
                        <a:spcAft>
                          <a:spcPts val="0"/>
                        </a:spcAft>
                      </a:pPr>
                      <a:r>
                        <a:rPr lang="en-US" sz="1600">
                          <a:effectLst/>
                        </a:rPr>
                        <a:t>5</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nSpc>
                          <a:spcPct val="107000"/>
                        </a:lnSpc>
                        <a:spcBef>
                          <a:spcPts val="0"/>
                        </a:spcBef>
                        <a:spcAft>
                          <a:spcPts val="0"/>
                        </a:spcAft>
                      </a:pPr>
                      <a:r>
                        <a:rPr lang="en-US" sz="1600" dirty="0">
                          <a:effectLst/>
                        </a:rPr>
                        <a:t>Develop estimation strategies by applying prior knowledge of length and using mental benchmarks.</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vMerge="1">
                  <a:txBody>
                    <a:bodyPr/>
                    <a:lstStyle/>
                    <a:p>
                      <a:endParaRPr lang="en-US"/>
                    </a:p>
                  </a:txBody>
                  <a:tcPr/>
                </a:tc>
                <a:extLst>
                  <a:ext uri="{0D108BD9-81ED-4DB2-BD59-A6C34878D82A}">
                    <a16:rowId xmlns:a16="http://schemas.microsoft.com/office/drawing/2014/main" val="2583479171"/>
                  </a:ext>
                </a:extLst>
              </a:tr>
              <a:tr h="489040">
                <a:tc rowSpan="2">
                  <a:txBody>
                    <a:bodyPr/>
                    <a:lstStyle/>
                    <a:p>
                      <a:pPr marL="0" marR="0" algn="ctr">
                        <a:lnSpc>
                          <a:spcPct val="107000"/>
                        </a:lnSpc>
                        <a:spcBef>
                          <a:spcPts val="0"/>
                        </a:spcBef>
                        <a:spcAft>
                          <a:spcPts val="0"/>
                        </a:spcAft>
                      </a:pPr>
                      <a:r>
                        <a:rPr lang="en-US" sz="1600">
                          <a:effectLst/>
                        </a:rPr>
                        <a:t>2.9A</a:t>
                      </a:r>
                    </a:p>
                    <a:p>
                      <a:pPr marL="0" marR="0" algn="ctr">
                        <a:lnSpc>
                          <a:spcPct val="107000"/>
                        </a:lnSpc>
                        <a:spcBef>
                          <a:spcPts val="0"/>
                        </a:spcBef>
                        <a:spcAft>
                          <a:spcPts val="0"/>
                        </a:spcAft>
                      </a:pPr>
                      <a:r>
                        <a:rPr lang="en-US" sz="1600">
                          <a:effectLst/>
                        </a:rPr>
                        <a:t>2.9B</a:t>
                      </a:r>
                    </a:p>
                    <a:p>
                      <a:pPr marL="0" marR="0" algn="ctr">
                        <a:lnSpc>
                          <a:spcPct val="107000"/>
                        </a:lnSpc>
                        <a:spcBef>
                          <a:spcPts val="0"/>
                        </a:spcBef>
                        <a:spcAft>
                          <a:spcPts val="0"/>
                        </a:spcAft>
                      </a:pPr>
                      <a:r>
                        <a:rPr lang="en-US" sz="1600">
                          <a:effectLst/>
                        </a:rPr>
                        <a:t>2.9D</a:t>
                      </a:r>
                    </a:p>
                    <a:p>
                      <a:pPr marL="0" marR="0" algn="ctr">
                        <a:lnSpc>
                          <a:spcPct val="107000"/>
                        </a:lnSpc>
                        <a:spcBef>
                          <a:spcPts val="0"/>
                        </a:spcBef>
                        <a:spcAft>
                          <a:spcPts val="0"/>
                        </a:spcAft>
                      </a:pPr>
                      <a:r>
                        <a:rPr lang="en-US" sz="1600">
                          <a:effectLst/>
                        </a:rPr>
                        <a:t>2.2E</a:t>
                      </a:r>
                    </a:p>
                    <a:p>
                      <a:pPr marL="0" marR="0" algn="ctr">
                        <a:lnSpc>
                          <a:spcPct val="107000"/>
                        </a:lnSpc>
                        <a:spcBef>
                          <a:spcPts val="0"/>
                        </a:spcBef>
                        <a:spcAft>
                          <a:spcPts val="0"/>
                        </a:spcAft>
                      </a:pPr>
                      <a:r>
                        <a:rPr lang="en-US" sz="1600">
                          <a:effectLst/>
                        </a:rPr>
                        <a:t>2.2F</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gn="ctr">
                        <a:lnSpc>
                          <a:spcPct val="107000"/>
                        </a:lnSpc>
                        <a:spcBef>
                          <a:spcPts val="0"/>
                        </a:spcBef>
                        <a:spcAft>
                          <a:spcPts val="0"/>
                        </a:spcAft>
                      </a:pPr>
                      <a:r>
                        <a:rPr lang="en-US" sz="1600">
                          <a:effectLst/>
                        </a:rPr>
                        <a:t>6</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nSpc>
                          <a:spcPct val="107000"/>
                        </a:lnSpc>
                        <a:spcBef>
                          <a:spcPts val="0"/>
                        </a:spcBef>
                        <a:spcAft>
                          <a:spcPts val="0"/>
                        </a:spcAft>
                      </a:pPr>
                      <a:r>
                        <a:rPr lang="en-US" sz="1600" dirty="0">
                          <a:effectLst/>
                        </a:rPr>
                        <a:t>Measure and compare lengths using centimeters and meters.</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rowSpan="2">
                  <a:txBody>
                    <a:bodyPr/>
                    <a:lstStyle/>
                    <a:p>
                      <a:pPr marL="0" marR="0" algn="ctr">
                        <a:lnSpc>
                          <a:spcPct val="107000"/>
                        </a:lnSpc>
                        <a:spcBef>
                          <a:spcPts val="0"/>
                        </a:spcBef>
                        <a:spcAft>
                          <a:spcPts val="0"/>
                        </a:spcAft>
                      </a:pPr>
                      <a:endParaRPr lang="en-US" sz="1600" b="1" dirty="0">
                        <a:solidFill>
                          <a:schemeClr val="bg1"/>
                        </a:solidFill>
                        <a:effectLst/>
                      </a:endParaRPr>
                    </a:p>
                    <a:p>
                      <a:pPr marL="0" marR="0" algn="ctr">
                        <a:lnSpc>
                          <a:spcPct val="107000"/>
                        </a:lnSpc>
                        <a:spcBef>
                          <a:spcPts val="0"/>
                        </a:spcBef>
                        <a:spcAft>
                          <a:spcPts val="0"/>
                        </a:spcAft>
                      </a:pPr>
                      <a:r>
                        <a:rPr lang="en-US" sz="1600" b="1" dirty="0">
                          <a:solidFill>
                            <a:schemeClr val="bg1"/>
                          </a:solidFill>
                          <a:effectLst/>
                        </a:rPr>
                        <a:t>C</a:t>
                      </a:r>
                    </a:p>
                    <a:p>
                      <a:pPr marL="0" marR="0" algn="ctr">
                        <a:lnSpc>
                          <a:spcPct val="107000"/>
                        </a:lnSpc>
                        <a:spcBef>
                          <a:spcPts val="0"/>
                        </a:spcBef>
                        <a:spcAft>
                          <a:spcPts val="0"/>
                        </a:spcAft>
                      </a:pPr>
                      <a:r>
                        <a:rPr lang="en-US" sz="1600" b="1" dirty="0">
                          <a:solidFill>
                            <a:schemeClr val="bg1"/>
                          </a:solidFill>
                          <a:effectLst/>
                        </a:rPr>
                        <a:t> </a:t>
                      </a:r>
                      <a:endParaRPr lang="en-US" sz="1600" b="1"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b">
                    <a:solidFill>
                      <a:schemeClr val="accent1"/>
                    </a:solidFill>
                  </a:tcPr>
                </a:tc>
                <a:extLst>
                  <a:ext uri="{0D108BD9-81ED-4DB2-BD59-A6C34878D82A}">
                    <a16:rowId xmlns:a16="http://schemas.microsoft.com/office/drawing/2014/main" val="1978905282"/>
                  </a:ext>
                </a:extLst>
              </a:tr>
              <a:tr h="847621">
                <a:tc vMerge="1">
                  <a:txBody>
                    <a:bodyPr/>
                    <a:lstStyle/>
                    <a:p>
                      <a:endParaRPr lang="en-US"/>
                    </a:p>
                  </a:txBody>
                  <a:tcPr/>
                </a:tc>
                <a:tc>
                  <a:txBody>
                    <a:bodyPr/>
                    <a:lstStyle/>
                    <a:p>
                      <a:pPr marL="0" marR="0" algn="ctr">
                        <a:lnSpc>
                          <a:spcPct val="107000"/>
                        </a:lnSpc>
                        <a:spcBef>
                          <a:spcPts val="0"/>
                        </a:spcBef>
                        <a:spcAft>
                          <a:spcPts val="0"/>
                        </a:spcAft>
                      </a:pPr>
                      <a:r>
                        <a:rPr lang="en-US" sz="1600">
                          <a:effectLst/>
                        </a:rPr>
                        <a:t>7</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nSpc>
                          <a:spcPct val="107000"/>
                        </a:lnSpc>
                        <a:spcBef>
                          <a:spcPts val="0"/>
                        </a:spcBef>
                        <a:spcAft>
                          <a:spcPts val="0"/>
                        </a:spcAft>
                      </a:pPr>
                      <a:r>
                        <a:rPr lang="en-US" sz="1600" dirty="0">
                          <a:effectLst/>
                        </a:rPr>
                        <a:t>Measure and compare lengths using standard metric length units and non-standard length units; relate measurement to unit size.</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vMerge="1">
                  <a:txBody>
                    <a:bodyPr/>
                    <a:lstStyle/>
                    <a:p>
                      <a:endParaRPr lang="en-US"/>
                    </a:p>
                  </a:txBody>
                  <a:tcPr/>
                </a:tc>
                <a:extLst>
                  <a:ext uri="{0D108BD9-81ED-4DB2-BD59-A6C34878D82A}">
                    <a16:rowId xmlns:a16="http://schemas.microsoft.com/office/drawing/2014/main" val="2793661093"/>
                  </a:ext>
                </a:extLst>
              </a:tr>
              <a:tr h="419054">
                <a:tc rowSpan="3">
                  <a:txBody>
                    <a:bodyPr/>
                    <a:lstStyle/>
                    <a:p>
                      <a:pPr marL="0" marR="0" algn="ctr">
                        <a:lnSpc>
                          <a:spcPct val="107000"/>
                        </a:lnSpc>
                        <a:spcBef>
                          <a:spcPts val="0"/>
                        </a:spcBef>
                        <a:spcAft>
                          <a:spcPts val="0"/>
                        </a:spcAft>
                      </a:pPr>
                      <a:r>
                        <a:rPr lang="en-US" sz="1600">
                          <a:effectLst/>
                        </a:rPr>
                        <a:t>2.2E</a:t>
                      </a:r>
                    </a:p>
                    <a:p>
                      <a:pPr marL="0" marR="0" algn="ctr">
                        <a:lnSpc>
                          <a:spcPct val="107000"/>
                        </a:lnSpc>
                        <a:spcBef>
                          <a:spcPts val="0"/>
                        </a:spcBef>
                        <a:spcAft>
                          <a:spcPts val="0"/>
                        </a:spcAft>
                      </a:pPr>
                      <a:r>
                        <a:rPr lang="en-US" sz="1600">
                          <a:effectLst/>
                        </a:rPr>
                        <a:t>2.2F</a:t>
                      </a:r>
                    </a:p>
                    <a:p>
                      <a:pPr marL="0" marR="0" algn="ctr">
                        <a:lnSpc>
                          <a:spcPct val="107000"/>
                        </a:lnSpc>
                        <a:spcBef>
                          <a:spcPts val="0"/>
                        </a:spcBef>
                        <a:spcAft>
                          <a:spcPts val="0"/>
                        </a:spcAft>
                      </a:pPr>
                      <a:r>
                        <a:rPr lang="en-US" sz="1600">
                          <a:effectLst/>
                        </a:rPr>
                        <a:t>2.9C</a:t>
                      </a:r>
                    </a:p>
                    <a:p>
                      <a:pPr marL="0" marR="0" algn="ctr">
                        <a:lnSpc>
                          <a:spcPct val="107000"/>
                        </a:lnSpc>
                        <a:spcBef>
                          <a:spcPts val="0"/>
                        </a:spcBef>
                        <a:spcAft>
                          <a:spcPts val="0"/>
                        </a:spcAft>
                      </a:pPr>
                      <a:r>
                        <a:rPr lang="en-US" sz="1600">
                          <a:effectLst/>
                        </a:rPr>
                        <a:t>2.9D</a:t>
                      </a:r>
                    </a:p>
                    <a:p>
                      <a:pPr marL="0" marR="0" algn="ctr">
                        <a:lnSpc>
                          <a:spcPct val="107000"/>
                        </a:lnSpc>
                        <a:spcBef>
                          <a:spcPts val="0"/>
                        </a:spcBef>
                        <a:spcAft>
                          <a:spcPts val="0"/>
                        </a:spcAft>
                      </a:pPr>
                      <a:r>
                        <a:rPr lang="en-US" sz="1600">
                          <a:effectLst/>
                        </a:rPr>
                        <a:t>2.9E</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gn="ctr">
                        <a:lnSpc>
                          <a:spcPct val="107000"/>
                        </a:lnSpc>
                        <a:spcBef>
                          <a:spcPts val="0"/>
                        </a:spcBef>
                        <a:spcAft>
                          <a:spcPts val="0"/>
                        </a:spcAft>
                      </a:pPr>
                      <a:r>
                        <a:rPr lang="en-US" sz="1600">
                          <a:effectLst/>
                        </a:rPr>
                        <a:t>8</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nSpc>
                          <a:spcPct val="107000"/>
                        </a:lnSpc>
                        <a:spcBef>
                          <a:spcPts val="0"/>
                        </a:spcBef>
                        <a:spcAft>
                          <a:spcPts val="0"/>
                        </a:spcAft>
                      </a:pPr>
                      <a:r>
                        <a:rPr lang="en-US" sz="1600" dirty="0">
                          <a:effectLst/>
                        </a:rPr>
                        <a:t>Solve addition and subtraction word problems using the ruler as a number line.</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nSpc>
                          <a:spcPct val="107000"/>
                        </a:lnSpc>
                        <a:spcBef>
                          <a:spcPts val="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tc>
                <a:extLst>
                  <a:ext uri="{0D108BD9-81ED-4DB2-BD59-A6C34878D82A}">
                    <a16:rowId xmlns:a16="http://schemas.microsoft.com/office/drawing/2014/main" val="3515836195"/>
                  </a:ext>
                </a:extLst>
              </a:tr>
              <a:tr h="633338">
                <a:tc vMerge="1">
                  <a:txBody>
                    <a:bodyPr/>
                    <a:lstStyle/>
                    <a:p>
                      <a:endParaRPr lang="en-US"/>
                    </a:p>
                  </a:txBody>
                  <a:tcPr/>
                </a:tc>
                <a:tc>
                  <a:txBody>
                    <a:bodyPr/>
                    <a:lstStyle/>
                    <a:p>
                      <a:pPr marL="0" marR="0" algn="ctr">
                        <a:lnSpc>
                          <a:spcPct val="107000"/>
                        </a:lnSpc>
                        <a:spcBef>
                          <a:spcPts val="0"/>
                        </a:spcBef>
                        <a:spcAft>
                          <a:spcPts val="0"/>
                        </a:spcAft>
                      </a:pPr>
                      <a:r>
                        <a:rPr lang="en-US" sz="1600">
                          <a:effectLst/>
                        </a:rPr>
                        <a:t>9</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nSpc>
                          <a:spcPct val="107000"/>
                        </a:lnSpc>
                        <a:spcBef>
                          <a:spcPts val="0"/>
                        </a:spcBef>
                        <a:spcAft>
                          <a:spcPts val="0"/>
                        </a:spcAft>
                      </a:pPr>
                      <a:r>
                        <a:rPr lang="en-US" sz="1600" dirty="0">
                          <a:effectLst/>
                        </a:rPr>
                        <a:t>Measure lengths of string using measurement tools and use strip diagrams to represent and compare the lengths.</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nSpc>
                          <a:spcPct val="107000"/>
                        </a:lnSpc>
                        <a:spcBef>
                          <a:spcPts val="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tc>
                <a:extLst>
                  <a:ext uri="{0D108BD9-81ED-4DB2-BD59-A6C34878D82A}">
                    <a16:rowId xmlns:a16="http://schemas.microsoft.com/office/drawing/2014/main" val="1329599626"/>
                  </a:ext>
                </a:extLst>
              </a:tr>
              <a:tr h="633338">
                <a:tc vMerge="1">
                  <a:txBody>
                    <a:bodyPr/>
                    <a:lstStyle/>
                    <a:p>
                      <a:endParaRPr lang="en-US"/>
                    </a:p>
                  </a:txBody>
                  <a:tcPr/>
                </a:tc>
                <a:tc>
                  <a:txBody>
                    <a:bodyPr/>
                    <a:lstStyle/>
                    <a:p>
                      <a:pPr marL="0" marR="0" algn="ctr">
                        <a:lnSpc>
                          <a:spcPct val="107000"/>
                        </a:lnSpc>
                        <a:spcBef>
                          <a:spcPts val="0"/>
                        </a:spcBef>
                        <a:spcAft>
                          <a:spcPts val="0"/>
                        </a:spcAft>
                      </a:pPr>
                      <a:r>
                        <a:rPr lang="en-US" sz="1600">
                          <a:effectLst/>
                        </a:rPr>
                        <a:t>10</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nSpc>
                          <a:spcPct val="107000"/>
                        </a:lnSpc>
                        <a:spcBef>
                          <a:spcPts val="0"/>
                        </a:spcBef>
                        <a:spcAft>
                          <a:spcPts val="0"/>
                        </a:spcAft>
                      </a:pPr>
                      <a:r>
                        <a:rPr lang="en-US" sz="1600" dirty="0">
                          <a:effectLst/>
                        </a:rPr>
                        <a:t>Apply conceptual understanding of measurement by solving two-step word problems.</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nchor="ctr"/>
                </a:tc>
                <a:tc>
                  <a:txBody>
                    <a:bodyPr/>
                    <a:lstStyle/>
                    <a:p>
                      <a:pPr marL="0" marR="0">
                        <a:lnSpc>
                          <a:spcPct val="107000"/>
                        </a:lnSpc>
                        <a:spcBef>
                          <a:spcPts val="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600" dirty="0">
                          <a:effectLst/>
                        </a:rPr>
                        <a:t>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6435" marR="66435" marT="0" marB="0"/>
                </a:tc>
                <a:extLst>
                  <a:ext uri="{0D108BD9-81ED-4DB2-BD59-A6C34878D82A}">
                    <a16:rowId xmlns:a16="http://schemas.microsoft.com/office/drawing/2014/main" val="2054203565"/>
                  </a:ext>
                </a:extLst>
              </a:tr>
            </a:tbl>
          </a:graphicData>
        </a:graphic>
      </p:graphicFrame>
      <p:sp>
        <p:nvSpPr>
          <p:cNvPr id="6" name="Arrow: Left 5">
            <a:extLst>
              <a:ext uri="{FF2B5EF4-FFF2-40B4-BE49-F238E27FC236}">
                <a16:creationId xmlns:a16="http://schemas.microsoft.com/office/drawing/2014/main" id="{FA8E5E93-F27B-A907-7627-D040C2007EB7}"/>
              </a:ext>
              <a:ext uri="{C183D7F6-B498-43B3-948B-1728B52AA6E4}">
                <adec:decorative xmlns:adec="http://schemas.microsoft.com/office/drawing/2017/decorative" val="1"/>
              </a:ext>
            </a:extLst>
          </p:cNvPr>
          <p:cNvSpPr/>
          <p:nvPr/>
        </p:nvSpPr>
        <p:spPr>
          <a:xfrm>
            <a:off x="11563349" y="467518"/>
            <a:ext cx="317500" cy="290513"/>
          </a:xfrm>
          <a:prstGeom prst="lef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100">
                <a:effectLst/>
                <a:ea typeface="Calibri" panose="020F0502020204030204" pitchFamily="34" charset="0"/>
                <a:cs typeface="Arial" panose="020B0604020202020204" pitchFamily="34" charset="0"/>
              </a:rPr>
              <a:t> </a:t>
            </a:r>
          </a:p>
        </p:txBody>
      </p:sp>
      <p:sp>
        <p:nvSpPr>
          <p:cNvPr id="7" name="Arrow: Left 6">
            <a:extLst>
              <a:ext uri="{FF2B5EF4-FFF2-40B4-BE49-F238E27FC236}">
                <a16:creationId xmlns:a16="http://schemas.microsoft.com/office/drawing/2014/main" id="{61B996AA-3C28-A849-CE01-FE8A66157941}"/>
              </a:ext>
              <a:ext uri="{C183D7F6-B498-43B3-948B-1728B52AA6E4}">
                <adec:decorative xmlns:adec="http://schemas.microsoft.com/office/drawing/2017/decorative" val="1"/>
              </a:ext>
            </a:extLst>
          </p:cNvPr>
          <p:cNvSpPr/>
          <p:nvPr/>
        </p:nvSpPr>
        <p:spPr>
          <a:xfrm>
            <a:off x="11563349" y="2693193"/>
            <a:ext cx="317500" cy="290513"/>
          </a:xfrm>
          <a:prstGeom prst="lef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100" dirty="0">
                <a:effectLst/>
                <a:ea typeface="Calibri" panose="020F0502020204030204" pitchFamily="34" charset="0"/>
                <a:cs typeface="Arial" panose="020B0604020202020204" pitchFamily="34" charset="0"/>
              </a:rPr>
              <a:t> </a:t>
            </a:r>
          </a:p>
        </p:txBody>
      </p:sp>
      <p:sp>
        <p:nvSpPr>
          <p:cNvPr id="8" name="Arrow: Left 7">
            <a:extLst>
              <a:ext uri="{FF2B5EF4-FFF2-40B4-BE49-F238E27FC236}">
                <a16:creationId xmlns:a16="http://schemas.microsoft.com/office/drawing/2014/main" id="{CC055D73-1DCC-2427-FF3B-D8C4C033C849}"/>
              </a:ext>
              <a:ext uri="{C183D7F6-B498-43B3-948B-1728B52AA6E4}">
                <adec:decorative xmlns:adec="http://schemas.microsoft.com/office/drawing/2017/decorative" val="1"/>
              </a:ext>
            </a:extLst>
          </p:cNvPr>
          <p:cNvSpPr/>
          <p:nvPr/>
        </p:nvSpPr>
        <p:spPr>
          <a:xfrm>
            <a:off x="11563349" y="3962400"/>
            <a:ext cx="317500" cy="290513"/>
          </a:xfrm>
          <a:prstGeom prst="lef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100" dirty="0">
                <a:effectLst/>
                <a:ea typeface="Calibri" panose="020F050202020403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1028950B-6032-5113-3BF5-2C2DCEE93DA1}"/>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482491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476D3E7C-C6C4-7161-20F4-8B6CDA7CEB32}"/>
              </a:ext>
              <a:ext uri="{C183D7F6-B498-43B3-948B-1728B52AA6E4}">
                <adec:decorative xmlns:adec="http://schemas.microsoft.com/office/drawing/2017/decorative" val="1"/>
              </a:ext>
            </a:extLst>
          </p:cNvPr>
          <p:cNvSpPr/>
          <p:nvPr/>
        </p:nvSpPr>
        <p:spPr>
          <a:xfrm rot="5400000">
            <a:off x="392633" y="1801663"/>
            <a:ext cx="3336139" cy="3499104"/>
          </a:xfrm>
          <a:custGeom>
            <a:avLst/>
            <a:gdLst>
              <a:gd name="connsiteX0" fmla="*/ 0 w 3336139"/>
              <a:gd name="connsiteY0" fmla="*/ 531876 h 3499104"/>
              <a:gd name="connsiteX1" fmla="*/ 1714513 w 3336139"/>
              <a:gd name="connsiteY1" fmla="*/ 0 h 3499104"/>
              <a:gd name="connsiteX2" fmla="*/ 3333748 w 3336139"/>
              <a:gd name="connsiteY2" fmla="*/ 531876 h 3499104"/>
              <a:gd name="connsiteX3" fmla="*/ 3336139 w 3336139"/>
              <a:gd name="connsiteY3" fmla="*/ 531876 h 3499104"/>
              <a:gd name="connsiteX4" fmla="*/ 3336139 w 3336139"/>
              <a:gd name="connsiteY4" fmla="*/ 3499104 h 3499104"/>
              <a:gd name="connsiteX5" fmla="*/ 2389 w 3336139"/>
              <a:gd name="connsiteY5" fmla="*/ 3499104 h 3499104"/>
              <a:gd name="connsiteX6" fmla="*/ 2389 w 3336139"/>
              <a:gd name="connsiteY6" fmla="*/ 531876 h 3499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36139" h="3499104">
                <a:moveTo>
                  <a:pt x="0" y="531876"/>
                </a:moveTo>
                <a:lnTo>
                  <a:pt x="1714513" y="0"/>
                </a:lnTo>
                <a:lnTo>
                  <a:pt x="3333748" y="531876"/>
                </a:lnTo>
                <a:lnTo>
                  <a:pt x="3336139" y="531876"/>
                </a:lnTo>
                <a:lnTo>
                  <a:pt x="3336139" y="3499104"/>
                </a:lnTo>
                <a:lnTo>
                  <a:pt x="2389" y="3499104"/>
                </a:lnTo>
                <a:lnTo>
                  <a:pt x="2389" y="531876"/>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06E3031-8857-FB9B-F144-220C160017B2}"/>
              </a:ext>
            </a:extLst>
          </p:cNvPr>
          <p:cNvSpPr txBox="1">
            <a:spLocks noGrp="1"/>
          </p:cNvSpPr>
          <p:nvPr>
            <p:ph type="title" idx="4294967295"/>
          </p:nvPr>
        </p:nvSpPr>
        <p:spPr>
          <a:xfrm>
            <a:off x="746252" y="2277587"/>
            <a:ext cx="2628900" cy="2547257"/>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srgbClr val="FFFFFF"/>
                </a:solidFill>
                <a:effectLst/>
                <a:uLnTx/>
                <a:uFillTx/>
                <a:latin typeface="+mj-lt"/>
                <a:ea typeface="+mj-ea"/>
                <a:cs typeface="+mj-cs"/>
              </a:rPr>
              <a:t>Step 2:</a:t>
            </a:r>
            <a:r>
              <a:rPr kumimoji="0" lang="en-US" sz="3300" b="0" i="0" u="none" strike="noStrike" kern="1200" cap="none" spc="0" normalizeH="0" baseline="0" noProof="0" dirty="0">
                <a:ln>
                  <a:noFill/>
                </a:ln>
                <a:solidFill>
                  <a:srgbClr val="FFFFFF"/>
                </a:solidFill>
                <a:effectLst/>
                <a:uLnTx/>
                <a:uFillTx/>
                <a:latin typeface="+mj-lt"/>
                <a:ea typeface="+mj-ea"/>
                <a:cs typeface="+mj-cs"/>
              </a:rPr>
              <a:t> Schedule within the Scope and Sequence</a:t>
            </a:r>
            <a:r>
              <a:rPr kumimoji="0" lang="en-US" sz="3300" b="0" i="0" u="none" strike="noStrike" kern="1200" cap="none" spc="0" normalizeH="0" noProof="0" dirty="0">
                <a:ln>
                  <a:noFill/>
                </a:ln>
                <a:solidFill>
                  <a:srgbClr val="FFFFFF"/>
                </a:solidFill>
                <a:effectLst/>
                <a:uLnTx/>
                <a:uFillTx/>
                <a:latin typeface="+mj-lt"/>
                <a:ea typeface="+mj-ea"/>
                <a:cs typeface="+mj-cs"/>
              </a:rPr>
              <a:t>  </a:t>
            </a:r>
            <a:endParaRPr kumimoji="0" lang="en-US" sz="3300" b="0" i="0" u="none" strike="noStrike" kern="1200" cap="none" spc="0" normalizeH="0" baseline="0" noProof="0" dirty="0">
              <a:ln>
                <a:noFill/>
              </a:ln>
              <a:solidFill>
                <a:srgbClr val="FFFFFF"/>
              </a:solidFill>
              <a:effectLst/>
              <a:uLnTx/>
              <a:uFillTx/>
              <a:latin typeface="+mj-lt"/>
              <a:ea typeface="+mj-ea"/>
              <a:cs typeface="+mj-cs"/>
            </a:endParaRPr>
          </a:p>
        </p:txBody>
      </p:sp>
      <p:sp>
        <p:nvSpPr>
          <p:cNvPr id="9" name="Content Placeholder 8">
            <a:extLst>
              <a:ext uri="{FF2B5EF4-FFF2-40B4-BE49-F238E27FC236}">
                <a16:creationId xmlns:a16="http://schemas.microsoft.com/office/drawing/2014/main" id="{71E1D661-3247-CB59-8986-DE222279DE54}"/>
              </a:ext>
            </a:extLst>
          </p:cNvPr>
          <p:cNvSpPr>
            <a:spLocks noGrp="1"/>
          </p:cNvSpPr>
          <p:nvPr>
            <p:ph idx="1"/>
          </p:nvPr>
        </p:nvSpPr>
        <p:spPr>
          <a:xfrm>
            <a:off x="4629150" y="2022846"/>
            <a:ext cx="6724650" cy="3056739"/>
          </a:xfrm>
        </p:spPr>
        <p:txBody>
          <a:bodyPr>
            <a:normAutofit/>
          </a:bodyPr>
          <a:lstStyle/>
          <a:p>
            <a:pPr marL="342900" marR="0" lvl="0" indent="-342900">
              <a:lnSpc>
                <a:spcPct val="107000"/>
              </a:lnSpc>
              <a:spcBef>
                <a:spcPts val="0"/>
              </a:spcBef>
              <a:spcAft>
                <a:spcPts val="800"/>
              </a:spcAft>
              <a:buFont typeface="+mj-lt"/>
              <a:buAutoNum type="arabicPeriod" startAt="4"/>
            </a:pPr>
            <a:r>
              <a:rPr lang="en-US" b="1" dirty="0">
                <a:effectLst/>
                <a:latin typeface="Calibri" panose="020F0502020204030204" pitchFamily="34" charset="0"/>
                <a:ea typeface="Calibri" panose="020F0502020204030204" pitchFamily="34" charset="0"/>
                <a:cs typeface="Open Sans" panose="020B0606030504020204" pitchFamily="34" charset="0"/>
              </a:rPr>
              <a:t>Based on the sequence of topics and objectives provided by Mr. H’s high-quality instructional materials, at what point should he provide this just in time intervention (A, B, or C)? Explain your choice.</a:t>
            </a:r>
            <a:endParaRPr lang="en-US" b="1"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28950B-6032-5113-3BF5-2C2DCEE93DA1}"/>
              </a:ext>
            </a:extLst>
          </p:cNvPr>
          <p:cNvSpPr>
            <a:spLocks noGrp="1"/>
          </p:cNvSpPr>
          <p:nvPr>
            <p:ph type="sldNum" sz="quarter" idx="12"/>
          </p:nvPr>
        </p:nvSpPr>
        <p:spPr/>
        <p:txBody>
          <a:bodyPr/>
          <a:lstStyle/>
          <a:p>
            <a:fld id="{E2D56C8B-F564-4051-AFED-A78F1C6A2F0E}" type="slidenum">
              <a:rPr lang="en-US" smtClean="0"/>
              <a:pPr/>
              <a:t>10</a:t>
            </a:fld>
            <a:endParaRPr lang="en-US" dirty="0"/>
          </a:p>
        </p:txBody>
      </p:sp>
    </p:spTree>
    <p:extLst>
      <p:ext uri="{BB962C8B-B14F-4D97-AF65-F5344CB8AC3E}">
        <p14:creationId xmlns:p14="http://schemas.microsoft.com/office/powerpoint/2010/main" val="3973783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476D3E7C-C6C4-7161-20F4-8B6CDA7CEB32}"/>
              </a:ext>
              <a:ext uri="{C183D7F6-B498-43B3-948B-1728B52AA6E4}">
                <adec:decorative xmlns:adec="http://schemas.microsoft.com/office/drawing/2017/decorative" val="1"/>
              </a:ext>
            </a:extLst>
          </p:cNvPr>
          <p:cNvSpPr/>
          <p:nvPr/>
        </p:nvSpPr>
        <p:spPr>
          <a:xfrm rot="5400000">
            <a:off x="392633" y="1859183"/>
            <a:ext cx="3336139" cy="3499104"/>
          </a:xfrm>
          <a:custGeom>
            <a:avLst/>
            <a:gdLst>
              <a:gd name="connsiteX0" fmla="*/ 0 w 3336139"/>
              <a:gd name="connsiteY0" fmla="*/ 531876 h 3499104"/>
              <a:gd name="connsiteX1" fmla="*/ 1714513 w 3336139"/>
              <a:gd name="connsiteY1" fmla="*/ 0 h 3499104"/>
              <a:gd name="connsiteX2" fmla="*/ 3333748 w 3336139"/>
              <a:gd name="connsiteY2" fmla="*/ 531876 h 3499104"/>
              <a:gd name="connsiteX3" fmla="*/ 3336139 w 3336139"/>
              <a:gd name="connsiteY3" fmla="*/ 531876 h 3499104"/>
              <a:gd name="connsiteX4" fmla="*/ 3336139 w 3336139"/>
              <a:gd name="connsiteY4" fmla="*/ 3499104 h 3499104"/>
              <a:gd name="connsiteX5" fmla="*/ 2389 w 3336139"/>
              <a:gd name="connsiteY5" fmla="*/ 3499104 h 3499104"/>
              <a:gd name="connsiteX6" fmla="*/ 2389 w 3336139"/>
              <a:gd name="connsiteY6" fmla="*/ 531876 h 3499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36139" h="3499104">
                <a:moveTo>
                  <a:pt x="0" y="531876"/>
                </a:moveTo>
                <a:lnTo>
                  <a:pt x="1714513" y="0"/>
                </a:lnTo>
                <a:lnTo>
                  <a:pt x="3333748" y="531876"/>
                </a:lnTo>
                <a:lnTo>
                  <a:pt x="3336139" y="531876"/>
                </a:lnTo>
                <a:lnTo>
                  <a:pt x="3336139" y="3499104"/>
                </a:lnTo>
                <a:lnTo>
                  <a:pt x="2389" y="3499104"/>
                </a:lnTo>
                <a:lnTo>
                  <a:pt x="2389" y="531876"/>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Title 1">
            <a:extLst>
              <a:ext uri="{FF2B5EF4-FFF2-40B4-BE49-F238E27FC236}">
                <a16:creationId xmlns:a16="http://schemas.microsoft.com/office/drawing/2014/main" id="{A9060196-3C6A-7B1F-A648-F821A6520590}"/>
              </a:ext>
            </a:extLst>
          </p:cNvPr>
          <p:cNvSpPr txBox="1">
            <a:spLocks noGrp="1"/>
          </p:cNvSpPr>
          <p:nvPr>
            <p:ph type="title" idx="4294967295"/>
          </p:nvPr>
        </p:nvSpPr>
        <p:spPr>
          <a:xfrm>
            <a:off x="581025" y="2335107"/>
            <a:ext cx="2794127" cy="2547257"/>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srgbClr val="FFFFFF"/>
                </a:solidFill>
                <a:effectLst/>
                <a:uLnTx/>
                <a:uFillTx/>
                <a:latin typeface="+mj-lt"/>
                <a:ea typeface="+mj-ea"/>
                <a:cs typeface="+mj-cs"/>
              </a:rPr>
              <a:t>Step 3:</a:t>
            </a:r>
            <a:r>
              <a:rPr kumimoji="0" lang="en-US" sz="3300" b="0" i="0" u="none" strike="noStrike" kern="1200" cap="none" spc="0" normalizeH="0" baseline="0" noProof="0" dirty="0">
                <a:ln>
                  <a:noFill/>
                </a:ln>
                <a:solidFill>
                  <a:srgbClr val="FFFFFF"/>
                </a:solidFill>
                <a:effectLst/>
                <a:uLnTx/>
                <a:uFillTx/>
                <a:latin typeface="+mj-lt"/>
                <a:ea typeface="+mj-ea"/>
                <a:cs typeface="+mj-cs"/>
              </a:rPr>
              <a:t> Design and Implement Appropriate Interventions</a:t>
            </a:r>
          </a:p>
        </p:txBody>
      </p:sp>
      <p:pic>
        <p:nvPicPr>
          <p:cNvPr id="16" name="Picture 15" descr="A sample assessment question.&#10;&#10;The image shows two ribbons. Ribbon A is significantly longer than Ribbon B.&#10;&#10;Questions: &#10;Measure the length of Ribbon A with your centimeter ruler and your paper clip. Write the measurements on the lines below.&#10;&#10;Explain why the number of centimeters is larger than the number of paperclips. Use pictures of words.">
            <a:extLst>
              <a:ext uri="{FF2B5EF4-FFF2-40B4-BE49-F238E27FC236}">
                <a16:creationId xmlns:a16="http://schemas.microsoft.com/office/drawing/2014/main" id="{131B7496-AE92-0C38-31C1-BE8B2BEC1DC8}"/>
              </a:ext>
            </a:extLst>
          </p:cNvPr>
          <p:cNvPicPr>
            <a:picLocks noChangeAspect="1"/>
          </p:cNvPicPr>
          <p:nvPr/>
        </p:nvPicPr>
        <p:blipFill>
          <a:blip r:embed="rId2"/>
          <a:stretch>
            <a:fillRect/>
          </a:stretch>
        </p:blipFill>
        <p:spPr>
          <a:xfrm>
            <a:off x="4378325" y="817667"/>
            <a:ext cx="6883400" cy="3581615"/>
          </a:xfrm>
          <a:prstGeom prst="rect">
            <a:avLst/>
          </a:prstGeom>
        </p:spPr>
      </p:pic>
      <p:sp>
        <p:nvSpPr>
          <p:cNvPr id="20" name="TextBox 19">
            <a:extLst>
              <a:ext uri="{FF2B5EF4-FFF2-40B4-BE49-F238E27FC236}">
                <a16:creationId xmlns:a16="http://schemas.microsoft.com/office/drawing/2014/main" id="{671C2F24-32C2-5419-5C06-A222B278DBA4}"/>
              </a:ext>
            </a:extLst>
          </p:cNvPr>
          <p:cNvSpPr txBox="1"/>
          <p:nvPr/>
        </p:nvSpPr>
        <p:spPr>
          <a:xfrm>
            <a:off x="7820025" y="4353140"/>
            <a:ext cx="3790950" cy="375552"/>
          </a:xfrm>
          <a:prstGeom prst="rect">
            <a:avLst/>
          </a:prstGeom>
          <a:noFill/>
        </p:spPr>
        <p:txBody>
          <a:bodyPr wrap="square">
            <a:spAutoFit/>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Source: Eureka Math, Grade 2, Module 2 Assessment</a:t>
            </a:r>
            <a:r>
              <a:rPr lang="en-US" sz="1800" dirty="0">
                <a:effectLst/>
                <a:latin typeface="Calibri" panose="020F0502020204030204" pitchFamily="34" charset="0"/>
                <a:ea typeface="Calibri" panose="020F0502020204030204" pitchFamily="34" charset="0"/>
                <a:cs typeface="Calibri" panose="020F0502020204030204" pitchFamily="34" charset="0"/>
              </a:rPr>
              <a:t>.</a:t>
            </a:r>
            <a:endParaRPr lang="en-US" sz="32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5" name="Content Placeholder 14">
            <a:extLst>
              <a:ext uri="{FF2B5EF4-FFF2-40B4-BE49-F238E27FC236}">
                <a16:creationId xmlns:a16="http://schemas.microsoft.com/office/drawing/2014/main" id="{F18ADCD4-9049-7D13-106E-1732F2AB9D74}"/>
              </a:ext>
            </a:extLst>
          </p:cNvPr>
          <p:cNvSpPr>
            <a:spLocks noGrp="1"/>
          </p:cNvSpPr>
          <p:nvPr>
            <p:ph idx="1"/>
          </p:nvPr>
        </p:nvSpPr>
        <p:spPr>
          <a:xfrm>
            <a:off x="4286250" y="4857749"/>
            <a:ext cx="7067550" cy="1681163"/>
          </a:xfrm>
        </p:spPr>
        <p:txBody>
          <a:bodyPr/>
          <a:lstStyle/>
          <a:p>
            <a:pPr marL="514350" indent="-514350">
              <a:buFont typeface="+mj-lt"/>
              <a:buAutoNum type="arabicPeriod" startAt="5"/>
            </a:pPr>
            <a:r>
              <a:rPr lang="en-US" b="1" dirty="0">
                <a:effectLst/>
                <a:latin typeface="Calibri" panose="020F0502020204030204" pitchFamily="34" charset="0"/>
                <a:ea typeface="Calibri" panose="020F0502020204030204" pitchFamily="34" charset="0"/>
                <a:cs typeface="Open Sans" panose="020B0606030504020204" pitchFamily="34" charset="0"/>
              </a:rPr>
              <a:t>How does the content of his intervention connect to the grade level content his students must master?</a:t>
            </a:r>
            <a:endParaRPr lang="en-US" b="1"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1028950B-6032-5113-3BF5-2C2DCEE93DA1}"/>
              </a:ext>
            </a:extLst>
          </p:cNvPr>
          <p:cNvSpPr>
            <a:spLocks noGrp="1"/>
          </p:cNvSpPr>
          <p:nvPr>
            <p:ph type="sldNum" sz="quarter" idx="12"/>
          </p:nvPr>
        </p:nvSpPr>
        <p:spPr/>
        <p:txBody>
          <a:bodyPr/>
          <a:lstStyle/>
          <a:p>
            <a:fld id="{E2D56C8B-F564-4051-AFED-A78F1C6A2F0E}" type="slidenum">
              <a:rPr lang="en-US" smtClean="0"/>
              <a:pPr/>
              <a:t>11</a:t>
            </a:fld>
            <a:endParaRPr lang="en-US" dirty="0"/>
          </a:p>
        </p:txBody>
      </p:sp>
    </p:spTree>
    <p:extLst>
      <p:ext uri="{BB962C8B-B14F-4D97-AF65-F5344CB8AC3E}">
        <p14:creationId xmlns:p14="http://schemas.microsoft.com/office/powerpoint/2010/main" val="2233557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476D3E7C-C6C4-7161-20F4-8B6CDA7CEB32}"/>
              </a:ext>
              <a:ext uri="{C183D7F6-B498-43B3-948B-1728B52AA6E4}">
                <adec:decorative xmlns:adec="http://schemas.microsoft.com/office/drawing/2017/decorative" val="1"/>
              </a:ext>
            </a:extLst>
          </p:cNvPr>
          <p:cNvSpPr/>
          <p:nvPr/>
        </p:nvSpPr>
        <p:spPr>
          <a:xfrm rot="5400000">
            <a:off x="392633" y="1859183"/>
            <a:ext cx="3336139" cy="3499104"/>
          </a:xfrm>
          <a:custGeom>
            <a:avLst/>
            <a:gdLst>
              <a:gd name="connsiteX0" fmla="*/ 0 w 3336139"/>
              <a:gd name="connsiteY0" fmla="*/ 531876 h 3499104"/>
              <a:gd name="connsiteX1" fmla="*/ 1714513 w 3336139"/>
              <a:gd name="connsiteY1" fmla="*/ 0 h 3499104"/>
              <a:gd name="connsiteX2" fmla="*/ 3333748 w 3336139"/>
              <a:gd name="connsiteY2" fmla="*/ 531876 h 3499104"/>
              <a:gd name="connsiteX3" fmla="*/ 3336139 w 3336139"/>
              <a:gd name="connsiteY3" fmla="*/ 531876 h 3499104"/>
              <a:gd name="connsiteX4" fmla="*/ 3336139 w 3336139"/>
              <a:gd name="connsiteY4" fmla="*/ 3499104 h 3499104"/>
              <a:gd name="connsiteX5" fmla="*/ 2389 w 3336139"/>
              <a:gd name="connsiteY5" fmla="*/ 3499104 h 3499104"/>
              <a:gd name="connsiteX6" fmla="*/ 2389 w 3336139"/>
              <a:gd name="connsiteY6" fmla="*/ 531876 h 3499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36139" h="3499104">
                <a:moveTo>
                  <a:pt x="0" y="531876"/>
                </a:moveTo>
                <a:lnTo>
                  <a:pt x="1714513" y="0"/>
                </a:lnTo>
                <a:lnTo>
                  <a:pt x="3333748" y="531876"/>
                </a:lnTo>
                <a:lnTo>
                  <a:pt x="3336139" y="531876"/>
                </a:lnTo>
                <a:lnTo>
                  <a:pt x="3336139" y="3499104"/>
                </a:lnTo>
                <a:lnTo>
                  <a:pt x="2389" y="3499104"/>
                </a:lnTo>
                <a:lnTo>
                  <a:pt x="2389" y="531876"/>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itle 1">
            <a:extLst>
              <a:ext uri="{FF2B5EF4-FFF2-40B4-BE49-F238E27FC236}">
                <a16:creationId xmlns:a16="http://schemas.microsoft.com/office/drawing/2014/main" id="{AC034D48-F77F-215F-6881-5142E9B7F69E}"/>
              </a:ext>
            </a:extLst>
          </p:cNvPr>
          <p:cNvSpPr txBox="1">
            <a:spLocks noGrp="1"/>
          </p:cNvSpPr>
          <p:nvPr>
            <p:ph type="title" idx="4294967295"/>
          </p:nvPr>
        </p:nvSpPr>
        <p:spPr>
          <a:xfrm>
            <a:off x="581025" y="2335107"/>
            <a:ext cx="2794127" cy="2547257"/>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srgbClr val="FFFFFF"/>
                </a:solidFill>
                <a:effectLst/>
                <a:uLnTx/>
                <a:uFillTx/>
                <a:latin typeface="+mj-lt"/>
                <a:ea typeface="+mj-ea"/>
                <a:cs typeface="+mj-cs"/>
              </a:rPr>
              <a:t>Step 3:</a:t>
            </a:r>
            <a:r>
              <a:rPr kumimoji="0" lang="en-US" sz="3300" b="0" i="0" u="none" strike="noStrike" kern="1200" cap="none" spc="0" normalizeH="0" baseline="0" noProof="0" dirty="0">
                <a:ln>
                  <a:noFill/>
                </a:ln>
                <a:solidFill>
                  <a:srgbClr val="FFFFFF"/>
                </a:solidFill>
                <a:effectLst/>
                <a:uLnTx/>
                <a:uFillTx/>
                <a:latin typeface="+mj-lt"/>
                <a:ea typeface="+mj-ea"/>
                <a:cs typeface="+mj-cs"/>
              </a:rPr>
              <a:t> Design and Implement Appropriate Interventions </a:t>
            </a:r>
          </a:p>
        </p:txBody>
      </p:sp>
      <p:sp>
        <p:nvSpPr>
          <p:cNvPr id="3" name="Content Placeholder 2">
            <a:extLst>
              <a:ext uri="{FF2B5EF4-FFF2-40B4-BE49-F238E27FC236}">
                <a16:creationId xmlns:a16="http://schemas.microsoft.com/office/drawing/2014/main" id="{491EC729-6CF5-9517-1FD0-580B7573E7CA}"/>
              </a:ext>
            </a:extLst>
          </p:cNvPr>
          <p:cNvSpPr>
            <a:spLocks noGrp="1"/>
          </p:cNvSpPr>
          <p:nvPr>
            <p:ph idx="1"/>
          </p:nvPr>
        </p:nvSpPr>
        <p:spPr>
          <a:xfrm>
            <a:off x="4340227" y="398462"/>
            <a:ext cx="6991350" cy="1470025"/>
          </a:xfrm>
        </p:spPr>
        <p:txBody>
          <a:bodyPr>
            <a:normAutofit lnSpcReduction="10000"/>
          </a:bodyPr>
          <a:lstStyle/>
          <a:p>
            <a:pPr marL="0" indent="0">
              <a:buNone/>
            </a:pPr>
            <a:r>
              <a:rPr lang="en-US" b="1" dirty="0"/>
              <a:t>Identifying the Sample Problems </a:t>
            </a:r>
          </a:p>
          <a:p>
            <a:pPr marL="0" indent="0">
              <a:buNone/>
            </a:pPr>
            <a:endParaRPr lang="en-US" b="1" dirty="0"/>
          </a:p>
          <a:p>
            <a:pPr marL="0" indent="0">
              <a:buNone/>
            </a:pPr>
            <a:r>
              <a:rPr lang="en-US" dirty="0"/>
              <a:t>Option A:</a:t>
            </a:r>
          </a:p>
        </p:txBody>
      </p:sp>
      <p:pic>
        <p:nvPicPr>
          <p:cNvPr id="7" name="Picture 6" descr="A sample assessment question: &#10;&#10;Three labeled rectangles are shown. Rectangle B is longer than Rectangle A, and Rectangle C is the shortest.&#10;&#10;Questions: &#10;Which is the longest rectangle?&#10;&#10;If Rectangle A is longer than Rectangle C, the shortest rectangle is ____.">
            <a:extLst>
              <a:ext uri="{FF2B5EF4-FFF2-40B4-BE49-F238E27FC236}">
                <a16:creationId xmlns:a16="http://schemas.microsoft.com/office/drawing/2014/main" id="{04E839D9-3FBE-18B5-8149-26168CEEC1E5}"/>
              </a:ext>
            </a:extLst>
          </p:cNvPr>
          <p:cNvPicPr>
            <a:picLocks noChangeAspect="1"/>
          </p:cNvPicPr>
          <p:nvPr/>
        </p:nvPicPr>
        <p:blipFill>
          <a:blip r:embed="rId2"/>
          <a:stretch>
            <a:fillRect/>
          </a:stretch>
        </p:blipFill>
        <p:spPr>
          <a:xfrm>
            <a:off x="4546599" y="1868487"/>
            <a:ext cx="6207125" cy="4648070"/>
          </a:xfrm>
          <a:prstGeom prst="rect">
            <a:avLst/>
          </a:prstGeom>
        </p:spPr>
      </p:pic>
      <p:sp>
        <p:nvSpPr>
          <p:cNvPr id="8" name="TextBox 7">
            <a:extLst>
              <a:ext uri="{FF2B5EF4-FFF2-40B4-BE49-F238E27FC236}">
                <a16:creationId xmlns:a16="http://schemas.microsoft.com/office/drawing/2014/main" id="{84D71621-354D-D194-DAA1-123419C52D8C}"/>
              </a:ext>
            </a:extLst>
          </p:cNvPr>
          <p:cNvSpPr txBox="1"/>
          <p:nvPr/>
        </p:nvSpPr>
        <p:spPr>
          <a:xfrm>
            <a:off x="4602161" y="6482448"/>
            <a:ext cx="6096000" cy="375552"/>
          </a:xfrm>
          <a:prstGeom prst="rect">
            <a:avLst/>
          </a:prstGeom>
          <a:noFill/>
        </p:spPr>
        <p:txBody>
          <a:bodyPr wrap="square">
            <a:spAutoFit/>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Source: Eureka Math, Grade 1, Module 3 Assessment</a:t>
            </a:r>
            <a:r>
              <a:rPr lang="en-US" sz="1800" dirty="0">
                <a:effectLst/>
                <a:latin typeface="Calibri" panose="020F0502020204030204" pitchFamily="34" charset="0"/>
                <a:ea typeface="Calibri" panose="020F0502020204030204" pitchFamily="34" charset="0"/>
                <a:cs typeface="Calibri" panose="020F0502020204030204" pitchFamily="34" charset="0"/>
              </a:rPr>
              <a:t>.</a:t>
            </a:r>
            <a:endParaRPr lang="en-US" sz="32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28950B-6032-5113-3BF5-2C2DCEE93DA1}"/>
              </a:ext>
            </a:extLst>
          </p:cNvPr>
          <p:cNvSpPr>
            <a:spLocks noGrp="1"/>
          </p:cNvSpPr>
          <p:nvPr>
            <p:ph type="sldNum" sz="quarter" idx="12"/>
          </p:nvPr>
        </p:nvSpPr>
        <p:spPr/>
        <p:txBody>
          <a:bodyPr/>
          <a:lstStyle/>
          <a:p>
            <a:fld id="{E2D56C8B-F564-4051-AFED-A78F1C6A2F0E}" type="slidenum">
              <a:rPr lang="en-US" smtClean="0"/>
              <a:pPr/>
              <a:t>12</a:t>
            </a:fld>
            <a:endParaRPr lang="en-US" dirty="0"/>
          </a:p>
        </p:txBody>
      </p:sp>
    </p:spTree>
    <p:extLst>
      <p:ext uri="{BB962C8B-B14F-4D97-AF65-F5344CB8AC3E}">
        <p14:creationId xmlns:p14="http://schemas.microsoft.com/office/powerpoint/2010/main" val="2004515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476D3E7C-C6C4-7161-20F4-8B6CDA7CEB32}"/>
              </a:ext>
              <a:ext uri="{C183D7F6-B498-43B3-948B-1728B52AA6E4}">
                <adec:decorative xmlns:adec="http://schemas.microsoft.com/office/drawing/2017/decorative" val="1"/>
              </a:ext>
            </a:extLst>
          </p:cNvPr>
          <p:cNvSpPr/>
          <p:nvPr/>
        </p:nvSpPr>
        <p:spPr>
          <a:xfrm rot="5400000">
            <a:off x="392633" y="1859183"/>
            <a:ext cx="3336139" cy="3499104"/>
          </a:xfrm>
          <a:custGeom>
            <a:avLst/>
            <a:gdLst>
              <a:gd name="connsiteX0" fmla="*/ 0 w 3336139"/>
              <a:gd name="connsiteY0" fmla="*/ 531876 h 3499104"/>
              <a:gd name="connsiteX1" fmla="*/ 1714513 w 3336139"/>
              <a:gd name="connsiteY1" fmla="*/ 0 h 3499104"/>
              <a:gd name="connsiteX2" fmla="*/ 3333748 w 3336139"/>
              <a:gd name="connsiteY2" fmla="*/ 531876 h 3499104"/>
              <a:gd name="connsiteX3" fmla="*/ 3336139 w 3336139"/>
              <a:gd name="connsiteY3" fmla="*/ 531876 h 3499104"/>
              <a:gd name="connsiteX4" fmla="*/ 3336139 w 3336139"/>
              <a:gd name="connsiteY4" fmla="*/ 3499104 h 3499104"/>
              <a:gd name="connsiteX5" fmla="*/ 2389 w 3336139"/>
              <a:gd name="connsiteY5" fmla="*/ 3499104 h 3499104"/>
              <a:gd name="connsiteX6" fmla="*/ 2389 w 3336139"/>
              <a:gd name="connsiteY6" fmla="*/ 531876 h 3499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36139" h="3499104">
                <a:moveTo>
                  <a:pt x="0" y="531876"/>
                </a:moveTo>
                <a:lnTo>
                  <a:pt x="1714513" y="0"/>
                </a:lnTo>
                <a:lnTo>
                  <a:pt x="3333748" y="531876"/>
                </a:lnTo>
                <a:lnTo>
                  <a:pt x="3336139" y="531876"/>
                </a:lnTo>
                <a:lnTo>
                  <a:pt x="3336139" y="3499104"/>
                </a:lnTo>
                <a:lnTo>
                  <a:pt x="2389" y="3499104"/>
                </a:lnTo>
                <a:lnTo>
                  <a:pt x="2389" y="531876"/>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itle 1">
            <a:extLst>
              <a:ext uri="{FF2B5EF4-FFF2-40B4-BE49-F238E27FC236}">
                <a16:creationId xmlns:a16="http://schemas.microsoft.com/office/drawing/2014/main" id="{AC034D48-F77F-215F-6881-5142E9B7F69E}"/>
              </a:ext>
            </a:extLst>
          </p:cNvPr>
          <p:cNvSpPr txBox="1">
            <a:spLocks noGrp="1"/>
          </p:cNvSpPr>
          <p:nvPr>
            <p:ph type="title" idx="4294967295"/>
          </p:nvPr>
        </p:nvSpPr>
        <p:spPr>
          <a:xfrm>
            <a:off x="581025" y="2335107"/>
            <a:ext cx="2794127" cy="2547257"/>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srgbClr val="FFFFFF"/>
                </a:solidFill>
                <a:effectLst/>
                <a:uLnTx/>
                <a:uFillTx/>
                <a:latin typeface="+mj-lt"/>
                <a:ea typeface="+mj-ea"/>
                <a:cs typeface="+mj-cs"/>
              </a:rPr>
              <a:t>Step 3:</a:t>
            </a:r>
            <a:r>
              <a:rPr kumimoji="0" lang="en-US" sz="3300" b="0" i="0" u="none" strike="noStrike" kern="1200" cap="none" spc="0" normalizeH="0" baseline="0" noProof="0" dirty="0">
                <a:ln>
                  <a:noFill/>
                </a:ln>
                <a:solidFill>
                  <a:srgbClr val="FFFFFF"/>
                </a:solidFill>
                <a:effectLst/>
                <a:uLnTx/>
                <a:uFillTx/>
                <a:latin typeface="+mj-lt"/>
                <a:ea typeface="+mj-ea"/>
                <a:cs typeface="+mj-cs"/>
              </a:rPr>
              <a:t> Design and Implement Appropriate Interventions  </a:t>
            </a:r>
          </a:p>
        </p:txBody>
      </p:sp>
      <p:sp>
        <p:nvSpPr>
          <p:cNvPr id="3" name="Content Placeholder 2">
            <a:extLst>
              <a:ext uri="{FF2B5EF4-FFF2-40B4-BE49-F238E27FC236}">
                <a16:creationId xmlns:a16="http://schemas.microsoft.com/office/drawing/2014/main" id="{491EC729-6CF5-9517-1FD0-580B7573E7CA}"/>
              </a:ext>
            </a:extLst>
          </p:cNvPr>
          <p:cNvSpPr>
            <a:spLocks noGrp="1"/>
          </p:cNvSpPr>
          <p:nvPr>
            <p:ph idx="1"/>
          </p:nvPr>
        </p:nvSpPr>
        <p:spPr>
          <a:xfrm>
            <a:off x="4340227" y="398462"/>
            <a:ext cx="6991350" cy="1470025"/>
          </a:xfrm>
        </p:spPr>
        <p:txBody>
          <a:bodyPr>
            <a:normAutofit lnSpcReduction="10000"/>
          </a:bodyPr>
          <a:lstStyle/>
          <a:p>
            <a:pPr marL="0" indent="0">
              <a:buNone/>
            </a:pPr>
            <a:r>
              <a:rPr lang="en-US" b="1" dirty="0"/>
              <a:t>Identifying the Sample Problems </a:t>
            </a:r>
          </a:p>
          <a:p>
            <a:pPr marL="0" indent="0">
              <a:buNone/>
            </a:pPr>
            <a:endParaRPr lang="en-US" b="1" dirty="0"/>
          </a:p>
          <a:p>
            <a:pPr marL="0" indent="0">
              <a:buNone/>
            </a:pPr>
            <a:r>
              <a:rPr lang="en-US" dirty="0"/>
              <a:t>Option B:</a:t>
            </a:r>
          </a:p>
        </p:txBody>
      </p:sp>
      <p:pic>
        <p:nvPicPr>
          <p:cNvPr id="2" name="Picture 1" descr="A sample assessment question, no images.&#10;&#10;&quot;Draw a picture to help you complete the measurement statements. Circle the word that makes each statement true.&quot;&#10;&#10;Marni's hair is shorter than Wesley's hair.&#10;&#10;Marni's hair is longer than Brita's hair.&#10;&#10;Brita's hair is (longer/shorter) than Wesley's hair.">
            <a:extLst>
              <a:ext uri="{FF2B5EF4-FFF2-40B4-BE49-F238E27FC236}">
                <a16:creationId xmlns:a16="http://schemas.microsoft.com/office/drawing/2014/main" id="{BCD07942-86BB-7FD5-061E-EE5855719EED}"/>
              </a:ext>
            </a:extLst>
          </p:cNvPr>
          <p:cNvPicPr>
            <a:picLocks noChangeAspect="1"/>
          </p:cNvPicPr>
          <p:nvPr/>
        </p:nvPicPr>
        <p:blipFill rotWithShape="1">
          <a:blip r:embed="rId2"/>
          <a:srcRect b="30309"/>
          <a:stretch/>
        </p:blipFill>
        <p:spPr bwMode="auto">
          <a:xfrm>
            <a:off x="4340227" y="2305049"/>
            <a:ext cx="7126772" cy="1895475"/>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A3810F7F-C8BA-3BD1-A09A-4161331809FD}"/>
              </a:ext>
            </a:extLst>
          </p:cNvPr>
          <p:cNvSpPr txBox="1"/>
          <p:nvPr/>
        </p:nvSpPr>
        <p:spPr>
          <a:xfrm>
            <a:off x="4378790" y="6083986"/>
            <a:ext cx="6096000" cy="375552"/>
          </a:xfrm>
          <a:prstGeom prst="rect">
            <a:avLst/>
          </a:prstGeom>
          <a:noFill/>
        </p:spPr>
        <p:txBody>
          <a:bodyPr wrap="square">
            <a:spAutoFit/>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Source: Eureka Math, Grade 1, Module 3 Assessment</a:t>
            </a:r>
            <a:r>
              <a:rPr lang="en-US" sz="1800" dirty="0">
                <a:effectLst/>
                <a:latin typeface="Calibri" panose="020F0502020204030204" pitchFamily="34" charset="0"/>
                <a:ea typeface="Calibri" panose="020F0502020204030204" pitchFamily="34" charset="0"/>
                <a:cs typeface="Calibri" panose="020F0502020204030204" pitchFamily="34" charset="0"/>
              </a:rPr>
              <a:t>.</a:t>
            </a:r>
            <a:endParaRPr lang="en-US" sz="32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28950B-6032-5113-3BF5-2C2DCEE93DA1}"/>
              </a:ext>
            </a:extLst>
          </p:cNvPr>
          <p:cNvSpPr>
            <a:spLocks noGrp="1"/>
          </p:cNvSpPr>
          <p:nvPr>
            <p:ph type="sldNum" sz="quarter" idx="12"/>
          </p:nvPr>
        </p:nvSpPr>
        <p:spPr/>
        <p:txBody>
          <a:bodyPr/>
          <a:lstStyle/>
          <a:p>
            <a:fld id="{E2D56C8B-F564-4051-AFED-A78F1C6A2F0E}" type="slidenum">
              <a:rPr lang="en-US" smtClean="0"/>
              <a:pPr/>
              <a:t>13</a:t>
            </a:fld>
            <a:endParaRPr lang="en-US" dirty="0"/>
          </a:p>
        </p:txBody>
      </p:sp>
    </p:spTree>
    <p:extLst>
      <p:ext uri="{BB962C8B-B14F-4D97-AF65-F5344CB8AC3E}">
        <p14:creationId xmlns:p14="http://schemas.microsoft.com/office/powerpoint/2010/main" val="2891276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476D3E7C-C6C4-7161-20F4-8B6CDA7CEB32}"/>
              </a:ext>
              <a:ext uri="{C183D7F6-B498-43B3-948B-1728B52AA6E4}">
                <adec:decorative xmlns:adec="http://schemas.microsoft.com/office/drawing/2017/decorative" val="1"/>
              </a:ext>
            </a:extLst>
          </p:cNvPr>
          <p:cNvSpPr/>
          <p:nvPr/>
        </p:nvSpPr>
        <p:spPr>
          <a:xfrm rot="5400000">
            <a:off x="392633" y="1859183"/>
            <a:ext cx="3336139" cy="3499104"/>
          </a:xfrm>
          <a:custGeom>
            <a:avLst/>
            <a:gdLst>
              <a:gd name="connsiteX0" fmla="*/ 0 w 3336139"/>
              <a:gd name="connsiteY0" fmla="*/ 531876 h 3499104"/>
              <a:gd name="connsiteX1" fmla="*/ 1714513 w 3336139"/>
              <a:gd name="connsiteY1" fmla="*/ 0 h 3499104"/>
              <a:gd name="connsiteX2" fmla="*/ 3333748 w 3336139"/>
              <a:gd name="connsiteY2" fmla="*/ 531876 h 3499104"/>
              <a:gd name="connsiteX3" fmla="*/ 3336139 w 3336139"/>
              <a:gd name="connsiteY3" fmla="*/ 531876 h 3499104"/>
              <a:gd name="connsiteX4" fmla="*/ 3336139 w 3336139"/>
              <a:gd name="connsiteY4" fmla="*/ 3499104 h 3499104"/>
              <a:gd name="connsiteX5" fmla="*/ 2389 w 3336139"/>
              <a:gd name="connsiteY5" fmla="*/ 3499104 h 3499104"/>
              <a:gd name="connsiteX6" fmla="*/ 2389 w 3336139"/>
              <a:gd name="connsiteY6" fmla="*/ 531876 h 3499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36139" h="3499104">
                <a:moveTo>
                  <a:pt x="0" y="531876"/>
                </a:moveTo>
                <a:lnTo>
                  <a:pt x="1714513" y="0"/>
                </a:lnTo>
                <a:lnTo>
                  <a:pt x="3333748" y="531876"/>
                </a:lnTo>
                <a:lnTo>
                  <a:pt x="3336139" y="531876"/>
                </a:lnTo>
                <a:lnTo>
                  <a:pt x="3336139" y="3499104"/>
                </a:lnTo>
                <a:lnTo>
                  <a:pt x="2389" y="3499104"/>
                </a:lnTo>
                <a:lnTo>
                  <a:pt x="2389" y="531876"/>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itle 1">
            <a:extLst>
              <a:ext uri="{FF2B5EF4-FFF2-40B4-BE49-F238E27FC236}">
                <a16:creationId xmlns:a16="http://schemas.microsoft.com/office/drawing/2014/main" id="{AC034D48-F77F-215F-6881-5142E9B7F69E}"/>
              </a:ext>
            </a:extLst>
          </p:cNvPr>
          <p:cNvSpPr txBox="1">
            <a:spLocks noGrp="1"/>
          </p:cNvSpPr>
          <p:nvPr>
            <p:ph type="title" idx="4294967295"/>
          </p:nvPr>
        </p:nvSpPr>
        <p:spPr>
          <a:xfrm>
            <a:off x="581025" y="2335107"/>
            <a:ext cx="2794127" cy="2547257"/>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srgbClr val="FFFFFF"/>
                </a:solidFill>
                <a:effectLst/>
                <a:uLnTx/>
                <a:uFillTx/>
                <a:latin typeface="+mj-lt"/>
                <a:ea typeface="+mj-ea"/>
                <a:cs typeface="+mj-cs"/>
              </a:rPr>
              <a:t>Step 3:</a:t>
            </a:r>
            <a:r>
              <a:rPr kumimoji="0" lang="en-US" sz="3300" b="0" i="0" u="none" strike="noStrike" kern="1200" cap="none" spc="0" normalizeH="0" baseline="0" noProof="0" dirty="0">
                <a:ln>
                  <a:noFill/>
                </a:ln>
                <a:solidFill>
                  <a:srgbClr val="FFFFFF"/>
                </a:solidFill>
                <a:effectLst/>
                <a:uLnTx/>
                <a:uFillTx/>
                <a:latin typeface="+mj-lt"/>
                <a:ea typeface="+mj-ea"/>
                <a:cs typeface="+mj-cs"/>
              </a:rPr>
              <a:t> Design and Implement Appropriate Interventions   </a:t>
            </a:r>
          </a:p>
        </p:txBody>
      </p:sp>
      <p:sp>
        <p:nvSpPr>
          <p:cNvPr id="3" name="Content Placeholder 2">
            <a:extLst>
              <a:ext uri="{FF2B5EF4-FFF2-40B4-BE49-F238E27FC236}">
                <a16:creationId xmlns:a16="http://schemas.microsoft.com/office/drawing/2014/main" id="{491EC729-6CF5-9517-1FD0-580B7573E7CA}"/>
              </a:ext>
            </a:extLst>
          </p:cNvPr>
          <p:cNvSpPr>
            <a:spLocks noGrp="1"/>
          </p:cNvSpPr>
          <p:nvPr>
            <p:ph idx="1"/>
          </p:nvPr>
        </p:nvSpPr>
        <p:spPr>
          <a:xfrm>
            <a:off x="4340227" y="398462"/>
            <a:ext cx="6991350" cy="1470025"/>
          </a:xfrm>
        </p:spPr>
        <p:txBody>
          <a:bodyPr>
            <a:normAutofit lnSpcReduction="10000"/>
          </a:bodyPr>
          <a:lstStyle/>
          <a:p>
            <a:pPr marL="0" indent="0">
              <a:buNone/>
            </a:pPr>
            <a:r>
              <a:rPr lang="en-US" b="1" dirty="0"/>
              <a:t>Identifying the Sample Problems </a:t>
            </a:r>
          </a:p>
          <a:p>
            <a:pPr marL="0" indent="0">
              <a:buNone/>
            </a:pPr>
            <a:endParaRPr lang="en-US" b="1" dirty="0"/>
          </a:p>
          <a:p>
            <a:pPr marL="0" indent="0">
              <a:buNone/>
            </a:pPr>
            <a:r>
              <a:rPr lang="en-US" dirty="0"/>
              <a:t>Option C:</a:t>
            </a:r>
          </a:p>
        </p:txBody>
      </p:sp>
      <p:pic>
        <p:nvPicPr>
          <p:cNvPr id="5124" name="Picture 28" descr="Sample assessment question.&#10;&#10;Four images with spoons being measured against shaded squares (1 cm) are shown). &#10;&#10;The question asks the student to circle the picture that shows the correct way to measure.">
            <a:extLst>
              <a:ext uri="{FF2B5EF4-FFF2-40B4-BE49-F238E27FC236}">
                <a16:creationId xmlns:a16="http://schemas.microsoft.com/office/drawing/2014/main" id="{6E7F892C-07A9-3128-AA16-6B1094709A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6749" y="1940664"/>
            <a:ext cx="6363629" cy="385053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43A429B-C354-DDD6-C612-DB9CEB754313}"/>
              </a:ext>
            </a:extLst>
          </p:cNvPr>
          <p:cNvSpPr txBox="1"/>
          <p:nvPr/>
        </p:nvSpPr>
        <p:spPr>
          <a:xfrm>
            <a:off x="4378790" y="6083986"/>
            <a:ext cx="6096000" cy="375552"/>
          </a:xfrm>
          <a:prstGeom prst="rect">
            <a:avLst/>
          </a:prstGeom>
          <a:noFill/>
        </p:spPr>
        <p:txBody>
          <a:bodyPr wrap="square">
            <a:spAutoFit/>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Source: Eureka Math, Grade 1, Module 3 Assessment</a:t>
            </a:r>
            <a:r>
              <a:rPr lang="en-US" sz="1800" dirty="0">
                <a:effectLst/>
                <a:latin typeface="Calibri" panose="020F0502020204030204" pitchFamily="34" charset="0"/>
                <a:ea typeface="Calibri" panose="020F0502020204030204" pitchFamily="34" charset="0"/>
                <a:cs typeface="Calibri" panose="020F0502020204030204" pitchFamily="34" charset="0"/>
              </a:rPr>
              <a:t>.</a:t>
            </a:r>
            <a:endParaRPr lang="en-US" sz="32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28950B-6032-5113-3BF5-2C2DCEE93DA1}"/>
              </a:ext>
            </a:extLst>
          </p:cNvPr>
          <p:cNvSpPr>
            <a:spLocks noGrp="1"/>
          </p:cNvSpPr>
          <p:nvPr>
            <p:ph type="sldNum" sz="quarter" idx="12"/>
          </p:nvPr>
        </p:nvSpPr>
        <p:spPr/>
        <p:txBody>
          <a:bodyPr/>
          <a:lstStyle/>
          <a:p>
            <a:fld id="{E2D56C8B-F564-4051-AFED-A78F1C6A2F0E}" type="slidenum">
              <a:rPr lang="en-US" smtClean="0"/>
              <a:pPr/>
              <a:t>14</a:t>
            </a:fld>
            <a:endParaRPr lang="en-US" dirty="0"/>
          </a:p>
        </p:txBody>
      </p:sp>
    </p:spTree>
    <p:extLst>
      <p:ext uri="{BB962C8B-B14F-4D97-AF65-F5344CB8AC3E}">
        <p14:creationId xmlns:p14="http://schemas.microsoft.com/office/powerpoint/2010/main" val="2720691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476D3E7C-C6C4-7161-20F4-8B6CDA7CEB32}"/>
              </a:ext>
              <a:ext uri="{C183D7F6-B498-43B3-948B-1728B52AA6E4}">
                <adec:decorative xmlns:adec="http://schemas.microsoft.com/office/drawing/2017/decorative" val="1"/>
              </a:ext>
            </a:extLst>
          </p:cNvPr>
          <p:cNvSpPr/>
          <p:nvPr/>
        </p:nvSpPr>
        <p:spPr>
          <a:xfrm rot="5400000">
            <a:off x="392633" y="1859183"/>
            <a:ext cx="3336139" cy="3499104"/>
          </a:xfrm>
          <a:custGeom>
            <a:avLst/>
            <a:gdLst>
              <a:gd name="connsiteX0" fmla="*/ 0 w 3336139"/>
              <a:gd name="connsiteY0" fmla="*/ 531876 h 3499104"/>
              <a:gd name="connsiteX1" fmla="*/ 1714513 w 3336139"/>
              <a:gd name="connsiteY1" fmla="*/ 0 h 3499104"/>
              <a:gd name="connsiteX2" fmla="*/ 3333748 w 3336139"/>
              <a:gd name="connsiteY2" fmla="*/ 531876 h 3499104"/>
              <a:gd name="connsiteX3" fmla="*/ 3336139 w 3336139"/>
              <a:gd name="connsiteY3" fmla="*/ 531876 h 3499104"/>
              <a:gd name="connsiteX4" fmla="*/ 3336139 w 3336139"/>
              <a:gd name="connsiteY4" fmla="*/ 3499104 h 3499104"/>
              <a:gd name="connsiteX5" fmla="*/ 2389 w 3336139"/>
              <a:gd name="connsiteY5" fmla="*/ 3499104 h 3499104"/>
              <a:gd name="connsiteX6" fmla="*/ 2389 w 3336139"/>
              <a:gd name="connsiteY6" fmla="*/ 531876 h 3499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36139" h="3499104">
                <a:moveTo>
                  <a:pt x="0" y="531876"/>
                </a:moveTo>
                <a:lnTo>
                  <a:pt x="1714513" y="0"/>
                </a:lnTo>
                <a:lnTo>
                  <a:pt x="3333748" y="531876"/>
                </a:lnTo>
                <a:lnTo>
                  <a:pt x="3336139" y="531876"/>
                </a:lnTo>
                <a:lnTo>
                  <a:pt x="3336139" y="3499104"/>
                </a:lnTo>
                <a:lnTo>
                  <a:pt x="2389" y="3499104"/>
                </a:lnTo>
                <a:lnTo>
                  <a:pt x="2389" y="531876"/>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itle 1">
            <a:extLst>
              <a:ext uri="{FF2B5EF4-FFF2-40B4-BE49-F238E27FC236}">
                <a16:creationId xmlns:a16="http://schemas.microsoft.com/office/drawing/2014/main" id="{AC034D48-F77F-215F-6881-5142E9B7F69E}"/>
              </a:ext>
            </a:extLst>
          </p:cNvPr>
          <p:cNvSpPr txBox="1">
            <a:spLocks noGrp="1"/>
          </p:cNvSpPr>
          <p:nvPr>
            <p:ph type="title" idx="4294967295"/>
          </p:nvPr>
        </p:nvSpPr>
        <p:spPr>
          <a:xfrm>
            <a:off x="581025" y="2335107"/>
            <a:ext cx="2794127" cy="2547257"/>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300" b="1" i="0" u="none" strike="noStrike" kern="1200" cap="none" spc="0" normalizeH="0" baseline="0" noProof="0" dirty="0">
                <a:ln>
                  <a:noFill/>
                </a:ln>
                <a:solidFill>
                  <a:srgbClr val="FFFFFF"/>
                </a:solidFill>
                <a:effectLst/>
                <a:uLnTx/>
                <a:uFillTx/>
                <a:latin typeface="+mj-lt"/>
                <a:ea typeface="+mj-ea"/>
                <a:cs typeface="+mj-cs"/>
              </a:rPr>
              <a:t>Step 3:</a:t>
            </a:r>
            <a:r>
              <a:rPr kumimoji="0" lang="en-US" sz="3300" b="0" i="0" u="none" strike="noStrike" kern="1200" cap="none" spc="0" normalizeH="0" baseline="0" noProof="0" dirty="0">
                <a:ln>
                  <a:noFill/>
                </a:ln>
                <a:solidFill>
                  <a:srgbClr val="FFFFFF"/>
                </a:solidFill>
                <a:effectLst/>
                <a:uLnTx/>
                <a:uFillTx/>
                <a:latin typeface="+mj-lt"/>
                <a:ea typeface="+mj-ea"/>
                <a:cs typeface="+mj-cs"/>
              </a:rPr>
              <a:t> Design and Implement Appropriate Interventions</a:t>
            </a:r>
            <a:r>
              <a:rPr kumimoji="0" lang="en-US" sz="3300" b="0" i="0" u="none" strike="noStrike" kern="1200" cap="none" spc="0" normalizeH="0" noProof="0" dirty="0">
                <a:ln>
                  <a:noFill/>
                </a:ln>
                <a:solidFill>
                  <a:srgbClr val="FFFFFF"/>
                </a:solidFill>
                <a:effectLst/>
                <a:uLnTx/>
                <a:uFillTx/>
                <a:latin typeface="+mj-lt"/>
                <a:ea typeface="+mj-ea"/>
                <a:cs typeface="+mj-cs"/>
              </a:rPr>
              <a:t>    </a:t>
            </a:r>
            <a:endParaRPr kumimoji="0" lang="en-US" sz="3300" b="0" i="0" u="none" strike="noStrike" kern="1200" cap="none" spc="0" normalizeH="0" baseline="0" noProof="0" dirty="0">
              <a:ln>
                <a:noFill/>
              </a:ln>
              <a:solidFill>
                <a:srgbClr val="FFFFFF"/>
              </a:solidFill>
              <a:effectLst/>
              <a:uLnTx/>
              <a:uFillTx/>
              <a:latin typeface="+mj-lt"/>
              <a:ea typeface="+mj-ea"/>
              <a:cs typeface="+mj-cs"/>
            </a:endParaRPr>
          </a:p>
        </p:txBody>
      </p:sp>
      <p:sp>
        <p:nvSpPr>
          <p:cNvPr id="3" name="Content Placeholder 2">
            <a:extLst>
              <a:ext uri="{FF2B5EF4-FFF2-40B4-BE49-F238E27FC236}">
                <a16:creationId xmlns:a16="http://schemas.microsoft.com/office/drawing/2014/main" id="{491EC729-6CF5-9517-1FD0-580B7573E7CA}"/>
              </a:ext>
            </a:extLst>
          </p:cNvPr>
          <p:cNvSpPr>
            <a:spLocks noGrp="1"/>
          </p:cNvSpPr>
          <p:nvPr>
            <p:ph idx="1"/>
          </p:nvPr>
        </p:nvSpPr>
        <p:spPr>
          <a:xfrm>
            <a:off x="4340227" y="398462"/>
            <a:ext cx="6991350" cy="5735638"/>
          </a:xfrm>
        </p:spPr>
        <p:txBody>
          <a:bodyPr>
            <a:normAutofit/>
          </a:bodyPr>
          <a:lstStyle/>
          <a:p>
            <a:pPr marL="0" indent="0">
              <a:buNone/>
            </a:pPr>
            <a:r>
              <a:rPr lang="en-US" b="1" dirty="0"/>
              <a:t>Identifying Sample Problems </a:t>
            </a:r>
          </a:p>
          <a:p>
            <a:pPr marL="0" indent="0">
              <a:buNone/>
            </a:pPr>
            <a:endParaRPr lang="en-US" b="1" dirty="0"/>
          </a:p>
          <a:p>
            <a:pPr marL="0" indent="0">
              <a:buNone/>
            </a:pPr>
            <a:endParaRPr lang="en-US" b="1" dirty="0"/>
          </a:p>
          <a:p>
            <a:pPr marL="0" indent="0">
              <a:buNone/>
            </a:pPr>
            <a:endParaRPr lang="en-US" b="1" dirty="0"/>
          </a:p>
          <a:p>
            <a:pPr marL="514350" marR="0" lvl="0" indent="-514350">
              <a:lnSpc>
                <a:spcPct val="107000"/>
              </a:lnSpc>
              <a:spcBef>
                <a:spcPts val="0"/>
              </a:spcBef>
              <a:spcAft>
                <a:spcPts val="800"/>
              </a:spcAft>
              <a:buFont typeface="+mj-lt"/>
              <a:buAutoNum type="arabicPeriod" startAt="6"/>
            </a:pPr>
            <a:r>
              <a:rPr lang="en-US" b="1" dirty="0">
                <a:effectLst/>
                <a:latin typeface="Calibri" panose="020F0502020204030204" pitchFamily="34" charset="0"/>
                <a:ea typeface="Calibri" panose="020F0502020204030204" pitchFamily="34" charset="0"/>
                <a:cs typeface="Open Sans" panose="020B0606030504020204" pitchFamily="34" charset="0"/>
              </a:rPr>
              <a:t>Which problem do you think best helps students access the grade level content shown in the unit assessment question? Explain your reasoning using the sample unit test question above.</a:t>
            </a:r>
            <a:endParaRPr lang="en-US" b="1"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28950B-6032-5113-3BF5-2C2DCEE93DA1}"/>
              </a:ext>
            </a:extLst>
          </p:cNvPr>
          <p:cNvSpPr>
            <a:spLocks noGrp="1"/>
          </p:cNvSpPr>
          <p:nvPr>
            <p:ph type="sldNum" sz="quarter" idx="12"/>
          </p:nvPr>
        </p:nvSpPr>
        <p:spPr/>
        <p:txBody>
          <a:bodyPr/>
          <a:lstStyle/>
          <a:p>
            <a:fld id="{E2D56C8B-F564-4051-AFED-A78F1C6A2F0E}" type="slidenum">
              <a:rPr lang="en-US" smtClean="0"/>
              <a:pPr/>
              <a:t>15</a:t>
            </a:fld>
            <a:endParaRPr lang="en-US" dirty="0"/>
          </a:p>
        </p:txBody>
      </p:sp>
    </p:spTree>
    <p:extLst>
      <p:ext uri="{BB962C8B-B14F-4D97-AF65-F5344CB8AC3E}">
        <p14:creationId xmlns:p14="http://schemas.microsoft.com/office/powerpoint/2010/main" val="873128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690688"/>
            <a:ext cx="10515600" cy="3167062"/>
          </a:xfrm>
        </p:spPr>
        <p:txBody>
          <a:bodyPr>
            <a:normAutofit/>
          </a:bodyPr>
          <a:lstStyle/>
          <a:p>
            <a:pPr marL="514350" indent="-514350">
              <a:lnSpc>
                <a:spcPct val="107000"/>
              </a:lnSpc>
              <a:spcBef>
                <a:spcPts val="0"/>
              </a:spcBef>
              <a:buFont typeface="+mj-lt"/>
              <a:buAutoNum type="arabicPeriod"/>
            </a:pP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In your own words, describe the three steps to planning and implementing a just-in-time intervention. </a:t>
            </a:r>
          </a:p>
          <a:p>
            <a:pPr marL="514350" indent="-514350">
              <a:lnSpc>
                <a:spcPct val="107000"/>
              </a:lnSpc>
              <a:spcBef>
                <a:spcPts val="0"/>
              </a:spcBef>
              <a:buFont typeface="+mj-lt"/>
              <a:buAutoNum type="arabicPeriod"/>
            </a:pPr>
            <a:endPar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endParaRPr>
          </a:p>
          <a:p>
            <a:pPr marL="514350" indent="-514350">
              <a:lnSpc>
                <a:spcPct val="107000"/>
              </a:lnSpc>
              <a:spcBef>
                <a:spcPts val="0"/>
              </a:spcBef>
              <a:buFont typeface="+mj-lt"/>
              <a:buAutoNum type="arabicPeriod"/>
            </a:pP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Consider the intervention you are planning in your internship class. What step do you think will be most challenging for you to complete in this process? Why? </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16</a:t>
            </a:fld>
            <a:endParaRPr lang="en-US" dirty="0"/>
          </a:p>
        </p:txBody>
      </p:sp>
    </p:spTree>
    <p:extLst>
      <p:ext uri="{BB962C8B-B14F-4D97-AF65-F5344CB8AC3E}">
        <p14:creationId xmlns:p14="http://schemas.microsoft.com/office/powerpoint/2010/main" val="2313533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390</TotalTime>
  <Words>1159</Words>
  <Application>Microsoft Office PowerPoint</Application>
  <PresentationFormat>Widescreen</PresentationFormat>
  <Paragraphs>160</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Symbol</vt:lpstr>
      <vt:lpstr>Office Theme</vt:lpstr>
      <vt:lpstr>Practicum| Unit 4: Research Based Instructional Strategies (RBIS) Math | Lesson 4.11</vt:lpstr>
      <vt:lpstr>TEKS Standards &amp; Objectives</vt:lpstr>
      <vt:lpstr>Bellringer</vt:lpstr>
      <vt:lpstr>Planning Effective Just-In-Time Interventions</vt:lpstr>
      <vt:lpstr>Applying the Steps of Just-in-Time Interventions for Acceleration</vt:lpstr>
      <vt:lpstr>Step 1: Identify Prerequisite Skills and Knowledge   </vt:lpstr>
      <vt:lpstr>Step 1: Identify Prerequisite Skills and Knowledge </vt:lpstr>
      <vt:lpstr>Step 1: Identify Prerequisite Skills and Knowledge  </vt:lpstr>
      <vt:lpstr>Step 2: Schedule within the Scope and Sequence</vt:lpstr>
      <vt:lpstr>Step 2: Schedule within the Scope and Sequence  </vt:lpstr>
      <vt:lpstr>Step 3: Design and Implement Appropriate Interventions</vt:lpstr>
      <vt:lpstr>Step 3: Design and Implement Appropriate Interventions </vt:lpstr>
      <vt:lpstr>Step 3: Design and Implement Appropriate Interventions  </vt:lpstr>
      <vt:lpstr>Step 3: Design and Implement Appropriate Interventions   </vt:lpstr>
      <vt:lpstr>Step 3: Design and Implement Appropriate Interventions    </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4.11: Just-In-Time Supports for Acceleration</dc:title>
  <dc:subject>Lesson 4.11: Just-In-Time Supports for Acceleration</dc:subject>
  <dc:creator>Texas Education Agency</dc:creator>
  <cp:lastModifiedBy>White (she/her), Whitney</cp:lastModifiedBy>
  <cp:revision>11</cp:revision>
  <dcterms:created xsi:type="dcterms:W3CDTF">2022-05-09T19:40:20Z</dcterms:created>
  <dcterms:modified xsi:type="dcterms:W3CDTF">2023-08-19T03:31:59Z</dcterms:modified>
</cp:coreProperties>
</file>
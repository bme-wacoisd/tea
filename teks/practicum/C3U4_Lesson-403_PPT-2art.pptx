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2" r:id="rId6"/>
    <p:sldId id="263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09D00-29CB-4D61-906D-EF172816BDBA}" v="1" dt="2023-08-19T02:17:10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s, Kristana" userId="06c54908-b913-4b34-a3f2-9a6986972442" providerId="ADAL" clId="{448B3D01-C9DE-469B-B639-D1A4899B2439}"/>
    <pc:docChg chg="undo custSel addSld modSld">
      <pc:chgData name="Rogers, Kristana" userId="06c54908-b913-4b34-a3f2-9a6986972442" providerId="ADAL" clId="{448B3D01-C9DE-469B-B639-D1A4899B2439}" dt="2023-03-16T01:10:56.846" v="861" actId="1076"/>
      <pc:docMkLst>
        <pc:docMk/>
      </pc:docMkLst>
      <pc:sldChg chg="modSp mod">
        <pc:chgData name="Rogers, Kristana" userId="06c54908-b913-4b34-a3f2-9a6986972442" providerId="ADAL" clId="{448B3D01-C9DE-469B-B639-D1A4899B2439}" dt="2023-03-16T00:51:19.221" v="63" actId="20577"/>
        <pc:sldMkLst>
          <pc:docMk/>
          <pc:sldMk cId="1482277026" sldId="256"/>
        </pc:sldMkLst>
        <pc:spChg chg="mod">
          <ac:chgData name="Rogers, Kristana" userId="06c54908-b913-4b34-a3f2-9a6986972442" providerId="ADAL" clId="{448B3D01-C9DE-469B-B639-D1A4899B2439}" dt="2023-03-16T00:51:19.221" v="6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Rogers, Kristana" userId="06c54908-b913-4b34-a3f2-9a6986972442" providerId="ADAL" clId="{448B3D01-C9DE-469B-B639-D1A4899B2439}" dt="2023-03-16T00:51:14.165" v="6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Rogers, Kristana" userId="06c54908-b913-4b34-a3f2-9a6986972442" providerId="ADAL" clId="{448B3D01-C9DE-469B-B639-D1A4899B2439}" dt="2023-03-16T00:53:39.021" v="90" actId="14100"/>
        <pc:sldMkLst>
          <pc:docMk/>
          <pc:sldMk cId="4071305681" sldId="258"/>
        </pc:sldMkLst>
        <pc:spChg chg="mod">
          <ac:chgData name="Rogers, Kristana" userId="06c54908-b913-4b34-a3f2-9a6986972442" providerId="ADAL" clId="{448B3D01-C9DE-469B-B639-D1A4899B2439}" dt="2023-03-16T00:53:34.755" v="89" actId="1076"/>
          <ac:spMkLst>
            <pc:docMk/>
            <pc:sldMk cId="4071305681" sldId="258"/>
            <ac:spMk id="2" creationId="{2F03F004-EE4F-44F2-AA0E-56B8CFF11342}"/>
          </ac:spMkLst>
        </pc:spChg>
        <pc:spChg chg="mod">
          <ac:chgData name="Rogers, Kristana" userId="06c54908-b913-4b34-a3f2-9a6986972442" providerId="ADAL" clId="{448B3D01-C9DE-469B-B639-D1A4899B2439}" dt="2023-03-16T00:53:39.021" v="90" actId="14100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Rogers, Kristana" userId="06c54908-b913-4b34-a3f2-9a6986972442" providerId="ADAL" clId="{448B3D01-C9DE-469B-B639-D1A4899B2439}" dt="2023-03-16T00:52:22.224" v="79" actId="255"/>
        <pc:sldMkLst>
          <pc:docMk/>
          <pc:sldMk cId="2772527113" sldId="259"/>
        </pc:sldMkLst>
        <pc:spChg chg="mod">
          <ac:chgData name="Rogers, Kristana" userId="06c54908-b913-4b34-a3f2-9a6986972442" providerId="ADAL" clId="{448B3D01-C9DE-469B-B639-D1A4899B2439}" dt="2023-03-16T00:52:22.224" v="79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Rogers, Kristana" userId="06c54908-b913-4b34-a3f2-9a6986972442" providerId="ADAL" clId="{448B3D01-C9DE-469B-B639-D1A4899B2439}" dt="2023-03-16T01:10:56.846" v="861" actId="1076"/>
        <pc:sldMkLst>
          <pc:docMk/>
          <pc:sldMk cId="2147408764" sldId="260"/>
        </pc:sldMkLst>
        <pc:spChg chg="mod">
          <ac:chgData name="Rogers, Kristana" userId="06c54908-b913-4b34-a3f2-9a6986972442" providerId="ADAL" clId="{448B3D01-C9DE-469B-B639-D1A4899B2439}" dt="2023-03-16T01:10:38.754" v="859" actId="1076"/>
          <ac:spMkLst>
            <pc:docMk/>
            <pc:sldMk cId="2147408764" sldId="260"/>
            <ac:spMk id="2" creationId="{9AFB837C-3E07-4129-B371-9F5CA97D5605}"/>
          </ac:spMkLst>
        </pc:spChg>
        <pc:spChg chg="mod">
          <ac:chgData name="Rogers, Kristana" userId="06c54908-b913-4b34-a3f2-9a6986972442" providerId="ADAL" clId="{448B3D01-C9DE-469B-B639-D1A4899B2439}" dt="2023-03-16T01:10:56.846" v="861" actId="1076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Rogers, Kristana" userId="06c54908-b913-4b34-a3f2-9a6986972442" providerId="ADAL" clId="{448B3D01-C9DE-469B-B639-D1A4899B2439}" dt="2023-03-16T00:55:40.876" v="527" actId="27107"/>
        <pc:sldMkLst>
          <pc:docMk/>
          <pc:sldMk cId="3054216349" sldId="261"/>
        </pc:sldMkLst>
        <pc:graphicFrameChg chg="modGraphic">
          <ac:chgData name="Rogers, Kristana" userId="06c54908-b913-4b34-a3f2-9a6986972442" providerId="ADAL" clId="{448B3D01-C9DE-469B-B639-D1A4899B2439}" dt="2023-03-16T00:55:40.876" v="527" actId="27107"/>
          <ac:graphicFrameMkLst>
            <pc:docMk/>
            <pc:sldMk cId="3054216349" sldId="261"/>
            <ac:graphicFrameMk id="5" creationId="{8D31F9C6-28EB-4419-B90D-7DE05C4C1D8A}"/>
          </ac:graphicFrameMkLst>
        </pc:graphicFrameChg>
      </pc:sldChg>
      <pc:sldChg chg="modSp mod">
        <pc:chgData name="Rogers, Kristana" userId="06c54908-b913-4b34-a3f2-9a6986972442" providerId="ADAL" clId="{448B3D01-C9DE-469B-B639-D1A4899B2439}" dt="2023-03-16T00:59:57.477" v="642" actId="948"/>
        <pc:sldMkLst>
          <pc:docMk/>
          <pc:sldMk cId="4170921578" sldId="262"/>
        </pc:sldMkLst>
        <pc:spChg chg="mod">
          <ac:chgData name="Rogers, Kristana" userId="06c54908-b913-4b34-a3f2-9a6986972442" providerId="ADAL" clId="{448B3D01-C9DE-469B-B639-D1A4899B2439}" dt="2023-03-16T00:58:50.175" v="626" actId="1076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Rogers, Kristana" userId="06c54908-b913-4b34-a3f2-9a6986972442" providerId="ADAL" clId="{448B3D01-C9DE-469B-B639-D1A4899B2439}" dt="2023-03-16T00:59:57.477" v="642" actId="948"/>
          <ac:spMkLst>
            <pc:docMk/>
            <pc:sldMk cId="4170921578" sldId="262"/>
            <ac:spMk id="3" creationId="{79FFCA46-4155-4484-8350-F1E0B95F6088}"/>
          </ac:spMkLst>
        </pc:spChg>
      </pc:sldChg>
      <pc:sldChg chg="addSp delSp modSp mod">
        <pc:chgData name="Rogers, Kristana" userId="06c54908-b913-4b34-a3f2-9a6986972442" providerId="ADAL" clId="{448B3D01-C9DE-469B-B639-D1A4899B2439}" dt="2023-03-16T00:58:10.724" v="612" actId="1076"/>
        <pc:sldMkLst>
          <pc:docMk/>
          <pc:sldMk cId="1163931679" sldId="263"/>
        </pc:sldMkLst>
        <pc:spChg chg="del">
          <ac:chgData name="Rogers, Kristana" userId="06c54908-b913-4b34-a3f2-9a6986972442" providerId="ADAL" clId="{448B3D01-C9DE-469B-B639-D1A4899B2439}" dt="2023-03-16T00:57:56.746" v="607" actId="478"/>
          <ac:spMkLst>
            <pc:docMk/>
            <pc:sldMk cId="1163931679" sldId="263"/>
            <ac:spMk id="2" creationId="{531ECDB3-7F62-4124-A1E9-E48D699D2427}"/>
          </ac:spMkLst>
        </pc:spChg>
        <pc:spChg chg="del">
          <ac:chgData name="Rogers, Kristana" userId="06c54908-b913-4b34-a3f2-9a6986972442" providerId="ADAL" clId="{448B3D01-C9DE-469B-B639-D1A4899B2439}" dt="2023-03-16T00:57:33.716" v="601" actId="478"/>
          <ac:spMkLst>
            <pc:docMk/>
            <pc:sldMk cId="1163931679" sldId="263"/>
            <ac:spMk id="3" creationId="{012C84E3-4C09-4253-8964-13B9C34E5E48}"/>
          </ac:spMkLst>
        </pc:spChg>
        <pc:spChg chg="add del mod">
          <ac:chgData name="Rogers, Kristana" userId="06c54908-b913-4b34-a3f2-9a6986972442" providerId="ADAL" clId="{448B3D01-C9DE-469B-B639-D1A4899B2439}" dt="2023-03-16T00:57:37.048" v="602" actId="478"/>
          <ac:spMkLst>
            <pc:docMk/>
            <pc:sldMk cId="1163931679" sldId="263"/>
            <ac:spMk id="6" creationId="{D84294E8-D0C5-82EF-52B8-ECBE9DAFDEC9}"/>
          </ac:spMkLst>
        </pc:spChg>
        <pc:spChg chg="add del mod">
          <ac:chgData name="Rogers, Kristana" userId="06c54908-b913-4b34-a3f2-9a6986972442" providerId="ADAL" clId="{448B3D01-C9DE-469B-B639-D1A4899B2439}" dt="2023-03-16T00:57:58.582" v="608" actId="478"/>
          <ac:spMkLst>
            <pc:docMk/>
            <pc:sldMk cId="1163931679" sldId="263"/>
            <ac:spMk id="9" creationId="{C0B40ED0-7C1D-9C87-B8D5-DCA3D2DF4E2E}"/>
          </ac:spMkLst>
        </pc:spChg>
        <pc:picChg chg="add mod">
          <ac:chgData name="Rogers, Kristana" userId="06c54908-b913-4b34-a3f2-9a6986972442" providerId="ADAL" clId="{448B3D01-C9DE-469B-B639-D1A4899B2439}" dt="2023-03-16T00:58:10.724" v="612" actId="1076"/>
          <ac:picMkLst>
            <pc:docMk/>
            <pc:sldMk cId="1163931679" sldId="263"/>
            <ac:picMk id="7" creationId="{56B33DE3-B7A8-79C3-14BB-F1620BA8290B}"/>
          </ac:picMkLst>
        </pc:picChg>
      </pc:sldChg>
      <pc:sldChg chg="addSp delSp modSp mod">
        <pc:chgData name="Rogers, Kristana" userId="06c54908-b913-4b34-a3f2-9a6986972442" providerId="ADAL" clId="{448B3D01-C9DE-469B-B639-D1A4899B2439}" dt="2023-03-16T00:57:08.420" v="600" actId="1076"/>
        <pc:sldMkLst>
          <pc:docMk/>
          <pc:sldMk cId="3493109116" sldId="264"/>
        </pc:sldMkLst>
        <pc:spChg chg="mod">
          <ac:chgData name="Rogers, Kristana" userId="06c54908-b913-4b34-a3f2-9a6986972442" providerId="ADAL" clId="{448B3D01-C9DE-469B-B639-D1A4899B2439}" dt="2023-03-16T00:57:08.420" v="600" actId="1076"/>
          <ac:spMkLst>
            <pc:docMk/>
            <pc:sldMk cId="3493109116" sldId="264"/>
            <ac:spMk id="2" creationId="{D7836664-70C0-47BA-9BFF-496A04EBBFDE}"/>
          </ac:spMkLst>
        </pc:spChg>
        <pc:spChg chg="add del mod">
          <ac:chgData name="Rogers, Kristana" userId="06c54908-b913-4b34-a3f2-9a6986972442" providerId="ADAL" clId="{448B3D01-C9DE-469B-B639-D1A4899B2439}" dt="2023-03-16T00:56:30.025" v="586" actId="478"/>
          <ac:spMkLst>
            <pc:docMk/>
            <pc:sldMk cId="3493109116" sldId="264"/>
            <ac:spMk id="6" creationId="{C4FA0834-3910-4249-434C-3B2DDC3BC5FB}"/>
          </ac:spMkLst>
        </pc:spChg>
        <pc:spChg chg="add mod">
          <ac:chgData name="Rogers, Kristana" userId="06c54908-b913-4b34-a3f2-9a6986972442" providerId="ADAL" clId="{448B3D01-C9DE-469B-B639-D1A4899B2439}" dt="2023-03-16T00:56:46.850" v="590" actId="255"/>
          <ac:spMkLst>
            <pc:docMk/>
            <pc:sldMk cId="3493109116" sldId="264"/>
            <ac:spMk id="8" creationId="{2A776615-A862-6EA1-CBB4-D6E9471CD041}"/>
          </ac:spMkLst>
        </pc:spChg>
        <pc:graphicFrameChg chg="del">
          <ac:chgData name="Rogers, Kristana" userId="06c54908-b913-4b34-a3f2-9a6986972442" providerId="ADAL" clId="{448B3D01-C9DE-469B-B639-D1A4899B2439}" dt="2023-03-16T00:56:24.012" v="584" actId="478"/>
          <ac:graphicFrameMkLst>
            <pc:docMk/>
            <pc:sldMk cId="3493109116" sldId="264"/>
            <ac:graphicFrameMk id="5" creationId="{5C543D04-921E-4C6A-AF4F-2BDE37415EFE}"/>
          </ac:graphicFrameMkLst>
        </pc:graphicFrameChg>
      </pc:sldChg>
      <pc:sldChg chg="addSp delSp modSp mod">
        <pc:chgData name="Rogers, Kristana" userId="06c54908-b913-4b34-a3f2-9a6986972442" providerId="ADAL" clId="{448B3D01-C9DE-469B-B639-D1A4899B2439}" dt="2023-03-16T01:00:35.135" v="652" actId="1076"/>
        <pc:sldMkLst>
          <pc:docMk/>
          <pc:sldMk cId="1754767038" sldId="265"/>
        </pc:sldMkLst>
        <pc:spChg chg="del mod">
          <ac:chgData name="Rogers, Kristana" userId="06c54908-b913-4b34-a3f2-9a6986972442" providerId="ADAL" clId="{448B3D01-C9DE-469B-B639-D1A4899B2439}" dt="2023-03-16T01:00:21.417" v="645" actId="478"/>
          <ac:spMkLst>
            <pc:docMk/>
            <pc:sldMk cId="1754767038" sldId="265"/>
            <ac:spMk id="2" creationId="{A7DAC820-49EE-4F41-8B1F-B9E33FF6BE24}"/>
          </ac:spMkLst>
        </pc:spChg>
        <pc:spChg chg="del mod">
          <ac:chgData name="Rogers, Kristana" userId="06c54908-b913-4b34-a3f2-9a6986972442" providerId="ADAL" clId="{448B3D01-C9DE-469B-B639-D1A4899B2439}" dt="2023-03-16T01:00:22.407" v="646" actId="478"/>
          <ac:spMkLst>
            <pc:docMk/>
            <pc:sldMk cId="1754767038" sldId="265"/>
            <ac:spMk id="3" creationId="{79FFCA46-4155-4484-8350-F1E0B95F6088}"/>
          </ac:spMkLst>
        </pc:spChg>
        <pc:picChg chg="add mod">
          <ac:chgData name="Rogers, Kristana" userId="06c54908-b913-4b34-a3f2-9a6986972442" providerId="ADAL" clId="{448B3D01-C9DE-469B-B639-D1A4899B2439}" dt="2023-03-16T01:00:35.135" v="652" actId="1076"/>
          <ac:picMkLst>
            <pc:docMk/>
            <pc:sldMk cId="1754767038" sldId="265"/>
            <ac:picMk id="5" creationId="{19BFEAFD-D8B1-7257-B050-1100EF497783}"/>
          </ac:picMkLst>
        </pc:picChg>
      </pc:sldChg>
      <pc:sldChg chg="addSp delSp modSp new mod modAnim">
        <pc:chgData name="Rogers, Kristana" userId="06c54908-b913-4b34-a3f2-9a6986972442" providerId="ADAL" clId="{448B3D01-C9DE-469B-B639-D1A4899B2439}" dt="2023-03-16T01:02:20.801" v="658" actId="14100"/>
        <pc:sldMkLst>
          <pc:docMk/>
          <pc:sldMk cId="4007075362" sldId="266"/>
        </pc:sldMkLst>
        <pc:spChg chg="del">
          <ac:chgData name="Rogers, Kristana" userId="06c54908-b913-4b34-a3f2-9a6986972442" providerId="ADAL" clId="{448B3D01-C9DE-469B-B639-D1A4899B2439}" dt="2023-03-16T01:02:16.551" v="656" actId="478"/>
          <ac:spMkLst>
            <pc:docMk/>
            <pc:sldMk cId="4007075362" sldId="266"/>
            <ac:spMk id="2" creationId="{9D30319C-AC60-AC32-5F41-493B59D06695}"/>
          </ac:spMkLst>
        </pc:spChg>
        <pc:spChg chg="del">
          <ac:chgData name="Rogers, Kristana" userId="06c54908-b913-4b34-a3f2-9a6986972442" providerId="ADAL" clId="{448B3D01-C9DE-469B-B639-D1A4899B2439}" dt="2023-03-16T01:02:02.605" v="654"/>
          <ac:spMkLst>
            <pc:docMk/>
            <pc:sldMk cId="4007075362" sldId="266"/>
            <ac:spMk id="3" creationId="{94C9C681-91DB-44B7-2F27-91D4BC5A7B91}"/>
          </ac:spMkLst>
        </pc:spChg>
        <pc:picChg chg="add mod">
          <ac:chgData name="Rogers, Kristana" userId="06c54908-b913-4b34-a3f2-9a6986972442" providerId="ADAL" clId="{448B3D01-C9DE-469B-B639-D1A4899B2439}" dt="2023-03-16T01:02:20.801" v="658" actId="14100"/>
          <ac:picMkLst>
            <pc:docMk/>
            <pc:sldMk cId="4007075362" sldId="266"/>
            <ac:picMk id="5" creationId="{984CABFA-5E6D-CC99-A324-AB48F71D2B56}"/>
          </ac:picMkLst>
        </pc:picChg>
      </pc:sldChg>
      <pc:sldChg chg="addSp delSp modSp new mod">
        <pc:chgData name="Rogers, Kristana" userId="06c54908-b913-4b34-a3f2-9a6986972442" providerId="ADAL" clId="{448B3D01-C9DE-469B-B639-D1A4899B2439}" dt="2023-03-16T01:08:18.768" v="798" actId="1076"/>
        <pc:sldMkLst>
          <pc:docMk/>
          <pc:sldMk cId="1959975682" sldId="267"/>
        </pc:sldMkLst>
        <pc:spChg chg="mod">
          <ac:chgData name="Rogers, Kristana" userId="06c54908-b913-4b34-a3f2-9a6986972442" providerId="ADAL" clId="{448B3D01-C9DE-469B-B639-D1A4899B2439}" dt="2023-03-16T01:08:18.768" v="798" actId="1076"/>
          <ac:spMkLst>
            <pc:docMk/>
            <pc:sldMk cId="1959975682" sldId="267"/>
            <ac:spMk id="2" creationId="{2BC40441-7E45-9D0A-46BA-DC937883D3C3}"/>
          </ac:spMkLst>
        </pc:spChg>
        <pc:spChg chg="del mod">
          <ac:chgData name="Rogers, Kristana" userId="06c54908-b913-4b34-a3f2-9a6986972442" providerId="ADAL" clId="{448B3D01-C9DE-469B-B639-D1A4899B2439}" dt="2023-03-16T01:05:32.964" v="709"/>
          <ac:spMkLst>
            <pc:docMk/>
            <pc:sldMk cId="1959975682" sldId="267"/>
            <ac:spMk id="3" creationId="{13B62576-0C37-F19C-B12D-2097E87AA073}"/>
          </ac:spMkLst>
        </pc:spChg>
        <pc:spChg chg="add mod">
          <ac:chgData name="Rogers, Kristana" userId="06c54908-b913-4b34-a3f2-9a6986972442" providerId="ADAL" clId="{448B3D01-C9DE-469B-B639-D1A4899B2439}" dt="2023-03-16T01:07:04.797" v="738" actId="1076"/>
          <ac:spMkLst>
            <pc:docMk/>
            <pc:sldMk cId="1959975682" sldId="267"/>
            <ac:spMk id="6" creationId="{60F02D2D-4D99-A0EF-2C2C-23DB692FE93B}"/>
          </ac:spMkLst>
        </pc:spChg>
        <pc:picChg chg="add mod">
          <ac:chgData name="Rogers, Kristana" userId="06c54908-b913-4b34-a3f2-9a6986972442" providerId="ADAL" clId="{448B3D01-C9DE-469B-B639-D1A4899B2439}" dt="2023-03-16T01:07:01.871" v="737" actId="1076"/>
          <ac:picMkLst>
            <pc:docMk/>
            <pc:sldMk cId="1959975682" sldId="267"/>
            <ac:picMk id="5" creationId="{42B0C646-9917-C6C3-3A7A-A95FA431B13E}"/>
          </ac:picMkLst>
        </pc:picChg>
      </pc:sldChg>
      <pc:sldChg chg="addSp delSp modSp new mod">
        <pc:chgData name="Rogers, Kristana" userId="06c54908-b913-4b34-a3f2-9a6986972442" providerId="ADAL" clId="{448B3D01-C9DE-469B-B639-D1A4899B2439}" dt="2023-03-16T01:08:07.217" v="778" actId="20577"/>
        <pc:sldMkLst>
          <pc:docMk/>
          <pc:sldMk cId="3337798611" sldId="268"/>
        </pc:sldMkLst>
        <pc:spChg chg="mod">
          <ac:chgData name="Rogers, Kristana" userId="06c54908-b913-4b34-a3f2-9a6986972442" providerId="ADAL" clId="{448B3D01-C9DE-469B-B639-D1A4899B2439}" dt="2023-03-16T01:08:07.217" v="778" actId="20577"/>
          <ac:spMkLst>
            <pc:docMk/>
            <pc:sldMk cId="3337798611" sldId="268"/>
            <ac:spMk id="2" creationId="{5539CE80-E199-6445-331C-A57B501C9393}"/>
          </ac:spMkLst>
        </pc:spChg>
        <pc:spChg chg="del mod">
          <ac:chgData name="Rogers, Kristana" userId="06c54908-b913-4b34-a3f2-9a6986972442" providerId="ADAL" clId="{448B3D01-C9DE-469B-B639-D1A4899B2439}" dt="2023-03-16T01:07:43.847" v="749"/>
          <ac:spMkLst>
            <pc:docMk/>
            <pc:sldMk cId="3337798611" sldId="268"/>
            <ac:spMk id="3" creationId="{A87A687F-97C0-3472-D7BC-D417E06A3107}"/>
          </ac:spMkLst>
        </pc:spChg>
        <pc:picChg chg="add mod">
          <ac:chgData name="Rogers, Kristana" userId="06c54908-b913-4b34-a3f2-9a6986972442" providerId="ADAL" clId="{448B3D01-C9DE-469B-B639-D1A4899B2439}" dt="2023-03-16T01:07:52.109" v="753" actId="14100"/>
          <ac:picMkLst>
            <pc:docMk/>
            <pc:sldMk cId="3337798611" sldId="268"/>
            <ac:picMk id="5" creationId="{6C1DE45E-B5A3-9BA2-CDF7-BFE8741477C5}"/>
          </ac:picMkLst>
        </pc:picChg>
      </pc:sldChg>
    </pc:docChg>
  </pc:docChgLst>
  <pc:docChgLst>
    <pc:chgData name="White (she/her), Whitney" userId="65f39021-2f1d-4d8b-87dc-b123826f65bf" providerId="ADAL" clId="{DF4A7BAA-AC14-430B-8AC1-EB23B988419D}"/>
    <pc:docChg chg="custSel addSld delSld modSld">
      <pc:chgData name="White (she/her), Whitney" userId="65f39021-2f1d-4d8b-87dc-b123826f65bf" providerId="ADAL" clId="{DF4A7BAA-AC14-430B-8AC1-EB23B988419D}" dt="2023-04-12T19:18:17.788" v="1099" actId="20577"/>
      <pc:docMkLst>
        <pc:docMk/>
      </pc:docMkLst>
      <pc:sldChg chg="modSp mod">
        <pc:chgData name="White (she/her), Whitney" userId="65f39021-2f1d-4d8b-87dc-b123826f65bf" providerId="ADAL" clId="{DF4A7BAA-AC14-430B-8AC1-EB23B988419D}" dt="2023-04-12T19:08:49.485" v="110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DF4A7BAA-AC14-430B-8AC1-EB23B988419D}" dt="2023-04-12T19:08:49.485" v="11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F4A7BAA-AC14-430B-8AC1-EB23B988419D}" dt="2023-04-12T19:08:23.156" v="10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DF4A7BAA-AC14-430B-8AC1-EB23B988419D}" dt="2023-04-12T19:10:06.085" v="277" actId="404"/>
        <pc:sldMkLst>
          <pc:docMk/>
          <pc:sldMk cId="4071305681" sldId="258"/>
        </pc:sldMkLst>
        <pc:spChg chg="mod">
          <ac:chgData name="White (she/her), Whitney" userId="65f39021-2f1d-4d8b-87dc-b123826f65bf" providerId="ADAL" clId="{DF4A7BAA-AC14-430B-8AC1-EB23B988419D}" dt="2023-04-12T19:10:06.085" v="277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DF4A7BAA-AC14-430B-8AC1-EB23B988419D}" dt="2023-04-12T19:09:47.370" v="271" actId="313"/>
        <pc:sldMkLst>
          <pc:docMk/>
          <pc:sldMk cId="2772527113" sldId="259"/>
        </pc:sldMkLst>
        <pc:spChg chg="mod">
          <ac:chgData name="White (she/her), Whitney" userId="65f39021-2f1d-4d8b-87dc-b123826f65bf" providerId="ADAL" clId="{DF4A7BAA-AC14-430B-8AC1-EB23B988419D}" dt="2023-04-12T19:09:47.370" v="271" actId="31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DF4A7BAA-AC14-430B-8AC1-EB23B988419D}" dt="2023-04-12T19:18:17.788" v="1099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DF4A7BAA-AC14-430B-8AC1-EB23B988419D}" dt="2023-04-12T19:18:17.788" v="1099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del mod">
        <pc:chgData name="White (she/her), Whitney" userId="65f39021-2f1d-4d8b-87dc-b123826f65bf" providerId="ADAL" clId="{DF4A7BAA-AC14-430B-8AC1-EB23B988419D}" dt="2023-04-12T19:10:11.137" v="278" actId="2696"/>
        <pc:sldMkLst>
          <pc:docMk/>
          <pc:sldMk cId="3054216349" sldId="261"/>
        </pc:sldMkLst>
        <pc:graphicFrameChg chg="modGraphic">
          <ac:chgData name="White (she/her), Whitney" userId="65f39021-2f1d-4d8b-87dc-b123826f65bf" providerId="ADAL" clId="{DF4A7BAA-AC14-430B-8AC1-EB23B988419D}" dt="2023-04-12T19:06:27.755" v="11" actId="6549"/>
          <ac:graphicFrameMkLst>
            <pc:docMk/>
            <pc:sldMk cId="3054216349" sldId="261"/>
            <ac:graphicFrameMk id="5" creationId="{8D31F9C6-28EB-4419-B90D-7DE05C4C1D8A}"/>
          </ac:graphicFrameMkLst>
        </pc:graphicFrameChg>
      </pc:sldChg>
      <pc:sldChg chg="modSp new mod">
        <pc:chgData name="White (she/her), Whitney" userId="65f39021-2f1d-4d8b-87dc-b123826f65bf" providerId="ADAL" clId="{DF4A7BAA-AC14-430B-8AC1-EB23B988419D}" dt="2023-04-12T19:10:41.703" v="364" actId="404"/>
        <pc:sldMkLst>
          <pc:docMk/>
          <pc:sldMk cId="3208565646" sldId="261"/>
        </pc:sldMkLst>
        <pc:spChg chg="mod">
          <ac:chgData name="White (she/her), Whitney" userId="65f39021-2f1d-4d8b-87dc-b123826f65bf" providerId="ADAL" clId="{DF4A7BAA-AC14-430B-8AC1-EB23B988419D}" dt="2023-04-12T19:10:30.887" v="356" actId="20577"/>
          <ac:spMkLst>
            <pc:docMk/>
            <pc:sldMk cId="3208565646" sldId="261"/>
            <ac:spMk id="2" creationId="{E8F4CA1A-6E05-8AAA-1BD1-F190A6908751}"/>
          </ac:spMkLst>
        </pc:spChg>
        <pc:spChg chg="mod">
          <ac:chgData name="White (she/her), Whitney" userId="65f39021-2f1d-4d8b-87dc-b123826f65bf" providerId="ADAL" clId="{DF4A7BAA-AC14-430B-8AC1-EB23B988419D}" dt="2023-04-12T19:10:41.703" v="364" actId="404"/>
          <ac:spMkLst>
            <pc:docMk/>
            <pc:sldMk cId="3208565646" sldId="261"/>
            <ac:spMk id="3" creationId="{B038F4E7-F557-1053-AB14-0E9024A13A9E}"/>
          </ac:spMkLst>
        </pc:spChg>
      </pc:sldChg>
      <pc:sldChg chg="modSp new mod">
        <pc:chgData name="White (she/her), Whitney" userId="65f39021-2f1d-4d8b-87dc-b123826f65bf" providerId="ADAL" clId="{DF4A7BAA-AC14-430B-8AC1-EB23B988419D}" dt="2023-04-12T19:13:40.312" v="776" actId="20577"/>
        <pc:sldMkLst>
          <pc:docMk/>
          <pc:sldMk cId="1413849205" sldId="262"/>
        </pc:sldMkLst>
        <pc:spChg chg="mod">
          <ac:chgData name="White (she/her), Whitney" userId="65f39021-2f1d-4d8b-87dc-b123826f65bf" providerId="ADAL" clId="{DF4A7BAA-AC14-430B-8AC1-EB23B988419D}" dt="2023-04-12T19:11:11.005" v="387" actId="20577"/>
          <ac:spMkLst>
            <pc:docMk/>
            <pc:sldMk cId="1413849205" sldId="262"/>
            <ac:spMk id="2" creationId="{771C317D-9732-5F1E-4E0D-7CA6F9A216B3}"/>
          </ac:spMkLst>
        </pc:spChg>
        <pc:spChg chg="mod">
          <ac:chgData name="White (she/her), Whitney" userId="65f39021-2f1d-4d8b-87dc-b123826f65bf" providerId="ADAL" clId="{DF4A7BAA-AC14-430B-8AC1-EB23B988419D}" dt="2023-04-12T19:13:40.312" v="776" actId="20577"/>
          <ac:spMkLst>
            <pc:docMk/>
            <pc:sldMk cId="1413849205" sldId="262"/>
            <ac:spMk id="3" creationId="{0896708E-A78C-900E-CA90-E1367F6E0EA7}"/>
          </ac:spMkLst>
        </pc:spChg>
      </pc:sldChg>
      <pc:sldChg chg="del">
        <pc:chgData name="White (she/her), Whitney" userId="65f39021-2f1d-4d8b-87dc-b123826f65bf" providerId="ADAL" clId="{DF4A7BAA-AC14-430B-8AC1-EB23B988419D}" dt="2023-04-12T19:06:38.007" v="14" actId="2696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DF4A7BAA-AC14-430B-8AC1-EB23B988419D}" dt="2023-04-12T19:06:35.973" v="13" actId="2696"/>
        <pc:sldMkLst>
          <pc:docMk/>
          <pc:sldMk cId="1163931679" sldId="263"/>
        </pc:sldMkLst>
      </pc:sldChg>
      <pc:sldChg chg="modSp add mod">
        <pc:chgData name="White (she/her), Whitney" userId="65f39021-2f1d-4d8b-87dc-b123826f65bf" providerId="ADAL" clId="{DF4A7BAA-AC14-430B-8AC1-EB23B988419D}" dt="2023-04-12T19:13:27.014" v="766" actId="20577"/>
        <pc:sldMkLst>
          <pc:docMk/>
          <pc:sldMk cId="4288193798" sldId="263"/>
        </pc:sldMkLst>
        <pc:spChg chg="mod">
          <ac:chgData name="White (she/her), Whitney" userId="65f39021-2f1d-4d8b-87dc-b123826f65bf" providerId="ADAL" clId="{DF4A7BAA-AC14-430B-8AC1-EB23B988419D}" dt="2023-04-12T19:12:26.572" v="526" actId="20577"/>
          <ac:spMkLst>
            <pc:docMk/>
            <pc:sldMk cId="4288193798" sldId="263"/>
            <ac:spMk id="2" creationId="{771C317D-9732-5F1E-4E0D-7CA6F9A216B3}"/>
          </ac:spMkLst>
        </pc:spChg>
        <pc:spChg chg="mod">
          <ac:chgData name="White (she/her), Whitney" userId="65f39021-2f1d-4d8b-87dc-b123826f65bf" providerId="ADAL" clId="{DF4A7BAA-AC14-430B-8AC1-EB23B988419D}" dt="2023-04-12T19:13:27.014" v="766" actId="20577"/>
          <ac:spMkLst>
            <pc:docMk/>
            <pc:sldMk cId="4288193798" sldId="263"/>
            <ac:spMk id="3" creationId="{0896708E-A78C-900E-CA90-E1367F6E0EA7}"/>
          </ac:spMkLst>
        </pc:spChg>
      </pc:sldChg>
      <pc:sldChg chg="modSp add mod">
        <pc:chgData name="White (she/her), Whitney" userId="65f39021-2f1d-4d8b-87dc-b123826f65bf" providerId="ADAL" clId="{DF4A7BAA-AC14-430B-8AC1-EB23B988419D}" dt="2023-04-12T19:14:37.677" v="1096" actId="20577"/>
        <pc:sldMkLst>
          <pc:docMk/>
          <pc:sldMk cId="1255930308" sldId="264"/>
        </pc:sldMkLst>
        <pc:spChg chg="mod">
          <ac:chgData name="White (she/her), Whitney" userId="65f39021-2f1d-4d8b-87dc-b123826f65bf" providerId="ADAL" clId="{DF4A7BAA-AC14-430B-8AC1-EB23B988419D}" dt="2023-04-12T19:13:06.460" v="699" actId="20577"/>
          <ac:spMkLst>
            <pc:docMk/>
            <pc:sldMk cId="1255930308" sldId="264"/>
            <ac:spMk id="2" creationId="{771C317D-9732-5F1E-4E0D-7CA6F9A216B3}"/>
          </ac:spMkLst>
        </pc:spChg>
        <pc:spChg chg="mod">
          <ac:chgData name="White (she/her), Whitney" userId="65f39021-2f1d-4d8b-87dc-b123826f65bf" providerId="ADAL" clId="{DF4A7BAA-AC14-430B-8AC1-EB23B988419D}" dt="2023-04-12T19:14:37.677" v="1096" actId="20577"/>
          <ac:spMkLst>
            <pc:docMk/>
            <pc:sldMk cId="1255930308" sldId="264"/>
            <ac:spMk id="3" creationId="{0896708E-A78C-900E-CA90-E1367F6E0EA7}"/>
          </ac:spMkLst>
        </pc:spChg>
      </pc:sldChg>
      <pc:sldChg chg="del">
        <pc:chgData name="White (she/her), Whitney" userId="65f39021-2f1d-4d8b-87dc-b123826f65bf" providerId="ADAL" clId="{DF4A7BAA-AC14-430B-8AC1-EB23B988419D}" dt="2023-04-12T19:06:33.811" v="12" actId="2696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DF4A7BAA-AC14-430B-8AC1-EB23B988419D}" dt="2023-04-12T19:06:41.310" v="15" actId="47"/>
        <pc:sldMkLst>
          <pc:docMk/>
          <pc:sldMk cId="1754767038" sldId="265"/>
        </pc:sldMkLst>
      </pc:sldChg>
      <pc:sldChg chg="del">
        <pc:chgData name="White (she/her), Whitney" userId="65f39021-2f1d-4d8b-87dc-b123826f65bf" providerId="ADAL" clId="{DF4A7BAA-AC14-430B-8AC1-EB23B988419D}" dt="2023-04-12T19:06:42.008" v="16" actId="47"/>
        <pc:sldMkLst>
          <pc:docMk/>
          <pc:sldMk cId="4007075362" sldId="266"/>
        </pc:sldMkLst>
      </pc:sldChg>
      <pc:sldChg chg="del">
        <pc:chgData name="White (she/her), Whitney" userId="65f39021-2f1d-4d8b-87dc-b123826f65bf" providerId="ADAL" clId="{DF4A7BAA-AC14-430B-8AC1-EB23B988419D}" dt="2023-04-12T19:06:42.941" v="17" actId="47"/>
        <pc:sldMkLst>
          <pc:docMk/>
          <pc:sldMk cId="1959975682" sldId="267"/>
        </pc:sldMkLst>
      </pc:sldChg>
      <pc:sldChg chg="del">
        <pc:chgData name="White (she/her), Whitney" userId="65f39021-2f1d-4d8b-87dc-b123826f65bf" providerId="ADAL" clId="{DF4A7BAA-AC14-430B-8AC1-EB23B988419D}" dt="2023-04-12T19:06:43.534" v="18" actId="47"/>
        <pc:sldMkLst>
          <pc:docMk/>
          <pc:sldMk cId="3337798611" sldId="268"/>
        </pc:sldMkLst>
      </pc:sldChg>
    </pc:docChg>
  </pc:docChgLst>
  <pc:docChgLst>
    <pc:chgData name="White (she/her), Whitney" userId="65f39021-2f1d-4d8b-87dc-b123826f65bf" providerId="ADAL" clId="{33009D00-29CB-4D61-906D-EF172816BDBA}"/>
    <pc:docChg chg="modSld">
      <pc:chgData name="White (she/her), Whitney" userId="65f39021-2f1d-4d8b-87dc-b123826f65bf" providerId="ADAL" clId="{33009D00-29CB-4D61-906D-EF172816BDBA}" dt="2023-08-19T02:17:21.028" v="3" actId="404"/>
      <pc:docMkLst>
        <pc:docMk/>
      </pc:docMkLst>
      <pc:sldChg chg="addSp modSp mod">
        <pc:chgData name="White (she/her), Whitney" userId="65f39021-2f1d-4d8b-87dc-b123826f65bf" providerId="ADAL" clId="{33009D00-29CB-4D61-906D-EF172816BDBA}" dt="2023-08-19T02:17:21.028" v="3" actId="404"/>
        <pc:sldMkLst>
          <pc:docMk/>
          <pc:sldMk cId="1482277026" sldId="256"/>
        </pc:sldMkLst>
        <pc:spChg chg="mod">
          <ac:chgData name="White (she/her), Whitney" userId="65f39021-2f1d-4d8b-87dc-b123826f65bf" providerId="ADAL" clId="{33009D00-29CB-4D61-906D-EF172816BDBA}" dt="2023-08-19T02:17:21.028" v="3" actId="404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33009D00-29CB-4D61-906D-EF172816BDBA}" dt="2023-08-19T02:17:17.986" v="2" actId="1076"/>
          <ac:spMkLst>
            <pc:docMk/>
            <pc:sldMk cId="1482277026" sldId="256"/>
            <ac:spMk id="4" creationId="{CEF4AE4F-2094-5710-A6B3-1EA8D303E3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1eLt0Dz8F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876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Practicum| Unit 3: Research-Based Instructional Strategies (RBIS) Math | Lesson 4.03</a:t>
            </a:r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Balancing Conceptual and Procedural Understanding: Misconceptions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4AE4F-2094-5710-A6B3-1EA8D303E3AC}"/>
              </a:ext>
            </a:extLst>
          </p:cNvPr>
          <p:cNvSpPr txBox="1"/>
          <p:nvPr/>
        </p:nvSpPr>
        <p:spPr>
          <a:xfrm>
            <a:off x="0" y="6457950"/>
            <a:ext cx="998883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latin typeface="+mj-lt"/>
                <a:cs typeface="Calibri"/>
              </a:rPr>
              <a:t>This work is licensed under a 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latin typeface="+mj-lt"/>
                <a:cs typeface="Calibri"/>
              </a:rPr>
              <a:t>.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4B-D, 5B, 6E-G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Objectives: </a:t>
            </a:r>
          </a:p>
          <a:p>
            <a:r>
              <a:rPr lang="en-US" dirty="0"/>
              <a:t>Identify and describe common misconceptions about conceptual understanding and procedural fluency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10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073"/>
            <a:ext cx="10515600" cy="4427552"/>
          </a:xfrm>
        </p:spPr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your own words, explain the difference between procedural fluency and conceptual understanding. Provide an example of when each would be used in a math classroom.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4CA1A-6E05-8AAA-1BD1-F190A690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 Building Conceptual Understanding in Mathematics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8F4E7-F557-1053-AB14-0E9024A13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Video: Building Conceptual Understanding in Mathematics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1BAF3-1852-EF87-0008-9A2AC307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565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317D-9732-5F1E-4E0D-7CA6F9A2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Misconception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708E-A78C-900E-CA90-E1367F6E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Misconception #1: Teachers should spend equal time on conceptual understanding and procedural fluency.</a:t>
            </a:r>
          </a:p>
          <a:p>
            <a:pPr marL="0" indent="0">
              <a:buNone/>
            </a:pPr>
            <a:endParaRPr lang="en-US" sz="3600" dirty="0"/>
          </a:p>
          <a:p>
            <a:pPr marL="800100" lvl="1" indent="-342900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Both are important, but conceptual understanding takes more time</a:t>
            </a:r>
          </a:p>
          <a:p>
            <a:pPr marL="800100" lvl="1" indent="-342900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Conceptual understanding challenges the student to understand why they are following certain steps to solve a problem, even in the context of new situations</a:t>
            </a:r>
          </a:p>
          <a:p>
            <a:pPr marL="800100" lvl="1" indent="-342900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Conceptual understanding allows the student to check for reasonableness of their answer.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EAE6-E68F-96D4-32EF-99D624AF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4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317D-9732-5F1E-4E0D-7CA6F9A2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Misconception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708E-A78C-900E-CA90-E1367F6E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Misconception #1: Procedural fluency is just practicing facts</a:t>
            </a:r>
          </a:p>
          <a:p>
            <a:pPr marL="0" indent="0">
              <a:buNone/>
            </a:pPr>
            <a:endParaRPr lang="en-US" sz="3600" dirty="0"/>
          </a:p>
          <a:p>
            <a:pPr marL="800100" lvl="1" indent="-342900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b="1" i="1" dirty="0">
                <a:latin typeface="Calibri" panose="020F0502020204030204" pitchFamily="34" charset="0"/>
                <a:cs typeface="Arial" panose="020B0604020202020204" pitchFamily="34" charset="0"/>
              </a:rPr>
              <a:t>Procedural fluency is not just knowing what to do in a math problem, but when and how to do it.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EAE6-E68F-96D4-32EF-99D624AF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19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317D-9732-5F1E-4E0D-7CA6F9A2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Misconception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708E-A78C-900E-CA90-E1367F6E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Misconception #3: Procedural fluency happens before conceptual understanding.</a:t>
            </a:r>
          </a:p>
          <a:p>
            <a:pPr marL="0" indent="0">
              <a:buNone/>
            </a:pPr>
            <a:endParaRPr lang="en-US" sz="3600" dirty="0"/>
          </a:p>
          <a:p>
            <a:pPr marL="800100" lvl="1" indent="-342900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b="1" i="1" dirty="0">
                <a:latin typeface="Calibri" panose="020F0502020204030204" pitchFamily="34" charset="0"/>
                <a:cs typeface="Arial" panose="020B0604020202020204" pitchFamily="34" charset="0"/>
              </a:rPr>
              <a:t>Teachers sometimes believe that students need to master every procedure to understand math conceptually, but that is not the case.</a:t>
            </a:r>
          </a:p>
          <a:p>
            <a:pPr marL="800100" lvl="1" indent="-342900"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b="1" i="1" dirty="0">
                <a:latin typeface="Calibri" panose="020F0502020204030204" pitchFamily="34" charset="0"/>
                <a:cs typeface="Arial" panose="020B0604020202020204" pitchFamily="34" charset="0"/>
              </a:rPr>
              <a:t>Understanding ideas conceptually can occur before students have math facts memorized, while they are learning the concept and procedure concurrently.</a:t>
            </a:r>
          </a:p>
          <a:p>
            <a:pPr marL="800100" lvl="1" indent="-342900">
              <a:spcBef>
                <a:spcPts val="0"/>
              </a:spcBef>
              <a:buFont typeface="Symbol" panose="05050102010706020507" pitchFamily="18" charset="2"/>
              <a:buChar char="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EAE6-E68F-96D4-32EF-99D624AF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93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167"/>
            <a:ext cx="10515600" cy="1325563"/>
          </a:xfrm>
        </p:spPr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955"/>
            <a:ext cx="10515600" cy="4351338"/>
          </a:xfrm>
        </p:spPr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 on the math lessons you have seen taught during your field visits by providing short answers to the prompts below.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some math concepts that students have struggled with?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what ways have you observed your mentor teacher model use of procedural fluency as well as conceptual understanding?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What seemed to help the students the most? Why do you think that is?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600"/>
              </a:spcBef>
              <a:spcAft>
                <a:spcPts val="1800"/>
              </a:spcAft>
              <a:buNone/>
            </a:pP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344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Practicum| Unit 3: Research-Based Instructional Strategies (RBIS) Math | Lesson 4.03</vt:lpstr>
      <vt:lpstr>TEKS Standards &amp; Objectives</vt:lpstr>
      <vt:lpstr>Bellringer</vt:lpstr>
      <vt:lpstr>Video: Building Conceptual Understanding in Mathematics</vt:lpstr>
      <vt:lpstr>Misconception #1</vt:lpstr>
      <vt:lpstr>Misconception #2</vt:lpstr>
      <vt:lpstr>Misconception #3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4.03: Balancing Conceptual and Procedural Understanding: Misconceptions</dc:title>
  <dc:subject>Lesson 4.03: Balancing Conceptual and Procedural Understanding: Misconceptions</dc:subject>
  <dc:creator>Texas Education Agency</dc:creator>
  <cp:lastModifiedBy>White (she/her), Whitney</cp:lastModifiedBy>
  <cp:revision>4</cp:revision>
  <dcterms:created xsi:type="dcterms:W3CDTF">2022-05-09T19:40:20Z</dcterms:created>
  <dcterms:modified xsi:type="dcterms:W3CDTF">2023-08-19T02:17:27Z</dcterms:modified>
</cp:coreProperties>
</file>
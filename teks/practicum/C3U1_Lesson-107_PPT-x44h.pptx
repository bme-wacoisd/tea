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2" r:id="rId6"/>
    <p:sldId id="263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4C90FF9C-5759-495F-BFE0-E720AF0A3377}"/>
    <pc:docChg chg="undo custSel modSld sldOrd">
      <pc:chgData name="White, Whitney" userId="65f39021-2f1d-4d8b-87dc-b123826f65bf" providerId="ADAL" clId="{4C90FF9C-5759-495F-BFE0-E720AF0A3377}" dt="2022-07-27T20:16:27.260" v="477" actId="5793"/>
      <pc:docMkLst>
        <pc:docMk/>
      </pc:docMkLst>
      <pc:sldChg chg="modSp mod">
        <pc:chgData name="White, Whitney" userId="65f39021-2f1d-4d8b-87dc-b123826f65bf" providerId="ADAL" clId="{4C90FF9C-5759-495F-BFE0-E720AF0A3377}" dt="2022-07-27T19:59:02.499" v="9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C90FF9C-5759-495F-BFE0-E720AF0A3377}" dt="2022-07-27T19:58:36.989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4C90FF9C-5759-495F-BFE0-E720AF0A3377}" dt="2022-07-27T19:59:02.499" v="9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4C90FF9C-5759-495F-BFE0-E720AF0A3377}" dt="2022-07-27T19:59:49.686" v="110" actId="255"/>
        <pc:sldMkLst>
          <pc:docMk/>
          <pc:sldMk cId="4071305681" sldId="258"/>
        </pc:sldMkLst>
        <pc:spChg chg="mod">
          <ac:chgData name="White, Whitney" userId="65f39021-2f1d-4d8b-87dc-b123826f65bf" providerId="ADAL" clId="{4C90FF9C-5759-495F-BFE0-E720AF0A3377}" dt="2022-07-27T19:59:49.686" v="110" actId="25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4C90FF9C-5759-495F-BFE0-E720AF0A3377}" dt="2022-07-27T19:59:36.807" v="108" actId="255"/>
        <pc:sldMkLst>
          <pc:docMk/>
          <pc:sldMk cId="2772527113" sldId="259"/>
        </pc:sldMkLst>
        <pc:spChg chg="mod">
          <ac:chgData name="White, Whitney" userId="65f39021-2f1d-4d8b-87dc-b123826f65bf" providerId="ADAL" clId="{4C90FF9C-5759-495F-BFE0-E720AF0A3377}" dt="2022-07-27T19:59:36.807" v="108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4C90FF9C-5759-495F-BFE0-E720AF0A3377}" dt="2022-07-27T20:00:50.748" v="152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4C90FF9C-5759-495F-BFE0-E720AF0A3377}" dt="2022-07-27T20:00:50.748" v="152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4C90FF9C-5759-495F-BFE0-E720AF0A3377}" dt="2022-07-27T20:08:46.292" v="238" actId="207"/>
        <pc:sldMkLst>
          <pc:docMk/>
          <pc:sldMk cId="3054216349" sldId="261"/>
        </pc:sldMkLst>
        <pc:spChg chg="mod">
          <ac:chgData name="White, Whitney" userId="65f39021-2f1d-4d8b-87dc-b123826f65bf" providerId="ADAL" clId="{4C90FF9C-5759-495F-BFE0-E720AF0A3377}" dt="2022-07-27T20:08:46.292" v="238" actId="207"/>
          <ac:spMkLst>
            <pc:docMk/>
            <pc:sldMk cId="3054216349" sldId="261"/>
            <ac:spMk id="3" creationId="{AE13FDB6-F093-4D9E-B14E-3D7DB894C34C}"/>
          </ac:spMkLst>
        </pc:spChg>
      </pc:sldChg>
      <pc:sldChg chg="addSp delSp modSp mod ord">
        <pc:chgData name="White, Whitney" userId="65f39021-2f1d-4d8b-87dc-b123826f65bf" providerId="ADAL" clId="{4C90FF9C-5759-495F-BFE0-E720AF0A3377}" dt="2022-07-27T20:13:51.007" v="398" actId="20577"/>
        <pc:sldMkLst>
          <pc:docMk/>
          <pc:sldMk cId="4170921578" sldId="262"/>
        </pc:sldMkLst>
        <pc:spChg chg="mod">
          <ac:chgData name="White, Whitney" userId="65f39021-2f1d-4d8b-87dc-b123826f65bf" providerId="ADAL" clId="{4C90FF9C-5759-495F-BFE0-E720AF0A3377}" dt="2022-07-27T20:11:40.254" v="346" actId="20577"/>
          <ac:spMkLst>
            <pc:docMk/>
            <pc:sldMk cId="4170921578" sldId="262"/>
            <ac:spMk id="2" creationId="{A7DAC820-49EE-4F41-8B1F-B9E33FF6BE24}"/>
          </ac:spMkLst>
        </pc:spChg>
        <pc:spChg chg="del mod">
          <ac:chgData name="White, Whitney" userId="65f39021-2f1d-4d8b-87dc-b123826f65bf" providerId="ADAL" clId="{4C90FF9C-5759-495F-BFE0-E720AF0A3377}" dt="2022-07-27T20:10:33.287" v="306"/>
          <ac:spMkLst>
            <pc:docMk/>
            <pc:sldMk cId="4170921578" sldId="262"/>
            <ac:spMk id="3" creationId="{79FFCA46-4155-4484-8350-F1E0B95F6088}"/>
          </ac:spMkLst>
        </pc:spChg>
        <pc:graphicFrameChg chg="add mod modGraphic">
          <ac:chgData name="White, Whitney" userId="65f39021-2f1d-4d8b-87dc-b123826f65bf" providerId="ADAL" clId="{4C90FF9C-5759-495F-BFE0-E720AF0A3377}" dt="2022-07-27T20:13:51.007" v="398" actId="20577"/>
          <ac:graphicFrameMkLst>
            <pc:docMk/>
            <pc:sldMk cId="4170921578" sldId="262"/>
            <ac:graphicFrameMk id="5" creationId="{AB1DC547-8A06-4AB7-8FF8-FFD38DDBB744}"/>
          </ac:graphicFrameMkLst>
        </pc:graphicFrameChg>
      </pc:sldChg>
      <pc:sldChg chg="addSp delSp modSp mod">
        <pc:chgData name="White, Whitney" userId="65f39021-2f1d-4d8b-87dc-b123826f65bf" providerId="ADAL" clId="{4C90FF9C-5759-495F-BFE0-E720AF0A3377}" dt="2022-07-27T20:14:03.633" v="401" actId="14734"/>
        <pc:sldMkLst>
          <pc:docMk/>
          <pc:sldMk cId="1163931679" sldId="263"/>
        </pc:sldMkLst>
        <pc:spChg chg="mod">
          <ac:chgData name="White, Whitney" userId="65f39021-2f1d-4d8b-87dc-b123826f65bf" providerId="ADAL" clId="{4C90FF9C-5759-495F-BFE0-E720AF0A3377}" dt="2022-07-27T20:09:38.716" v="289" actId="20577"/>
          <ac:spMkLst>
            <pc:docMk/>
            <pc:sldMk cId="1163931679" sldId="263"/>
            <ac:spMk id="2" creationId="{531ECDB3-7F62-4124-A1E9-E48D699D2427}"/>
          </ac:spMkLst>
        </pc:spChg>
        <pc:spChg chg="del">
          <ac:chgData name="White, Whitney" userId="65f39021-2f1d-4d8b-87dc-b123826f65bf" providerId="ADAL" clId="{4C90FF9C-5759-495F-BFE0-E720AF0A3377}" dt="2022-07-27T20:11:59.584" v="367"/>
          <ac:spMkLst>
            <pc:docMk/>
            <pc:sldMk cId="1163931679" sldId="263"/>
            <ac:spMk id="3" creationId="{012C84E3-4C09-4253-8964-13B9C34E5E48}"/>
          </ac:spMkLst>
        </pc:spChg>
        <pc:graphicFrameChg chg="add mod modGraphic">
          <ac:chgData name="White, Whitney" userId="65f39021-2f1d-4d8b-87dc-b123826f65bf" providerId="ADAL" clId="{4C90FF9C-5759-495F-BFE0-E720AF0A3377}" dt="2022-07-27T20:14:03.633" v="401" actId="14734"/>
          <ac:graphicFrameMkLst>
            <pc:docMk/>
            <pc:sldMk cId="1163931679" sldId="263"/>
            <ac:graphicFrameMk id="5" creationId="{C88F3FA9-BC7E-4D18-9BF9-603825E774B3}"/>
          </ac:graphicFrameMkLst>
        </pc:graphicFrameChg>
      </pc:sldChg>
      <pc:sldChg chg="addSp delSp modSp mod ord">
        <pc:chgData name="White, Whitney" userId="65f39021-2f1d-4d8b-87dc-b123826f65bf" providerId="ADAL" clId="{4C90FF9C-5759-495F-BFE0-E720AF0A3377}" dt="2022-07-27T20:16:27.260" v="477" actId="5793"/>
        <pc:sldMkLst>
          <pc:docMk/>
          <pc:sldMk cId="3493109116" sldId="264"/>
        </pc:sldMkLst>
        <pc:spChg chg="mod">
          <ac:chgData name="White, Whitney" userId="65f39021-2f1d-4d8b-87dc-b123826f65bf" providerId="ADAL" clId="{4C90FF9C-5759-495F-BFE0-E720AF0A3377}" dt="2022-07-27T20:11:48.195" v="366" actId="20577"/>
          <ac:spMkLst>
            <pc:docMk/>
            <pc:sldMk cId="3493109116" sldId="264"/>
            <ac:spMk id="2" creationId="{D7836664-70C0-47BA-9BFF-496A04EBBFDE}"/>
          </ac:spMkLst>
        </pc:spChg>
        <pc:spChg chg="del mod">
          <ac:chgData name="White, Whitney" userId="65f39021-2f1d-4d8b-87dc-b123826f65bf" providerId="ADAL" clId="{4C90FF9C-5759-495F-BFE0-E720AF0A3377}" dt="2022-07-27T20:14:48.919" v="407"/>
          <ac:spMkLst>
            <pc:docMk/>
            <pc:sldMk cId="3493109116" sldId="264"/>
            <ac:spMk id="3" creationId="{F64339F5-2F5D-46B5-A25D-C197D73747BD}"/>
          </ac:spMkLst>
        </pc:spChg>
        <pc:graphicFrameChg chg="add mod modGraphic">
          <ac:chgData name="White, Whitney" userId="65f39021-2f1d-4d8b-87dc-b123826f65bf" providerId="ADAL" clId="{4C90FF9C-5759-495F-BFE0-E720AF0A3377}" dt="2022-07-27T20:16:27.260" v="477" actId="5793"/>
          <ac:graphicFrameMkLst>
            <pc:docMk/>
            <pc:sldMk cId="3493109116" sldId="264"/>
            <ac:graphicFrameMk id="5" creationId="{C5ABF36E-6CF6-4203-B742-6B4AA79BE81D}"/>
          </ac:graphicFrameMkLst>
        </pc:graphicFrameChg>
      </pc:sldChg>
    </pc:docChg>
  </pc:docChgLst>
  <pc:docChgLst>
    <pc:chgData name="White, Whitney" userId="65f39021-2f1d-4d8b-87dc-b123826f65bf" providerId="ADAL" clId="{948B2063-2475-4187-B304-5889A87451E2}"/>
    <pc:docChg chg="modSld">
      <pc:chgData name="White, Whitney" userId="65f39021-2f1d-4d8b-87dc-b123826f65bf" providerId="ADAL" clId="{948B2063-2475-4187-B304-5889A87451E2}" dt="2022-07-27T17:20:08.539" v="50" actId="20577"/>
      <pc:docMkLst>
        <pc:docMk/>
      </pc:docMkLst>
      <pc:sldChg chg="modSp mod">
        <pc:chgData name="White, Whitney" userId="65f39021-2f1d-4d8b-87dc-b123826f65bf" providerId="ADAL" clId="{948B2063-2475-4187-B304-5889A87451E2}" dt="2022-07-27T17:20:08.539" v="5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48B2063-2475-4187-B304-5889A87451E2}" dt="2022-07-27T17:20:08.539" v="50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39AA1B6B-C3F0-4EFA-8DF7-947E764C59CC}"/>
    <pc:docChg chg="modSld">
      <pc:chgData name="White (she/her), Whitney" userId="65f39021-2f1d-4d8b-87dc-b123826f65bf" providerId="ADAL" clId="{39AA1B6B-C3F0-4EFA-8DF7-947E764C59CC}" dt="2023-08-18T20:23:19.119" v="9" actId="1076"/>
      <pc:docMkLst>
        <pc:docMk/>
      </pc:docMkLst>
      <pc:sldChg chg="addSp modSp mod">
        <pc:chgData name="White (she/her), Whitney" userId="65f39021-2f1d-4d8b-87dc-b123826f65bf" providerId="ADAL" clId="{39AA1B6B-C3F0-4EFA-8DF7-947E764C59CC}" dt="2023-08-18T20:23:19.119" v="9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39AA1B6B-C3F0-4EFA-8DF7-947E764C59CC}" dt="2023-08-18T20:23:07.910" v="3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39AA1B6B-C3F0-4EFA-8DF7-947E764C59CC}" dt="2023-08-18T20:23:19.119" v="9" actId="1076"/>
          <ac:spMkLst>
            <pc:docMk/>
            <pc:sldMk cId="1482277026" sldId="256"/>
            <ac:spMk id="5" creationId="{06E493B6-6CC7-82C9-2AD5-10C28B498BF0}"/>
          </ac:spMkLst>
        </pc:spChg>
      </pc:sldChg>
      <pc:sldChg chg="modSp mod">
        <pc:chgData name="White (she/her), Whitney" userId="65f39021-2f1d-4d8b-87dc-b123826f65bf" providerId="ADAL" clId="{39AA1B6B-C3F0-4EFA-8DF7-947E764C59CC}" dt="2023-08-18T20:23:01.628" v="1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39AA1B6B-C3F0-4EFA-8DF7-947E764C59CC}" dt="2023-08-18T20:23:01.628" v="1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8436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Practicum in Education and Training | Unit 1: Career Exploration and Awareness? | Lesson 1.07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Certification Requirements for Professional Educators Across School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493B6-6CC7-82C9-2AD5-10C28B498BF0}"/>
              </a:ext>
            </a:extLst>
          </p:cNvPr>
          <p:cNvSpPr txBox="1"/>
          <p:nvPr/>
        </p:nvSpPr>
        <p:spPr>
          <a:xfrm>
            <a:off x="0" y="6354660"/>
            <a:ext cx="11402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dentify the requirements to become an educator across school models.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nalyze scenarios to determine if a teacher meets the requirements to teach in a particular school model.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are the minimum requirements to become a teacher in the state of Texas?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Why is it important that there are requirements and standards to become a teacher?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17696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Traditional Schools: </a:t>
            </a:r>
            <a:r>
              <a:rPr lang="en-US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school operated and managed by a local district that is publicly funded, is open to all students, and is held to state standards.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Charter Schools: </a:t>
            </a:r>
            <a:r>
              <a:rPr lang="en-US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publicly funded independent school established under the terms of a charter (or contract) with the State of Texas. These schools have increased flexibility but can lose their charter if they do not meet set accountability standards.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Private Schools: </a:t>
            </a:r>
            <a:r>
              <a:rPr lang="en-US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Independent, schools operated by private groups or individuals that are funded without the assistance of local, state, or federal governments.</a:t>
            </a: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Traditional Public Schools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B1DC547-8A06-4AB7-8FF8-FFD38DDBB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183687"/>
              </p:ext>
            </p:extLst>
          </p:nvPr>
        </p:nvGraphicFramePr>
        <p:xfrm>
          <a:off x="838200" y="1825625"/>
          <a:ext cx="9668434" cy="370910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71392">
                  <a:extLst>
                    <a:ext uri="{9D8B030D-6E8A-4147-A177-3AD203B41FA5}">
                      <a16:colId xmlns:a16="http://schemas.microsoft.com/office/drawing/2014/main" val="2201332954"/>
                    </a:ext>
                  </a:extLst>
                </a:gridCol>
                <a:gridCol w="3548521">
                  <a:extLst>
                    <a:ext uri="{9D8B030D-6E8A-4147-A177-3AD203B41FA5}">
                      <a16:colId xmlns:a16="http://schemas.microsoft.com/office/drawing/2014/main" val="51121211"/>
                    </a:ext>
                  </a:extLst>
                </a:gridCol>
                <a:gridCol w="3548521">
                  <a:extLst>
                    <a:ext uri="{9D8B030D-6E8A-4147-A177-3AD203B41FA5}">
                      <a16:colId xmlns:a16="http://schemas.microsoft.com/office/drawing/2014/main" val="1924390948"/>
                    </a:ext>
                  </a:extLst>
                </a:gridCol>
              </a:tblGrid>
              <a:tr h="356305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Degree Requirements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Certification Requirements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Background Check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8928885"/>
                  </a:ext>
                </a:extLst>
              </a:tr>
              <a:tr h="285044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Bachelor’s Degree Required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</a:rPr>
                        <a:t>Must have completed an approved Educator Preparation Program (EPP)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</a:rPr>
                        <a:t>Must apply for certification with the state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</a:rPr>
                        <a:t>Must pass teacher certification exam in content area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TEA conducts a national criminal history check on all applicants for certification.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966459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Charter Schools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8F3FA9-BC7E-4D18-9BF9-603825E774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664018"/>
              </p:ext>
            </p:extLst>
          </p:nvPr>
        </p:nvGraphicFramePr>
        <p:xfrm>
          <a:off x="838200" y="1704601"/>
          <a:ext cx="10058400" cy="39805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75106">
                  <a:extLst>
                    <a:ext uri="{9D8B030D-6E8A-4147-A177-3AD203B41FA5}">
                      <a16:colId xmlns:a16="http://schemas.microsoft.com/office/drawing/2014/main" val="2712694188"/>
                    </a:ext>
                  </a:extLst>
                </a:gridCol>
                <a:gridCol w="3691647">
                  <a:extLst>
                    <a:ext uri="{9D8B030D-6E8A-4147-A177-3AD203B41FA5}">
                      <a16:colId xmlns:a16="http://schemas.microsoft.com/office/drawing/2014/main" val="3145699236"/>
                    </a:ext>
                  </a:extLst>
                </a:gridCol>
                <a:gridCol w="3691647">
                  <a:extLst>
                    <a:ext uri="{9D8B030D-6E8A-4147-A177-3AD203B41FA5}">
                      <a16:colId xmlns:a16="http://schemas.microsoft.com/office/drawing/2014/main" val="380069088"/>
                    </a:ext>
                  </a:extLst>
                </a:gridCol>
              </a:tblGrid>
              <a:tr h="251708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Degree Requirements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Certification Requirements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Background Check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3715194"/>
                  </a:ext>
                </a:extLst>
              </a:tr>
              <a:tr h="367578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Bachelor’s Degree Required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effectLst/>
                        </a:rPr>
                        <a:t>Only special education or bilingual education/ELL teachers are required to have state certification.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effectLst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effectLst/>
                        </a:rPr>
                        <a:t>The governing body of a charter holder may set the qualifications for teachers at a standard above what state law requires.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TEA conducts a national criminal history check on all applicants for certification.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07945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Private Schools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5ABF36E-6CF6-4203-B742-6B4AA79BE8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0510618"/>
              </p:ext>
            </p:extLst>
          </p:nvPr>
        </p:nvGraphicFramePr>
        <p:xfrm>
          <a:off x="980661" y="1725020"/>
          <a:ext cx="9830775" cy="47653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14567">
                  <a:extLst>
                    <a:ext uri="{9D8B030D-6E8A-4147-A177-3AD203B41FA5}">
                      <a16:colId xmlns:a16="http://schemas.microsoft.com/office/drawing/2014/main" val="3755907638"/>
                    </a:ext>
                  </a:extLst>
                </a:gridCol>
                <a:gridCol w="3608104">
                  <a:extLst>
                    <a:ext uri="{9D8B030D-6E8A-4147-A177-3AD203B41FA5}">
                      <a16:colId xmlns:a16="http://schemas.microsoft.com/office/drawing/2014/main" val="3095403647"/>
                    </a:ext>
                  </a:extLst>
                </a:gridCol>
                <a:gridCol w="3608104">
                  <a:extLst>
                    <a:ext uri="{9D8B030D-6E8A-4147-A177-3AD203B41FA5}">
                      <a16:colId xmlns:a16="http://schemas.microsoft.com/office/drawing/2014/main" val="3382070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Degree Requirements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65" marR="68465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Certification Requirements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65" marR="68465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Background Check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65" marR="68465" marT="0" marB="0" anchor="ctr"/>
                </a:tc>
                <a:extLst>
                  <a:ext uri="{0D108BD9-81ED-4DB2-BD59-A6C34878D82A}">
                    <a16:rowId xmlns:a16="http://schemas.microsoft.com/office/drawing/2014/main" val="3951660544"/>
                  </a:ext>
                </a:extLst>
              </a:tr>
              <a:tr h="4460515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Bachelor’s Degree Required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Schools may offer emergency waiver of this requirement if it is communicated with families.</a:t>
                      </a:r>
                      <a:endParaRPr lang="en-US" sz="2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465" marR="68465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</a:rPr>
                        <a:t>No certification required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</a:rPr>
                        <a:t>Teachers must be considered “highly-qualified,” but schools can determine their own requirements for this designation. </a:t>
                      </a:r>
                      <a:endParaRPr lang="en-US" sz="2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465" marR="68465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Individual schools administer background checks.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Teachers must disclose under oath whether they have been charged with or convicted of an inappropriate relationship with a minor.</a:t>
                      </a:r>
                      <a:endParaRPr lang="en-US" sz="2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465" marR="68465" marT="0" marB="0"/>
                </a:tc>
                <a:extLst>
                  <a:ext uri="{0D108BD9-81ED-4DB2-BD59-A6C34878D82A}">
                    <a16:rowId xmlns:a16="http://schemas.microsoft.com/office/drawing/2014/main" val="117230577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8302"/>
            <a:ext cx="10956235" cy="4968047"/>
          </a:xfrm>
        </p:spPr>
        <p:txBody>
          <a:bodyPr>
            <a:normAutofit fontScale="85000" lnSpcReduction="20000"/>
          </a:bodyPr>
          <a:lstStyle/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Match the characteristics on your Exit Ticket to the school models. Some may apply to more than one model.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Jia is currently enrolled in a teacher preparation program at Stephen F. Austin State University and will graduate next year. She recently heard about a charter school that is part of the university known as the Stephen F. Austin State University Charter school and found their teacher requirements on their website, shown below: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Teachers must have, at minimum, a bachelor's degree with appropriate and valid Texas certification in the area required. A degree emphasis in early childhood education is preferred. Additionally, two years of effective classroom teaching experience is preferred.</a:t>
            </a:r>
            <a:b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the steps Jia must follow to be considered qualified to work at Stephen F. Austin State University Charter School.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561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Practicum in Education and Training | Unit 1: Career Exploration and Awareness? | Lesson 1.07</vt:lpstr>
      <vt:lpstr>TEKS Standards &amp; Objectives</vt:lpstr>
      <vt:lpstr>Bellringer</vt:lpstr>
      <vt:lpstr>Vocabulary</vt:lpstr>
      <vt:lpstr>Traditional Public Schools</vt:lpstr>
      <vt:lpstr>Charter Schools</vt:lpstr>
      <vt:lpstr>Private Schools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1.07: Certification Requirements for Professional Educators Across School Models</dc:title>
  <dc:subject>Lesson 1.07: Certification Requirements for Professional Educators Across School Models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2023-08-18T20:23:27Z</dcterms:modified>
</cp:coreProperties>
</file>
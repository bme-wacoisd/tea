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1"/>
  </p:notesMasterIdLst>
  <p:sldIdLst>
    <p:sldId id="256" r:id="rId2"/>
    <p:sldId id="259" r:id="rId3"/>
    <p:sldId id="258" r:id="rId4"/>
    <p:sldId id="261" r:id="rId5"/>
    <p:sldId id="262" r:id="rId6"/>
    <p:sldId id="269" r:id="rId7"/>
    <p:sldId id="270" r:id="rId8"/>
    <p:sldId id="271" r:id="rId9"/>
    <p:sldId id="260"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0000"/>
    <a:srgbClr val="780000"/>
    <a:srgbClr val="000000"/>
    <a:srgbClr val="007800"/>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93234BB-B898-42B2-8004-4F0940C396FA}" v="1" dt="2023-08-19T02:15:29.808"/>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980" autoAdjust="0"/>
    <p:restoredTop sz="94660"/>
  </p:normalViewPr>
  <p:slideViewPr>
    <p:cSldViewPr snapToGrid="0">
      <p:cViewPr varScale="1">
        <p:scale>
          <a:sx n="64" d="100"/>
          <a:sy n="64" d="100"/>
        </p:scale>
        <p:origin x="36" y="1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17" Type="http://schemas.microsoft.com/office/2015/10/relationships/revisionInfo" Target="revisionInfo.xml"/><Relationship Id="rId2" Type="http://schemas.openxmlformats.org/officeDocument/2006/relationships/slide" Target="slides/slide1.xml"/><Relationship Id="rId16"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Rogers, Kristana" userId="06c54908-b913-4b34-a3f2-9a6986972442" providerId="ADAL" clId="{CF2F10DE-6086-4505-9D90-20F6E63E8EF8}"/>
    <pc:docChg chg="custSel addSld delSld modSld sldOrd">
      <pc:chgData name="Rogers, Kristana" userId="06c54908-b913-4b34-a3f2-9a6986972442" providerId="ADAL" clId="{CF2F10DE-6086-4505-9D90-20F6E63E8EF8}" dt="2023-03-17T12:58:00.239" v="1811" actId="948"/>
      <pc:docMkLst>
        <pc:docMk/>
      </pc:docMkLst>
      <pc:sldChg chg="modSp mod">
        <pc:chgData name="Rogers, Kristana" userId="06c54908-b913-4b34-a3f2-9a6986972442" providerId="ADAL" clId="{CF2F10DE-6086-4505-9D90-20F6E63E8EF8}" dt="2023-03-17T12:26:23.835" v="63" actId="20577"/>
        <pc:sldMkLst>
          <pc:docMk/>
          <pc:sldMk cId="1482277026" sldId="256"/>
        </pc:sldMkLst>
        <pc:spChg chg="mod">
          <ac:chgData name="Rogers, Kristana" userId="06c54908-b913-4b34-a3f2-9a6986972442" providerId="ADAL" clId="{CF2F10DE-6086-4505-9D90-20F6E63E8EF8}" dt="2023-03-17T12:26:23.835" v="63" actId="20577"/>
          <ac:spMkLst>
            <pc:docMk/>
            <pc:sldMk cId="1482277026" sldId="256"/>
            <ac:spMk id="2" creationId="{BFFCF5BD-F8FF-4A67-A8B6-EBB21E79279B}"/>
          </ac:spMkLst>
        </pc:spChg>
        <pc:spChg chg="mod">
          <ac:chgData name="Rogers, Kristana" userId="06c54908-b913-4b34-a3f2-9a6986972442" providerId="ADAL" clId="{CF2F10DE-6086-4505-9D90-20F6E63E8EF8}" dt="2023-03-17T12:26:12.851" v="61" actId="20577"/>
          <ac:spMkLst>
            <pc:docMk/>
            <pc:sldMk cId="1482277026" sldId="256"/>
            <ac:spMk id="3" creationId="{E0FBD98F-3A67-498E-8174-652040DD7B60}"/>
          </ac:spMkLst>
        </pc:spChg>
      </pc:sldChg>
      <pc:sldChg chg="modSp mod">
        <pc:chgData name="Rogers, Kristana" userId="06c54908-b913-4b34-a3f2-9a6986972442" providerId="ADAL" clId="{CF2F10DE-6086-4505-9D90-20F6E63E8EF8}" dt="2023-03-17T12:27:44.256" v="232" actId="255"/>
        <pc:sldMkLst>
          <pc:docMk/>
          <pc:sldMk cId="4071305681" sldId="258"/>
        </pc:sldMkLst>
        <pc:spChg chg="mod">
          <ac:chgData name="Rogers, Kristana" userId="06c54908-b913-4b34-a3f2-9a6986972442" providerId="ADAL" clId="{CF2F10DE-6086-4505-9D90-20F6E63E8EF8}" dt="2023-03-17T12:27:44.256" v="232" actId="255"/>
          <ac:spMkLst>
            <pc:docMk/>
            <pc:sldMk cId="4071305681" sldId="258"/>
            <ac:spMk id="3" creationId="{392BE286-77A6-49DD-B15D-7E4718D52FE7}"/>
          </ac:spMkLst>
        </pc:spChg>
      </pc:sldChg>
      <pc:sldChg chg="modSp mod">
        <pc:chgData name="Rogers, Kristana" userId="06c54908-b913-4b34-a3f2-9a6986972442" providerId="ADAL" clId="{CF2F10DE-6086-4505-9D90-20F6E63E8EF8}" dt="2023-03-17T12:27:08.797" v="226" actId="20577"/>
        <pc:sldMkLst>
          <pc:docMk/>
          <pc:sldMk cId="2772527113" sldId="259"/>
        </pc:sldMkLst>
        <pc:spChg chg="mod">
          <ac:chgData name="Rogers, Kristana" userId="06c54908-b913-4b34-a3f2-9a6986972442" providerId="ADAL" clId="{CF2F10DE-6086-4505-9D90-20F6E63E8EF8}" dt="2023-03-17T12:27:08.797" v="226" actId="20577"/>
          <ac:spMkLst>
            <pc:docMk/>
            <pc:sldMk cId="2772527113" sldId="259"/>
            <ac:spMk id="3" creationId="{8CE08C7F-0286-423B-92F7-DEB89F31111A}"/>
          </ac:spMkLst>
        </pc:spChg>
      </pc:sldChg>
      <pc:sldChg chg="modSp mod">
        <pc:chgData name="Rogers, Kristana" userId="06c54908-b913-4b34-a3f2-9a6986972442" providerId="ADAL" clId="{CF2F10DE-6086-4505-9D90-20F6E63E8EF8}" dt="2023-03-17T12:58:00.239" v="1811" actId="948"/>
        <pc:sldMkLst>
          <pc:docMk/>
          <pc:sldMk cId="2147408764" sldId="260"/>
        </pc:sldMkLst>
        <pc:spChg chg="mod">
          <ac:chgData name="Rogers, Kristana" userId="06c54908-b913-4b34-a3f2-9a6986972442" providerId="ADAL" clId="{CF2F10DE-6086-4505-9D90-20F6E63E8EF8}" dt="2023-03-17T12:58:00.239" v="1811" actId="948"/>
          <ac:spMkLst>
            <pc:docMk/>
            <pc:sldMk cId="2147408764" sldId="260"/>
            <ac:spMk id="3" creationId="{49F2A5AF-3C0B-4968-A438-E435325199EA}"/>
          </ac:spMkLst>
        </pc:spChg>
      </pc:sldChg>
      <pc:sldChg chg="modSp mod">
        <pc:chgData name="Rogers, Kristana" userId="06c54908-b913-4b34-a3f2-9a6986972442" providerId="ADAL" clId="{CF2F10DE-6086-4505-9D90-20F6E63E8EF8}" dt="2023-03-17T12:47:41.436" v="1313" actId="115"/>
        <pc:sldMkLst>
          <pc:docMk/>
          <pc:sldMk cId="4170921578" sldId="262"/>
        </pc:sldMkLst>
        <pc:spChg chg="mod">
          <ac:chgData name="Rogers, Kristana" userId="06c54908-b913-4b34-a3f2-9a6986972442" providerId="ADAL" clId="{CF2F10DE-6086-4505-9D90-20F6E63E8EF8}" dt="2023-03-17T12:39:44.852" v="951" actId="27636"/>
          <ac:spMkLst>
            <pc:docMk/>
            <pc:sldMk cId="4170921578" sldId="262"/>
            <ac:spMk id="2" creationId="{A7DAC820-49EE-4F41-8B1F-B9E33FF6BE24}"/>
          </ac:spMkLst>
        </pc:spChg>
        <pc:spChg chg="mod">
          <ac:chgData name="Rogers, Kristana" userId="06c54908-b913-4b34-a3f2-9a6986972442" providerId="ADAL" clId="{CF2F10DE-6086-4505-9D90-20F6E63E8EF8}" dt="2023-03-17T12:47:41.436" v="1313" actId="115"/>
          <ac:spMkLst>
            <pc:docMk/>
            <pc:sldMk cId="4170921578" sldId="262"/>
            <ac:spMk id="3" creationId="{79FFCA46-4155-4484-8350-F1E0B95F6088}"/>
          </ac:spMkLst>
        </pc:spChg>
      </pc:sldChg>
      <pc:sldChg chg="del">
        <pc:chgData name="Rogers, Kristana" userId="06c54908-b913-4b34-a3f2-9a6986972442" providerId="ADAL" clId="{CF2F10DE-6086-4505-9D90-20F6E63E8EF8}" dt="2023-03-17T12:37:38.733" v="869" actId="2696"/>
        <pc:sldMkLst>
          <pc:docMk/>
          <pc:sldMk cId="1163931679" sldId="263"/>
        </pc:sldMkLst>
      </pc:sldChg>
      <pc:sldChg chg="modSp del mod">
        <pc:chgData name="Rogers, Kristana" userId="06c54908-b913-4b34-a3f2-9a6986972442" providerId="ADAL" clId="{CF2F10DE-6086-4505-9D90-20F6E63E8EF8}" dt="2023-03-17T12:56:13.889" v="1790" actId="47"/>
        <pc:sldMkLst>
          <pc:docMk/>
          <pc:sldMk cId="3493109116" sldId="264"/>
        </pc:sldMkLst>
        <pc:spChg chg="mod">
          <ac:chgData name="Rogers, Kristana" userId="06c54908-b913-4b34-a3f2-9a6986972442" providerId="ADAL" clId="{CF2F10DE-6086-4505-9D90-20F6E63E8EF8}" dt="2023-03-17T12:36:11.119" v="868" actId="20577"/>
          <ac:spMkLst>
            <pc:docMk/>
            <pc:sldMk cId="3493109116" sldId="264"/>
            <ac:spMk id="2" creationId="{D7836664-70C0-47BA-9BFF-496A04EBBFDE}"/>
          </ac:spMkLst>
        </pc:spChg>
        <pc:spChg chg="mod">
          <ac:chgData name="Rogers, Kristana" userId="06c54908-b913-4b34-a3f2-9a6986972442" providerId="ADAL" clId="{CF2F10DE-6086-4505-9D90-20F6E63E8EF8}" dt="2023-03-17T12:35:41.211" v="856" actId="948"/>
          <ac:spMkLst>
            <pc:docMk/>
            <pc:sldMk cId="3493109116" sldId="264"/>
            <ac:spMk id="8" creationId="{2A776615-A862-6EA1-CBB4-D6E9471CD041}"/>
          </ac:spMkLst>
        </pc:spChg>
      </pc:sldChg>
      <pc:sldChg chg="del">
        <pc:chgData name="Rogers, Kristana" userId="06c54908-b913-4b34-a3f2-9a6986972442" providerId="ADAL" clId="{CF2F10DE-6086-4505-9D90-20F6E63E8EF8}" dt="2023-03-17T12:56:18.382" v="1791" actId="47"/>
        <pc:sldMkLst>
          <pc:docMk/>
          <pc:sldMk cId="1754767038" sldId="265"/>
        </pc:sldMkLst>
      </pc:sldChg>
      <pc:sldChg chg="del">
        <pc:chgData name="Rogers, Kristana" userId="06c54908-b913-4b34-a3f2-9a6986972442" providerId="ADAL" clId="{CF2F10DE-6086-4505-9D90-20F6E63E8EF8}" dt="2023-03-17T12:56:19.425" v="1792" actId="47"/>
        <pc:sldMkLst>
          <pc:docMk/>
          <pc:sldMk cId="4007075362" sldId="266"/>
        </pc:sldMkLst>
      </pc:sldChg>
      <pc:sldChg chg="del">
        <pc:chgData name="Rogers, Kristana" userId="06c54908-b913-4b34-a3f2-9a6986972442" providerId="ADAL" clId="{CF2F10DE-6086-4505-9D90-20F6E63E8EF8}" dt="2023-03-17T12:56:20.323" v="1793" actId="47"/>
        <pc:sldMkLst>
          <pc:docMk/>
          <pc:sldMk cId="1959975682" sldId="267"/>
        </pc:sldMkLst>
      </pc:sldChg>
      <pc:sldChg chg="del">
        <pc:chgData name="Rogers, Kristana" userId="06c54908-b913-4b34-a3f2-9a6986972442" providerId="ADAL" clId="{CF2F10DE-6086-4505-9D90-20F6E63E8EF8}" dt="2023-03-17T12:56:21.539" v="1794" actId="47"/>
        <pc:sldMkLst>
          <pc:docMk/>
          <pc:sldMk cId="3337798611" sldId="268"/>
        </pc:sldMkLst>
      </pc:sldChg>
      <pc:sldChg chg="modSp add mod">
        <pc:chgData name="Rogers, Kristana" userId="06c54908-b913-4b34-a3f2-9a6986972442" providerId="ADAL" clId="{CF2F10DE-6086-4505-9D90-20F6E63E8EF8}" dt="2023-03-17T12:46:31.397" v="1250" actId="115"/>
        <pc:sldMkLst>
          <pc:docMk/>
          <pc:sldMk cId="1685806489" sldId="269"/>
        </pc:sldMkLst>
        <pc:spChg chg="mod">
          <ac:chgData name="Rogers, Kristana" userId="06c54908-b913-4b34-a3f2-9a6986972442" providerId="ADAL" clId="{CF2F10DE-6086-4505-9D90-20F6E63E8EF8}" dt="2023-03-17T12:46:31.397" v="1250" actId="115"/>
          <ac:spMkLst>
            <pc:docMk/>
            <pc:sldMk cId="1685806489" sldId="269"/>
            <ac:spMk id="3" creationId="{79FFCA46-4155-4484-8350-F1E0B95F6088}"/>
          </ac:spMkLst>
        </pc:spChg>
      </pc:sldChg>
      <pc:sldChg chg="modSp add mod ord">
        <pc:chgData name="Rogers, Kristana" userId="06c54908-b913-4b34-a3f2-9a6986972442" providerId="ADAL" clId="{CF2F10DE-6086-4505-9D90-20F6E63E8EF8}" dt="2023-03-17T12:47:36.913" v="1312" actId="115"/>
        <pc:sldMkLst>
          <pc:docMk/>
          <pc:sldMk cId="341367963" sldId="270"/>
        </pc:sldMkLst>
        <pc:spChg chg="mod">
          <ac:chgData name="Rogers, Kristana" userId="06c54908-b913-4b34-a3f2-9a6986972442" providerId="ADAL" clId="{CF2F10DE-6086-4505-9D90-20F6E63E8EF8}" dt="2023-03-17T12:46:42.802" v="1254" actId="20577"/>
          <ac:spMkLst>
            <pc:docMk/>
            <pc:sldMk cId="341367963" sldId="270"/>
            <ac:spMk id="2" creationId="{A7DAC820-49EE-4F41-8B1F-B9E33FF6BE24}"/>
          </ac:spMkLst>
        </pc:spChg>
        <pc:spChg chg="mod">
          <ac:chgData name="Rogers, Kristana" userId="06c54908-b913-4b34-a3f2-9a6986972442" providerId="ADAL" clId="{CF2F10DE-6086-4505-9D90-20F6E63E8EF8}" dt="2023-03-17T12:47:36.913" v="1312" actId="115"/>
          <ac:spMkLst>
            <pc:docMk/>
            <pc:sldMk cId="341367963" sldId="270"/>
            <ac:spMk id="3" creationId="{79FFCA46-4155-4484-8350-F1E0B95F6088}"/>
          </ac:spMkLst>
        </pc:spChg>
      </pc:sldChg>
      <pc:sldChg chg="modSp add mod ord">
        <pc:chgData name="Rogers, Kristana" userId="06c54908-b913-4b34-a3f2-9a6986972442" providerId="ADAL" clId="{CF2F10DE-6086-4505-9D90-20F6E63E8EF8}" dt="2023-03-17T12:50:38.694" v="1789" actId="20577"/>
        <pc:sldMkLst>
          <pc:docMk/>
          <pc:sldMk cId="1940924563" sldId="271"/>
        </pc:sldMkLst>
        <pc:spChg chg="mod">
          <ac:chgData name="Rogers, Kristana" userId="06c54908-b913-4b34-a3f2-9a6986972442" providerId="ADAL" clId="{CF2F10DE-6086-4505-9D90-20F6E63E8EF8}" dt="2023-03-17T12:47:50.822" v="1317" actId="20577"/>
          <ac:spMkLst>
            <pc:docMk/>
            <pc:sldMk cId="1940924563" sldId="271"/>
            <ac:spMk id="2" creationId="{A7DAC820-49EE-4F41-8B1F-B9E33FF6BE24}"/>
          </ac:spMkLst>
        </pc:spChg>
        <pc:spChg chg="mod">
          <ac:chgData name="Rogers, Kristana" userId="06c54908-b913-4b34-a3f2-9a6986972442" providerId="ADAL" clId="{CF2F10DE-6086-4505-9D90-20F6E63E8EF8}" dt="2023-03-17T12:50:38.694" v="1789" actId="20577"/>
          <ac:spMkLst>
            <pc:docMk/>
            <pc:sldMk cId="1940924563" sldId="271"/>
            <ac:spMk id="3" creationId="{79FFCA46-4155-4484-8350-F1E0B95F6088}"/>
          </ac:spMkLst>
        </pc:spChg>
      </pc:sldChg>
    </pc:docChg>
  </pc:docChgLst>
  <pc:docChgLst>
    <pc:chgData name="White (she/her), Whitney" userId="65f39021-2f1d-4d8b-87dc-b123826f65bf" providerId="ADAL" clId="{793234BB-B898-42B2-8004-4F0940C396FA}"/>
    <pc:docChg chg="modSld">
      <pc:chgData name="White (she/her), Whitney" userId="65f39021-2f1d-4d8b-87dc-b123826f65bf" providerId="ADAL" clId="{793234BB-B898-42B2-8004-4F0940C396FA}" dt="2023-08-19T02:16:16.023" v="23" actId="20577"/>
      <pc:docMkLst>
        <pc:docMk/>
      </pc:docMkLst>
      <pc:sldChg chg="addSp modSp mod">
        <pc:chgData name="White (she/her), Whitney" userId="65f39021-2f1d-4d8b-87dc-b123826f65bf" providerId="ADAL" clId="{793234BB-B898-42B2-8004-4F0940C396FA}" dt="2023-08-19T02:15:38.282" v="5" actId="1076"/>
        <pc:sldMkLst>
          <pc:docMk/>
          <pc:sldMk cId="1482277026" sldId="256"/>
        </pc:sldMkLst>
        <pc:spChg chg="mod">
          <ac:chgData name="White (she/her), Whitney" userId="65f39021-2f1d-4d8b-87dc-b123826f65bf" providerId="ADAL" clId="{793234BB-B898-42B2-8004-4F0940C396FA}" dt="2023-08-19T02:15:38.282" v="5" actId="1076"/>
          <ac:spMkLst>
            <pc:docMk/>
            <pc:sldMk cId="1482277026" sldId="256"/>
            <ac:spMk id="2" creationId="{BFFCF5BD-F8FF-4A67-A8B6-EBB21E79279B}"/>
          </ac:spMkLst>
        </pc:spChg>
        <pc:spChg chg="add mod">
          <ac:chgData name="White (she/her), Whitney" userId="65f39021-2f1d-4d8b-87dc-b123826f65bf" providerId="ADAL" clId="{793234BB-B898-42B2-8004-4F0940C396FA}" dt="2023-08-19T02:15:29.808" v="1"/>
          <ac:spMkLst>
            <pc:docMk/>
            <pc:sldMk cId="1482277026" sldId="256"/>
            <ac:spMk id="4" creationId="{41123402-B3D2-962F-26C5-F4577810D212}"/>
          </ac:spMkLst>
        </pc:spChg>
      </pc:sldChg>
      <pc:sldChg chg="modSp mod">
        <pc:chgData name="White (she/her), Whitney" userId="65f39021-2f1d-4d8b-87dc-b123826f65bf" providerId="ADAL" clId="{793234BB-B898-42B2-8004-4F0940C396FA}" dt="2023-08-19T02:16:03.993" v="18" actId="20577"/>
        <pc:sldMkLst>
          <pc:docMk/>
          <pc:sldMk cId="1685806489" sldId="269"/>
        </pc:sldMkLst>
        <pc:spChg chg="mod">
          <ac:chgData name="White (she/her), Whitney" userId="65f39021-2f1d-4d8b-87dc-b123826f65bf" providerId="ADAL" clId="{793234BB-B898-42B2-8004-4F0940C396FA}" dt="2023-08-19T02:16:03.993" v="18" actId="20577"/>
          <ac:spMkLst>
            <pc:docMk/>
            <pc:sldMk cId="1685806489" sldId="269"/>
            <ac:spMk id="2" creationId="{A7DAC820-49EE-4F41-8B1F-B9E33FF6BE24}"/>
          </ac:spMkLst>
        </pc:spChg>
      </pc:sldChg>
      <pc:sldChg chg="modSp mod">
        <pc:chgData name="White (she/her), Whitney" userId="65f39021-2f1d-4d8b-87dc-b123826f65bf" providerId="ADAL" clId="{793234BB-B898-42B2-8004-4F0940C396FA}" dt="2023-08-19T02:16:16.023" v="23" actId="20577"/>
        <pc:sldMkLst>
          <pc:docMk/>
          <pc:sldMk cId="1940924563" sldId="271"/>
        </pc:sldMkLst>
        <pc:spChg chg="mod">
          <ac:chgData name="White (she/her), Whitney" userId="65f39021-2f1d-4d8b-87dc-b123826f65bf" providerId="ADAL" clId="{793234BB-B898-42B2-8004-4F0940C396FA}" dt="2023-08-19T02:16:16.023" v="23" actId="20577"/>
          <ac:spMkLst>
            <pc:docMk/>
            <pc:sldMk cId="1940924563" sldId="271"/>
            <ac:spMk id="2" creationId="{A7DAC820-49EE-4F41-8B1F-B9E33FF6BE24}"/>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F5DDE70-9ADB-4C9A-B58D-9BDED1E4A627}" type="datetimeFigureOut">
              <a:rPr lang="en-US" smtClean="0"/>
              <a:t>8/18/2023</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8949DE8-90B8-4B66-9B76-C7482BDD03BC}" type="slidenum">
              <a:rPr lang="en-US" smtClean="0"/>
              <a:t>‹#›</a:t>
            </a:fld>
            <a:endParaRPr lang="en-US" dirty="0"/>
          </a:p>
        </p:txBody>
      </p:sp>
    </p:spTree>
    <p:extLst>
      <p:ext uri="{BB962C8B-B14F-4D97-AF65-F5344CB8AC3E}">
        <p14:creationId xmlns:p14="http://schemas.microsoft.com/office/powerpoint/2010/main" val="18288296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0E4FD1-C863-4F6C-BC67-9529A3DF2F59}"/>
              </a:ext>
            </a:extLst>
          </p:cNvPr>
          <p:cNvSpPr>
            <a:spLocks noGrp="1"/>
          </p:cNvSpPr>
          <p:nvPr>
            <p:ph type="ctrTitle"/>
          </p:nvPr>
        </p:nvSpPr>
        <p:spPr>
          <a:xfrm>
            <a:off x="1524000" y="1122363"/>
            <a:ext cx="9144000" cy="2387600"/>
          </a:xfrm>
        </p:spPr>
        <p:txBody>
          <a:bodyPr anchor="b"/>
          <a:lstStyle>
            <a:lvl1pPr algn="ctr">
              <a:defRPr sz="6000"/>
            </a:lvl1pPr>
          </a:lstStyle>
          <a:p>
            <a:r>
              <a:rPr lang="en-US" dirty="0"/>
              <a:t>Click to edit Master title</a:t>
            </a:r>
          </a:p>
        </p:txBody>
      </p:sp>
      <p:sp>
        <p:nvSpPr>
          <p:cNvPr id="3" name="Subtitle 2">
            <a:extLst>
              <a:ext uri="{FF2B5EF4-FFF2-40B4-BE49-F238E27FC236}">
                <a16:creationId xmlns:a16="http://schemas.microsoft.com/office/drawing/2014/main" id="{5F02A33A-B5BD-43C3-902B-F6F09D5D238A}"/>
              </a:ext>
            </a:extLst>
          </p:cNvPr>
          <p:cNvSpPr>
            <a:spLocks noGrp="1"/>
          </p:cNvSpPr>
          <p:nvPr>
            <p:ph type="subTitle" idx="1" hasCustomPrompt="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insert Lesson Plan Title</a:t>
            </a:r>
          </a:p>
        </p:txBody>
      </p:sp>
      <p:sp>
        <p:nvSpPr>
          <p:cNvPr id="4" name="Date Placeholder 3">
            <a:extLst>
              <a:ext uri="{FF2B5EF4-FFF2-40B4-BE49-F238E27FC236}">
                <a16:creationId xmlns:a16="http://schemas.microsoft.com/office/drawing/2014/main" id="{AD677D06-A159-4AA2-93DA-1C52F18ECBD7}"/>
              </a:ext>
            </a:extLst>
          </p:cNvPr>
          <p:cNvSpPr>
            <a:spLocks noGrp="1"/>
          </p:cNvSpPr>
          <p:nvPr>
            <p:ph type="dt" sz="half" idx="10"/>
          </p:nvPr>
        </p:nvSpPr>
        <p:spPr/>
        <p:txBody>
          <a:bodyPr/>
          <a:lstStyle>
            <a:lvl1pPr>
              <a:defRPr/>
            </a:lvl1pPr>
          </a:lstStyle>
          <a:p>
            <a:fld id="{D4C3A9F1-823B-4DED-8A9C-F71E6CE5796E}" type="datetime1">
              <a:rPr lang="en-US" smtClean="0"/>
              <a:t>8/18/2023</a:t>
            </a:fld>
            <a:endParaRPr lang="en-US" dirty="0"/>
          </a:p>
        </p:txBody>
      </p:sp>
      <p:pic>
        <p:nvPicPr>
          <p:cNvPr id="9" name="Picture 8" descr="Icon. This is TEA's logo.">
            <a:extLst>
              <a:ext uri="{FF2B5EF4-FFF2-40B4-BE49-F238E27FC236}">
                <a16:creationId xmlns:a16="http://schemas.microsoft.com/office/drawing/2014/main" id="{659EBB25-66A1-4A3B-BD33-7EA229672757}"/>
              </a:ext>
            </a:extLst>
          </p:cNvPr>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0668000" y="306635"/>
            <a:ext cx="1085126" cy="532906"/>
          </a:xfrm>
          <a:prstGeom prst="rect">
            <a:avLst/>
          </a:prstGeom>
          <a:noFill/>
          <a:ln>
            <a:noFill/>
          </a:ln>
        </p:spPr>
      </p:pic>
      <p:pic>
        <p:nvPicPr>
          <p:cNvPr id="8" name="Picture 7" descr="Icon&#10;&#10;This is TEA's Education and Training logo.">
            <a:extLst>
              <a:ext uri="{FF2B5EF4-FFF2-40B4-BE49-F238E27FC236}">
                <a16:creationId xmlns:a16="http://schemas.microsoft.com/office/drawing/2014/main" id="{253E1ECF-C55D-47F6-BD1B-E5CFD8AC6DC2}"/>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1150018" y="5619940"/>
            <a:ext cx="548640" cy="918972"/>
          </a:xfrm>
          <a:prstGeom prst="rect">
            <a:avLst/>
          </a:prstGeom>
        </p:spPr>
      </p:pic>
    </p:spTree>
    <p:extLst>
      <p:ext uri="{BB962C8B-B14F-4D97-AF65-F5344CB8AC3E}">
        <p14:creationId xmlns:p14="http://schemas.microsoft.com/office/powerpoint/2010/main" val="196056372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9" name="Picture 8" descr="Icon&#10;&#10;This is TEA's E&amp;T logo.">
            <a:extLst>
              <a:ext uri="{FF2B5EF4-FFF2-40B4-BE49-F238E27FC236}">
                <a16:creationId xmlns:a16="http://schemas.microsoft.com/office/drawing/2014/main" id="{3952EC27-F26B-4322-BE1D-79E86DF93672}"/>
              </a:ext>
            </a:extLst>
          </p:cNvPr>
          <p:cNvPicPr>
            <a:picLocks noChangeAspect="1"/>
          </p:cNvPicPr>
          <p:nvPr userDrawn="1"/>
        </p:nvPicPr>
        <p:blipFill>
          <a:blip r:embed="rId2">
            <a:alphaModFix amt="35000"/>
            <a:extLst>
              <a:ext uri="{28A0092B-C50C-407E-A947-70E740481C1C}">
                <a14:useLocalDpi xmlns:a14="http://schemas.microsoft.com/office/drawing/2010/main" val="0"/>
              </a:ext>
            </a:extLst>
          </a:blip>
          <a:stretch>
            <a:fillRect/>
          </a:stretch>
        </p:blipFill>
        <p:spPr>
          <a:xfrm>
            <a:off x="11053548" y="5545525"/>
            <a:ext cx="600503" cy="1005840"/>
          </a:xfrm>
          <a:prstGeom prst="rect">
            <a:avLst/>
          </a:prstGeom>
        </p:spPr>
      </p:pic>
      <p:pic>
        <p:nvPicPr>
          <p:cNvPr id="7" name="Picture 6" descr="Icon.&#10;&#10;This is TEA's logo.">
            <a:extLst>
              <a:ext uri="{FF2B5EF4-FFF2-40B4-BE49-F238E27FC236}">
                <a16:creationId xmlns:a16="http://schemas.microsoft.com/office/drawing/2014/main" id="{5E0CFE64-7D39-43D0-AAFE-02B4F49538FD}"/>
              </a:ext>
            </a:extLst>
          </p:cNvPr>
          <p:cNvPicPr>
            <a:picLocks noChangeAspect="1"/>
          </p:cNvPicPr>
          <p:nvPr userDrawn="1"/>
        </p:nvPicPr>
        <p:blipFill>
          <a:blip r:embed="rId3">
            <a:alphaModFix amt="35000"/>
            <a:extLst>
              <a:ext uri="{28A0092B-C50C-407E-A947-70E740481C1C}">
                <a14:useLocalDpi xmlns:a14="http://schemas.microsoft.com/office/drawing/2010/main" val="0"/>
              </a:ext>
            </a:extLst>
          </a:blip>
          <a:srcRect/>
          <a:stretch>
            <a:fillRect/>
          </a:stretch>
        </p:blipFill>
        <p:spPr bwMode="auto">
          <a:xfrm>
            <a:off x="10668000" y="306635"/>
            <a:ext cx="1085126" cy="532906"/>
          </a:xfrm>
          <a:prstGeom prst="rect">
            <a:avLst/>
          </a:prstGeom>
          <a:noFill/>
          <a:ln>
            <a:noFill/>
          </a:ln>
        </p:spPr>
      </p:pic>
      <p:sp>
        <p:nvSpPr>
          <p:cNvPr id="2" name="Title 1">
            <a:extLst>
              <a:ext uri="{FF2B5EF4-FFF2-40B4-BE49-F238E27FC236}">
                <a16:creationId xmlns:a16="http://schemas.microsoft.com/office/drawing/2014/main" id="{26C9151B-2AB9-45C2-83BD-E5F2A13853A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5CF151C-FCEC-402E-946E-FFBB138CCC8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D2676C1-1BAD-4C95-93B1-0521C6096717}"/>
              </a:ext>
            </a:extLst>
          </p:cNvPr>
          <p:cNvSpPr>
            <a:spLocks noGrp="1"/>
          </p:cNvSpPr>
          <p:nvPr>
            <p:ph type="dt" sz="half" idx="10"/>
          </p:nvPr>
        </p:nvSpPr>
        <p:spPr/>
        <p:txBody>
          <a:bodyPr/>
          <a:lstStyle>
            <a:lvl1pPr>
              <a:defRPr/>
            </a:lvl1pPr>
          </a:lstStyle>
          <a:p>
            <a:fld id="{BFA63772-DBA2-4AC7-80D7-5D423EA9FA3C}" type="datetime1">
              <a:rPr lang="en-US" smtClean="0"/>
              <a:t>8/18/2023</a:t>
            </a:fld>
            <a:endParaRPr lang="en-US" dirty="0"/>
          </a:p>
        </p:txBody>
      </p:sp>
      <p:sp>
        <p:nvSpPr>
          <p:cNvPr id="6" name="Slide Number Placeholder 5">
            <a:extLst>
              <a:ext uri="{FF2B5EF4-FFF2-40B4-BE49-F238E27FC236}">
                <a16:creationId xmlns:a16="http://schemas.microsoft.com/office/drawing/2014/main" id="{46950A59-130A-44A5-9168-67E5241BD61D}"/>
              </a:ext>
            </a:extLst>
          </p:cNvPr>
          <p:cNvSpPr>
            <a:spLocks noGrp="1"/>
          </p:cNvSpPr>
          <p:nvPr>
            <p:ph type="sldNum" sz="quarter" idx="12"/>
          </p:nvPr>
        </p:nvSpPr>
        <p:spPr/>
        <p:txBody>
          <a:bodyPr/>
          <a:lstStyle/>
          <a:p>
            <a:fld id="{E2D56C8B-F564-4051-AFED-A78F1C6A2F0E}" type="slidenum">
              <a:rPr lang="en-US" smtClean="0"/>
              <a:pPr/>
              <a:t>‹#›</a:t>
            </a:fld>
            <a:endParaRPr lang="en-US" dirty="0"/>
          </a:p>
        </p:txBody>
      </p:sp>
    </p:spTree>
    <p:extLst>
      <p:ext uri="{BB962C8B-B14F-4D97-AF65-F5344CB8AC3E}">
        <p14:creationId xmlns:p14="http://schemas.microsoft.com/office/powerpoint/2010/main" val="86639568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pic>
        <p:nvPicPr>
          <p:cNvPr id="9" name="Picture 8" descr="Icon&#10;&#10;This is TEA's E&amp;T logo.">
            <a:extLst>
              <a:ext uri="{FF2B5EF4-FFF2-40B4-BE49-F238E27FC236}">
                <a16:creationId xmlns:a16="http://schemas.microsoft.com/office/drawing/2014/main" id="{EB2BA44D-5463-4739-92DD-A12DF6D39EE3}"/>
              </a:ext>
            </a:extLst>
          </p:cNvPr>
          <p:cNvPicPr>
            <a:picLocks noChangeAspect="1"/>
          </p:cNvPicPr>
          <p:nvPr userDrawn="1"/>
        </p:nvPicPr>
        <p:blipFill>
          <a:blip r:embed="rId2">
            <a:alphaModFix amt="35000"/>
            <a:extLst>
              <a:ext uri="{28A0092B-C50C-407E-A947-70E740481C1C}">
                <a14:useLocalDpi xmlns:a14="http://schemas.microsoft.com/office/drawing/2010/main" val="0"/>
              </a:ext>
            </a:extLst>
          </a:blip>
          <a:stretch>
            <a:fillRect/>
          </a:stretch>
        </p:blipFill>
        <p:spPr>
          <a:xfrm>
            <a:off x="11053548" y="5545525"/>
            <a:ext cx="600503" cy="1005840"/>
          </a:xfrm>
          <a:prstGeom prst="rect">
            <a:avLst/>
          </a:prstGeom>
        </p:spPr>
      </p:pic>
      <p:pic>
        <p:nvPicPr>
          <p:cNvPr id="8" name="Picture 7" descr="Icon.&#10;&#10;This is TEA's logo.">
            <a:extLst>
              <a:ext uri="{FF2B5EF4-FFF2-40B4-BE49-F238E27FC236}">
                <a16:creationId xmlns:a16="http://schemas.microsoft.com/office/drawing/2014/main" id="{007F5972-B8BD-4624-B605-5D7E30461D9B}"/>
              </a:ext>
            </a:extLst>
          </p:cNvPr>
          <p:cNvPicPr>
            <a:picLocks noChangeAspect="1"/>
          </p:cNvPicPr>
          <p:nvPr userDrawn="1"/>
        </p:nvPicPr>
        <p:blipFill>
          <a:blip r:embed="rId3">
            <a:alphaModFix amt="35000"/>
            <a:extLst>
              <a:ext uri="{28A0092B-C50C-407E-A947-70E740481C1C}">
                <a14:useLocalDpi xmlns:a14="http://schemas.microsoft.com/office/drawing/2010/main" val="0"/>
              </a:ext>
            </a:extLst>
          </a:blip>
          <a:srcRect/>
          <a:stretch>
            <a:fillRect/>
          </a:stretch>
        </p:blipFill>
        <p:spPr bwMode="auto">
          <a:xfrm>
            <a:off x="10668000" y="306635"/>
            <a:ext cx="1085126" cy="532906"/>
          </a:xfrm>
          <a:prstGeom prst="rect">
            <a:avLst/>
          </a:prstGeom>
          <a:noFill/>
          <a:ln>
            <a:noFill/>
          </a:ln>
        </p:spPr>
      </p:pic>
      <p:sp>
        <p:nvSpPr>
          <p:cNvPr id="2" name="Title 1">
            <a:extLst>
              <a:ext uri="{FF2B5EF4-FFF2-40B4-BE49-F238E27FC236}">
                <a16:creationId xmlns:a16="http://schemas.microsoft.com/office/drawing/2014/main" id="{D2B8D024-2002-4D1F-B2F4-818A3AE1C64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B81A1FD-4443-45CB-9625-00873E1F371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C497D6C9-834D-47FE-A0C7-DB3B2E40CB9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EC3995EF-AAAA-4FB8-8BC8-3C5C9D7667A2}"/>
              </a:ext>
            </a:extLst>
          </p:cNvPr>
          <p:cNvSpPr>
            <a:spLocks noGrp="1"/>
          </p:cNvSpPr>
          <p:nvPr>
            <p:ph type="dt" sz="half" idx="10"/>
          </p:nvPr>
        </p:nvSpPr>
        <p:spPr/>
        <p:txBody>
          <a:bodyPr/>
          <a:lstStyle/>
          <a:p>
            <a:fld id="{80D0AFF5-B04B-402F-A66D-73FFE55B90A5}" type="datetime1">
              <a:rPr lang="en-US" smtClean="0"/>
              <a:t>8/18/2023</a:t>
            </a:fld>
            <a:endParaRPr lang="en-US" dirty="0"/>
          </a:p>
        </p:txBody>
      </p:sp>
      <p:sp>
        <p:nvSpPr>
          <p:cNvPr id="7" name="Slide Number Placeholder 6">
            <a:extLst>
              <a:ext uri="{FF2B5EF4-FFF2-40B4-BE49-F238E27FC236}">
                <a16:creationId xmlns:a16="http://schemas.microsoft.com/office/drawing/2014/main" id="{91949A45-2D3F-45E0-9651-F2BB98073004}"/>
              </a:ext>
            </a:extLst>
          </p:cNvPr>
          <p:cNvSpPr>
            <a:spLocks noGrp="1"/>
          </p:cNvSpPr>
          <p:nvPr>
            <p:ph type="sldNum" sz="quarter" idx="12"/>
          </p:nvPr>
        </p:nvSpPr>
        <p:spPr/>
        <p:txBody>
          <a:bodyPr/>
          <a:lstStyle/>
          <a:p>
            <a:fld id="{E2D56C8B-F564-4051-AFED-A78F1C6A2F0E}" type="slidenum">
              <a:rPr lang="en-US" smtClean="0"/>
              <a:t>‹#›</a:t>
            </a:fld>
            <a:endParaRPr lang="en-US" dirty="0"/>
          </a:p>
        </p:txBody>
      </p:sp>
    </p:spTree>
    <p:extLst>
      <p:ext uri="{BB962C8B-B14F-4D97-AF65-F5344CB8AC3E}">
        <p14:creationId xmlns:p14="http://schemas.microsoft.com/office/powerpoint/2010/main" val="640404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pic>
        <p:nvPicPr>
          <p:cNvPr id="7" name="Picture 6" descr="Icon&#10;&#10;This is TEA's E&amp;T logo.">
            <a:extLst>
              <a:ext uri="{FF2B5EF4-FFF2-40B4-BE49-F238E27FC236}">
                <a16:creationId xmlns:a16="http://schemas.microsoft.com/office/drawing/2014/main" id="{ED6DCFE0-29AE-4AD0-BD08-B81AC0B7E71B}"/>
              </a:ext>
            </a:extLst>
          </p:cNvPr>
          <p:cNvPicPr>
            <a:picLocks noChangeAspect="1"/>
          </p:cNvPicPr>
          <p:nvPr userDrawn="1"/>
        </p:nvPicPr>
        <p:blipFill>
          <a:blip r:embed="rId2">
            <a:alphaModFix amt="35000"/>
            <a:extLst>
              <a:ext uri="{28A0092B-C50C-407E-A947-70E740481C1C}">
                <a14:useLocalDpi xmlns:a14="http://schemas.microsoft.com/office/drawing/2010/main" val="0"/>
              </a:ext>
            </a:extLst>
          </a:blip>
          <a:stretch>
            <a:fillRect/>
          </a:stretch>
        </p:blipFill>
        <p:spPr>
          <a:xfrm>
            <a:off x="11053548" y="5545525"/>
            <a:ext cx="600503" cy="1005840"/>
          </a:xfrm>
          <a:prstGeom prst="rect">
            <a:avLst/>
          </a:prstGeom>
        </p:spPr>
      </p:pic>
      <p:pic>
        <p:nvPicPr>
          <p:cNvPr id="6" name="Picture 5" descr="Icon.&#10;&#10;This is TEA's logo.">
            <a:extLst>
              <a:ext uri="{FF2B5EF4-FFF2-40B4-BE49-F238E27FC236}">
                <a16:creationId xmlns:a16="http://schemas.microsoft.com/office/drawing/2014/main" id="{AFD2FB0B-28F4-4754-AC40-6EB57E165198}"/>
              </a:ext>
            </a:extLst>
          </p:cNvPr>
          <p:cNvPicPr>
            <a:picLocks noChangeAspect="1"/>
          </p:cNvPicPr>
          <p:nvPr userDrawn="1"/>
        </p:nvPicPr>
        <p:blipFill>
          <a:blip r:embed="rId3">
            <a:alphaModFix amt="35000"/>
            <a:extLst>
              <a:ext uri="{28A0092B-C50C-407E-A947-70E740481C1C}">
                <a14:useLocalDpi xmlns:a14="http://schemas.microsoft.com/office/drawing/2010/main" val="0"/>
              </a:ext>
            </a:extLst>
          </a:blip>
          <a:srcRect/>
          <a:stretch>
            <a:fillRect/>
          </a:stretch>
        </p:blipFill>
        <p:spPr bwMode="auto">
          <a:xfrm>
            <a:off x="10668000" y="306635"/>
            <a:ext cx="1085126" cy="532906"/>
          </a:xfrm>
          <a:prstGeom prst="rect">
            <a:avLst/>
          </a:prstGeom>
          <a:noFill/>
          <a:ln>
            <a:noFill/>
          </a:ln>
        </p:spPr>
      </p:pic>
      <p:sp>
        <p:nvSpPr>
          <p:cNvPr id="2" name="Title 1">
            <a:extLst>
              <a:ext uri="{FF2B5EF4-FFF2-40B4-BE49-F238E27FC236}">
                <a16:creationId xmlns:a16="http://schemas.microsoft.com/office/drawing/2014/main" id="{4CCA1F59-10A0-43F6-9ED7-DE8CB1637F76}"/>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E1E26DD3-E445-481B-9E2A-838E7F52ABB3}"/>
              </a:ext>
            </a:extLst>
          </p:cNvPr>
          <p:cNvSpPr>
            <a:spLocks noGrp="1"/>
          </p:cNvSpPr>
          <p:nvPr>
            <p:ph type="dt" sz="half" idx="10"/>
          </p:nvPr>
        </p:nvSpPr>
        <p:spPr/>
        <p:txBody>
          <a:bodyPr/>
          <a:lstStyle/>
          <a:p>
            <a:fld id="{4364A506-6889-4F7C-A35D-9173F655B112}" type="datetime1">
              <a:rPr lang="en-US" smtClean="0"/>
              <a:t>8/18/2023</a:t>
            </a:fld>
            <a:endParaRPr lang="en-US" dirty="0"/>
          </a:p>
        </p:txBody>
      </p:sp>
      <p:sp>
        <p:nvSpPr>
          <p:cNvPr id="5" name="Slide Number Placeholder 4">
            <a:extLst>
              <a:ext uri="{FF2B5EF4-FFF2-40B4-BE49-F238E27FC236}">
                <a16:creationId xmlns:a16="http://schemas.microsoft.com/office/drawing/2014/main" id="{C41E09D6-CB72-40FF-9BBA-2E736CEC53A9}"/>
              </a:ext>
            </a:extLst>
          </p:cNvPr>
          <p:cNvSpPr>
            <a:spLocks noGrp="1"/>
          </p:cNvSpPr>
          <p:nvPr>
            <p:ph type="sldNum" sz="quarter" idx="12"/>
          </p:nvPr>
        </p:nvSpPr>
        <p:spPr/>
        <p:txBody>
          <a:bodyPr/>
          <a:lstStyle/>
          <a:p>
            <a:fld id="{E2D56C8B-F564-4051-AFED-A78F1C6A2F0E}" type="slidenum">
              <a:rPr lang="en-US" smtClean="0"/>
              <a:t>‹#›</a:t>
            </a:fld>
            <a:endParaRPr lang="en-US" dirty="0"/>
          </a:p>
        </p:txBody>
      </p:sp>
    </p:spTree>
    <p:extLst>
      <p:ext uri="{BB962C8B-B14F-4D97-AF65-F5344CB8AC3E}">
        <p14:creationId xmlns:p14="http://schemas.microsoft.com/office/powerpoint/2010/main" val="287976036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pic>
        <p:nvPicPr>
          <p:cNvPr id="9" name="Picture 8" descr="Icon&#10;&#10;This is TEA's E&amp;T logo.">
            <a:extLst>
              <a:ext uri="{FF2B5EF4-FFF2-40B4-BE49-F238E27FC236}">
                <a16:creationId xmlns:a16="http://schemas.microsoft.com/office/drawing/2014/main" id="{B5FAF1F7-69D1-48B7-B507-F3B679B89092}"/>
              </a:ext>
            </a:extLst>
          </p:cNvPr>
          <p:cNvPicPr>
            <a:picLocks noChangeAspect="1"/>
          </p:cNvPicPr>
          <p:nvPr userDrawn="1"/>
        </p:nvPicPr>
        <p:blipFill>
          <a:blip r:embed="rId2">
            <a:alphaModFix amt="35000"/>
            <a:extLst>
              <a:ext uri="{28A0092B-C50C-407E-A947-70E740481C1C}">
                <a14:useLocalDpi xmlns:a14="http://schemas.microsoft.com/office/drawing/2010/main" val="0"/>
              </a:ext>
            </a:extLst>
          </a:blip>
          <a:stretch>
            <a:fillRect/>
          </a:stretch>
        </p:blipFill>
        <p:spPr>
          <a:xfrm>
            <a:off x="11053548" y="5545525"/>
            <a:ext cx="600503" cy="1005840"/>
          </a:xfrm>
          <a:prstGeom prst="rect">
            <a:avLst/>
          </a:prstGeom>
        </p:spPr>
      </p:pic>
      <p:pic>
        <p:nvPicPr>
          <p:cNvPr id="8" name="Picture 7" descr="Icon.&#10;&#10;This is TEA's logo.">
            <a:extLst>
              <a:ext uri="{FF2B5EF4-FFF2-40B4-BE49-F238E27FC236}">
                <a16:creationId xmlns:a16="http://schemas.microsoft.com/office/drawing/2014/main" id="{D54A681B-39F8-4AF9-B518-FCFAA5D3B4FA}"/>
              </a:ext>
            </a:extLst>
          </p:cNvPr>
          <p:cNvPicPr>
            <a:picLocks noChangeAspect="1"/>
          </p:cNvPicPr>
          <p:nvPr userDrawn="1"/>
        </p:nvPicPr>
        <p:blipFill>
          <a:blip r:embed="rId3">
            <a:alphaModFix amt="35000"/>
            <a:extLst>
              <a:ext uri="{28A0092B-C50C-407E-A947-70E740481C1C}">
                <a14:useLocalDpi xmlns:a14="http://schemas.microsoft.com/office/drawing/2010/main" val="0"/>
              </a:ext>
            </a:extLst>
          </a:blip>
          <a:srcRect/>
          <a:stretch>
            <a:fillRect/>
          </a:stretch>
        </p:blipFill>
        <p:spPr bwMode="auto">
          <a:xfrm>
            <a:off x="10668000" y="306635"/>
            <a:ext cx="1085126" cy="532906"/>
          </a:xfrm>
          <a:prstGeom prst="rect">
            <a:avLst/>
          </a:prstGeom>
          <a:noFill/>
          <a:ln>
            <a:noFill/>
          </a:ln>
        </p:spPr>
      </p:pic>
      <p:sp>
        <p:nvSpPr>
          <p:cNvPr id="2" name="Title 1">
            <a:extLst>
              <a:ext uri="{FF2B5EF4-FFF2-40B4-BE49-F238E27FC236}">
                <a16:creationId xmlns:a16="http://schemas.microsoft.com/office/drawing/2014/main" id="{4F93258C-A373-4A72-8D76-37BF36B7DAC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AEFB9538-CE15-4C63-AC84-5352E688E0D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F803CD23-0AA9-4649-BC6F-AF45EB68A46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4ECAFE6-DED3-4180-88B3-AB1AF2AE9E8A}"/>
              </a:ext>
            </a:extLst>
          </p:cNvPr>
          <p:cNvSpPr>
            <a:spLocks noGrp="1"/>
          </p:cNvSpPr>
          <p:nvPr>
            <p:ph type="dt" sz="half" idx="10"/>
          </p:nvPr>
        </p:nvSpPr>
        <p:spPr/>
        <p:txBody>
          <a:bodyPr/>
          <a:lstStyle/>
          <a:p>
            <a:fld id="{1240BC81-90C7-4034-841A-62432A0701C4}" type="datetime1">
              <a:rPr lang="en-US" smtClean="0"/>
              <a:t>8/18/2023</a:t>
            </a:fld>
            <a:endParaRPr lang="en-US" dirty="0"/>
          </a:p>
        </p:txBody>
      </p:sp>
      <p:sp>
        <p:nvSpPr>
          <p:cNvPr id="7" name="Slide Number Placeholder 6">
            <a:extLst>
              <a:ext uri="{FF2B5EF4-FFF2-40B4-BE49-F238E27FC236}">
                <a16:creationId xmlns:a16="http://schemas.microsoft.com/office/drawing/2014/main" id="{3EAEF087-6D43-4EAE-9B1B-CEB9C3AC5C11}"/>
              </a:ext>
            </a:extLst>
          </p:cNvPr>
          <p:cNvSpPr>
            <a:spLocks noGrp="1"/>
          </p:cNvSpPr>
          <p:nvPr>
            <p:ph type="sldNum" sz="quarter" idx="12"/>
          </p:nvPr>
        </p:nvSpPr>
        <p:spPr/>
        <p:txBody>
          <a:bodyPr/>
          <a:lstStyle/>
          <a:p>
            <a:fld id="{E2D56C8B-F564-4051-AFED-A78F1C6A2F0E}" type="slidenum">
              <a:rPr lang="en-US" smtClean="0"/>
              <a:t>‹#›</a:t>
            </a:fld>
            <a:endParaRPr lang="en-US" dirty="0"/>
          </a:p>
        </p:txBody>
      </p:sp>
    </p:spTree>
    <p:extLst>
      <p:ext uri="{BB962C8B-B14F-4D97-AF65-F5344CB8AC3E}">
        <p14:creationId xmlns:p14="http://schemas.microsoft.com/office/powerpoint/2010/main" val="33914904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pic>
        <p:nvPicPr>
          <p:cNvPr id="9" name="Picture 8" descr="Icon&#10;&#10;This is TEA's E&amp;T logo.">
            <a:extLst>
              <a:ext uri="{FF2B5EF4-FFF2-40B4-BE49-F238E27FC236}">
                <a16:creationId xmlns:a16="http://schemas.microsoft.com/office/drawing/2014/main" id="{E0EEECB2-4807-41E3-B2D3-991EE641007B}"/>
              </a:ext>
            </a:extLst>
          </p:cNvPr>
          <p:cNvPicPr>
            <a:picLocks noChangeAspect="1"/>
          </p:cNvPicPr>
          <p:nvPr userDrawn="1"/>
        </p:nvPicPr>
        <p:blipFill>
          <a:blip r:embed="rId2">
            <a:alphaModFix amt="35000"/>
            <a:extLst>
              <a:ext uri="{28A0092B-C50C-407E-A947-70E740481C1C}">
                <a14:useLocalDpi xmlns:a14="http://schemas.microsoft.com/office/drawing/2010/main" val="0"/>
              </a:ext>
            </a:extLst>
          </a:blip>
          <a:stretch>
            <a:fillRect/>
          </a:stretch>
        </p:blipFill>
        <p:spPr>
          <a:xfrm>
            <a:off x="11053548" y="5545525"/>
            <a:ext cx="600503" cy="1005840"/>
          </a:xfrm>
          <a:prstGeom prst="rect">
            <a:avLst/>
          </a:prstGeom>
        </p:spPr>
      </p:pic>
      <p:pic>
        <p:nvPicPr>
          <p:cNvPr id="8" name="Picture 7" descr="Icon.&#10;&#10;This is TEA's logo.">
            <a:extLst>
              <a:ext uri="{FF2B5EF4-FFF2-40B4-BE49-F238E27FC236}">
                <a16:creationId xmlns:a16="http://schemas.microsoft.com/office/drawing/2014/main" id="{25C4FCAD-219B-4F99-A83E-DA5126B57DE5}"/>
              </a:ext>
            </a:extLst>
          </p:cNvPr>
          <p:cNvPicPr>
            <a:picLocks noChangeAspect="1"/>
          </p:cNvPicPr>
          <p:nvPr userDrawn="1"/>
        </p:nvPicPr>
        <p:blipFill>
          <a:blip r:embed="rId3">
            <a:alphaModFix amt="35000"/>
            <a:extLst>
              <a:ext uri="{28A0092B-C50C-407E-A947-70E740481C1C}">
                <a14:useLocalDpi xmlns:a14="http://schemas.microsoft.com/office/drawing/2010/main" val="0"/>
              </a:ext>
            </a:extLst>
          </a:blip>
          <a:srcRect/>
          <a:stretch>
            <a:fillRect/>
          </a:stretch>
        </p:blipFill>
        <p:spPr bwMode="auto">
          <a:xfrm>
            <a:off x="10668000" y="306635"/>
            <a:ext cx="1085126" cy="532906"/>
          </a:xfrm>
          <a:prstGeom prst="rect">
            <a:avLst/>
          </a:prstGeom>
          <a:noFill/>
          <a:ln>
            <a:noFill/>
          </a:ln>
        </p:spPr>
      </p:pic>
      <p:sp>
        <p:nvSpPr>
          <p:cNvPr id="2" name="Title 1">
            <a:extLst>
              <a:ext uri="{FF2B5EF4-FFF2-40B4-BE49-F238E27FC236}">
                <a16:creationId xmlns:a16="http://schemas.microsoft.com/office/drawing/2014/main" id="{5AAB400A-C810-4485-886B-EBBC5DD6CC76}"/>
              </a:ext>
            </a:extLst>
          </p:cNvPr>
          <p:cNvSpPr>
            <a:spLocks noGrp="1"/>
          </p:cNvSpPr>
          <p:nvPr>
            <p:ph type="title"/>
          </p:nvPr>
        </p:nvSpPr>
        <p:spPr>
          <a:xfrm>
            <a:off x="839788" y="457200"/>
            <a:ext cx="3932237" cy="1600200"/>
          </a:xfrm>
        </p:spPr>
        <p:txBody>
          <a:bodyPr anchor="b"/>
          <a:lstStyle>
            <a:lvl1pPr>
              <a:defRPr sz="3200"/>
            </a:lvl1pPr>
          </a:lstStyle>
          <a:p>
            <a:r>
              <a:rPr lang="en-US" dirty="0"/>
              <a:t>Click to edit Master title style</a:t>
            </a:r>
          </a:p>
        </p:txBody>
      </p:sp>
      <p:sp>
        <p:nvSpPr>
          <p:cNvPr id="3" name="Picture Placeholder 2">
            <a:extLst>
              <a:ext uri="{FF2B5EF4-FFF2-40B4-BE49-F238E27FC236}">
                <a16:creationId xmlns:a16="http://schemas.microsoft.com/office/drawing/2014/main" id="{61684E1D-A07E-43A4-9566-78EC65CF04B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a:extLst>
              <a:ext uri="{FF2B5EF4-FFF2-40B4-BE49-F238E27FC236}">
                <a16:creationId xmlns:a16="http://schemas.microsoft.com/office/drawing/2014/main" id="{ADBF354A-AAF6-40F3-97E9-EACCAB858EB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a:extLst>
              <a:ext uri="{FF2B5EF4-FFF2-40B4-BE49-F238E27FC236}">
                <a16:creationId xmlns:a16="http://schemas.microsoft.com/office/drawing/2014/main" id="{0D092308-4B6B-4A76-A68F-BE16B13E121A}"/>
              </a:ext>
            </a:extLst>
          </p:cNvPr>
          <p:cNvSpPr>
            <a:spLocks noGrp="1"/>
          </p:cNvSpPr>
          <p:nvPr>
            <p:ph type="dt" sz="half" idx="10"/>
          </p:nvPr>
        </p:nvSpPr>
        <p:spPr/>
        <p:txBody>
          <a:bodyPr/>
          <a:lstStyle/>
          <a:p>
            <a:fld id="{0194B010-5EDA-416E-B5AB-AEBD814FEF92}" type="datetime1">
              <a:rPr lang="en-US" smtClean="0"/>
              <a:t>8/18/2023</a:t>
            </a:fld>
            <a:endParaRPr lang="en-US" dirty="0"/>
          </a:p>
        </p:txBody>
      </p:sp>
      <p:sp>
        <p:nvSpPr>
          <p:cNvPr id="7" name="Slide Number Placeholder 6">
            <a:extLst>
              <a:ext uri="{FF2B5EF4-FFF2-40B4-BE49-F238E27FC236}">
                <a16:creationId xmlns:a16="http://schemas.microsoft.com/office/drawing/2014/main" id="{A07AFB43-88EB-4A6C-AB03-405A03ABEC82}"/>
              </a:ext>
            </a:extLst>
          </p:cNvPr>
          <p:cNvSpPr>
            <a:spLocks noGrp="1"/>
          </p:cNvSpPr>
          <p:nvPr>
            <p:ph type="sldNum" sz="quarter" idx="12"/>
          </p:nvPr>
        </p:nvSpPr>
        <p:spPr/>
        <p:txBody>
          <a:bodyPr/>
          <a:lstStyle/>
          <a:p>
            <a:fld id="{E2D56C8B-F564-4051-AFED-A78F1C6A2F0E}" type="slidenum">
              <a:rPr lang="en-US" smtClean="0"/>
              <a:t>‹#›</a:t>
            </a:fld>
            <a:endParaRPr lang="en-US" dirty="0"/>
          </a:p>
        </p:txBody>
      </p:sp>
    </p:spTree>
    <p:extLst>
      <p:ext uri="{BB962C8B-B14F-4D97-AF65-F5344CB8AC3E}">
        <p14:creationId xmlns:p14="http://schemas.microsoft.com/office/powerpoint/2010/main" val="3819197707"/>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E9192C8-5397-4FC4-85A7-05CFC353289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62EC8621-C852-47CD-A118-D24B6AC3DDC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61DE9C7-0406-4194-A53C-344BADD62F8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D86C95F-23BA-4339-9C8C-C90EF96A4C91}" type="datetime1">
              <a:rPr lang="en-US" smtClean="0"/>
              <a:t>8/18/2023</a:t>
            </a:fld>
            <a:endParaRPr lang="en-US" dirty="0"/>
          </a:p>
        </p:txBody>
      </p:sp>
      <p:sp>
        <p:nvSpPr>
          <p:cNvPr id="5" name="Footer Placeholder 4">
            <a:extLst>
              <a:ext uri="{FF2B5EF4-FFF2-40B4-BE49-F238E27FC236}">
                <a16:creationId xmlns:a16="http://schemas.microsoft.com/office/drawing/2014/main" id="{280D1EDA-3944-4DA5-A7A2-1ACE2385338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dirty="0"/>
              <a:t>1.02: Exploring the Impact of Teachers on Student Lives</a:t>
            </a:r>
          </a:p>
        </p:txBody>
      </p:sp>
      <p:sp>
        <p:nvSpPr>
          <p:cNvPr id="6" name="Slide Number Placeholder 5">
            <a:extLst>
              <a:ext uri="{FF2B5EF4-FFF2-40B4-BE49-F238E27FC236}">
                <a16:creationId xmlns:a16="http://schemas.microsoft.com/office/drawing/2014/main" id="{55111E65-8042-49F9-8B63-5DF8961B324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2D56C8B-F564-4051-AFED-A78F1C6A2F0E}" type="slidenum">
              <a:rPr lang="en-US" smtClean="0"/>
              <a:t>‹#›</a:t>
            </a:fld>
            <a:endParaRPr lang="en-US" dirty="0"/>
          </a:p>
        </p:txBody>
      </p:sp>
    </p:spTree>
    <p:extLst>
      <p:ext uri="{BB962C8B-B14F-4D97-AF65-F5344CB8AC3E}">
        <p14:creationId xmlns:p14="http://schemas.microsoft.com/office/powerpoint/2010/main" val="395507745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2" r:id="rId3"/>
    <p:sldLayoutId id="2147483654" r:id="rId4"/>
    <p:sldLayoutId id="2147483656" r:id="rId5"/>
    <p:sldLayoutId id="2147483657" r:id="rId6"/>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https://creativecommons.org/licenses/by-nc-sa/4.0/"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FCF5BD-F8FF-4A67-A8B6-EBB21E79279B}"/>
              </a:ext>
            </a:extLst>
          </p:cNvPr>
          <p:cNvSpPr>
            <a:spLocks noGrp="1"/>
          </p:cNvSpPr>
          <p:nvPr>
            <p:ph type="ctrTitle"/>
          </p:nvPr>
        </p:nvSpPr>
        <p:spPr>
          <a:xfrm>
            <a:off x="109585" y="5996644"/>
            <a:ext cx="9144000" cy="370300"/>
          </a:xfrm>
        </p:spPr>
        <p:txBody>
          <a:bodyPr>
            <a:normAutofit/>
          </a:bodyPr>
          <a:lstStyle/>
          <a:p>
            <a:pPr algn="l"/>
            <a:r>
              <a:rPr lang="en-US" sz="1600" dirty="0"/>
              <a:t>Practicum| Unit 3: Research-Based Instructional Strategies (RBIS) Math | Lesson 4.02</a:t>
            </a:r>
            <a:endParaRPr lang="en-US" sz="1600" dirty="0">
              <a:highlight>
                <a:srgbClr val="FFFF00"/>
              </a:highlight>
            </a:endParaRPr>
          </a:p>
        </p:txBody>
      </p:sp>
      <p:sp>
        <p:nvSpPr>
          <p:cNvPr id="3" name="Subtitle 2">
            <a:extLst>
              <a:ext uri="{FF2B5EF4-FFF2-40B4-BE49-F238E27FC236}">
                <a16:creationId xmlns:a16="http://schemas.microsoft.com/office/drawing/2014/main" id="{E0FBD98F-3A67-498E-8174-652040DD7B60}"/>
              </a:ext>
            </a:extLst>
          </p:cNvPr>
          <p:cNvSpPr>
            <a:spLocks noGrp="1"/>
          </p:cNvSpPr>
          <p:nvPr>
            <p:ph type="subTitle" idx="1"/>
          </p:nvPr>
        </p:nvSpPr>
        <p:spPr>
          <a:xfrm>
            <a:off x="1338469" y="2321719"/>
            <a:ext cx="9515061" cy="2214561"/>
          </a:xfrm>
        </p:spPr>
        <p:txBody>
          <a:bodyPr>
            <a:normAutofit fontScale="92500"/>
          </a:bodyPr>
          <a:lstStyle/>
          <a:p>
            <a:r>
              <a:rPr lang="en-US" sz="6000" dirty="0"/>
              <a:t>Conceptual Understanding: Math Tricks and Misconceptions</a:t>
            </a:r>
          </a:p>
        </p:txBody>
      </p:sp>
      <p:sp>
        <p:nvSpPr>
          <p:cNvPr id="4" name="TextBox 3">
            <a:extLst>
              <a:ext uri="{FF2B5EF4-FFF2-40B4-BE49-F238E27FC236}">
                <a16:creationId xmlns:a16="http://schemas.microsoft.com/office/drawing/2014/main" id="{41123402-B3D2-962F-26C5-F4577810D212}"/>
              </a:ext>
            </a:extLst>
          </p:cNvPr>
          <p:cNvSpPr txBox="1"/>
          <p:nvPr/>
        </p:nvSpPr>
        <p:spPr>
          <a:xfrm>
            <a:off x="109585" y="6366944"/>
            <a:ext cx="9988839" cy="33855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600" dirty="0">
                <a:solidFill>
                  <a:srgbClr val="464646"/>
                </a:solidFill>
                <a:latin typeface="+mj-lt"/>
                <a:cs typeface="Calibri"/>
              </a:rPr>
              <a:t>This work is licensed under a </a:t>
            </a:r>
            <a:r>
              <a:rPr lang="en-US" sz="1600" dirty="0">
                <a:solidFill>
                  <a:srgbClr val="0070C0"/>
                </a:solidFill>
                <a:latin typeface="+mj-lt"/>
                <a:cs typeface="Calibri"/>
                <a:hlinkClick r:id="rId2"/>
              </a:rPr>
              <a:t>Creative Commons Attribution-Noncommercial-Share Alike 4.0 International License</a:t>
            </a:r>
            <a:r>
              <a:rPr lang="en-US" sz="1600" dirty="0">
                <a:solidFill>
                  <a:srgbClr val="0070C0"/>
                </a:solidFill>
                <a:latin typeface="+mj-lt"/>
                <a:cs typeface="Calibri"/>
              </a:rPr>
              <a:t>.</a:t>
            </a:r>
            <a:endParaRPr lang="en-US" sz="3600" dirty="0">
              <a:latin typeface="+mj-lt"/>
            </a:endParaRPr>
          </a:p>
        </p:txBody>
      </p:sp>
    </p:spTree>
    <p:extLst>
      <p:ext uri="{BB962C8B-B14F-4D97-AF65-F5344CB8AC3E}">
        <p14:creationId xmlns:p14="http://schemas.microsoft.com/office/powerpoint/2010/main" val="148227702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A3C58C-DC1D-4BDF-8706-48D86266F7FD}"/>
              </a:ext>
            </a:extLst>
          </p:cNvPr>
          <p:cNvSpPr>
            <a:spLocks noGrp="1"/>
          </p:cNvSpPr>
          <p:nvPr>
            <p:ph type="title"/>
          </p:nvPr>
        </p:nvSpPr>
        <p:spPr/>
        <p:txBody>
          <a:bodyPr/>
          <a:lstStyle/>
          <a:p>
            <a:r>
              <a:rPr lang="en-US" dirty="0"/>
              <a:t>TEKS Standards &amp; Objectives</a:t>
            </a:r>
          </a:p>
        </p:txBody>
      </p:sp>
      <p:sp>
        <p:nvSpPr>
          <p:cNvPr id="3" name="Content Placeholder 2">
            <a:extLst>
              <a:ext uri="{FF2B5EF4-FFF2-40B4-BE49-F238E27FC236}">
                <a16:creationId xmlns:a16="http://schemas.microsoft.com/office/drawing/2014/main" id="{8CE08C7F-0286-423B-92F7-DEB89F31111A}"/>
              </a:ext>
            </a:extLst>
          </p:cNvPr>
          <p:cNvSpPr>
            <a:spLocks noGrp="1"/>
          </p:cNvSpPr>
          <p:nvPr>
            <p:ph idx="1"/>
          </p:nvPr>
        </p:nvSpPr>
        <p:spPr/>
        <p:txBody>
          <a:bodyPr/>
          <a:lstStyle/>
          <a:p>
            <a:pPr marL="0" indent="0">
              <a:buNone/>
            </a:pPr>
            <a:r>
              <a:rPr lang="en-US" dirty="0"/>
              <a:t>TEKS 4 B-D, 5B, 6E-G</a:t>
            </a:r>
          </a:p>
          <a:p>
            <a:pPr marL="0" indent="0">
              <a:buNone/>
            </a:pPr>
            <a:endParaRPr lang="en-US" dirty="0"/>
          </a:p>
          <a:p>
            <a:pPr marL="0" indent="0">
              <a:buNone/>
            </a:pPr>
            <a:r>
              <a:rPr lang="en-US" dirty="0"/>
              <a:t>The student will:</a:t>
            </a:r>
          </a:p>
          <a:p>
            <a:pPr marL="342900" marR="0" lvl="0" indent="-342900">
              <a:lnSpc>
                <a:spcPct val="107000"/>
              </a:lnSpc>
              <a:spcBef>
                <a:spcPts val="0"/>
              </a:spcBef>
              <a:spcAft>
                <a:spcPts val="0"/>
              </a:spcAft>
              <a:buFont typeface="Symbol" panose="05050102010706020507" pitchFamily="18" charset="2"/>
              <a:buChar char=""/>
            </a:pPr>
            <a:r>
              <a:rPr lang="en-US" dirty="0">
                <a:effectLst/>
                <a:latin typeface="Calibri" panose="020F0502020204030204" pitchFamily="34" charset="0"/>
                <a:ea typeface="Calibri" panose="020F0502020204030204" pitchFamily="34" charset="0"/>
                <a:cs typeface="Arial" panose="020B0604020202020204" pitchFamily="34" charset="0"/>
              </a:rPr>
              <a:t>Compare problems that require conceptual and procedural knowledge with math tricks and shortcuts</a:t>
            </a:r>
          </a:p>
          <a:p>
            <a:pPr marL="342900" marR="0" lvl="0" indent="-342900">
              <a:lnSpc>
                <a:spcPct val="107000"/>
              </a:lnSpc>
              <a:spcBef>
                <a:spcPts val="0"/>
              </a:spcBef>
              <a:spcAft>
                <a:spcPts val="0"/>
              </a:spcAft>
              <a:buFont typeface="Symbol" panose="05050102010706020507" pitchFamily="18" charset="2"/>
              <a:buChar char=""/>
            </a:pPr>
            <a:r>
              <a:rPr lang="en-US" dirty="0">
                <a:latin typeface="Calibri" panose="020F0502020204030204" pitchFamily="34" charset="0"/>
                <a:cs typeface="Arial" panose="020B0604020202020204" pitchFamily="34" charset="0"/>
              </a:rPr>
              <a:t>Describe the pitfalls of teaching math tricks and shortcuts.</a:t>
            </a:r>
            <a:endParaRPr lang="en-US" dirty="0"/>
          </a:p>
        </p:txBody>
      </p:sp>
      <p:sp>
        <p:nvSpPr>
          <p:cNvPr id="4" name="Slide Number Placeholder 3">
            <a:extLst>
              <a:ext uri="{FF2B5EF4-FFF2-40B4-BE49-F238E27FC236}">
                <a16:creationId xmlns:a16="http://schemas.microsoft.com/office/drawing/2014/main" id="{FD0EEDDD-3DDC-4909-AF99-60870B25C0CC}"/>
              </a:ext>
            </a:extLst>
          </p:cNvPr>
          <p:cNvSpPr>
            <a:spLocks noGrp="1"/>
          </p:cNvSpPr>
          <p:nvPr>
            <p:ph type="sldNum" sz="quarter" idx="12"/>
          </p:nvPr>
        </p:nvSpPr>
        <p:spPr/>
        <p:txBody>
          <a:bodyPr/>
          <a:lstStyle/>
          <a:p>
            <a:fld id="{E2D56C8B-F564-4051-AFED-A78F1C6A2F0E}" type="slidenum">
              <a:rPr lang="en-US" smtClean="0"/>
              <a:pPr/>
              <a:t>2</a:t>
            </a:fld>
            <a:endParaRPr lang="en-US" dirty="0"/>
          </a:p>
        </p:txBody>
      </p:sp>
    </p:spTree>
    <p:extLst>
      <p:ext uri="{BB962C8B-B14F-4D97-AF65-F5344CB8AC3E}">
        <p14:creationId xmlns:p14="http://schemas.microsoft.com/office/powerpoint/2010/main" val="277252711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03F004-EE4F-44F2-AA0E-56B8CFF11342}"/>
              </a:ext>
            </a:extLst>
          </p:cNvPr>
          <p:cNvSpPr>
            <a:spLocks noGrp="1"/>
          </p:cNvSpPr>
          <p:nvPr>
            <p:ph type="title"/>
          </p:nvPr>
        </p:nvSpPr>
        <p:spPr>
          <a:xfrm>
            <a:off x="838200" y="71510"/>
            <a:ext cx="10515600" cy="1325563"/>
          </a:xfrm>
        </p:spPr>
        <p:txBody>
          <a:bodyPr/>
          <a:lstStyle/>
          <a:p>
            <a:r>
              <a:rPr lang="en-US" dirty="0"/>
              <a:t>Bellringer</a:t>
            </a:r>
          </a:p>
        </p:txBody>
      </p:sp>
      <p:sp>
        <p:nvSpPr>
          <p:cNvPr id="3" name="Content Placeholder 2">
            <a:extLst>
              <a:ext uri="{FF2B5EF4-FFF2-40B4-BE49-F238E27FC236}">
                <a16:creationId xmlns:a16="http://schemas.microsoft.com/office/drawing/2014/main" id="{392BE286-77A6-49DD-B15D-7E4718D52FE7}"/>
              </a:ext>
            </a:extLst>
          </p:cNvPr>
          <p:cNvSpPr>
            <a:spLocks noGrp="1"/>
          </p:cNvSpPr>
          <p:nvPr>
            <p:ph idx="1"/>
          </p:nvPr>
        </p:nvSpPr>
        <p:spPr>
          <a:xfrm>
            <a:off x="838200" y="1397073"/>
            <a:ext cx="10515600" cy="4427552"/>
          </a:xfrm>
        </p:spPr>
        <p:txBody>
          <a:bodyPr>
            <a:noAutofit/>
          </a:bodyPr>
          <a:lstStyle/>
          <a:p>
            <a:pPr marL="0" marR="0" indent="0">
              <a:lnSpc>
                <a:spcPct val="107000"/>
              </a:lnSpc>
              <a:spcBef>
                <a:spcPts val="600"/>
              </a:spcBef>
              <a:spcAft>
                <a:spcPts val="600"/>
              </a:spcAft>
              <a:buNone/>
            </a:pPr>
            <a:r>
              <a:rPr lang="en-US" dirty="0">
                <a:effectLst/>
                <a:latin typeface="Calibri" panose="020F0502020204030204" pitchFamily="34" charset="0"/>
                <a:ea typeface="Calibri" panose="020F0502020204030204" pitchFamily="34" charset="0"/>
                <a:cs typeface="Arial" panose="020B0604020202020204" pitchFamily="34" charset="0"/>
              </a:rPr>
              <a:t>Consider lessons that you observed from your field site work.  </a:t>
            </a:r>
          </a:p>
          <a:p>
            <a:pPr>
              <a:lnSpc>
                <a:spcPct val="107000"/>
              </a:lnSpc>
              <a:spcBef>
                <a:spcPts val="600"/>
              </a:spcBef>
              <a:spcAft>
                <a:spcPts val="600"/>
              </a:spcAft>
            </a:pPr>
            <a:r>
              <a:rPr lang="en-US" dirty="0">
                <a:effectLst/>
                <a:latin typeface="Calibri" panose="020F0502020204030204" pitchFamily="34" charset="0"/>
                <a:ea typeface="Calibri" panose="020F0502020204030204" pitchFamily="34" charset="0"/>
                <a:cs typeface="Arial" panose="020B0604020202020204" pitchFamily="34" charset="0"/>
              </a:rPr>
              <a:t>Where have you seen examples of students engaging in conceptual understanding and procedural fluency?</a:t>
            </a:r>
          </a:p>
          <a:p>
            <a:r>
              <a:rPr lang="en-US" dirty="0">
                <a:effectLst/>
                <a:latin typeface="Calibri" panose="020F0502020204030204" pitchFamily="34" charset="0"/>
                <a:ea typeface="Calibri" panose="020F0502020204030204" pitchFamily="34" charset="0"/>
                <a:cs typeface="Arial" panose="020B0604020202020204" pitchFamily="34" charset="0"/>
              </a:rPr>
              <a:t>Why is balancing conceptual understanding with procedural fluency important when teaching math using RBIS?</a:t>
            </a:r>
            <a:endParaRPr lang="en-US" dirty="0"/>
          </a:p>
        </p:txBody>
      </p:sp>
      <p:sp>
        <p:nvSpPr>
          <p:cNvPr id="4" name="Slide Number Placeholder 3">
            <a:extLst>
              <a:ext uri="{FF2B5EF4-FFF2-40B4-BE49-F238E27FC236}">
                <a16:creationId xmlns:a16="http://schemas.microsoft.com/office/drawing/2014/main" id="{2DC7D18A-F106-4CA1-A59B-DE4084E585CF}"/>
              </a:ext>
            </a:extLst>
          </p:cNvPr>
          <p:cNvSpPr>
            <a:spLocks noGrp="1"/>
          </p:cNvSpPr>
          <p:nvPr>
            <p:ph type="sldNum" sz="quarter" idx="12"/>
          </p:nvPr>
        </p:nvSpPr>
        <p:spPr/>
        <p:txBody>
          <a:bodyPr/>
          <a:lstStyle/>
          <a:p>
            <a:fld id="{E2D56C8B-F564-4051-AFED-A78F1C6A2F0E}" type="slidenum">
              <a:rPr lang="en-US" smtClean="0"/>
              <a:pPr/>
              <a:t>3</a:t>
            </a:fld>
            <a:endParaRPr lang="en-US" dirty="0"/>
          </a:p>
        </p:txBody>
      </p:sp>
    </p:spTree>
    <p:extLst>
      <p:ext uri="{BB962C8B-B14F-4D97-AF65-F5344CB8AC3E}">
        <p14:creationId xmlns:p14="http://schemas.microsoft.com/office/powerpoint/2010/main" val="407130568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0E203D-F288-408D-B325-66954BDD332E}"/>
              </a:ext>
            </a:extLst>
          </p:cNvPr>
          <p:cNvSpPr>
            <a:spLocks noGrp="1"/>
          </p:cNvSpPr>
          <p:nvPr>
            <p:ph type="title"/>
          </p:nvPr>
        </p:nvSpPr>
        <p:spPr/>
        <p:txBody>
          <a:bodyPr/>
          <a:lstStyle/>
          <a:p>
            <a:r>
              <a:rPr lang="en-US" dirty="0"/>
              <a:t>Vocabulary</a:t>
            </a:r>
          </a:p>
        </p:txBody>
      </p:sp>
      <p:graphicFrame>
        <p:nvGraphicFramePr>
          <p:cNvPr id="5" name="Table 5">
            <a:extLst>
              <a:ext uri="{FF2B5EF4-FFF2-40B4-BE49-F238E27FC236}">
                <a16:creationId xmlns:a16="http://schemas.microsoft.com/office/drawing/2014/main" id="{8D31F9C6-28EB-4419-B90D-7DE05C4C1D8A}"/>
              </a:ext>
            </a:extLst>
          </p:cNvPr>
          <p:cNvGraphicFramePr>
            <a:graphicFrameLocks noGrp="1"/>
          </p:cNvGraphicFramePr>
          <p:nvPr>
            <p:ph idx="1"/>
            <p:extLst>
              <p:ext uri="{D42A27DB-BD31-4B8C-83A1-F6EECF244321}">
                <p14:modId xmlns:p14="http://schemas.microsoft.com/office/powerpoint/2010/main" val="3011509236"/>
              </p:ext>
            </p:extLst>
          </p:nvPr>
        </p:nvGraphicFramePr>
        <p:xfrm>
          <a:off x="838200" y="1825625"/>
          <a:ext cx="10515600" cy="3413760"/>
        </p:xfrm>
        <a:graphic>
          <a:graphicData uri="http://schemas.openxmlformats.org/drawingml/2006/table">
            <a:tbl>
              <a:tblPr firstRow="1" bandRow="1">
                <a:tableStyleId>{5940675A-B579-460E-94D1-54222C63F5DA}</a:tableStyleId>
              </a:tblPr>
              <a:tblGrid>
                <a:gridCol w="3162300">
                  <a:extLst>
                    <a:ext uri="{9D8B030D-6E8A-4147-A177-3AD203B41FA5}">
                      <a16:colId xmlns:a16="http://schemas.microsoft.com/office/drawing/2014/main" val="3000189658"/>
                    </a:ext>
                  </a:extLst>
                </a:gridCol>
                <a:gridCol w="7353300">
                  <a:extLst>
                    <a:ext uri="{9D8B030D-6E8A-4147-A177-3AD203B41FA5}">
                      <a16:colId xmlns:a16="http://schemas.microsoft.com/office/drawing/2014/main" val="39715007"/>
                    </a:ext>
                  </a:extLst>
                </a:gridCol>
              </a:tblGrid>
              <a:tr h="370840">
                <a:tc>
                  <a:txBody>
                    <a:bodyPr/>
                    <a:lstStyle/>
                    <a:p>
                      <a:pPr marL="0" marR="0">
                        <a:spcBef>
                          <a:spcPts val="600"/>
                        </a:spcBef>
                        <a:spcAft>
                          <a:spcPts val="600"/>
                        </a:spcAft>
                      </a:pPr>
                      <a:r>
                        <a:rPr lang="en-US" sz="2800" dirty="0">
                          <a:effectLst/>
                          <a:latin typeface="Calibri" panose="020F0502020204030204" pitchFamily="34" charset="0"/>
                          <a:ea typeface="Calibri" panose="020F0502020204030204" pitchFamily="34" charset="0"/>
                          <a:cs typeface="Arial" panose="020B0604020202020204" pitchFamily="34" charset="0"/>
                        </a:rPr>
                        <a:t>Research-Based Instructional Strategies (RBIS)</a:t>
                      </a:r>
                    </a:p>
                  </a:txBody>
                  <a:tcPr marL="68580" marR="68580" marT="0" marB="0"/>
                </a:tc>
                <a:tc>
                  <a:txBody>
                    <a:bodyPr/>
                    <a:lstStyle/>
                    <a:p>
                      <a:pPr marL="0" marR="0">
                        <a:spcBef>
                          <a:spcPts val="600"/>
                        </a:spcBef>
                        <a:spcAft>
                          <a:spcPts val="600"/>
                        </a:spcAft>
                      </a:pPr>
                      <a:r>
                        <a:rPr lang="en-US" sz="2800" dirty="0">
                          <a:effectLst/>
                          <a:latin typeface="Calibri" panose="020F0502020204030204" pitchFamily="34" charset="0"/>
                          <a:ea typeface="Calibri" panose="020F0502020204030204" pitchFamily="34" charset="0"/>
                          <a:cs typeface="Arial" panose="020B0604020202020204" pitchFamily="34" charset="0"/>
                        </a:rPr>
                        <a:t>A set of practices supported by research that should be present in classrooms, regardless of instructional materials</a:t>
                      </a:r>
                    </a:p>
                  </a:txBody>
                  <a:tcPr marL="68580" marR="68580" marT="0" marB="0"/>
                </a:tc>
                <a:extLst>
                  <a:ext uri="{0D108BD9-81ED-4DB2-BD59-A6C34878D82A}">
                    <a16:rowId xmlns:a16="http://schemas.microsoft.com/office/drawing/2014/main" val="3479194781"/>
                  </a:ext>
                </a:extLst>
              </a:tr>
              <a:tr h="370840">
                <a:tc>
                  <a:txBody>
                    <a:bodyPr/>
                    <a:lstStyle/>
                    <a:p>
                      <a:pPr marL="0" marR="0">
                        <a:spcBef>
                          <a:spcPts val="600"/>
                        </a:spcBef>
                        <a:spcAft>
                          <a:spcPts val="600"/>
                        </a:spcAft>
                      </a:pPr>
                      <a:r>
                        <a:rPr lang="en-US" sz="2800" dirty="0">
                          <a:effectLst/>
                          <a:latin typeface="Calibri" panose="020F0502020204030204" pitchFamily="34" charset="0"/>
                          <a:ea typeface="Calibri" panose="020F0502020204030204" pitchFamily="34" charset="0"/>
                          <a:cs typeface="Arial" panose="020B0604020202020204" pitchFamily="34" charset="0"/>
                        </a:rPr>
                        <a:t>Conceptual Understanding</a:t>
                      </a:r>
                    </a:p>
                  </a:txBody>
                  <a:tcPr marL="68580" marR="68580" marT="0" marB="0"/>
                </a:tc>
                <a:tc>
                  <a:txBody>
                    <a:bodyPr/>
                    <a:lstStyle/>
                    <a:p>
                      <a:pPr marL="0" marR="0">
                        <a:spcBef>
                          <a:spcPts val="600"/>
                        </a:spcBef>
                        <a:spcAft>
                          <a:spcPts val="600"/>
                        </a:spcAft>
                      </a:pPr>
                      <a:r>
                        <a:rPr lang="en-US" sz="2800" dirty="0">
                          <a:effectLst/>
                          <a:latin typeface="Calibri" panose="020F0502020204030204" pitchFamily="34" charset="0"/>
                          <a:ea typeface="Calibri" panose="020F0502020204030204" pitchFamily="34" charset="0"/>
                          <a:cs typeface="Arial" panose="020B0604020202020204" pitchFamily="34" charset="0"/>
                        </a:rPr>
                        <a:t>The ability to access concepts from a number of perspectives and to see math as more than a set of mnemonics or discrete procedures.</a:t>
                      </a:r>
                    </a:p>
                  </a:txBody>
                  <a:tcPr marL="68580" marR="68580" marT="0" marB="0"/>
                </a:tc>
                <a:extLst>
                  <a:ext uri="{0D108BD9-81ED-4DB2-BD59-A6C34878D82A}">
                    <a16:rowId xmlns:a16="http://schemas.microsoft.com/office/drawing/2014/main" val="1318573825"/>
                  </a:ext>
                </a:extLst>
              </a:tr>
              <a:tr h="370840">
                <a:tc>
                  <a:txBody>
                    <a:bodyPr/>
                    <a:lstStyle/>
                    <a:p>
                      <a:pPr marL="0" marR="0">
                        <a:spcBef>
                          <a:spcPts val="600"/>
                        </a:spcBef>
                        <a:spcAft>
                          <a:spcPts val="600"/>
                        </a:spcAft>
                      </a:pPr>
                      <a:r>
                        <a:rPr lang="en-US" sz="2800" dirty="0">
                          <a:effectLst/>
                          <a:latin typeface="Calibri" panose="020F0502020204030204" pitchFamily="34" charset="0"/>
                          <a:ea typeface="Calibri" panose="020F0502020204030204" pitchFamily="34" charset="0"/>
                          <a:cs typeface="Arial" panose="020B0604020202020204" pitchFamily="34" charset="0"/>
                        </a:rPr>
                        <a:t>Procedural Fluency</a:t>
                      </a:r>
                    </a:p>
                  </a:txBody>
                  <a:tcPr marL="68580" marR="68580" marT="0" marB="0"/>
                </a:tc>
                <a:tc>
                  <a:txBody>
                    <a:bodyPr/>
                    <a:lstStyle/>
                    <a:p>
                      <a:pPr marL="0" marR="0">
                        <a:spcBef>
                          <a:spcPts val="600"/>
                        </a:spcBef>
                        <a:spcAft>
                          <a:spcPts val="600"/>
                        </a:spcAft>
                      </a:pPr>
                      <a:r>
                        <a:rPr lang="en-US" sz="2800" dirty="0">
                          <a:effectLst/>
                          <a:latin typeface="Calibri" panose="020F0502020204030204" pitchFamily="34" charset="0"/>
                          <a:ea typeface="Calibri" panose="020F0502020204030204" pitchFamily="34" charset="0"/>
                          <a:cs typeface="Arial" panose="020B0604020202020204" pitchFamily="34" charset="0"/>
                        </a:rPr>
                        <a:t>The ability to quickly perform mathematical calculations accurately.</a:t>
                      </a:r>
                    </a:p>
                  </a:txBody>
                  <a:tcPr marL="68580" marR="68580" marT="0" marB="0"/>
                </a:tc>
                <a:extLst>
                  <a:ext uri="{0D108BD9-81ED-4DB2-BD59-A6C34878D82A}">
                    <a16:rowId xmlns:a16="http://schemas.microsoft.com/office/drawing/2014/main" val="350566796"/>
                  </a:ext>
                </a:extLst>
              </a:tr>
            </a:tbl>
          </a:graphicData>
        </a:graphic>
      </p:graphicFrame>
      <p:sp>
        <p:nvSpPr>
          <p:cNvPr id="4" name="Slide Number Placeholder 3">
            <a:extLst>
              <a:ext uri="{FF2B5EF4-FFF2-40B4-BE49-F238E27FC236}">
                <a16:creationId xmlns:a16="http://schemas.microsoft.com/office/drawing/2014/main" id="{F8BAFE7B-549A-4E98-93BA-74C837CF231D}"/>
              </a:ext>
            </a:extLst>
          </p:cNvPr>
          <p:cNvSpPr>
            <a:spLocks noGrp="1"/>
          </p:cNvSpPr>
          <p:nvPr>
            <p:ph type="sldNum" sz="quarter" idx="12"/>
          </p:nvPr>
        </p:nvSpPr>
        <p:spPr/>
        <p:txBody>
          <a:bodyPr/>
          <a:lstStyle/>
          <a:p>
            <a:fld id="{E2D56C8B-F564-4051-AFED-A78F1C6A2F0E}" type="slidenum">
              <a:rPr lang="en-US" smtClean="0"/>
              <a:pPr/>
              <a:t>4</a:t>
            </a:fld>
            <a:endParaRPr lang="en-US" dirty="0"/>
          </a:p>
        </p:txBody>
      </p:sp>
    </p:spTree>
    <p:extLst>
      <p:ext uri="{BB962C8B-B14F-4D97-AF65-F5344CB8AC3E}">
        <p14:creationId xmlns:p14="http://schemas.microsoft.com/office/powerpoint/2010/main" val="305421634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DAC820-49EE-4F41-8B1F-B9E33FF6BE24}"/>
              </a:ext>
            </a:extLst>
          </p:cNvPr>
          <p:cNvSpPr>
            <a:spLocks noGrp="1"/>
          </p:cNvSpPr>
          <p:nvPr>
            <p:ph type="title"/>
          </p:nvPr>
        </p:nvSpPr>
        <p:spPr>
          <a:xfrm>
            <a:off x="838200" y="320675"/>
            <a:ext cx="10515600" cy="660837"/>
          </a:xfrm>
        </p:spPr>
        <p:txBody>
          <a:bodyPr>
            <a:normAutofit fontScale="90000"/>
          </a:bodyPr>
          <a:lstStyle/>
          <a:p>
            <a:r>
              <a:rPr lang="en-US" dirty="0"/>
              <a:t>Problem #1   </a:t>
            </a:r>
          </a:p>
        </p:txBody>
      </p:sp>
      <p:sp>
        <p:nvSpPr>
          <p:cNvPr id="3" name="Content Placeholder 2">
            <a:extLst>
              <a:ext uri="{FF2B5EF4-FFF2-40B4-BE49-F238E27FC236}">
                <a16:creationId xmlns:a16="http://schemas.microsoft.com/office/drawing/2014/main" id="{79FFCA46-4155-4484-8350-F1E0B95F6088}"/>
              </a:ext>
            </a:extLst>
          </p:cNvPr>
          <p:cNvSpPr>
            <a:spLocks noGrp="1"/>
          </p:cNvSpPr>
          <p:nvPr>
            <p:ph idx="1"/>
          </p:nvPr>
        </p:nvSpPr>
        <p:spPr>
          <a:xfrm>
            <a:off x="838200" y="1676619"/>
            <a:ext cx="10515600" cy="4351338"/>
          </a:xfrm>
        </p:spPr>
        <p:txBody>
          <a:bodyPr>
            <a:normAutofit/>
          </a:bodyPr>
          <a:lstStyle/>
          <a:p>
            <a:pPr marL="0" indent="0">
              <a:spcBef>
                <a:spcPts val="0"/>
              </a:spcBef>
              <a:buNone/>
            </a:pPr>
            <a:r>
              <a:rPr lang="en-US" sz="3600" dirty="0">
                <a:effectLst/>
                <a:ea typeface="Calibri" panose="020F0502020204030204" pitchFamily="34" charset="0"/>
                <a:cs typeface="Arial" panose="020B0604020202020204" pitchFamily="34" charset="0"/>
              </a:rPr>
              <a:t>15.98 x 100 = ?</a:t>
            </a:r>
          </a:p>
          <a:p>
            <a:pPr marL="0" indent="0">
              <a:spcBef>
                <a:spcPts val="0"/>
              </a:spcBef>
              <a:buNone/>
            </a:pPr>
            <a:endParaRPr lang="en-US" sz="3600" dirty="0">
              <a:cs typeface="Arial" panose="020B0604020202020204" pitchFamily="34" charset="0"/>
            </a:endParaRPr>
          </a:p>
          <a:p>
            <a:pPr marL="0" indent="0">
              <a:spcBef>
                <a:spcPts val="0"/>
              </a:spcBef>
              <a:buNone/>
            </a:pPr>
            <a:r>
              <a:rPr lang="en-US" sz="3600" u="sng" dirty="0">
                <a:cs typeface="Arial" panose="020B0604020202020204" pitchFamily="34" charset="0"/>
              </a:rPr>
              <a:t>Concept: </a:t>
            </a:r>
          </a:p>
          <a:p>
            <a:pPr marL="0" indent="0">
              <a:spcBef>
                <a:spcPts val="0"/>
              </a:spcBef>
              <a:buNone/>
            </a:pPr>
            <a:r>
              <a:rPr lang="en-US" sz="3600" dirty="0">
                <a:cs typeface="Arial" panose="020B0604020202020204" pitchFamily="34" charset="0"/>
              </a:rPr>
              <a:t>Multiplying by powers of ten</a:t>
            </a:r>
            <a:endParaRPr lang="en-US" sz="3600" dirty="0"/>
          </a:p>
        </p:txBody>
      </p:sp>
      <p:sp>
        <p:nvSpPr>
          <p:cNvPr id="4" name="Slide Number Placeholder 3">
            <a:extLst>
              <a:ext uri="{FF2B5EF4-FFF2-40B4-BE49-F238E27FC236}">
                <a16:creationId xmlns:a16="http://schemas.microsoft.com/office/drawing/2014/main" id="{3E0C1FB4-016B-4122-B211-50411DB9BA9F}"/>
              </a:ext>
            </a:extLst>
          </p:cNvPr>
          <p:cNvSpPr>
            <a:spLocks noGrp="1"/>
          </p:cNvSpPr>
          <p:nvPr>
            <p:ph type="sldNum" sz="quarter" idx="12"/>
          </p:nvPr>
        </p:nvSpPr>
        <p:spPr/>
        <p:txBody>
          <a:bodyPr/>
          <a:lstStyle/>
          <a:p>
            <a:fld id="{E2D56C8B-F564-4051-AFED-A78F1C6A2F0E}" type="slidenum">
              <a:rPr lang="en-US" smtClean="0"/>
              <a:pPr/>
              <a:t>5</a:t>
            </a:fld>
            <a:endParaRPr lang="en-US" dirty="0"/>
          </a:p>
        </p:txBody>
      </p:sp>
    </p:spTree>
    <p:extLst>
      <p:ext uri="{BB962C8B-B14F-4D97-AF65-F5344CB8AC3E}">
        <p14:creationId xmlns:p14="http://schemas.microsoft.com/office/powerpoint/2010/main" val="417092157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DAC820-49EE-4F41-8B1F-B9E33FF6BE24}"/>
              </a:ext>
            </a:extLst>
          </p:cNvPr>
          <p:cNvSpPr>
            <a:spLocks noGrp="1"/>
          </p:cNvSpPr>
          <p:nvPr>
            <p:ph type="title"/>
          </p:nvPr>
        </p:nvSpPr>
        <p:spPr>
          <a:xfrm>
            <a:off x="838200" y="320675"/>
            <a:ext cx="10515600" cy="660837"/>
          </a:xfrm>
        </p:spPr>
        <p:txBody>
          <a:bodyPr>
            <a:normAutofit fontScale="90000"/>
          </a:bodyPr>
          <a:lstStyle/>
          <a:p>
            <a:r>
              <a:rPr lang="en-US" dirty="0"/>
              <a:t>Problem #1 </a:t>
            </a:r>
            <a:r>
              <a:rPr lang="en-US" dirty="0" err="1"/>
              <a:t>Cont</a:t>
            </a:r>
            <a:r>
              <a:rPr lang="en-US" dirty="0"/>
              <a:t> </a:t>
            </a:r>
          </a:p>
        </p:txBody>
      </p:sp>
      <p:sp>
        <p:nvSpPr>
          <p:cNvPr id="3" name="Content Placeholder 2">
            <a:extLst>
              <a:ext uri="{FF2B5EF4-FFF2-40B4-BE49-F238E27FC236}">
                <a16:creationId xmlns:a16="http://schemas.microsoft.com/office/drawing/2014/main" id="{79FFCA46-4155-4484-8350-F1E0B95F6088}"/>
              </a:ext>
            </a:extLst>
          </p:cNvPr>
          <p:cNvSpPr>
            <a:spLocks noGrp="1"/>
          </p:cNvSpPr>
          <p:nvPr>
            <p:ph idx="1"/>
          </p:nvPr>
        </p:nvSpPr>
        <p:spPr>
          <a:xfrm>
            <a:off x="838200" y="1676619"/>
            <a:ext cx="10515600" cy="4351338"/>
          </a:xfrm>
        </p:spPr>
        <p:txBody>
          <a:bodyPr>
            <a:normAutofit lnSpcReduction="10000"/>
          </a:bodyPr>
          <a:lstStyle/>
          <a:p>
            <a:pPr marL="0" indent="0">
              <a:spcBef>
                <a:spcPts val="0"/>
              </a:spcBef>
              <a:buNone/>
            </a:pPr>
            <a:r>
              <a:rPr lang="en-US" sz="3000" dirty="0">
                <a:effectLst/>
                <a:ea typeface="Calibri" panose="020F0502020204030204" pitchFamily="34" charset="0"/>
                <a:cs typeface="Arial" panose="020B0604020202020204" pitchFamily="34" charset="0"/>
              </a:rPr>
              <a:t>15.98 x 100 = ?</a:t>
            </a:r>
          </a:p>
          <a:p>
            <a:pPr marL="0" indent="0">
              <a:spcBef>
                <a:spcPts val="0"/>
              </a:spcBef>
              <a:buNone/>
            </a:pPr>
            <a:endParaRPr lang="en-US" sz="3000" dirty="0">
              <a:cs typeface="Arial" panose="020B0604020202020204" pitchFamily="34" charset="0"/>
            </a:endParaRPr>
          </a:p>
          <a:p>
            <a:pPr marL="0" indent="0">
              <a:spcBef>
                <a:spcPts val="0"/>
              </a:spcBef>
              <a:buNone/>
            </a:pPr>
            <a:r>
              <a:rPr lang="en-US" sz="3000" u="sng" dirty="0">
                <a:cs typeface="Arial" panose="020B0604020202020204" pitchFamily="34" charset="0"/>
              </a:rPr>
              <a:t>Concept: </a:t>
            </a:r>
          </a:p>
          <a:p>
            <a:pPr marL="0" indent="0">
              <a:spcBef>
                <a:spcPts val="0"/>
              </a:spcBef>
              <a:buNone/>
            </a:pPr>
            <a:r>
              <a:rPr lang="en-US" sz="3000" dirty="0">
                <a:cs typeface="Arial" panose="020B0604020202020204" pitchFamily="34" charset="0"/>
              </a:rPr>
              <a:t>Multiplying by powers of ten</a:t>
            </a:r>
          </a:p>
          <a:p>
            <a:pPr marL="0" indent="0">
              <a:spcBef>
                <a:spcPts val="0"/>
              </a:spcBef>
              <a:buNone/>
            </a:pPr>
            <a:endParaRPr lang="en-US" sz="3000" dirty="0">
              <a:cs typeface="Arial" panose="020B0604020202020204" pitchFamily="34" charset="0"/>
            </a:endParaRPr>
          </a:p>
          <a:p>
            <a:pPr marL="0" indent="0">
              <a:spcBef>
                <a:spcPts val="0"/>
              </a:spcBef>
              <a:buNone/>
            </a:pPr>
            <a:r>
              <a:rPr lang="en-US" sz="3000" u="sng" dirty="0">
                <a:cs typeface="Arial" panose="020B0604020202020204" pitchFamily="34" charset="0"/>
              </a:rPr>
              <a:t>Trick: </a:t>
            </a:r>
          </a:p>
          <a:p>
            <a:pPr marL="0" indent="0">
              <a:spcBef>
                <a:spcPts val="0"/>
              </a:spcBef>
              <a:buNone/>
            </a:pPr>
            <a:r>
              <a:rPr lang="en-US" sz="3000" dirty="0">
                <a:cs typeface="Arial" panose="020B0604020202020204" pitchFamily="34" charset="0"/>
              </a:rPr>
              <a:t>Move the decimal to the right when multiplying by ten</a:t>
            </a:r>
          </a:p>
          <a:p>
            <a:pPr marL="0" indent="0">
              <a:spcBef>
                <a:spcPts val="0"/>
              </a:spcBef>
              <a:buNone/>
            </a:pPr>
            <a:endParaRPr lang="en-US" sz="3000" dirty="0">
              <a:cs typeface="Arial" panose="020B0604020202020204" pitchFamily="34" charset="0"/>
            </a:endParaRPr>
          </a:p>
          <a:p>
            <a:pPr marL="0" indent="0">
              <a:spcBef>
                <a:spcPts val="0"/>
              </a:spcBef>
              <a:buNone/>
            </a:pPr>
            <a:r>
              <a:rPr lang="en-US" sz="3000" u="sng" dirty="0">
                <a:cs typeface="Arial" panose="020B0604020202020204" pitchFamily="34" charset="0"/>
              </a:rPr>
              <a:t>Why does it fall apart?</a:t>
            </a:r>
          </a:p>
          <a:p>
            <a:pPr marL="0" indent="0">
              <a:spcBef>
                <a:spcPts val="0"/>
              </a:spcBef>
              <a:buNone/>
            </a:pPr>
            <a:r>
              <a:rPr lang="en-US" sz="3000" dirty="0">
                <a:cs typeface="Arial" panose="020B0604020202020204" pitchFamily="34" charset="0"/>
              </a:rPr>
              <a:t>Students move decimals around arbitrarily without understanding the why (multiplication rules)</a:t>
            </a:r>
          </a:p>
          <a:p>
            <a:pPr marL="0" indent="0">
              <a:spcBef>
                <a:spcPts val="0"/>
              </a:spcBef>
              <a:buNone/>
            </a:pPr>
            <a:endParaRPr lang="en-US" sz="3600" dirty="0"/>
          </a:p>
        </p:txBody>
      </p:sp>
      <p:sp>
        <p:nvSpPr>
          <p:cNvPr id="4" name="Slide Number Placeholder 3">
            <a:extLst>
              <a:ext uri="{FF2B5EF4-FFF2-40B4-BE49-F238E27FC236}">
                <a16:creationId xmlns:a16="http://schemas.microsoft.com/office/drawing/2014/main" id="{3E0C1FB4-016B-4122-B211-50411DB9BA9F}"/>
              </a:ext>
            </a:extLst>
          </p:cNvPr>
          <p:cNvSpPr>
            <a:spLocks noGrp="1"/>
          </p:cNvSpPr>
          <p:nvPr>
            <p:ph type="sldNum" sz="quarter" idx="12"/>
          </p:nvPr>
        </p:nvSpPr>
        <p:spPr/>
        <p:txBody>
          <a:bodyPr/>
          <a:lstStyle/>
          <a:p>
            <a:fld id="{E2D56C8B-F564-4051-AFED-A78F1C6A2F0E}" type="slidenum">
              <a:rPr lang="en-US" smtClean="0"/>
              <a:pPr/>
              <a:t>6</a:t>
            </a:fld>
            <a:endParaRPr lang="en-US" dirty="0"/>
          </a:p>
        </p:txBody>
      </p:sp>
    </p:spTree>
    <p:extLst>
      <p:ext uri="{BB962C8B-B14F-4D97-AF65-F5344CB8AC3E}">
        <p14:creationId xmlns:p14="http://schemas.microsoft.com/office/powerpoint/2010/main" val="168580648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DAC820-49EE-4F41-8B1F-B9E33FF6BE24}"/>
              </a:ext>
            </a:extLst>
          </p:cNvPr>
          <p:cNvSpPr>
            <a:spLocks noGrp="1"/>
          </p:cNvSpPr>
          <p:nvPr>
            <p:ph type="title"/>
          </p:nvPr>
        </p:nvSpPr>
        <p:spPr>
          <a:xfrm>
            <a:off x="838200" y="320675"/>
            <a:ext cx="10515600" cy="660837"/>
          </a:xfrm>
        </p:spPr>
        <p:txBody>
          <a:bodyPr>
            <a:normAutofit fontScale="90000"/>
          </a:bodyPr>
          <a:lstStyle/>
          <a:p>
            <a:r>
              <a:rPr lang="en-US" dirty="0"/>
              <a:t>Problem #2   </a:t>
            </a:r>
          </a:p>
        </p:txBody>
      </p:sp>
      <p:sp>
        <p:nvSpPr>
          <p:cNvPr id="3" name="Content Placeholder 2">
            <a:extLst>
              <a:ext uri="{FF2B5EF4-FFF2-40B4-BE49-F238E27FC236}">
                <a16:creationId xmlns:a16="http://schemas.microsoft.com/office/drawing/2014/main" id="{79FFCA46-4155-4484-8350-F1E0B95F6088}"/>
              </a:ext>
            </a:extLst>
          </p:cNvPr>
          <p:cNvSpPr>
            <a:spLocks noGrp="1"/>
          </p:cNvSpPr>
          <p:nvPr>
            <p:ph idx="1"/>
          </p:nvPr>
        </p:nvSpPr>
        <p:spPr>
          <a:xfrm>
            <a:off x="838200" y="1676619"/>
            <a:ext cx="10515600" cy="4351338"/>
          </a:xfrm>
        </p:spPr>
        <p:txBody>
          <a:bodyPr>
            <a:normAutofit/>
          </a:bodyPr>
          <a:lstStyle/>
          <a:p>
            <a:pPr marL="0" indent="0">
              <a:spcBef>
                <a:spcPts val="0"/>
              </a:spcBef>
              <a:buNone/>
            </a:pPr>
            <a:r>
              <a:rPr lang="en-US" sz="3600" dirty="0">
                <a:effectLst/>
                <a:ea typeface="Calibri" panose="020F0502020204030204" pitchFamily="34" charset="0"/>
                <a:cs typeface="Arial" panose="020B0604020202020204" pitchFamily="34" charset="0"/>
              </a:rPr>
              <a:t>7 – (-10) = ?</a:t>
            </a:r>
          </a:p>
          <a:p>
            <a:pPr marL="0" indent="0">
              <a:spcBef>
                <a:spcPts val="0"/>
              </a:spcBef>
              <a:buNone/>
            </a:pPr>
            <a:endParaRPr lang="en-US" sz="3600" dirty="0">
              <a:cs typeface="Arial" panose="020B0604020202020204" pitchFamily="34" charset="0"/>
            </a:endParaRPr>
          </a:p>
          <a:p>
            <a:pPr marL="0" indent="0">
              <a:spcBef>
                <a:spcPts val="0"/>
              </a:spcBef>
              <a:buNone/>
            </a:pPr>
            <a:r>
              <a:rPr lang="en-US" sz="3600" u="sng" dirty="0">
                <a:cs typeface="Arial" panose="020B0604020202020204" pitchFamily="34" charset="0"/>
              </a:rPr>
              <a:t>Concept: </a:t>
            </a:r>
          </a:p>
          <a:p>
            <a:pPr marL="0" indent="0">
              <a:spcBef>
                <a:spcPts val="0"/>
              </a:spcBef>
              <a:buNone/>
            </a:pPr>
            <a:r>
              <a:rPr lang="en-US" sz="3600" dirty="0">
                <a:cs typeface="Arial" panose="020B0604020202020204" pitchFamily="34" charset="0"/>
              </a:rPr>
              <a:t>Subtracting negatives increases the amount</a:t>
            </a:r>
            <a:endParaRPr lang="en-US" sz="3600" dirty="0"/>
          </a:p>
        </p:txBody>
      </p:sp>
      <p:sp>
        <p:nvSpPr>
          <p:cNvPr id="4" name="Slide Number Placeholder 3">
            <a:extLst>
              <a:ext uri="{FF2B5EF4-FFF2-40B4-BE49-F238E27FC236}">
                <a16:creationId xmlns:a16="http://schemas.microsoft.com/office/drawing/2014/main" id="{3E0C1FB4-016B-4122-B211-50411DB9BA9F}"/>
              </a:ext>
            </a:extLst>
          </p:cNvPr>
          <p:cNvSpPr>
            <a:spLocks noGrp="1"/>
          </p:cNvSpPr>
          <p:nvPr>
            <p:ph type="sldNum" sz="quarter" idx="12"/>
          </p:nvPr>
        </p:nvSpPr>
        <p:spPr/>
        <p:txBody>
          <a:bodyPr/>
          <a:lstStyle/>
          <a:p>
            <a:fld id="{E2D56C8B-F564-4051-AFED-A78F1C6A2F0E}" type="slidenum">
              <a:rPr lang="en-US" smtClean="0"/>
              <a:pPr/>
              <a:t>7</a:t>
            </a:fld>
            <a:endParaRPr lang="en-US" dirty="0"/>
          </a:p>
        </p:txBody>
      </p:sp>
    </p:spTree>
    <p:extLst>
      <p:ext uri="{BB962C8B-B14F-4D97-AF65-F5344CB8AC3E}">
        <p14:creationId xmlns:p14="http://schemas.microsoft.com/office/powerpoint/2010/main" val="34136796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DAC820-49EE-4F41-8B1F-B9E33FF6BE24}"/>
              </a:ext>
            </a:extLst>
          </p:cNvPr>
          <p:cNvSpPr>
            <a:spLocks noGrp="1"/>
          </p:cNvSpPr>
          <p:nvPr>
            <p:ph type="title"/>
          </p:nvPr>
        </p:nvSpPr>
        <p:spPr>
          <a:xfrm>
            <a:off x="838200" y="320675"/>
            <a:ext cx="10515600" cy="660837"/>
          </a:xfrm>
        </p:spPr>
        <p:txBody>
          <a:bodyPr>
            <a:normAutofit fontScale="90000"/>
          </a:bodyPr>
          <a:lstStyle/>
          <a:p>
            <a:r>
              <a:rPr lang="en-US" dirty="0"/>
              <a:t>Problem #2 </a:t>
            </a:r>
            <a:r>
              <a:rPr lang="en-US"/>
              <a:t>Cont   </a:t>
            </a:r>
            <a:endParaRPr lang="en-US" dirty="0"/>
          </a:p>
        </p:txBody>
      </p:sp>
      <p:sp>
        <p:nvSpPr>
          <p:cNvPr id="3" name="Content Placeholder 2">
            <a:extLst>
              <a:ext uri="{FF2B5EF4-FFF2-40B4-BE49-F238E27FC236}">
                <a16:creationId xmlns:a16="http://schemas.microsoft.com/office/drawing/2014/main" id="{79FFCA46-4155-4484-8350-F1E0B95F6088}"/>
              </a:ext>
            </a:extLst>
          </p:cNvPr>
          <p:cNvSpPr>
            <a:spLocks noGrp="1"/>
          </p:cNvSpPr>
          <p:nvPr>
            <p:ph idx="1"/>
          </p:nvPr>
        </p:nvSpPr>
        <p:spPr>
          <a:xfrm>
            <a:off x="838200" y="1676619"/>
            <a:ext cx="10515600" cy="4351338"/>
          </a:xfrm>
        </p:spPr>
        <p:txBody>
          <a:bodyPr>
            <a:normAutofit fontScale="92500" lnSpcReduction="10000"/>
          </a:bodyPr>
          <a:lstStyle/>
          <a:p>
            <a:pPr marL="0" indent="0">
              <a:spcBef>
                <a:spcPts val="0"/>
              </a:spcBef>
              <a:buNone/>
            </a:pPr>
            <a:r>
              <a:rPr lang="en-US" sz="3200" dirty="0">
                <a:effectLst/>
                <a:ea typeface="Calibri" panose="020F0502020204030204" pitchFamily="34" charset="0"/>
                <a:cs typeface="Arial" panose="020B0604020202020204" pitchFamily="34" charset="0"/>
              </a:rPr>
              <a:t>7 – (-10) = ?</a:t>
            </a:r>
          </a:p>
          <a:p>
            <a:pPr marL="0" indent="0">
              <a:spcBef>
                <a:spcPts val="0"/>
              </a:spcBef>
              <a:buNone/>
            </a:pPr>
            <a:endParaRPr lang="en-US" sz="3000" dirty="0">
              <a:cs typeface="Arial" panose="020B0604020202020204" pitchFamily="34" charset="0"/>
            </a:endParaRPr>
          </a:p>
          <a:p>
            <a:pPr marL="0" indent="0">
              <a:spcBef>
                <a:spcPts val="0"/>
              </a:spcBef>
              <a:buNone/>
            </a:pPr>
            <a:r>
              <a:rPr lang="en-US" sz="3000" u="sng" dirty="0">
                <a:cs typeface="Arial" panose="020B0604020202020204" pitchFamily="34" charset="0"/>
              </a:rPr>
              <a:t>Concept: </a:t>
            </a:r>
          </a:p>
          <a:p>
            <a:pPr marL="0" indent="0">
              <a:spcBef>
                <a:spcPts val="0"/>
              </a:spcBef>
              <a:buNone/>
            </a:pPr>
            <a:r>
              <a:rPr lang="en-US" sz="3000" dirty="0">
                <a:cs typeface="Arial" panose="020B0604020202020204" pitchFamily="34" charset="0"/>
              </a:rPr>
              <a:t>Subtracting negatives increases the amount</a:t>
            </a:r>
          </a:p>
          <a:p>
            <a:pPr marL="0" indent="0">
              <a:spcBef>
                <a:spcPts val="0"/>
              </a:spcBef>
              <a:buNone/>
            </a:pPr>
            <a:endParaRPr lang="en-US" sz="3000" dirty="0">
              <a:cs typeface="Arial" panose="020B0604020202020204" pitchFamily="34" charset="0"/>
            </a:endParaRPr>
          </a:p>
          <a:p>
            <a:pPr marL="0" indent="0">
              <a:spcBef>
                <a:spcPts val="0"/>
              </a:spcBef>
              <a:buNone/>
            </a:pPr>
            <a:r>
              <a:rPr lang="en-US" sz="3000" u="sng" dirty="0">
                <a:cs typeface="Arial" panose="020B0604020202020204" pitchFamily="34" charset="0"/>
              </a:rPr>
              <a:t>Trick: </a:t>
            </a:r>
          </a:p>
          <a:p>
            <a:pPr marL="0" indent="0">
              <a:spcBef>
                <a:spcPts val="0"/>
              </a:spcBef>
              <a:buNone/>
            </a:pPr>
            <a:r>
              <a:rPr lang="en-US" sz="3000" dirty="0">
                <a:cs typeface="Arial" panose="020B0604020202020204" pitchFamily="34" charset="0"/>
              </a:rPr>
              <a:t>“Keep, add a line, change the sign” </a:t>
            </a:r>
          </a:p>
          <a:p>
            <a:pPr marL="0" indent="0">
              <a:spcBef>
                <a:spcPts val="0"/>
              </a:spcBef>
              <a:buNone/>
            </a:pPr>
            <a:endParaRPr lang="en-US" sz="3000" dirty="0">
              <a:cs typeface="Arial" panose="020B0604020202020204" pitchFamily="34" charset="0"/>
            </a:endParaRPr>
          </a:p>
          <a:p>
            <a:pPr marL="0" indent="0">
              <a:spcBef>
                <a:spcPts val="0"/>
              </a:spcBef>
              <a:buNone/>
            </a:pPr>
            <a:r>
              <a:rPr lang="en-US" sz="3000" u="sng" dirty="0">
                <a:cs typeface="Arial" panose="020B0604020202020204" pitchFamily="34" charset="0"/>
              </a:rPr>
              <a:t>Why does it fall apart?</a:t>
            </a:r>
          </a:p>
          <a:p>
            <a:pPr marL="0" indent="0">
              <a:spcBef>
                <a:spcPts val="0"/>
              </a:spcBef>
              <a:buNone/>
            </a:pPr>
            <a:r>
              <a:rPr lang="en-US" sz="3000" dirty="0">
                <a:cs typeface="Arial" panose="020B0604020202020204" pitchFamily="34" charset="0"/>
              </a:rPr>
              <a:t>When problems get more complex it is easy to lose a negative sign or forget to change a sign; students don’t know whether their answer makes sense or not</a:t>
            </a:r>
          </a:p>
          <a:p>
            <a:pPr marL="0" indent="0">
              <a:spcBef>
                <a:spcPts val="0"/>
              </a:spcBef>
              <a:buNone/>
            </a:pPr>
            <a:endParaRPr lang="en-US" sz="3600" dirty="0"/>
          </a:p>
        </p:txBody>
      </p:sp>
      <p:sp>
        <p:nvSpPr>
          <p:cNvPr id="4" name="Slide Number Placeholder 3">
            <a:extLst>
              <a:ext uri="{FF2B5EF4-FFF2-40B4-BE49-F238E27FC236}">
                <a16:creationId xmlns:a16="http://schemas.microsoft.com/office/drawing/2014/main" id="{3E0C1FB4-016B-4122-B211-50411DB9BA9F}"/>
              </a:ext>
            </a:extLst>
          </p:cNvPr>
          <p:cNvSpPr>
            <a:spLocks noGrp="1"/>
          </p:cNvSpPr>
          <p:nvPr>
            <p:ph type="sldNum" sz="quarter" idx="12"/>
          </p:nvPr>
        </p:nvSpPr>
        <p:spPr/>
        <p:txBody>
          <a:bodyPr/>
          <a:lstStyle/>
          <a:p>
            <a:fld id="{E2D56C8B-F564-4051-AFED-A78F1C6A2F0E}" type="slidenum">
              <a:rPr lang="en-US" smtClean="0"/>
              <a:pPr/>
              <a:t>8</a:t>
            </a:fld>
            <a:endParaRPr lang="en-US" dirty="0"/>
          </a:p>
        </p:txBody>
      </p:sp>
    </p:spTree>
    <p:extLst>
      <p:ext uri="{BB962C8B-B14F-4D97-AF65-F5344CB8AC3E}">
        <p14:creationId xmlns:p14="http://schemas.microsoft.com/office/powerpoint/2010/main" val="194092456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FB837C-3E07-4129-B371-9F5CA97D5605}"/>
              </a:ext>
            </a:extLst>
          </p:cNvPr>
          <p:cNvSpPr>
            <a:spLocks noGrp="1"/>
          </p:cNvSpPr>
          <p:nvPr>
            <p:ph type="title"/>
          </p:nvPr>
        </p:nvSpPr>
        <p:spPr>
          <a:xfrm>
            <a:off x="838200" y="84167"/>
            <a:ext cx="10515600" cy="1325563"/>
          </a:xfrm>
        </p:spPr>
        <p:txBody>
          <a:bodyPr/>
          <a:lstStyle/>
          <a:p>
            <a:r>
              <a:rPr lang="en-US" dirty="0"/>
              <a:t>Exit Ticket</a:t>
            </a:r>
          </a:p>
        </p:txBody>
      </p:sp>
      <p:sp>
        <p:nvSpPr>
          <p:cNvPr id="3" name="Content Placeholder 2">
            <a:extLst>
              <a:ext uri="{FF2B5EF4-FFF2-40B4-BE49-F238E27FC236}">
                <a16:creationId xmlns:a16="http://schemas.microsoft.com/office/drawing/2014/main" id="{49F2A5AF-3C0B-4968-A438-E435325199EA}"/>
              </a:ext>
            </a:extLst>
          </p:cNvPr>
          <p:cNvSpPr>
            <a:spLocks noGrp="1"/>
          </p:cNvSpPr>
          <p:nvPr>
            <p:ph idx="1"/>
          </p:nvPr>
        </p:nvSpPr>
        <p:spPr>
          <a:xfrm>
            <a:off x="838200" y="1409730"/>
            <a:ext cx="10515600" cy="4515563"/>
          </a:xfrm>
        </p:spPr>
        <p:txBody>
          <a:bodyPr>
            <a:noAutofit/>
          </a:bodyPr>
          <a:lstStyle/>
          <a:p>
            <a:pPr marL="342900" marR="0" lvl="0" indent="-342900">
              <a:spcBef>
                <a:spcPts val="600"/>
              </a:spcBef>
              <a:spcAft>
                <a:spcPts val="1800"/>
              </a:spcAft>
              <a:buFont typeface="+mj-lt"/>
              <a:buAutoNum type="arabicPeriod"/>
            </a:pPr>
            <a:r>
              <a:rPr lang="en-US" dirty="0">
                <a:effectLst/>
                <a:latin typeface="Calibri" panose="020F0502020204030204" pitchFamily="34" charset="0"/>
                <a:ea typeface="Calibri" panose="020F0502020204030204" pitchFamily="34" charset="0"/>
                <a:cs typeface="Arial" panose="020B0604020202020204" pitchFamily="34" charset="0"/>
              </a:rPr>
              <a:t>Describe the pitfalls of teaching math tricks and shortcuts.</a:t>
            </a:r>
          </a:p>
          <a:p>
            <a:pPr marL="342900" marR="0" lvl="0" indent="-342900">
              <a:spcBef>
                <a:spcPts val="600"/>
              </a:spcBef>
              <a:spcAft>
                <a:spcPts val="600"/>
              </a:spcAft>
              <a:buFont typeface="+mj-lt"/>
              <a:buAutoNum type="arabicPeriod"/>
            </a:pPr>
            <a:r>
              <a:rPr lang="en-US" dirty="0">
                <a:effectLst/>
                <a:latin typeface="Calibri" panose="020F0502020204030204" pitchFamily="34" charset="0"/>
                <a:ea typeface="Calibri" panose="020F0502020204030204" pitchFamily="34" charset="0"/>
                <a:cs typeface="Arial" panose="020B0604020202020204" pitchFamily="34" charset="0"/>
              </a:rPr>
              <a:t>Read the scenario below and determine if the teacher is using a trick or teaching conceptual understanding.  Explain your reasoning.</a:t>
            </a:r>
          </a:p>
          <a:p>
            <a:pPr marL="457200" lvl="1" indent="0">
              <a:spcBef>
                <a:spcPts val="600"/>
              </a:spcBef>
              <a:spcAft>
                <a:spcPts val="600"/>
              </a:spcAft>
              <a:buNone/>
            </a:pPr>
            <a:r>
              <a:rPr lang="en-US" sz="2800" i="1" u="sng" dirty="0">
                <a:effectLst/>
                <a:latin typeface="Calibri" panose="020F0502020204030204" pitchFamily="34" charset="0"/>
                <a:ea typeface="Calibri" panose="020F0502020204030204" pitchFamily="34" charset="0"/>
                <a:cs typeface="Arial" panose="020B0604020202020204" pitchFamily="34" charset="0"/>
              </a:rPr>
              <a:t>Scenario:</a:t>
            </a:r>
            <a:r>
              <a:rPr lang="en-US" sz="2800" i="1" dirty="0">
                <a:effectLst/>
                <a:latin typeface="Calibri" panose="020F0502020204030204" pitchFamily="34" charset="0"/>
                <a:ea typeface="Calibri" panose="020F0502020204030204" pitchFamily="34" charset="0"/>
                <a:cs typeface="Arial" panose="020B0604020202020204" pitchFamily="34" charset="0"/>
              </a:rPr>
              <a:t> A math teacher is teaching students strategies for solving word problems.  She teaches students to look for keywords in the word problem to identify the operation (addition, subtraction, multiplication, division) that is needed to solve the problem.  She tells her students that when they see the words “more than” it always means that they should be adding.</a:t>
            </a:r>
          </a:p>
        </p:txBody>
      </p:sp>
      <p:sp>
        <p:nvSpPr>
          <p:cNvPr id="4" name="Slide Number Placeholder 3">
            <a:extLst>
              <a:ext uri="{FF2B5EF4-FFF2-40B4-BE49-F238E27FC236}">
                <a16:creationId xmlns:a16="http://schemas.microsoft.com/office/drawing/2014/main" id="{00210221-3F4A-4187-A674-5BB2A5218FDE}"/>
              </a:ext>
            </a:extLst>
          </p:cNvPr>
          <p:cNvSpPr>
            <a:spLocks noGrp="1"/>
          </p:cNvSpPr>
          <p:nvPr>
            <p:ph type="sldNum" sz="quarter" idx="12"/>
          </p:nvPr>
        </p:nvSpPr>
        <p:spPr/>
        <p:txBody>
          <a:bodyPr/>
          <a:lstStyle/>
          <a:p>
            <a:fld id="{E2D56C8B-F564-4051-AFED-A78F1C6A2F0E}" type="slidenum">
              <a:rPr lang="en-US" smtClean="0"/>
              <a:pPr/>
              <a:t>9</a:t>
            </a:fld>
            <a:endParaRPr lang="en-US" dirty="0"/>
          </a:p>
        </p:txBody>
      </p:sp>
    </p:spTree>
    <p:extLst>
      <p:ext uri="{BB962C8B-B14F-4D97-AF65-F5344CB8AC3E}">
        <p14:creationId xmlns:p14="http://schemas.microsoft.com/office/powerpoint/2010/main" val="214740876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170</TotalTime>
  <Words>436</Words>
  <Application>Microsoft Office PowerPoint</Application>
  <PresentationFormat>Widescreen</PresentationFormat>
  <Paragraphs>64</Paragraphs>
  <Slides>9</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9</vt:i4>
      </vt:variant>
    </vt:vector>
  </HeadingPairs>
  <TitlesOfParts>
    <vt:vector size="14" baseType="lpstr">
      <vt:lpstr>Arial</vt:lpstr>
      <vt:lpstr>Calibri</vt:lpstr>
      <vt:lpstr>Calibri Light</vt:lpstr>
      <vt:lpstr>Symbol</vt:lpstr>
      <vt:lpstr>Office Theme</vt:lpstr>
      <vt:lpstr>Practicum| Unit 3: Research-Based Instructional Strategies (RBIS) Math | Lesson 4.02</vt:lpstr>
      <vt:lpstr>TEKS Standards &amp; Objectives</vt:lpstr>
      <vt:lpstr>Bellringer</vt:lpstr>
      <vt:lpstr>Vocabulary</vt:lpstr>
      <vt:lpstr>Problem #1   </vt:lpstr>
      <vt:lpstr>Problem #1 Cont </vt:lpstr>
      <vt:lpstr>Problem #2   </vt:lpstr>
      <vt:lpstr>Problem #2 Cont   </vt:lpstr>
      <vt:lpstr>Exit Ticket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Lesson 4.02: Conceptual Understanding-Math Tricks and Misconceptions</dc:title>
  <dc:subject>Lesson 4.02: Conceptual Understanding-Math Tricks and Misconceptions</dc:subject>
  <dc:creator>Texas Education Agency</dc:creator>
  <cp:lastModifiedBy>White (she/her), Whitney</cp:lastModifiedBy>
  <cp:revision>5</cp:revision>
  <dcterms:created xsi:type="dcterms:W3CDTF">2022-05-09T19:40:20Z</dcterms:created>
  <dcterms:modified xsi:type="dcterms:W3CDTF">2023-08-19T02:16:22Z</dcterms:modified>
</cp:coreProperties>
</file>
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CE9390D-EF16-421A-8842-DAD171AE8465}"/>
    <pc:docChg chg="custSel addSld modSld">
      <pc:chgData name="White, Whitney" userId="65f39021-2f1d-4d8b-87dc-b123826f65bf" providerId="ADAL" clId="{4CE9390D-EF16-421A-8842-DAD171AE8465}" dt="2022-07-27T20:27:54.528" v="287" actId="114"/>
      <pc:docMkLst>
        <pc:docMk/>
      </pc:docMkLst>
      <pc:sldChg chg="modSp mod">
        <pc:chgData name="White, Whitney" userId="65f39021-2f1d-4d8b-87dc-b123826f65bf" providerId="ADAL" clId="{4CE9390D-EF16-421A-8842-DAD171AE8465}" dt="2022-07-27T20:17:56.596" v="2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CE9390D-EF16-421A-8842-DAD171AE8465}" dt="2022-07-27T20:17:56.596" v="2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4CE9390D-EF16-421A-8842-DAD171AE8465}" dt="2022-07-27T20:17:54.052" v="2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4CE9390D-EF16-421A-8842-DAD171AE8465}" dt="2022-07-27T20:20:18.965" v="72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4CE9390D-EF16-421A-8842-DAD171AE8465}" dt="2022-07-27T20:20:18.965" v="72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4CE9390D-EF16-421A-8842-DAD171AE8465}" dt="2022-07-27T20:18:47.175" v="41" actId="255"/>
        <pc:sldMkLst>
          <pc:docMk/>
          <pc:sldMk cId="2772527113" sldId="259"/>
        </pc:sldMkLst>
        <pc:spChg chg="mod">
          <ac:chgData name="White, Whitney" userId="65f39021-2f1d-4d8b-87dc-b123826f65bf" providerId="ADAL" clId="{4CE9390D-EF16-421A-8842-DAD171AE8465}" dt="2022-07-27T20:18:47.175" v="41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4CE9390D-EF16-421A-8842-DAD171AE8465}" dt="2022-07-27T20:19:29.835" v="6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4CE9390D-EF16-421A-8842-DAD171AE8465}" dt="2022-07-27T20:19:29.835" v="6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4CE9390D-EF16-421A-8842-DAD171AE8465}" dt="2022-07-27T20:21:54.693" v="131" actId="207"/>
        <pc:sldMkLst>
          <pc:docMk/>
          <pc:sldMk cId="3054216349" sldId="261"/>
        </pc:sldMkLst>
        <pc:spChg chg="mod">
          <ac:chgData name="White, Whitney" userId="65f39021-2f1d-4d8b-87dc-b123826f65bf" providerId="ADAL" clId="{4CE9390D-EF16-421A-8842-DAD171AE8465}" dt="2022-07-27T20:21:54.693" v="131" actId="207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">
        <pc:chgData name="White, Whitney" userId="65f39021-2f1d-4d8b-87dc-b123826f65bf" providerId="ADAL" clId="{4CE9390D-EF16-421A-8842-DAD171AE8465}" dt="2022-07-27T20:25:38.501" v="230" actId="403"/>
        <pc:sldMkLst>
          <pc:docMk/>
          <pc:sldMk cId="4170921578" sldId="262"/>
        </pc:sldMkLst>
        <pc:spChg chg="mod">
          <ac:chgData name="White, Whitney" userId="65f39021-2f1d-4d8b-87dc-b123826f65bf" providerId="ADAL" clId="{4CE9390D-EF16-421A-8842-DAD171AE8465}" dt="2022-07-27T20:23:56.654" v="196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4CE9390D-EF16-421A-8842-DAD171AE8465}" dt="2022-07-27T20:25:38.501" v="230" actId="403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">
        <pc:chgData name="White, Whitney" userId="65f39021-2f1d-4d8b-87dc-b123826f65bf" providerId="ADAL" clId="{4CE9390D-EF16-421A-8842-DAD171AE8465}" dt="2022-07-27T20:25:25.442" v="218" actId="255"/>
        <pc:sldMkLst>
          <pc:docMk/>
          <pc:sldMk cId="1163931679" sldId="263"/>
        </pc:sldMkLst>
        <pc:spChg chg="mod">
          <ac:chgData name="White, Whitney" userId="65f39021-2f1d-4d8b-87dc-b123826f65bf" providerId="ADAL" clId="{4CE9390D-EF16-421A-8842-DAD171AE8465}" dt="2022-07-27T20:23:28.661" v="16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4CE9390D-EF16-421A-8842-DAD171AE8465}" dt="2022-07-27T20:25:25.442" v="218" actId="255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4CE9390D-EF16-421A-8842-DAD171AE8465}" dt="2022-07-27T20:25:15.831" v="213" actId="255"/>
        <pc:sldMkLst>
          <pc:docMk/>
          <pc:sldMk cId="3493109116" sldId="264"/>
        </pc:sldMkLst>
        <pc:spChg chg="mod">
          <ac:chgData name="White, Whitney" userId="65f39021-2f1d-4d8b-87dc-b123826f65bf" providerId="ADAL" clId="{4CE9390D-EF16-421A-8842-DAD171AE8465}" dt="2022-07-27T20:23:08.651" v="141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4CE9390D-EF16-421A-8842-DAD171AE8465}" dt="2022-07-27T20:25:15.831" v="213" actId="255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4CE9390D-EF16-421A-8842-DAD171AE8465}" dt="2022-07-27T20:26:05.309" v="236" actId="255"/>
        <pc:sldMkLst>
          <pc:docMk/>
          <pc:sldMk cId="2342121385" sldId="265"/>
        </pc:sldMkLst>
        <pc:spChg chg="mod">
          <ac:chgData name="White, Whitney" userId="65f39021-2f1d-4d8b-87dc-b123826f65bf" providerId="ADAL" clId="{4CE9390D-EF16-421A-8842-DAD171AE8465}" dt="2022-07-27T20:24:14.308" v="204" actId="20577"/>
          <ac:spMkLst>
            <pc:docMk/>
            <pc:sldMk cId="2342121385" sldId="265"/>
            <ac:spMk id="2" creationId="{A7DAC820-49EE-4F41-8B1F-B9E33FF6BE24}"/>
          </ac:spMkLst>
        </pc:spChg>
        <pc:spChg chg="mod">
          <ac:chgData name="White, Whitney" userId="65f39021-2f1d-4d8b-87dc-b123826f65bf" providerId="ADAL" clId="{4CE9390D-EF16-421A-8842-DAD171AE8465}" dt="2022-07-27T20:26:05.309" v="236" actId="255"/>
          <ac:spMkLst>
            <pc:docMk/>
            <pc:sldMk cId="2342121385" sldId="265"/>
            <ac:spMk id="3" creationId="{79FFCA46-4155-4484-8350-F1E0B95F6088}"/>
          </ac:spMkLst>
        </pc:spChg>
      </pc:sldChg>
      <pc:sldChg chg="modSp add mod">
        <pc:chgData name="White, Whitney" userId="65f39021-2f1d-4d8b-87dc-b123826f65bf" providerId="ADAL" clId="{4CE9390D-EF16-421A-8842-DAD171AE8465}" dt="2022-07-27T20:27:54.528" v="287" actId="114"/>
        <pc:sldMkLst>
          <pc:docMk/>
          <pc:sldMk cId="486738729" sldId="266"/>
        </pc:sldMkLst>
        <pc:spChg chg="mod">
          <ac:chgData name="White, Whitney" userId="65f39021-2f1d-4d8b-87dc-b123826f65bf" providerId="ADAL" clId="{4CE9390D-EF16-421A-8842-DAD171AE8465}" dt="2022-07-27T20:26:35.757" v="271" actId="20577"/>
          <ac:spMkLst>
            <pc:docMk/>
            <pc:sldMk cId="486738729" sldId="266"/>
            <ac:spMk id="2" creationId="{A7DAC820-49EE-4F41-8B1F-B9E33FF6BE24}"/>
          </ac:spMkLst>
        </pc:spChg>
        <pc:spChg chg="mod">
          <ac:chgData name="White, Whitney" userId="65f39021-2f1d-4d8b-87dc-b123826f65bf" providerId="ADAL" clId="{4CE9390D-EF16-421A-8842-DAD171AE8465}" dt="2022-07-27T20:27:54.528" v="287" actId="114"/>
          <ac:spMkLst>
            <pc:docMk/>
            <pc:sldMk cId="486738729" sldId="266"/>
            <ac:spMk id="3" creationId="{79FFCA46-4155-4484-8350-F1E0B95F6088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90A065AF-3B08-4A8B-8E48-1256B2597166}"/>
    <pc:docChg chg="modSld">
      <pc:chgData name="White (she/her), Whitney" userId="65f39021-2f1d-4d8b-87dc-b123826f65bf" providerId="ADAL" clId="{90A065AF-3B08-4A8B-8E48-1256B2597166}" dt="2023-08-18T20:24:14.464" v="7" actId="1076"/>
      <pc:docMkLst>
        <pc:docMk/>
      </pc:docMkLst>
      <pc:sldChg chg="addSp modSp mod">
        <pc:chgData name="White (she/her), Whitney" userId="65f39021-2f1d-4d8b-87dc-b123826f65bf" providerId="ADAL" clId="{90A065AF-3B08-4A8B-8E48-1256B2597166}" dt="2023-08-18T20:24:14.464" v="7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90A065AF-3B08-4A8B-8E48-1256B2597166}" dt="2023-08-18T20:24:14.464" v="7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90A065AF-3B08-4A8B-8E48-1256B2597166}" dt="2023-08-18T20:24:11.465" v="6" actId="1076"/>
          <ac:spMkLst>
            <pc:docMk/>
            <pc:sldMk cId="1482277026" sldId="256"/>
            <ac:spMk id="5" creationId="{91A1B995-2E9D-0CE6-0264-2C077D3F3B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3" y="6008904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Non-traditional Educators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1B995-2E9D-0CE6-0264-2C077D3F3B82}"/>
              </a:ext>
            </a:extLst>
          </p:cNvPr>
          <p:cNvSpPr txBox="1"/>
          <p:nvPr/>
        </p:nvSpPr>
        <p:spPr>
          <a:xfrm>
            <a:off x="58723" y="6379204"/>
            <a:ext cx="13249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efine non-traditional educators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escribe the roles and responsibilities of non-traditional educators.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ompare and contrast the preparation and responsibilities of non-traditional educators with K-12 educators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 adults learn new information and skills once they finish school? 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skills that K-12 teachers hold would be beneficial for someone hoping to teach adults? What additional skills might they need?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Non-traditional Educators: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professionals who develop and implement programs intended to improve employees’ skills and knowledge in an industry outside of K-12 schools.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Andragogy: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method and practice of teaching adult learners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Job Titles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Corporate Training Specialist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manager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 and development manager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and development specialist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coordinator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Developing and leading training sessions for new or existing employees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Adapting training sessions to support learner needs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Assessing training needs of organization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Communicating training needs to management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Reviewing team performance and progress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Providing coaching and feedback to employees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Required Education/Certification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 a bachelor’s degree in one of the following: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Human Resources Training and Development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most qualified candidates often have a master’s degree in curriculum and instruction.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certifications exist (but are not required)</a:t>
            </a:r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2020, a corporate trainer received median pay of $62,700 per year, according to the US Bureau of Labor Statistics.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Experience and education level can lead to higher salary.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2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Non-traditional Educator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Option 1: 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Earn a degree in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Education or Human Resources Training and Development with the goal of becoming a corporate trainer immediately.</a:t>
            </a:r>
          </a:p>
          <a:p>
            <a:pPr marL="0" indent="0">
              <a:buNone/>
            </a:pPr>
            <a:endParaRPr lang="en-US" sz="4000" dirty="0"/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Option 2: 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Earn a degree in a specific field, gain experience in that field, and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then leverage that experience to find work in corporate training.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73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non-traditional educators?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Darryl recently graduated from college with a double major in education and business. He is looking for a job teaching adults for an organization in the business field. What job titles should he be looking for in his search? 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Identify three similarities between traditional K-12 educators and non-traditional educators. (Consider their preparation, daily responsibilities, etc.)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Explain how the responsibilities of non-traditional educators differ from that of K-12 educators.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432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Symbol</vt:lpstr>
      <vt:lpstr>Office Theme</vt:lpstr>
      <vt:lpstr>Practicum in Education and Training | Unit 1: Career Exploration and Awareness? | Lesson 1.08</vt:lpstr>
      <vt:lpstr>TEKS Standards &amp; Objectives</vt:lpstr>
      <vt:lpstr>Bellringer</vt:lpstr>
      <vt:lpstr>Vocabulary</vt:lpstr>
      <vt:lpstr>Job Titles</vt:lpstr>
      <vt:lpstr>Responsibilities</vt:lpstr>
      <vt:lpstr>Required Education/Certification</vt:lpstr>
      <vt:lpstr>Salary</vt:lpstr>
      <vt:lpstr>Non-traditional Educator Pathways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1.08: Non-traditional Educators</dc:title>
  <dc:subject>Lesson 1.08: Non-traditional Educators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2023-08-18T20:24:23Z</dcterms:modified>
</cp:coreProperties>
</file>
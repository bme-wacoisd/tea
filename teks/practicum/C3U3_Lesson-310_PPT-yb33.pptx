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258" r:id="rId4"/>
    <p:sldId id="264" r:id="rId5"/>
    <p:sldId id="268" r:id="rId6"/>
    <p:sldId id="276" r:id="rId7"/>
    <p:sldId id="277" r:id="rId8"/>
    <p:sldId id="278" r:id="rId9"/>
    <p:sldId id="279"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ECA6D4-D12D-4F2C-B227-CF30C727DD83}" v="1006" dt="2023-08-19T01:34:06.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75" d="100"/>
          <a:sy n="75" d="100"/>
        </p:scale>
        <p:origin x="36"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E8ECA6D4-D12D-4F2C-B227-CF30C727DD83}"/>
    <pc:docChg chg="modSld">
      <pc:chgData name="White (she/her), Whitney" userId="65f39021-2f1d-4d8b-87dc-b123826f65bf" providerId="ADAL" clId="{E8ECA6D4-D12D-4F2C-B227-CF30C727DD83}" dt="2023-08-19T01:37:37.579" v="2265" actId="962"/>
      <pc:docMkLst>
        <pc:docMk/>
      </pc:docMkLst>
      <pc:sldChg chg="modSp mod">
        <pc:chgData name="White (she/her), Whitney" userId="65f39021-2f1d-4d8b-87dc-b123826f65bf" providerId="ADAL" clId="{E8ECA6D4-D12D-4F2C-B227-CF30C727DD83}" dt="2023-08-19T00:55:05.730" v="7" actId="1076"/>
        <pc:sldMkLst>
          <pc:docMk/>
          <pc:sldMk cId="1482277026" sldId="256"/>
        </pc:sldMkLst>
        <pc:spChg chg="mod">
          <ac:chgData name="White (she/her), Whitney" userId="65f39021-2f1d-4d8b-87dc-b123826f65bf" providerId="ADAL" clId="{E8ECA6D4-D12D-4F2C-B227-CF30C727DD83}" dt="2023-08-19T00:55:05.730" v="7" actId="1076"/>
          <ac:spMkLst>
            <pc:docMk/>
            <pc:sldMk cId="1482277026" sldId="256"/>
            <ac:spMk id="2" creationId="{BFFCF5BD-F8FF-4A67-A8B6-EBB21E79279B}"/>
          </ac:spMkLst>
        </pc:spChg>
        <pc:spChg chg="mod">
          <ac:chgData name="White (she/her), Whitney" userId="65f39021-2f1d-4d8b-87dc-b123826f65bf" providerId="ADAL" clId="{E8ECA6D4-D12D-4F2C-B227-CF30C727DD83}" dt="2023-08-19T00:54:55.704" v="6" actId="14100"/>
          <ac:spMkLst>
            <pc:docMk/>
            <pc:sldMk cId="1482277026" sldId="256"/>
            <ac:spMk id="9" creationId="{75F30F64-BFA9-862D-6250-93DC5242A64E}"/>
          </ac:spMkLst>
        </pc:spChg>
      </pc:sldChg>
      <pc:sldChg chg="modSp mod">
        <pc:chgData name="White (she/her), Whitney" userId="65f39021-2f1d-4d8b-87dc-b123826f65bf" providerId="ADAL" clId="{E8ECA6D4-D12D-4F2C-B227-CF30C727DD83}" dt="2023-08-19T01:28:56.520" v="217" actId="962"/>
        <pc:sldMkLst>
          <pc:docMk/>
          <pc:sldMk cId="3170912750" sldId="276"/>
        </pc:sldMkLst>
        <pc:picChg chg="mod">
          <ac:chgData name="White (she/her), Whitney" userId="65f39021-2f1d-4d8b-87dc-b123826f65bf" providerId="ADAL" clId="{E8ECA6D4-D12D-4F2C-B227-CF30C727DD83}" dt="2023-08-19T01:28:56.520" v="217" actId="962"/>
          <ac:picMkLst>
            <pc:docMk/>
            <pc:sldMk cId="3170912750" sldId="276"/>
            <ac:picMk id="5" creationId="{BD724B07-89D0-4F49-A5B3-93369A6E2FE9}"/>
          </ac:picMkLst>
        </pc:picChg>
      </pc:sldChg>
      <pc:sldChg chg="modSp mod">
        <pc:chgData name="White (she/her), Whitney" userId="65f39021-2f1d-4d8b-87dc-b123826f65bf" providerId="ADAL" clId="{E8ECA6D4-D12D-4F2C-B227-CF30C727DD83}" dt="2023-08-19T01:31:32.872" v="471" actId="962"/>
        <pc:sldMkLst>
          <pc:docMk/>
          <pc:sldMk cId="3166247851" sldId="277"/>
        </pc:sldMkLst>
        <pc:picChg chg="mod">
          <ac:chgData name="White (she/her), Whitney" userId="65f39021-2f1d-4d8b-87dc-b123826f65bf" providerId="ADAL" clId="{E8ECA6D4-D12D-4F2C-B227-CF30C727DD83}" dt="2023-08-19T01:31:32.872" v="471" actId="962"/>
          <ac:picMkLst>
            <pc:docMk/>
            <pc:sldMk cId="3166247851" sldId="277"/>
            <ac:picMk id="5" creationId="{8C8EF17F-9FC4-431B-B4A2-40738A3E32B6}"/>
          </ac:picMkLst>
        </pc:picChg>
      </pc:sldChg>
      <pc:sldChg chg="modSp">
        <pc:chgData name="White (she/her), Whitney" userId="65f39021-2f1d-4d8b-87dc-b123826f65bf" providerId="ADAL" clId="{E8ECA6D4-D12D-4F2C-B227-CF30C727DD83}" dt="2023-08-19T01:34:06.823" v="1477" actId="962"/>
        <pc:sldMkLst>
          <pc:docMk/>
          <pc:sldMk cId="3385397639" sldId="278"/>
        </pc:sldMkLst>
        <pc:picChg chg="mod">
          <ac:chgData name="White (she/her), Whitney" userId="65f39021-2f1d-4d8b-87dc-b123826f65bf" providerId="ADAL" clId="{E8ECA6D4-D12D-4F2C-B227-CF30C727DD83}" dt="2023-08-19T01:34:06.823" v="1477" actId="962"/>
          <ac:picMkLst>
            <pc:docMk/>
            <pc:sldMk cId="3385397639" sldId="278"/>
            <ac:picMk id="2050" creationId="{5BC01DA3-44BD-42D8-BC93-66D46A23EC97}"/>
          </ac:picMkLst>
        </pc:picChg>
      </pc:sldChg>
      <pc:sldChg chg="modSp mod">
        <pc:chgData name="White (she/her), Whitney" userId="65f39021-2f1d-4d8b-87dc-b123826f65bf" providerId="ADAL" clId="{E8ECA6D4-D12D-4F2C-B227-CF30C727DD83}" dt="2023-08-19T01:37:37.579" v="2265" actId="962"/>
        <pc:sldMkLst>
          <pc:docMk/>
          <pc:sldMk cId="3042564142" sldId="279"/>
        </pc:sldMkLst>
        <pc:picChg chg="mod">
          <ac:chgData name="White (she/her), Whitney" userId="65f39021-2f1d-4d8b-87dc-b123826f65bf" providerId="ADAL" clId="{E8ECA6D4-D12D-4F2C-B227-CF30C727DD83}" dt="2023-08-19T01:37:37.579" v="2265" actId="962"/>
          <ac:picMkLst>
            <pc:docMk/>
            <pc:sldMk cId="3042564142" sldId="279"/>
            <ac:picMk id="5" creationId="{C96B8C28-E4EB-4F63-8D81-BA15E6CF271D}"/>
          </ac:picMkLst>
        </pc:picChg>
      </pc:sldChg>
    </pc:docChg>
  </pc:docChgLst>
  <pc:docChgLst>
    <pc:chgData name="Mills, Nicole" userId="635ffad0-149b-4734-875d-ab8f60d68deb" providerId="ADAL" clId="{E4ECCD8F-338B-492C-8E8B-16765839EB1C}"/>
    <pc:docChg chg="custSel addSld delSld modSld sldOrd">
      <pc:chgData name="Mills, Nicole" userId="635ffad0-149b-4734-875d-ab8f60d68deb" providerId="ADAL" clId="{E4ECCD8F-338B-492C-8E8B-16765839EB1C}" dt="2023-01-11T17:01:08.765" v="196" actId="20577"/>
      <pc:docMkLst>
        <pc:docMk/>
      </pc:docMkLst>
      <pc:sldChg chg="modSp mod">
        <pc:chgData name="Mills, Nicole" userId="635ffad0-149b-4734-875d-ab8f60d68deb" providerId="ADAL" clId="{E4ECCD8F-338B-492C-8E8B-16765839EB1C}" dt="2023-01-11T16:36:56.325" v="5" actId="20577"/>
        <pc:sldMkLst>
          <pc:docMk/>
          <pc:sldMk cId="1482277026" sldId="256"/>
        </pc:sldMkLst>
        <pc:spChg chg="mod">
          <ac:chgData name="Mills, Nicole" userId="635ffad0-149b-4734-875d-ab8f60d68deb" providerId="ADAL" clId="{E4ECCD8F-338B-492C-8E8B-16765839EB1C}" dt="2023-01-11T16:36:49.599" v="3" actId="20577"/>
          <ac:spMkLst>
            <pc:docMk/>
            <pc:sldMk cId="1482277026" sldId="256"/>
            <ac:spMk id="2" creationId="{BFFCF5BD-F8FF-4A67-A8B6-EBB21E79279B}"/>
          </ac:spMkLst>
        </pc:spChg>
        <pc:spChg chg="mod">
          <ac:chgData name="Mills, Nicole" userId="635ffad0-149b-4734-875d-ab8f60d68deb" providerId="ADAL" clId="{E4ECCD8F-338B-492C-8E8B-16765839EB1C}" dt="2023-01-11T16:36:56.325" v="5" actId="20577"/>
          <ac:spMkLst>
            <pc:docMk/>
            <pc:sldMk cId="1482277026" sldId="256"/>
            <ac:spMk id="3" creationId="{E0FBD98F-3A67-498E-8174-652040DD7B60}"/>
          </ac:spMkLst>
        </pc:spChg>
      </pc:sldChg>
      <pc:sldChg chg="modSp mod">
        <pc:chgData name="Mills, Nicole" userId="635ffad0-149b-4734-875d-ab8f60d68deb" providerId="ADAL" clId="{E4ECCD8F-338B-492C-8E8B-16765839EB1C}" dt="2023-01-11T16:38:34.148" v="43" actId="20577"/>
        <pc:sldMkLst>
          <pc:docMk/>
          <pc:sldMk cId="4071305681" sldId="258"/>
        </pc:sldMkLst>
        <pc:spChg chg="mod">
          <ac:chgData name="Mills, Nicole" userId="635ffad0-149b-4734-875d-ab8f60d68deb" providerId="ADAL" clId="{E4ECCD8F-338B-492C-8E8B-16765839EB1C}" dt="2023-01-11T16:38:34.148" v="43" actId="20577"/>
          <ac:spMkLst>
            <pc:docMk/>
            <pc:sldMk cId="4071305681" sldId="258"/>
            <ac:spMk id="3" creationId="{392BE286-77A6-49DD-B15D-7E4718D52FE7}"/>
          </ac:spMkLst>
        </pc:spChg>
      </pc:sldChg>
      <pc:sldChg chg="modSp mod">
        <pc:chgData name="Mills, Nicole" userId="635ffad0-149b-4734-875d-ab8f60d68deb" providerId="ADAL" clId="{E4ECCD8F-338B-492C-8E8B-16765839EB1C}" dt="2023-01-11T16:38:08.016" v="39" actId="20577"/>
        <pc:sldMkLst>
          <pc:docMk/>
          <pc:sldMk cId="2772527113" sldId="259"/>
        </pc:sldMkLst>
        <pc:spChg chg="mod">
          <ac:chgData name="Mills, Nicole" userId="635ffad0-149b-4734-875d-ab8f60d68deb" providerId="ADAL" clId="{E4ECCD8F-338B-492C-8E8B-16765839EB1C}" dt="2023-01-11T16:38:08.016" v="39" actId="20577"/>
          <ac:spMkLst>
            <pc:docMk/>
            <pc:sldMk cId="2772527113" sldId="259"/>
            <ac:spMk id="3" creationId="{8CE08C7F-0286-423B-92F7-DEB89F31111A}"/>
          </ac:spMkLst>
        </pc:spChg>
      </pc:sldChg>
      <pc:sldChg chg="modSp mod">
        <pc:chgData name="Mills, Nicole" userId="635ffad0-149b-4734-875d-ab8f60d68deb" providerId="ADAL" clId="{E4ECCD8F-338B-492C-8E8B-16765839EB1C}" dt="2023-01-11T16:39:29.791" v="58" actId="14734"/>
        <pc:sldMkLst>
          <pc:docMk/>
          <pc:sldMk cId="3493109116" sldId="264"/>
        </pc:sldMkLst>
        <pc:graphicFrameChg chg="mod modGraphic">
          <ac:chgData name="Mills, Nicole" userId="635ffad0-149b-4734-875d-ab8f60d68deb" providerId="ADAL" clId="{E4ECCD8F-338B-492C-8E8B-16765839EB1C}" dt="2023-01-11T16:39:29.791" v="58" actId="14734"/>
          <ac:graphicFrameMkLst>
            <pc:docMk/>
            <pc:sldMk cId="3493109116" sldId="264"/>
            <ac:graphicFrameMk id="3" creationId="{F2860C0F-BA53-412B-8826-DAA9A1B29BA9}"/>
          </ac:graphicFrameMkLst>
        </pc:graphicFrameChg>
      </pc:sldChg>
      <pc:sldChg chg="modSp mod">
        <pc:chgData name="Mills, Nicole" userId="635ffad0-149b-4734-875d-ab8f60d68deb" providerId="ADAL" clId="{E4ECCD8F-338B-492C-8E8B-16765839EB1C}" dt="2023-01-11T17:01:08.765" v="196" actId="20577"/>
        <pc:sldMkLst>
          <pc:docMk/>
          <pc:sldMk cId="2313533111" sldId="267"/>
        </pc:sldMkLst>
        <pc:spChg chg="mod">
          <ac:chgData name="Mills, Nicole" userId="635ffad0-149b-4734-875d-ab8f60d68deb" providerId="ADAL" clId="{E4ECCD8F-338B-492C-8E8B-16765839EB1C}" dt="2023-01-11T17:01:08.765" v="196" actId="20577"/>
          <ac:spMkLst>
            <pc:docMk/>
            <pc:sldMk cId="2313533111" sldId="267"/>
            <ac:spMk id="3" creationId="{49F2A5AF-3C0B-4968-A438-E435325199EA}"/>
          </ac:spMkLst>
        </pc:spChg>
      </pc:sldChg>
      <pc:sldChg chg="addSp delSp modSp mod">
        <pc:chgData name="Mills, Nicole" userId="635ffad0-149b-4734-875d-ab8f60d68deb" providerId="ADAL" clId="{E4ECCD8F-338B-492C-8E8B-16765839EB1C}" dt="2023-01-11T16:40:51.379" v="98" actId="14734"/>
        <pc:sldMkLst>
          <pc:docMk/>
          <pc:sldMk cId="1815750250" sldId="268"/>
        </pc:sldMkLst>
        <pc:spChg chg="mod">
          <ac:chgData name="Mills, Nicole" userId="635ffad0-149b-4734-875d-ab8f60d68deb" providerId="ADAL" clId="{E4ECCD8F-338B-492C-8E8B-16765839EB1C}" dt="2023-01-11T16:39:40.953" v="80" actId="20577"/>
          <ac:spMkLst>
            <pc:docMk/>
            <pc:sldMk cId="1815750250" sldId="268"/>
            <ac:spMk id="2" creationId="{9AFB837C-3E07-4129-B371-9F5CA97D5605}"/>
          </ac:spMkLst>
        </pc:spChg>
        <pc:spChg chg="del">
          <ac:chgData name="Mills, Nicole" userId="635ffad0-149b-4734-875d-ab8f60d68deb" providerId="ADAL" clId="{E4ECCD8F-338B-492C-8E8B-16765839EB1C}" dt="2023-01-11T16:39:43.061" v="81" actId="478"/>
          <ac:spMkLst>
            <pc:docMk/>
            <pc:sldMk cId="1815750250" sldId="268"/>
            <ac:spMk id="6" creationId="{D7FF49D8-B932-4D38-A62C-4C973617E4E5}"/>
          </ac:spMkLst>
        </pc:spChg>
        <pc:graphicFrameChg chg="add mod modGraphic">
          <ac:chgData name="Mills, Nicole" userId="635ffad0-149b-4734-875d-ab8f60d68deb" providerId="ADAL" clId="{E4ECCD8F-338B-492C-8E8B-16765839EB1C}" dt="2023-01-11T16:40:51.379" v="98" actId="14734"/>
          <ac:graphicFrameMkLst>
            <pc:docMk/>
            <pc:sldMk cId="1815750250" sldId="268"/>
            <ac:graphicFrameMk id="3" creationId="{F3D2CCAE-B8F9-4A9A-A951-2EF6AC1930C2}"/>
          </ac:graphicFrameMkLst>
        </pc:graphicFrameChg>
      </pc:sldChg>
      <pc:sldChg chg="del">
        <pc:chgData name="Mills, Nicole" userId="635ffad0-149b-4734-875d-ab8f60d68deb" providerId="ADAL" clId="{E4ECCD8F-338B-492C-8E8B-16765839EB1C}" dt="2023-01-11T16:59:54.269" v="163" actId="47"/>
        <pc:sldMkLst>
          <pc:docMk/>
          <pc:sldMk cId="2254463155" sldId="269"/>
        </pc:sldMkLst>
      </pc:sldChg>
      <pc:sldChg chg="del">
        <pc:chgData name="Mills, Nicole" userId="635ffad0-149b-4734-875d-ab8f60d68deb" providerId="ADAL" clId="{E4ECCD8F-338B-492C-8E8B-16765839EB1C}" dt="2023-01-11T17:00:02.381" v="164" actId="47"/>
        <pc:sldMkLst>
          <pc:docMk/>
          <pc:sldMk cId="1381754188" sldId="270"/>
        </pc:sldMkLst>
      </pc:sldChg>
      <pc:sldChg chg="del">
        <pc:chgData name="Mills, Nicole" userId="635ffad0-149b-4734-875d-ab8f60d68deb" providerId="ADAL" clId="{E4ECCD8F-338B-492C-8E8B-16765839EB1C}" dt="2023-01-11T17:00:03.554" v="165" actId="47"/>
        <pc:sldMkLst>
          <pc:docMk/>
          <pc:sldMk cId="3325659327" sldId="271"/>
        </pc:sldMkLst>
      </pc:sldChg>
      <pc:sldChg chg="del">
        <pc:chgData name="Mills, Nicole" userId="635ffad0-149b-4734-875d-ab8f60d68deb" providerId="ADAL" clId="{E4ECCD8F-338B-492C-8E8B-16765839EB1C}" dt="2023-01-11T17:00:04.695" v="166" actId="47"/>
        <pc:sldMkLst>
          <pc:docMk/>
          <pc:sldMk cId="3147981723" sldId="272"/>
        </pc:sldMkLst>
      </pc:sldChg>
      <pc:sldChg chg="del">
        <pc:chgData name="Mills, Nicole" userId="635ffad0-149b-4734-875d-ab8f60d68deb" providerId="ADAL" clId="{E4ECCD8F-338B-492C-8E8B-16765839EB1C}" dt="2023-01-11T17:00:05.704" v="167" actId="47"/>
        <pc:sldMkLst>
          <pc:docMk/>
          <pc:sldMk cId="2721551724" sldId="273"/>
        </pc:sldMkLst>
      </pc:sldChg>
      <pc:sldChg chg="del">
        <pc:chgData name="Mills, Nicole" userId="635ffad0-149b-4734-875d-ab8f60d68deb" providerId="ADAL" clId="{E4ECCD8F-338B-492C-8E8B-16765839EB1C}" dt="2023-01-11T17:00:06.637" v="168" actId="47"/>
        <pc:sldMkLst>
          <pc:docMk/>
          <pc:sldMk cId="1191312254" sldId="274"/>
        </pc:sldMkLst>
      </pc:sldChg>
      <pc:sldChg chg="del">
        <pc:chgData name="Mills, Nicole" userId="635ffad0-149b-4734-875d-ab8f60d68deb" providerId="ADAL" clId="{E4ECCD8F-338B-492C-8E8B-16765839EB1C}" dt="2023-01-11T17:00:07.559" v="169" actId="47"/>
        <pc:sldMkLst>
          <pc:docMk/>
          <pc:sldMk cId="3705699139" sldId="275"/>
        </pc:sldMkLst>
      </pc:sldChg>
      <pc:sldChg chg="addSp delSp modSp add mod ord">
        <pc:chgData name="Mills, Nicole" userId="635ffad0-149b-4734-875d-ab8f60d68deb" providerId="ADAL" clId="{E4ECCD8F-338B-492C-8E8B-16765839EB1C}" dt="2023-01-11T16:46:03.173" v="153" actId="1076"/>
        <pc:sldMkLst>
          <pc:docMk/>
          <pc:sldMk cId="3170912750" sldId="276"/>
        </pc:sldMkLst>
        <pc:spChg chg="mod">
          <ac:chgData name="Mills, Nicole" userId="635ffad0-149b-4734-875d-ab8f60d68deb" providerId="ADAL" clId="{E4ECCD8F-338B-492C-8E8B-16765839EB1C}" dt="2023-01-11T16:42:07.462" v="140" actId="20577"/>
          <ac:spMkLst>
            <pc:docMk/>
            <pc:sldMk cId="3170912750" sldId="276"/>
            <ac:spMk id="2" creationId="{9AFB837C-3E07-4129-B371-9F5CA97D5605}"/>
          </ac:spMkLst>
        </pc:spChg>
        <pc:spChg chg="del">
          <ac:chgData name="Mills, Nicole" userId="635ffad0-149b-4734-875d-ab8f60d68deb" providerId="ADAL" clId="{E4ECCD8F-338B-492C-8E8B-16765839EB1C}" dt="2023-01-11T16:42:12.687" v="141" actId="478"/>
          <ac:spMkLst>
            <pc:docMk/>
            <pc:sldMk cId="3170912750" sldId="276"/>
            <ac:spMk id="6" creationId="{D7FF49D8-B932-4D38-A62C-4C973617E4E5}"/>
          </ac:spMkLst>
        </pc:spChg>
        <pc:picChg chg="add mod">
          <ac:chgData name="Mills, Nicole" userId="635ffad0-149b-4734-875d-ab8f60d68deb" providerId="ADAL" clId="{E4ECCD8F-338B-492C-8E8B-16765839EB1C}" dt="2023-01-11T16:46:03.173" v="153" actId="1076"/>
          <ac:picMkLst>
            <pc:docMk/>
            <pc:sldMk cId="3170912750" sldId="276"/>
            <ac:picMk id="5" creationId="{BD724B07-89D0-4F49-A5B3-93369A6E2FE9}"/>
          </ac:picMkLst>
        </pc:picChg>
      </pc:sldChg>
      <pc:sldChg chg="addSp modSp add mod">
        <pc:chgData name="Mills, Nicole" userId="635ffad0-149b-4734-875d-ab8f60d68deb" providerId="ADAL" clId="{E4ECCD8F-338B-492C-8E8B-16765839EB1C}" dt="2023-01-11T16:48:46.867" v="156" actId="1076"/>
        <pc:sldMkLst>
          <pc:docMk/>
          <pc:sldMk cId="3166247851" sldId="277"/>
        </pc:sldMkLst>
        <pc:spChg chg="mod">
          <ac:chgData name="Mills, Nicole" userId="635ffad0-149b-4734-875d-ab8f60d68deb" providerId="ADAL" clId="{E4ECCD8F-338B-492C-8E8B-16765839EB1C}" dt="2023-01-11T16:42:18.235" v="144" actId="20577"/>
          <ac:spMkLst>
            <pc:docMk/>
            <pc:sldMk cId="3166247851" sldId="277"/>
            <ac:spMk id="2" creationId="{9AFB837C-3E07-4129-B371-9F5CA97D5605}"/>
          </ac:spMkLst>
        </pc:spChg>
        <pc:picChg chg="add mod">
          <ac:chgData name="Mills, Nicole" userId="635ffad0-149b-4734-875d-ab8f60d68deb" providerId="ADAL" clId="{E4ECCD8F-338B-492C-8E8B-16765839EB1C}" dt="2023-01-11T16:48:46.867" v="156" actId="1076"/>
          <ac:picMkLst>
            <pc:docMk/>
            <pc:sldMk cId="3166247851" sldId="277"/>
            <ac:picMk id="5" creationId="{8C8EF17F-9FC4-431B-B4A2-40738A3E32B6}"/>
          </ac:picMkLst>
        </pc:picChg>
      </pc:sldChg>
      <pc:sldChg chg="addSp modSp add mod">
        <pc:chgData name="Mills, Nicole" userId="635ffad0-149b-4734-875d-ab8f60d68deb" providerId="ADAL" clId="{E4ECCD8F-338B-492C-8E8B-16765839EB1C}" dt="2023-01-11T16:50:29.542" v="159" actId="1076"/>
        <pc:sldMkLst>
          <pc:docMk/>
          <pc:sldMk cId="3385397639" sldId="278"/>
        </pc:sldMkLst>
        <pc:spChg chg="mod">
          <ac:chgData name="Mills, Nicole" userId="635ffad0-149b-4734-875d-ab8f60d68deb" providerId="ADAL" clId="{E4ECCD8F-338B-492C-8E8B-16765839EB1C}" dt="2023-01-11T16:42:23.190" v="147" actId="20577"/>
          <ac:spMkLst>
            <pc:docMk/>
            <pc:sldMk cId="3385397639" sldId="278"/>
            <ac:spMk id="2" creationId="{9AFB837C-3E07-4129-B371-9F5CA97D5605}"/>
          </ac:spMkLst>
        </pc:spChg>
        <pc:picChg chg="add mod">
          <ac:chgData name="Mills, Nicole" userId="635ffad0-149b-4734-875d-ab8f60d68deb" providerId="ADAL" clId="{E4ECCD8F-338B-492C-8E8B-16765839EB1C}" dt="2023-01-11T16:50:29.542" v="159" actId="1076"/>
          <ac:picMkLst>
            <pc:docMk/>
            <pc:sldMk cId="3385397639" sldId="278"/>
            <ac:picMk id="2050" creationId="{5BC01DA3-44BD-42D8-BC93-66D46A23EC97}"/>
          </ac:picMkLst>
        </pc:picChg>
      </pc:sldChg>
      <pc:sldChg chg="addSp modSp add mod">
        <pc:chgData name="Mills, Nicole" userId="635ffad0-149b-4734-875d-ab8f60d68deb" providerId="ADAL" clId="{E4ECCD8F-338B-492C-8E8B-16765839EB1C}" dt="2023-01-11T16:58:58.739" v="162" actId="1076"/>
        <pc:sldMkLst>
          <pc:docMk/>
          <pc:sldMk cId="3042564142" sldId="279"/>
        </pc:sldMkLst>
        <pc:spChg chg="mod">
          <ac:chgData name="Mills, Nicole" userId="635ffad0-149b-4734-875d-ab8f60d68deb" providerId="ADAL" clId="{E4ECCD8F-338B-492C-8E8B-16765839EB1C}" dt="2023-01-11T16:42:27.643" v="150" actId="20577"/>
          <ac:spMkLst>
            <pc:docMk/>
            <pc:sldMk cId="3042564142" sldId="279"/>
            <ac:spMk id="2" creationId="{9AFB837C-3E07-4129-B371-9F5CA97D5605}"/>
          </ac:spMkLst>
        </pc:spChg>
        <pc:picChg chg="add mod">
          <ac:chgData name="Mills, Nicole" userId="635ffad0-149b-4734-875d-ab8f60d68deb" providerId="ADAL" clId="{E4ECCD8F-338B-492C-8E8B-16765839EB1C}" dt="2023-01-11T16:58:58.739" v="162" actId="1076"/>
          <ac:picMkLst>
            <pc:docMk/>
            <pc:sldMk cId="3042564142" sldId="279"/>
            <ac:picMk id="5" creationId="{C96B8C28-E4EB-4F63-8D81-BA15E6CF271D}"/>
          </ac:picMkLst>
        </pc:picChg>
      </pc:sldChg>
    </pc:docChg>
  </pc:docChgLst>
  <pc:docChgLst>
    <pc:chgData name="Mills, Nicole" userId="635ffad0-149b-4734-875d-ab8f60d68deb" providerId="ADAL" clId="{1B332D02-99EA-4584-97C8-500AB4AD3C33}"/>
    <pc:docChg chg="custSel addSld modSld">
      <pc:chgData name="Mills, Nicole" userId="635ffad0-149b-4734-875d-ab8f60d68deb" providerId="ADAL" clId="{1B332D02-99EA-4584-97C8-500AB4AD3C33}" dt="2023-01-05T13:28:50.053" v="458" actId="20577"/>
      <pc:docMkLst>
        <pc:docMk/>
      </pc:docMkLst>
      <pc:sldChg chg="modSp mod">
        <pc:chgData name="Mills, Nicole" userId="635ffad0-149b-4734-875d-ab8f60d68deb" providerId="ADAL" clId="{1B332D02-99EA-4584-97C8-500AB4AD3C33}" dt="2023-01-05T11:59:24.830" v="19" actId="20577"/>
        <pc:sldMkLst>
          <pc:docMk/>
          <pc:sldMk cId="1482277026" sldId="256"/>
        </pc:sldMkLst>
        <pc:spChg chg="mod">
          <ac:chgData name="Mills, Nicole" userId="635ffad0-149b-4734-875d-ab8f60d68deb" providerId="ADAL" clId="{1B332D02-99EA-4584-97C8-500AB4AD3C33}" dt="2023-01-05T11:59:17.646" v="2" actId="20577"/>
          <ac:spMkLst>
            <pc:docMk/>
            <pc:sldMk cId="1482277026" sldId="256"/>
            <ac:spMk id="2" creationId="{BFFCF5BD-F8FF-4A67-A8B6-EBB21E79279B}"/>
          </ac:spMkLst>
        </pc:spChg>
        <pc:spChg chg="mod">
          <ac:chgData name="Mills, Nicole" userId="635ffad0-149b-4734-875d-ab8f60d68deb" providerId="ADAL" clId="{1B332D02-99EA-4584-97C8-500AB4AD3C33}" dt="2023-01-05T11:59:24.830" v="19" actId="20577"/>
          <ac:spMkLst>
            <pc:docMk/>
            <pc:sldMk cId="1482277026" sldId="256"/>
            <ac:spMk id="3" creationId="{E0FBD98F-3A67-498E-8174-652040DD7B60}"/>
          </ac:spMkLst>
        </pc:spChg>
      </pc:sldChg>
      <pc:sldChg chg="modSp mod">
        <pc:chgData name="Mills, Nicole" userId="635ffad0-149b-4734-875d-ab8f60d68deb" providerId="ADAL" clId="{1B332D02-99EA-4584-97C8-500AB4AD3C33}" dt="2023-01-05T12:02:14.724" v="27"/>
        <pc:sldMkLst>
          <pc:docMk/>
          <pc:sldMk cId="4071305681" sldId="258"/>
        </pc:sldMkLst>
        <pc:spChg chg="mod">
          <ac:chgData name="Mills, Nicole" userId="635ffad0-149b-4734-875d-ab8f60d68deb" providerId="ADAL" clId="{1B332D02-99EA-4584-97C8-500AB4AD3C33}" dt="2023-01-05T12:02:14.724" v="27"/>
          <ac:spMkLst>
            <pc:docMk/>
            <pc:sldMk cId="4071305681" sldId="258"/>
            <ac:spMk id="3" creationId="{392BE286-77A6-49DD-B15D-7E4718D52FE7}"/>
          </ac:spMkLst>
        </pc:spChg>
      </pc:sldChg>
      <pc:sldChg chg="modSp mod">
        <pc:chgData name="Mills, Nicole" userId="635ffad0-149b-4734-875d-ab8f60d68deb" providerId="ADAL" clId="{1B332D02-99EA-4584-97C8-500AB4AD3C33}" dt="2023-01-05T12:02:03.295" v="26" actId="20577"/>
        <pc:sldMkLst>
          <pc:docMk/>
          <pc:sldMk cId="2772527113" sldId="259"/>
        </pc:sldMkLst>
        <pc:spChg chg="mod">
          <ac:chgData name="Mills, Nicole" userId="635ffad0-149b-4734-875d-ab8f60d68deb" providerId="ADAL" clId="{1B332D02-99EA-4584-97C8-500AB4AD3C33}" dt="2023-01-05T12:02:03.295" v="26" actId="20577"/>
          <ac:spMkLst>
            <pc:docMk/>
            <pc:sldMk cId="2772527113" sldId="259"/>
            <ac:spMk id="3" creationId="{8CE08C7F-0286-423B-92F7-DEB89F31111A}"/>
          </ac:spMkLst>
        </pc:spChg>
      </pc:sldChg>
      <pc:sldChg chg="modSp mod">
        <pc:chgData name="Mills, Nicole" userId="635ffad0-149b-4734-875d-ab8f60d68deb" providerId="ADAL" clId="{1B332D02-99EA-4584-97C8-500AB4AD3C33}" dt="2023-01-05T12:02:52.552" v="35" actId="403"/>
        <pc:sldMkLst>
          <pc:docMk/>
          <pc:sldMk cId="3493109116" sldId="264"/>
        </pc:sldMkLst>
        <pc:graphicFrameChg chg="mod modGraphic">
          <ac:chgData name="Mills, Nicole" userId="635ffad0-149b-4734-875d-ab8f60d68deb" providerId="ADAL" clId="{1B332D02-99EA-4584-97C8-500AB4AD3C33}" dt="2023-01-05T12:02:52.552" v="35" actId="403"/>
          <ac:graphicFrameMkLst>
            <pc:docMk/>
            <pc:sldMk cId="3493109116" sldId="264"/>
            <ac:graphicFrameMk id="3" creationId="{F2860C0F-BA53-412B-8826-DAA9A1B29BA9}"/>
          </ac:graphicFrameMkLst>
        </pc:graphicFrameChg>
      </pc:sldChg>
      <pc:sldChg chg="addSp delSp modSp mod delAnim">
        <pc:chgData name="Mills, Nicole" userId="635ffad0-149b-4734-875d-ab8f60d68deb" providerId="ADAL" clId="{1B332D02-99EA-4584-97C8-500AB4AD3C33}" dt="2023-01-05T13:07:14.940" v="144" actId="20577"/>
        <pc:sldMkLst>
          <pc:docMk/>
          <pc:sldMk cId="1936015983" sldId="266"/>
        </pc:sldMkLst>
        <pc:spChg chg="mod">
          <ac:chgData name="Mills, Nicole" userId="635ffad0-149b-4734-875d-ab8f60d68deb" providerId="ADAL" clId="{1B332D02-99EA-4584-97C8-500AB4AD3C33}" dt="2023-01-05T13:07:14.940" v="144" actId="20577"/>
          <ac:spMkLst>
            <pc:docMk/>
            <pc:sldMk cId="1936015983" sldId="266"/>
            <ac:spMk id="2" creationId="{9AFB837C-3E07-4129-B371-9F5CA97D5605}"/>
          </ac:spMkLst>
        </pc:spChg>
        <pc:spChg chg="add mod">
          <ac:chgData name="Mills, Nicole" userId="635ffad0-149b-4734-875d-ab8f60d68deb" providerId="ADAL" clId="{1B332D02-99EA-4584-97C8-500AB4AD3C33}" dt="2023-01-05T13:07:00.707" v="142" actId="20577"/>
          <ac:spMkLst>
            <pc:docMk/>
            <pc:sldMk cId="1936015983" sldId="266"/>
            <ac:spMk id="6" creationId="{0FF8D460-EF1C-4294-87F0-2081A67D40B1}"/>
          </ac:spMkLst>
        </pc:spChg>
        <pc:picChg chg="del">
          <ac:chgData name="Mills, Nicole" userId="635ffad0-149b-4734-875d-ab8f60d68deb" providerId="ADAL" clId="{1B332D02-99EA-4584-97C8-500AB4AD3C33}" dt="2023-01-05T13:06:12.198" v="134" actId="478"/>
          <ac:picMkLst>
            <pc:docMk/>
            <pc:sldMk cId="1936015983" sldId="266"/>
            <ac:picMk id="7" creationId="{F7D056D4-0C3A-4150-A5CC-092E54C1C8FD}"/>
          </ac:picMkLst>
        </pc:picChg>
      </pc:sldChg>
      <pc:sldChg chg="modSp mod">
        <pc:chgData name="Mills, Nicole" userId="635ffad0-149b-4734-875d-ab8f60d68deb" providerId="ADAL" clId="{1B332D02-99EA-4584-97C8-500AB4AD3C33}" dt="2023-01-05T13:28:50.053" v="458" actId="20577"/>
        <pc:sldMkLst>
          <pc:docMk/>
          <pc:sldMk cId="2313533111" sldId="267"/>
        </pc:sldMkLst>
        <pc:spChg chg="mod">
          <ac:chgData name="Mills, Nicole" userId="635ffad0-149b-4734-875d-ab8f60d68deb" providerId="ADAL" clId="{1B332D02-99EA-4584-97C8-500AB4AD3C33}" dt="2023-01-05T13:28:50.053" v="458" actId="20577"/>
          <ac:spMkLst>
            <pc:docMk/>
            <pc:sldMk cId="2313533111" sldId="267"/>
            <ac:spMk id="3" creationId="{49F2A5AF-3C0B-4968-A438-E435325199EA}"/>
          </ac:spMkLst>
        </pc:spChg>
      </pc:sldChg>
      <pc:sldChg chg="addSp modSp add mod">
        <pc:chgData name="Mills, Nicole" userId="635ffad0-149b-4734-875d-ab8f60d68deb" providerId="ADAL" clId="{1B332D02-99EA-4584-97C8-500AB4AD3C33}" dt="2023-01-05T13:22:59.737" v="340" actId="404"/>
        <pc:sldMkLst>
          <pc:docMk/>
          <pc:sldMk cId="687916227" sldId="268"/>
        </pc:sldMkLst>
        <pc:spChg chg="mod">
          <ac:chgData name="Mills, Nicole" userId="635ffad0-149b-4734-875d-ab8f60d68deb" providerId="ADAL" clId="{1B332D02-99EA-4584-97C8-500AB4AD3C33}" dt="2023-01-05T13:08:15.449" v="185" actId="1076"/>
          <ac:spMkLst>
            <pc:docMk/>
            <pc:sldMk cId="687916227" sldId="268"/>
            <ac:spMk id="2" creationId="{9AFB837C-3E07-4129-B371-9F5CA97D5605}"/>
          </ac:spMkLst>
        </pc:spChg>
        <pc:spChg chg="mod">
          <ac:chgData name="Mills, Nicole" userId="635ffad0-149b-4734-875d-ab8f60d68deb" providerId="ADAL" clId="{1B332D02-99EA-4584-97C8-500AB4AD3C33}" dt="2023-01-05T13:08:18.392" v="186" actId="1076"/>
          <ac:spMkLst>
            <pc:docMk/>
            <pc:sldMk cId="687916227" sldId="268"/>
            <ac:spMk id="6" creationId="{0FF8D460-EF1C-4294-87F0-2081A67D40B1}"/>
          </ac:spMkLst>
        </pc:spChg>
        <pc:spChg chg="add mod">
          <ac:chgData name="Mills, Nicole" userId="635ffad0-149b-4734-875d-ab8f60d68deb" providerId="ADAL" clId="{1B332D02-99EA-4584-97C8-500AB4AD3C33}" dt="2023-01-05T13:22:59.737" v="340" actId="404"/>
          <ac:spMkLst>
            <pc:docMk/>
            <pc:sldMk cId="687916227" sldId="268"/>
            <ac:spMk id="7" creationId="{43CC32DF-251F-4E66-9E04-B5B8A41A717E}"/>
          </ac:spMkLst>
        </pc:spChg>
        <pc:picChg chg="add mod">
          <ac:chgData name="Mills, Nicole" userId="635ffad0-149b-4734-875d-ab8f60d68deb" providerId="ADAL" clId="{1B332D02-99EA-4584-97C8-500AB4AD3C33}" dt="2023-01-05T13:08:32.078" v="189" actId="1076"/>
          <ac:picMkLst>
            <pc:docMk/>
            <pc:sldMk cId="687916227" sldId="268"/>
            <ac:picMk id="5" creationId="{542021F2-5A22-46A0-BD2A-7574D35B43CA}"/>
          </ac:picMkLst>
        </pc:picChg>
      </pc:sldChg>
      <pc:sldChg chg="addSp modSp add mod">
        <pc:chgData name="Mills, Nicole" userId="635ffad0-149b-4734-875d-ab8f60d68deb" providerId="ADAL" clId="{1B332D02-99EA-4584-97C8-500AB4AD3C33}" dt="2023-01-05T13:23:05.076" v="341"/>
        <pc:sldMkLst>
          <pc:docMk/>
          <pc:sldMk cId="3710952636" sldId="269"/>
        </pc:sldMkLst>
        <pc:spChg chg="mod">
          <ac:chgData name="Mills, Nicole" userId="635ffad0-149b-4734-875d-ab8f60d68deb" providerId="ADAL" clId="{1B332D02-99EA-4584-97C8-500AB4AD3C33}" dt="2023-01-05T13:08:45.380" v="208" actId="20577"/>
          <ac:spMkLst>
            <pc:docMk/>
            <pc:sldMk cId="3710952636" sldId="269"/>
            <ac:spMk id="2" creationId="{9AFB837C-3E07-4129-B371-9F5CA97D5605}"/>
          </ac:spMkLst>
        </pc:spChg>
        <pc:spChg chg="mod">
          <ac:chgData name="Mills, Nicole" userId="635ffad0-149b-4734-875d-ab8f60d68deb" providerId="ADAL" clId="{1B332D02-99EA-4584-97C8-500AB4AD3C33}" dt="2023-01-05T13:09:12.113" v="212" actId="14100"/>
          <ac:spMkLst>
            <pc:docMk/>
            <pc:sldMk cId="3710952636" sldId="269"/>
            <ac:spMk id="6" creationId="{0FF8D460-EF1C-4294-87F0-2081A67D40B1}"/>
          </ac:spMkLst>
        </pc:spChg>
        <pc:spChg chg="add mod">
          <ac:chgData name="Mills, Nicole" userId="635ffad0-149b-4734-875d-ab8f60d68deb" providerId="ADAL" clId="{1B332D02-99EA-4584-97C8-500AB4AD3C33}" dt="2023-01-05T13:23:05.076" v="341"/>
          <ac:spMkLst>
            <pc:docMk/>
            <pc:sldMk cId="3710952636" sldId="269"/>
            <ac:spMk id="7" creationId="{8BE4EAF1-F728-40F1-80BB-0D33F0A784F2}"/>
          </ac:spMkLst>
        </pc:spChg>
        <pc:picChg chg="mod">
          <ac:chgData name="Mills, Nicole" userId="635ffad0-149b-4734-875d-ab8f60d68deb" providerId="ADAL" clId="{1B332D02-99EA-4584-97C8-500AB4AD3C33}" dt="2023-01-05T13:09:16.439" v="213" actId="14100"/>
          <ac:picMkLst>
            <pc:docMk/>
            <pc:sldMk cId="3710952636" sldId="269"/>
            <ac:picMk id="5" creationId="{542021F2-5A22-46A0-BD2A-7574D35B43CA}"/>
          </ac:picMkLst>
        </pc:picChg>
      </pc:sldChg>
      <pc:sldChg chg="addSp delSp modSp add mod">
        <pc:chgData name="Mills, Nicole" userId="635ffad0-149b-4734-875d-ab8f60d68deb" providerId="ADAL" clId="{1B332D02-99EA-4584-97C8-500AB4AD3C33}" dt="2023-01-05T13:22:55.137" v="339" actId="404"/>
        <pc:sldMkLst>
          <pc:docMk/>
          <pc:sldMk cId="3082515101" sldId="270"/>
        </pc:sldMkLst>
        <pc:spChg chg="mod">
          <ac:chgData name="Mills, Nicole" userId="635ffad0-149b-4734-875d-ab8f60d68deb" providerId="ADAL" clId="{1B332D02-99EA-4584-97C8-500AB4AD3C33}" dt="2023-01-05T13:10:17.889" v="264" actId="14100"/>
          <ac:spMkLst>
            <pc:docMk/>
            <pc:sldMk cId="3082515101" sldId="270"/>
            <ac:spMk id="2" creationId="{9AFB837C-3E07-4129-B371-9F5CA97D5605}"/>
          </ac:spMkLst>
        </pc:spChg>
        <pc:spChg chg="mod">
          <ac:chgData name="Mills, Nicole" userId="635ffad0-149b-4734-875d-ab8f60d68deb" providerId="ADAL" clId="{1B332D02-99EA-4584-97C8-500AB4AD3C33}" dt="2023-01-05T13:10:28.639" v="267" actId="1076"/>
          <ac:spMkLst>
            <pc:docMk/>
            <pc:sldMk cId="3082515101" sldId="270"/>
            <ac:spMk id="6" creationId="{0FF8D460-EF1C-4294-87F0-2081A67D40B1}"/>
          </ac:spMkLst>
        </pc:spChg>
        <pc:spChg chg="add mod">
          <ac:chgData name="Mills, Nicole" userId="635ffad0-149b-4734-875d-ab8f60d68deb" providerId="ADAL" clId="{1B332D02-99EA-4584-97C8-500AB4AD3C33}" dt="2023-01-05T13:22:55.137" v="339" actId="404"/>
          <ac:spMkLst>
            <pc:docMk/>
            <pc:sldMk cId="3082515101" sldId="270"/>
            <ac:spMk id="8" creationId="{B18CF757-C940-4903-9E91-04B61B4952BE}"/>
          </ac:spMkLst>
        </pc:spChg>
        <pc:picChg chg="del">
          <ac:chgData name="Mills, Nicole" userId="635ffad0-149b-4734-875d-ab8f60d68deb" providerId="ADAL" clId="{1B332D02-99EA-4584-97C8-500AB4AD3C33}" dt="2023-01-05T13:10:00.697" v="258" actId="478"/>
          <ac:picMkLst>
            <pc:docMk/>
            <pc:sldMk cId="3082515101" sldId="270"/>
            <ac:picMk id="5" creationId="{542021F2-5A22-46A0-BD2A-7574D35B43CA}"/>
          </ac:picMkLst>
        </pc:picChg>
        <pc:picChg chg="add mod">
          <ac:chgData name="Mills, Nicole" userId="635ffad0-149b-4734-875d-ab8f60d68deb" providerId="ADAL" clId="{1B332D02-99EA-4584-97C8-500AB4AD3C33}" dt="2023-01-05T13:22:34.287" v="335" actId="1076"/>
          <ac:picMkLst>
            <pc:docMk/>
            <pc:sldMk cId="3082515101" sldId="270"/>
            <ac:picMk id="7" creationId="{A6AF8FCD-F890-4127-A784-50F7687E7F99}"/>
          </ac:picMkLst>
        </pc:picChg>
      </pc:sldChg>
      <pc:sldChg chg="addSp modSp add mod">
        <pc:chgData name="Mills, Nicole" userId="635ffad0-149b-4734-875d-ab8f60d68deb" providerId="ADAL" clId="{1B332D02-99EA-4584-97C8-500AB4AD3C33}" dt="2023-01-05T13:22:50.376" v="338" actId="404"/>
        <pc:sldMkLst>
          <pc:docMk/>
          <pc:sldMk cId="2866561618" sldId="271"/>
        </pc:sldMkLst>
        <pc:spChg chg="mod">
          <ac:chgData name="Mills, Nicole" userId="635ffad0-149b-4734-875d-ab8f60d68deb" providerId="ADAL" clId="{1B332D02-99EA-4584-97C8-500AB4AD3C33}" dt="2023-01-05T13:11:05.545" v="310" actId="20577"/>
          <ac:spMkLst>
            <pc:docMk/>
            <pc:sldMk cId="2866561618" sldId="271"/>
            <ac:spMk id="2" creationId="{9AFB837C-3E07-4129-B371-9F5CA97D5605}"/>
          </ac:spMkLst>
        </pc:spChg>
        <pc:spChg chg="mod">
          <ac:chgData name="Mills, Nicole" userId="635ffad0-149b-4734-875d-ab8f60d68deb" providerId="ADAL" clId="{1B332D02-99EA-4584-97C8-500AB4AD3C33}" dt="2023-01-05T13:11:17.181" v="311"/>
          <ac:spMkLst>
            <pc:docMk/>
            <pc:sldMk cId="2866561618" sldId="271"/>
            <ac:spMk id="6" creationId="{0FF8D460-EF1C-4294-87F0-2081A67D40B1}"/>
          </ac:spMkLst>
        </pc:spChg>
        <pc:spChg chg="add mod">
          <ac:chgData name="Mills, Nicole" userId="635ffad0-149b-4734-875d-ab8f60d68deb" providerId="ADAL" clId="{1B332D02-99EA-4584-97C8-500AB4AD3C33}" dt="2023-01-05T13:22:50.376" v="338" actId="404"/>
          <ac:spMkLst>
            <pc:docMk/>
            <pc:sldMk cId="2866561618" sldId="271"/>
            <ac:spMk id="8" creationId="{22FEEFD2-55EB-475E-9EE0-7FD35D91C997}"/>
          </ac:spMkLst>
        </pc:spChg>
        <pc:picChg chg="mod">
          <ac:chgData name="Mills, Nicole" userId="635ffad0-149b-4734-875d-ab8f60d68deb" providerId="ADAL" clId="{1B332D02-99EA-4584-97C8-500AB4AD3C33}" dt="2023-01-05T13:22:44.303" v="337" actId="1076"/>
          <ac:picMkLst>
            <pc:docMk/>
            <pc:sldMk cId="2866561618" sldId="271"/>
            <ac:picMk id="7" creationId="{A6AF8FCD-F890-4127-A784-50F7687E7F99}"/>
          </ac:picMkLst>
        </pc:picChg>
      </pc:sldChg>
      <pc:sldChg chg="delSp modSp add mod">
        <pc:chgData name="Mills, Nicole" userId="635ffad0-149b-4734-875d-ab8f60d68deb" providerId="ADAL" clId="{1B332D02-99EA-4584-97C8-500AB4AD3C33}" dt="2023-01-05T13:24:08.337" v="395" actId="478"/>
        <pc:sldMkLst>
          <pc:docMk/>
          <pc:sldMk cId="3902368305" sldId="272"/>
        </pc:sldMkLst>
        <pc:spChg chg="mod">
          <ac:chgData name="Mills, Nicole" userId="635ffad0-149b-4734-875d-ab8f60d68deb" providerId="ADAL" clId="{1B332D02-99EA-4584-97C8-500AB4AD3C33}" dt="2023-01-05T13:23:43.471" v="389" actId="20577"/>
          <ac:spMkLst>
            <pc:docMk/>
            <pc:sldMk cId="3902368305" sldId="272"/>
            <ac:spMk id="2" creationId="{9AFB837C-3E07-4129-B371-9F5CA97D5605}"/>
          </ac:spMkLst>
        </pc:spChg>
        <pc:spChg chg="mod">
          <ac:chgData name="Mills, Nicole" userId="635ffad0-149b-4734-875d-ab8f60d68deb" providerId="ADAL" clId="{1B332D02-99EA-4584-97C8-500AB4AD3C33}" dt="2023-01-05T13:24:02.570" v="394" actId="120"/>
          <ac:spMkLst>
            <pc:docMk/>
            <pc:sldMk cId="3902368305" sldId="272"/>
            <ac:spMk id="6" creationId="{0FF8D460-EF1C-4294-87F0-2081A67D40B1}"/>
          </ac:spMkLst>
        </pc:spChg>
        <pc:spChg chg="del">
          <ac:chgData name="Mills, Nicole" userId="635ffad0-149b-4734-875d-ab8f60d68deb" providerId="ADAL" clId="{1B332D02-99EA-4584-97C8-500AB4AD3C33}" dt="2023-01-05T13:24:08.337" v="395" actId="478"/>
          <ac:spMkLst>
            <pc:docMk/>
            <pc:sldMk cId="3902368305" sldId="272"/>
            <ac:spMk id="8" creationId="{22FEEFD2-55EB-475E-9EE0-7FD35D91C997}"/>
          </ac:spMkLst>
        </pc:spChg>
        <pc:picChg chg="del">
          <ac:chgData name="Mills, Nicole" userId="635ffad0-149b-4734-875d-ab8f60d68deb" providerId="ADAL" clId="{1B332D02-99EA-4584-97C8-500AB4AD3C33}" dt="2023-01-05T13:23:54.805" v="391" actId="478"/>
          <ac:picMkLst>
            <pc:docMk/>
            <pc:sldMk cId="3902368305" sldId="272"/>
            <ac:picMk id="7" creationId="{A6AF8FCD-F890-4127-A784-50F7687E7F99}"/>
          </ac:picMkLst>
        </pc:picChg>
      </pc:sldChg>
      <pc:sldChg chg="addSp delSp modSp add mod">
        <pc:chgData name="Mills, Nicole" userId="635ffad0-149b-4734-875d-ab8f60d68deb" providerId="ADAL" clId="{1B332D02-99EA-4584-97C8-500AB4AD3C33}" dt="2023-01-05T13:27:37.530" v="434" actId="1076"/>
        <pc:sldMkLst>
          <pc:docMk/>
          <pc:sldMk cId="565676143" sldId="273"/>
        </pc:sldMkLst>
        <pc:spChg chg="mod">
          <ac:chgData name="Mills, Nicole" userId="635ffad0-149b-4734-875d-ab8f60d68deb" providerId="ADAL" clId="{1B332D02-99EA-4584-97C8-500AB4AD3C33}" dt="2023-01-05T13:24:22.071" v="418" actId="20577"/>
          <ac:spMkLst>
            <pc:docMk/>
            <pc:sldMk cId="565676143" sldId="273"/>
            <ac:spMk id="2" creationId="{9AFB837C-3E07-4129-B371-9F5CA97D5605}"/>
          </ac:spMkLst>
        </pc:spChg>
        <pc:spChg chg="del">
          <ac:chgData name="Mills, Nicole" userId="635ffad0-149b-4734-875d-ab8f60d68deb" providerId="ADAL" clId="{1B332D02-99EA-4584-97C8-500AB4AD3C33}" dt="2023-01-05T13:24:24.435" v="419" actId="478"/>
          <ac:spMkLst>
            <pc:docMk/>
            <pc:sldMk cId="565676143" sldId="273"/>
            <ac:spMk id="6" creationId="{0FF8D460-EF1C-4294-87F0-2081A67D40B1}"/>
          </ac:spMkLst>
        </pc:spChg>
        <pc:picChg chg="add mod">
          <ac:chgData name="Mills, Nicole" userId="635ffad0-149b-4734-875d-ab8f60d68deb" providerId="ADAL" clId="{1B332D02-99EA-4584-97C8-500AB4AD3C33}" dt="2023-01-05T13:27:37.530" v="434" actId="1076"/>
          <ac:picMkLst>
            <pc:docMk/>
            <pc:sldMk cId="565676143" sldId="273"/>
            <ac:picMk id="5" creationId="{B6EC0650-40AE-47B0-B775-66C226B5223A}"/>
          </ac:picMkLst>
        </pc:picChg>
        <pc:picChg chg="add del mod">
          <ac:chgData name="Mills, Nicole" userId="635ffad0-149b-4734-875d-ab8f60d68deb" providerId="ADAL" clId="{1B332D02-99EA-4584-97C8-500AB4AD3C33}" dt="2023-01-05T13:27:31.782" v="432" actId="21"/>
          <ac:picMkLst>
            <pc:docMk/>
            <pc:sldMk cId="565676143" sldId="273"/>
            <ac:picMk id="7" creationId="{CAF28F7E-F564-4C9F-936F-AD4DF2943ED4}"/>
          </ac:picMkLst>
        </pc:picChg>
      </pc:sldChg>
      <pc:sldChg chg="addSp delSp modSp add mod">
        <pc:chgData name="Mills, Nicole" userId="635ffad0-149b-4734-875d-ab8f60d68deb" providerId="ADAL" clId="{1B332D02-99EA-4584-97C8-500AB4AD3C33}" dt="2023-01-05T13:27:49.994" v="440" actId="1076"/>
        <pc:sldMkLst>
          <pc:docMk/>
          <pc:sldMk cId="919562121" sldId="274"/>
        </pc:sldMkLst>
        <pc:picChg chg="del">
          <ac:chgData name="Mills, Nicole" userId="635ffad0-149b-4734-875d-ab8f60d68deb" providerId="ADAL" clId="{1B332D02-99EA-4584-97C8-500AB4AD3C33}" dt="2023-01-05T13:27:42.609" v="436" actId="478"/>
          <ac:picMkLst>
            <pc:docMk/>
            <pc:sldMk cId="919562121" sldId="274"/>
            <ac:picMk id="5" creationId="{B6EC0650-40AE-47B0-B775-66C226B5223A}"/>
          </ac:picMkLst>
        </pc:picChg>
        <pc:picChg chg="add mod">
          <ac:chgData name="Mills, Nicole" userId="635ffad0-149b-4734-875d-ab8f60d68deb" providerId="ADAL" clId="{1B332D02-99EA-4584-97C8-500AB4AD3C33}" dt="2023-01-05T13:27:49.994" v="440" actId="1076"/>
          <ac:picMkLst>
            <pc:docMk/>
            <pc:sldMk cId="919562121" sldId="274"/>
            <ac:picMk id="6" creationId="{25EC3DFD-949F-44FF-B967-7C69B4913C92}"/>
          </ac:picMkLst>
        </pc:picChg>
      </pc:sldChg>
    </pc:docChg>
  </pc:docChgLst>
  <pc:docChgLst>
    <pc:chgData name="Veenis, Sierra" userId="200c9325-9a6d-4db1-8535-3c88a644c387" providerId="ADAL" clId="{3BD8F79D-E646-4F4F-A3B2-892C46CA68A7}"/>
    <pc:docChg chg="undo custSel modSld">
      <pc:chgData name="Veenis, Sierra" userId="200c9325-9a6d-4db1-8535-3c88a644c387" providerId="ADAL" clId="{3BD8F79D-E646-4F4F-A3B2-892C46CA68A7}" dt="2023-07-15T00:00:01.167" v="63" actId="1076"/>
      <pc:docMkLst>
        <pc:docMk/>
      </pc:docMkLst>
      <pc:sldChg chg="addSp delSp modSp mod">
        <pc:chgData name="Veenis, Sierra" userId="200c9325-9a6d-4db1-8535-3c88a644c387" providerId="ADAL" clId="{3BD8F79D-E646-4F4F-A3B2-892C46CA68A7}" dt="2023-07-14T23:56:32.270" v="14" actId="1076"/>
        <pc:sldMkLst>
          <pc:docMk/>
          <pc:sldMk cId="1482277026" sldId="256"/>
        </pc:sldMkLst>
        <pc:spChg chg="mod">
          <ac:chgData name="Veenis, Sierra" userId="200c9325-9a6d-4db1-8535-3c88a644c387" providerId="ADAL" clId="{3BD8F79D-E646-4F4F-A3B2-892C46CA68A7}" dt="2023-07-14T23:56:32.270" v="14" actId="1076"/>
          <ac:spMkLst>
            <pc:docMk/>
            <pc:sldMk cId="1482277026" sldId="256"/>
            <ac:spMk id="2" creationId="{BFFCF5BD-F8FF-4A67-A8B6-EBB21E79279B}"/>
          </ac:spMkLst>
        </pc:spChg>
        <pc:spChg chg="add del">
          <ac:chgData name="Veenis, Sierra" userId="200c9325-9a6d-4db1-8535-3c88a644c387" providerId="ADAL" clId="{3BD8F79D-E646-4F4F-A3B2-892C46CA68A7}" dt="2023-07-14T23:56:07.205" v="2" actId="22"/>
          <ac:spMkLst>
            <pc:docMk/>
            <pc:sldMk cId="1482277026" sldId="256"/>
            <ac:spMk id="5" creationId="{707FFFEB-C665-6B8B-05F5-537D8D808966}"/>
          </ac:spMkLst>
        </pc:spChg>
        <pc:spChg chg="add del">
          <ac:chgData name="Veenis, Sierra" userId="200c9325-9a6d-4db1-8535-3c88a644c387" providerId="ADAL" clId="{3BD8F79D-E646-4F4F-A3B2-892C46CA68A7}" dt="2023-07-14T23:56:10.467" v="4" actId="22"/>
          <ac:spMkLst>
            <pc:docMk/>
            <pc:sldMk cId="1482277026" sldId="256"/>
            <ac:spMk id="7" creationId="{5D3D55AC-13F5-54E4-9AA0-DE429407FFC8}"/>
          </ac:spMkLst>
        </pc:spChg>
        <pc:spChg chg="add mod">
          <ac:chgData name="Veenis, Sierra" userId="200c9325-9a6d-4db1-8535-3c88a644c387" providerId="ADAL" clId="{3BD8F79D-E646-4F4F-A3B2-892C46CA68A7}" dt="2023-07-14T23:56:30.481" v="13" actId="1076"/>
          <ac:spMkLst>
            <pc:docMk/>
            <pc:sldMk cId="1482277026" sldId="256"/>
            <ac:spMk id="9" creationId="{75F30F64-BFA9-862D-6250-93DC5242A64E}"/>
          </ac:spMkLst>
        </pc:spChg>
      </pc:sldChg>
      <pc:sldChg chg="addSp delSp modSp mod">
        <pc:chgData name="Veenis, Sierra" userId="200c9325-9a6d-4db1-8535-3c88a644c387" providerId="ADAL" clId="{3BD8F79D-E646-4F4F-A3B2-892C46CA68A7}" dt="2023-07-14T23:58:10.046" v="26" actId="478"/>
        <pc:sldMkLst>
          <pc:docMk/>
          <pc:sldMk cId="4071305681" sldId="258"/>
        </pc:sldMkLst>
        <pc:spChg chg="del">
          <ac:chgData name="Veenis, Sierra" userId="200c9325-9a6d-4db1-8535-3c88a644c387" providerId="ADAL" clId="{3BD8F79D-E646-4F4F-A3B2-892C46CA68A7}" dt="2023-07-14T23:58:10.046" v="26" actId="478"/>
          <ac:spMkLst>
            <pc:docMk/>
            <pc:sldMk cId="4071305681" sldId="258"/>
            <ac:spMk id="4" creationId="{2DC7D18A-F106-4CA1-A59B-DE4084E585CF}"/>
          </ac:spMkLst>
        </pc:spChg>
        <pc:spChg chg="add mod">
          <ac:chgData name="Veenis, Sierra" userId="200c9325-9a6d-4db1-8535-3c88a644c387" providerId="ADAL" clId="{3BD8F79D-E646-4F4F-A3B2-892C46CA68A7}" dt="2023-07-14T23:58:07.604" v="25"/>
          <ac:spMkLst>
            <pc:docMk/>
            <pc:sldMk cId="4071305681" sldId="258"/>
            <ac:spMk id="5" creationId="{218F0CED-3A7C-5A2B-3619-061B78F719AD}"/>
          </ac:spMkLst>
        </pc:spChg>
        <pc:spChg chg="add mod">
          <ac:chgData name="Veenis, Sierra" userId="200c9325-9a6d-4db1-8535-3c88a644c387" providerId="ADAL" clId="{3BD8F79D-E646-4F4F-A3B2-892C46CA68A7}" dt="2023-07-14T23:58:07.604" v="25"/>
          <ac:spMkLst>
            <pc:docMk/>
            <pc:sldMk cId="4071305681" sldId="258"/>
            <ac:spMk id="6" creationId="{16D40C01-ECB8-639F-613F-C0C3A4E71AF4}"/>
          </ac:spMkLst>
        </pc:spChg>
      </pc:sldChg>
      <pc:sldChg chg="addSp delSp modSp mod">
        <pc:chgData name="Veenis, Sierra" userId="200c9325-9a6d-4db1-8535-3c88a644c387" providerId="ADAL" clId="{3BD8F79D-E646-4F4F-A3B2-892C46CA68A7}" dt="2023-07-14T23:58:01.945" v="24" actId="20577"/>
        <pc:sldMkLst>
          <pc:docMk/>
          <pc:sldMk cId="2772527113" sldId="259"/>
        </pc:sldMkLst>
        <pc:spChg chg="del">
          <ac:chgData name="Veenis, Sierra" userId="200c9325-9a6d-4db1-8535-3c88a644c387" providerId="ADAL" clId="{3BD8F79D-E646-4F4F-A3B2-892C46CA68A7}" dt="2023-07-14T23:57:50.910" v="22" actId="478"/>
          <ac:spMkLst>
            <pc:docMk/>
            <pc:sldMk cId="2772527113" sldId="259"/>
            <ac:spMk id="4" creationId="{FD0EEDDD-3DDC-4909-AF99-60870B25C0CC}"/>
          </ac:spMkLst>
        </pc:spChg>
        <pc:spChg chg="add del">
          <ac:chgData name="Veenis, Sierra" userId="200c9325-9a6d-4db1-8535-3c88a644c387" providerId="ADAL" clId="{3BD8F79D-E646-4F4F-A3B2-892C46CA68A7}" dt="2023-07-14T23:56:47.692" v="16" actId="22"/>
          <ac:spMkLst>
            <pc:docMk/>
            <pc:sldMk cId="2772527113" sldId="259"/>
            <ac:spMk id="6" creationId="{CE70460D-235D-5CB1-8AF5-5B8EBF86C866}"/>
          </ac:spMkLst>
        </pc:spChg>
        <pc:spChg chg="add del">
          <ac:chgData name="Veenis, Sierra" userId="200c9325-9a6d-4db1-8535-3c88a644c387" providerId="ADAL" clId="{3BD8F79D-E646-4F4F-A3B2-892C46CA68A7}" dt="2023-07-14T23:57:10.027" v="18" actId="22"/>
          <ac:spMkLst>
            <pc:docMk/>
            <pc:sldMk cId="2772527113" sldId="259"/>
            <ac:spMk id="8" creationId="{DE76C281-E6A3-56A8-505F-6B51ADB42B11}"/>
          </ac:spMkLst>
        </pc:spChg>
        <pc:spChg chg="add del">
          <ac:chgData name="Veenis, Sierra" userId="200c9325-9a6d-4db1-8535-3c88a644c387" providerId="ADAL" clId="{3BD8F79D-E646-4F4F-A3B2-892C46CA68A7}" dt="2023-07-14T23:57:11.150" v="20" actId="22"/>
          <ac:spMkLst>
            <pc:docMk/>
            <pc:sldMk cId="2772527113" sldId="259"/>
            <ac:spMk id="10" creationId="{48D32639-F9A1-23A1-556E-B9BDA7898D08}"/>
          </ac:spMkLst>
        </pc:spChg>
        <pc:spChg chg="add mod">
          <ac:chgData name="Veenis, Sierra" userId="200c9325-9a6d-4db1-8535-3c88a644c387" providerId="ADAL" clId="{3BD8F79D-E646-4F4F-A3B2-892C46CA68A7}" dt="2023-07-14T23:57:48.743" v="21"/>
          <ac:spMkLst>
            <pc:docMk/>
            <pc:sldMk cId="2772527113" sldId="259"/>
            <ac:spMk id="11" creationId="{2D853568-848D-1AEF-4E7C-1553E8DB66AD}"/>
          </ac:spMkLst>
        </pc:spChg>
        <pc:spChg chg="add mod">
          <ac:chgData name="Veenis, Sierra" userId="200c9325-9a6d-4db1-8535-3c88a644c387" providerId="ADAL" clId="{3BD8F79D-E646-4F4F-A3B2-892C46CA68A7}" dt="2023-07-14T23:58:01.945" v="24" actId="20577"/>
          <ac:spMkLst>
            <pc:docMk/>
            <pc:sldMk cId="2772527113" sldId="259"/>
            <ac:spMk id="12" creationId="{5485B83A-9E5C-24D9-D5E4-E6E8342F1EA4}"/>
          </ac:spMkLst>
        </pc:spChg>
      </pc:sldChg>
      <pc:sldChg chg="addSp delSp modSp mod">
        <pc:chgData name="Veenis, Sierra" userId="200c9325-9a6d-4db1-8535-3c88a644c387" providerId="ADAL" clId="{3BD8F79D-E646-4F4F-A3B2-892C46CA68A7}" dt="2023-07-14T23:59:02.518" v="48" actId="1076"/>
        <pc:sldMkLst>
          <pc:docMk/>
          <pc:sldMk cId="3493109116" sldId="264"/>
        </pc:sldMkLst>
        <pc:spChg chg="del">
          <ac:chgData name="Veenis, Sierra" userId="200c9325-9a6d-4db1-8535-3c88a644c387" providerId="ADAL" clId="{3BD8F79D-E646-4F4F-A3B2-892C46CA68A7}" dt="2023-07-14T23:58:12.979" v="27" actId="478"/>
          <ac:spMkLst>
            <pc:docMk/>
            <pc:sldMk cId="3493109116" sldId="264"/>
            <ac:spMk id="4" creationId="{F767700B-954E-42AD-AD69-9CC1C5B510A5}"/>
          </ac:spMkLst>
        </pc:spChg>
        <pc:spChg chg="add mod">
          <ac:chgData name="Veenis, Sierra" userId="200c9325-9a6d-4db1-8535-3c88a644c387" providerId="ADAL" clId="{3BD8F79D-E646-4F4F-A3B2-892C46CA68A7}" dt="2023-07-14T23:58:13.201" v="28"/>
          <ac:spMkLst>
            <pc:docMk/>
            <pc:sldMk cId="3493109116" sldId="264"/>
            <ac:spMk id="5" creationId="{3F30145E-C355-481E-C1CC-BE4BA1CA9A82}"/>
          </ac:spMkLst>
        </pc:spChg>
        <pc:spChg chg="add mod">
          <ac:chgData name="Veenis, Sierra" userId="200c9325-9a6d-4db1-8535-3c88a644c387" providerId="ADAL" clId="{3BD8F79D-E646-4F4F-A3B2-892C46CA68A7}" dt="2023-07-14T23:58:13.201" v="28"/>
          <ac:spMkLst>
            <pc:docMk/>
            <pc:sldMk cId="3493109116" sldId="264"/>
            <ac:spMk id="6" creationId="{64A892EB-BF1A-841A-82E9-EB66C8558C3B}"/>
          </ac:spMkLst>
        </pc:spChg>
        <pc:graphicFrameChg chg="mod">
          <ac:chgData name="Veenis, Sierra" userId="200c9325-9a6d-4db1-8535-3c88a644c387" providerId="ADAL" clId="{3BD8F79D-E646-4F4F-A3B2-892C46CA68A7}" dt="2023-07-14T23:59:02.518" v="48" actId="1076"/>
          <ac:graphicFrameMkLst>
            <pc:docMk/>
            <pc:sldMk cId="3493109116" sldId="264"/>
            <ac:graphicFrameMk id="3" creationId="{F2860C0F-BA53-412B-8826-DAA9A1B29BA9}"/>
          </ac:graphicFrameMkLst>
        </pc:graphicFrameChg>
      </pc:sldChg>
      <pc:sldChg chg="addSp delSp modSp mod">
        <pc:chgData name="Veenis, Sierra" userId="200c9325-9a6d-4db1-8535-3c88a644c387" providerId="ADAL" clId="{3BD8F79D-E646-4F4F-A3B2-892C46CA68A7}" dt="2023-07-14T23:58:46.737" v="47" actId="20577"/>
        <pc:sldMkLst>
          <pc:docMk/>
          <pc:sldMk cId="2313533111" sldId="267"/>
        </pc:sldMkLst>
        <pc:spChg chg="mod">
          <ac:chgData name="Veenis, Sierra" userId="200c9325-9a6d-4db1-8535-3c88a644c387" providerId="ADAL" clId="{3BD8F79D-E646-4F4F-A3B2-892C46CA68A7}" dt="2023-07-14T23:58:46.737" v="47" actId="20577"/>
          <ac:spMkLst>
            <pc:docMk/>
            <pc:sldMk cId="2313533111" sldId="267"/>
            <ac:spMk id="3" creationId="{49F2A5AF-3C0B-4968-A438-E435325199EA}"/>
          </ac:spMkLst>
        </pc:spChg>
        <pc:spChg chg="del">
          <ac:chgData name="Veenis, Sierra" userId="200c9325-9a6d-4db1-8535-3c88a644c387" providerId="ADAL" clId="{3BD8F79D-E646-4F4F-A3B2-892C46CA68A7}" dt="2023-07-14T23:58:34.564" v="39" actId="478"/>
          <ac:spMkLst>
            <pc:docMk/>
            <pc:sldMk cId="2313533111" sldId="267"/>
            <ac:spMk id="4" creationId="{00210221-3F4A-4187-A674-5BB2A5218FDE}"/>
          </ac:spMkLst>
        </pc:spChg>
        <pc:spChg chg="add mod">
          <ac:chgData name="Veenis, Sierra" userId="200c9325-9a6d-4db1-8535-3c88a644c387" providerId="ADAL" clId="{3BD8F79D-E646-4F4F-A3B2-892C46CA68A7}" dt="2023-07-14T23:58:34.799" v="40"/>
          <ac:spMkLst>
            <pc:docMk/>
            <pc:sldMk cId="2313533111" sldId="267"/>
            <ac:spMk id="5" creationId="{3141CD13-04E2-2478-4EAC-AC762207F640}"/>
          </ac:spMkLst>
        </pc:spChg>
        <pc:spChg chg="add mod">
          <ac:chgData name="Veenis, Sierra" userId="200c9325-9a6d-4db1-8535-3c88a644c387" providerId="ADAL" clId="{3BD8F79D-E646-4F4F-A3B2-892C46CA68A7}" dt="2023-07-14T23:58:34.799" v="40"/>
          <ac:spMkLst>
            <pc:docMk/>
            <pc:sldMk cId="2313533111" sldId="267"/>
            <ac:spMk id="6" creationId="{55A42F2F-72A8-B8CC-DAAC-F5582D4EDF90}"/>
          </ac:spMkLst>
        </pc:spChg>
      </pc:sldChg>
      <pc:sldChg chg="addSp delSp modSp mod">
        <pc:chgData name="Veenis, Sierra" userId="200c9325-9a6d-4db1-8535-3c88a644c387" providerId="ADAL" clId="{3BD8F79D-E646-4F4F-A3B2-892C46CA68A7}" dt="2023-07-14T23:59:27.548" v="54" actId="14100"/>
        <pc:sldMkLst>
          <pc:docMk/>
          <pc:sldMk cId="1815750250" sldId="268"/>
        </pc:sldMkLst>
        <pc:spChg chg="del">
          <ac:chgData name="Veenis, Sierra" userId="200c9325-9a6d-4db1-8535-3c88a644c387" providerId="ADAL" clId="{3BD8F79D-E646-4F4F-A3B2-892C46CA68A7}" dt="2023-07-14T23:58:16.992" v="29" actId="478"/>
          <ac:spMkLst>
            <pc:docMk/>
            <pc:sldMk cId="1815750250" sldId="268"/>
            <ac:spMk id="4" creationId="{00210221-3F4A-4187-A674-5BB2A5218FDE}"/>
          </ac:spMkLst>
        </pc:spChg>
        <pc:spChg chg="add mod">
          <ac:chgData name="Veenis, Sierra" userId="200c9325-9a6d-4db1-8535-3c88a644c387" providerId="ADAL" clId="{3BD8F79D-E646-4F4F-A3B2-892C46CA68A7}" dt="2023-07-14T23:58:17.247" v="30"/>
          <ac:spMkLst>
            <pc:docMk/>
            <pc:sldMk cId="1815750250" sldId="268"/>
            <ac:spMk id="5" creationId="{D2BBBB93-99F7-CBAB-4CDA-8064F8DE0D2E}"/>
          </ac:spMkLst>
        </pc:spChg>
        <pc:spChg chg="add mod">
          <ac:chgData name="Veenis, Sierra" userId="200c9325-9a6d-4db1-8535-3c88a644c387" providerId="ADAL" clId="{3BD8F79D-E646-4F4F-A3B2-892C46CA68A7}" dt="2023-07-14T23:58:17.247" v="30"/>
          <ac:spMkLst>
            <pc:docMk/>
            <pc:sldMk cId="1815750250" sldId="268"/>
            <ac:spMk id="6" creationId="{F899BEC7-9C05-4F14-B5EA-23EB22E86A01}"/>
          </ac:spMkLst>
        </pc:spChg>
        <pc:graphicFrameChg chg="mod modGraphic">
          <ac:chgData name="Veenis, Sierra" userId="200c9325-9a6d-4db1-8535-3c88a644c387" providerId="ADAL" clId="{3BD8F79D-E646-4F4F-A3B2-892C46CA68A7}" dt="2023-07-14T23:59:27.548" v="54" actId="14100"/>
          <ac:graphicFrameMkLst>
            <pc:docMk/>
            <pc:sldMk cId="1815750250" sldId="268"/>
            <ac:graphicFrameMk id="3" creationId="{F3D2CCAE-B8F9-4A9A-A951-2EF6AC1930C2}"/>
          </ac:graphicFrameMkLst>
        </pc:graphicFrameChg>
      </pc:sldChg>
      <pc:sldChg chg="addSp delSp modSp mod">
        <pc:chgData name="Veenis, Sierra" userId="200c9325-9a6d-4db1-8535-3c88a644c387" providerId="ADAL" clId="{3BD8F79D-E646-4F4F-A3B2-892C46CA68A7}" dt="2023-07-14T23:59:41.169" v="57" actId="1076"/>
        <pc:sldMkLst>
          <pc:docMk/>
          <pc:sldMk cId="3170912750" sldId="276"/>
        </pc:sldMkLst>
        <pc:spChg chg="add mod">
          <ac:chgData name="Veenis, Sierra" userId="200c9325-9a6d-4db1-8535-3c88a644c387" providerId="ADAL" clId="{3BD8F79D-E646-4F4F-A3B2-892C46CA68A7}" dt="2023-07-14T23:58:21.052" v="32"/>
          <ac:spMkLst>
            <pc:docMk/>
            <pc:sldMk cId="3170912750" sldId="276"/>
            <ac:spMk id="3" creationId="{EF2B550B-EE32-6AB3-A42D-31C7C47B4721}"/>
          </ac:spMkLst>
        </pc:spChg>
        <pc:spChg chg="del">
          <ac:chgData name="Veenis, Sierra" userId="200c9325-9a6d-4db1-8535-3c88a644c387" providerId="ADAL" clId="{3BD8F79D-E646-4F4F-A3B2-892C46CA68A7}" dt="2023-07-14T23:58:20.581" v="31" actId="478"/>
          <ac:spMkLst>
            <pc:docMk/>
            <pc:sldMk cId="3170912750" sldId="276"/>
            <ac:spMk id="4" creationId="{00210221-3F4A-4187-A674-5BB2A5218FDE}"/>
          </ac:spMkLst>
        </pc:spChg>
        <pc:spChg chg="add mod">
          <ac:chgData name="Veenis, Sierra" userId="200c9325-9a6d-4db1-8535-3c88a644c387" providerId="ADAL" clId="{3BD8F79D-E646-4F4F-A3B2-892C46CA68A7}" dt="2023-07-14T23:58:21.052" v="32"/>
          <ac:spMkLst>
            <pc:docMk/>
            <pc:sldMk cId="3170912750" sldId="276"/>
            <ac:spMk id="6" creationId="{10043387-51D1-37DB-1FF8-FB1FC11C2E84}"/>
          </ac:spMkLst>
        </pc:spChg>
        <pc:picChg chg="mod">
          <ac:chgData name="Veenis, Sierra" userId="200c9325-9a6d-4db1-8535-3c88a644c387" providerId="ADAL" clId="{3BD8F79D-E646-4F4F-A3B2-892C46CA68A7}" dt="2023-07-14T23:59:41.169" v="57" actId="1076"/>
          <ac:picMkLst>
            <pc:docMk/>
            <pc:sldMk cId="3170912750" sldId="276"/>
            <ac:picMk id="5" creationId="{BD724B07-89D0-4F49-A5B3-93369A6E2FE9}"/>
          </ac:picMkLst>
        </pc:picChg>
      </pc:sldChg>
      <pc:sldChg chg="addSp delSp modSp mod">
        <pc:chgData name="Veenis, Sierra" userId="200c9325-9a6d-4db1-8535-3c88a644c387" providerId="ADAL" clId="{3BD8F79D-E646-4F4F-A3B2-892C46CA68A7}" dt="2023-07-14T23:59:47.667" v="59" actId="1076"/>
        <pc:sldMkLst>
          <pc:docMk/>
          <pc:sldMk cId="3166247851" sldId="277"/>
        </pc:sldMkLst>
        <pc:spChg chg="add mod">
          <ac:chgData name="Veenis, Sierra" userId="200c9325-9a6d-4db1-8535-3c88a644c387" providerId="ADAL" clId="{3BD8F79D-E646-4F4F-A3B2-892C46CA68A7}" dt="2023-07-14T23:58:24.946" v="34"/>
          <ac:spMkLst>
            <pc:docMk/>
            <pc:sldMk cId="3166247851" sldId="277"/>
            <ac:spMk id="3" creationId="{E634F95A-AD98-D111-5084-08671A211678}"/>
          </ac:spMkLst>
        </pc:spChg>
        <pc:spChg chg="del">
          <ac:chgData name="Veenis, Sierra" userId="200c9325-9a6d-4db1-8535-3c88a644c387" providerId="ADAL" clId="{3BD8F79D-E646-4F4F-A3B2-892C46CA68A7}" dt="2023-07-14T23:58:24.712" v="33" actId="478"/>
          <ac:spMkLst>
            <pc:docMk/>
            <pc:sldMk cId="3166247851" sldId="277"/>
            <ac:spMk id="4" creationId="{00210221-3F4A-4187-A674-5BB2A5218FDE}"/>
          </ac:spMkLst>
        </pc:spChg>
        <pc:spChg chg="add mod">
          <ac:chgData name="Veenis, Sierra" userId="200c9325-9a6d-4db1-8535-3c88a644c387" providerId="ADAL" clId="{3BD8F79D-E646-4F4F-A3B2-892C46CA68A7}" dt="2023-07-14T23:58:24.946" v="34"/>
          <ac:spMkLst>
            <pc:docMk/>
            <pc:sldMk cId="3166247851" sldId="277"/>
            <ac:spMk id="6" creationId="{730E5922-F901-E988-6AD0-8E53F7C47824}"/>
          </ac:spMkLst>
        </pc:spChg>
        <pc:picChg chg="mod">
          <ac:chgData name="Veenis, Sierra" userId="200c9325-9a6d-4db1-8535-3c88a644c387" providerId="ADAL" clId="{3BD8F79D-E646-4F4F-A3B2-892C46CA68A7}" dt="2023-07-14T23:59:47.667" v="59" actId="1076"/>
          <ac:picMkLst>
            <pc:docMk/>
            <pc:sldMk cId="3166247851" sldId="277"/>
            <ac:picMk id="5" creationId="{8C8EF17F-9FC4-431B-B4A2-40738A3E32B6}"/>
          </ac:picMkLst>
        </pc:picChg>
      </pc:sldChg>
      <pc:sldChg chg="addSp delSp modSp mod">
        <pc:chgData name="Veenis, Sierra" userId="200c9325-9a6d-4db1-8535-3c88a644c387" providerId="ADAL" clId="{3BD8F79D-E646-4F4F-A3B2-892C46CA68A7}" dt="2023-07-14T23:59:56.024" v="61" actId="1076"/>
        <pc:sldMkLst>
          <pc:docMk/>
          <pc:sldMk cId="3385397639" sldId="278"/>
        </pc:sldMkLst>
        <pc:spChg chg="add mod">
          <ac:chgData name="Veenis, Sierra" userId="200c9325-9a6d-4db1-8535-3c88a644c387" providerId="ADAL" clId="{3BD8F79D-E646-4F4F-A3B2-892C46CA68A7}" dt="2023-07-14T23:58:28.033" v="36"/>
          <ac:spMkLst>
            <pc:docMk/>
            <pc:sldMk cId="3385397639" sldId="278"/>
            <ac:spMk id="3" creationId="{C9EDEB07-BDCB-C9CD-78B4-DCA073DC1772}"/>
          </ac:spMkLst>
        </pc:spChg>
        <pc:spChg chg="del">
          <ac:chgData name="Veenis, Sierra" userId="200c9325-9a6d-4db1-8535-3c88a644c387" providerId="ADAL" clId="{3BD8F79D-E646-4F4F-A3B2-892C46CA68A7}" dt="2023-07-14T23:58:27.821" v="35" actId="478"/>
          <ac:spMkLst>
            <pc:docMk/>
            <pc:sldMk cId="3385397639" sldId="278"/>
            <ac:spMk id="4" creationId="{00210221-3F4A-4187-A674-5BB2A5218FDE}"/>
          </ac:spMkLst>
        </pc:spChg>
        <pc:spChg chg="add mod">
          <ac:chgData name="Veenis, Sierra" userId="200c9325-9a6d-4db1-8535-3c88a644c387" providerId="ADAL" clId="{3BD8F79D-E646-4F4F-A3B2-892C46CA68A7}" dt="2023-07-14T23:58:28.033" v="36"/>
          <ac:spMkLst>
            <pc:docMk/>
            <pc:sldMk cId="3385397639" sldId="278"/>
            <ac:spMk id="5" creationId="{A83D8AB4-1BA9-B046-C020-8528D2E0F2DA}"/>
          </ac:spMkLst>
        </pc:spChg>
        <pc:picChg chg="mod">
          <ac:chgData name="Veenis, Sierra" userId="200c9325-9a6d-4db1-8535-3c88a644c387" providerId="ADAL" clId="{3BD8F79D-E646-4F4F-A3B2-892C46CA68A7}" dt="2023-07-14T23:59:56.024" v="61" actId="1076"/>
          <ac:picMkLst>
            <pc:docMk/>
            <pc:sldMk cId="3385397639" sldId="278"/>
            <ac:picMk id="2050" creationId="{5BC01DA3-44BD-42D8-BC93-66D46A23EC97}"/>
          </ac:picMkLst>
        </pc:picChg>
      </pc:sldChg>
      <pc:sldChg chg="addSp delSp modSp mod">
        <pc:chgData name="Veenis, Sierra" userId="200c9325-9a6d-4db1-8535-3c88a644c387" providerId="ADAL" clId="{3BD8F79D-E646-4F4F-A3B2-892C46CA68A7}" dt="2023-07-15T00:00:01.167" v="63" actId="1076"/>
        <pc:sldMkLst>
          <pc:docMk/>
          <pc:sldMk cId="3042564142" sldId="279"/>
        </pc:sldMkLst>
        <pc:spChg chg="add mod">
          <ac:chgData name="Veenis, Sierra" userId="200c9325-9a6d-4db1-8535-3c88a644c387" providerId="ADAL" clId="{3BD8F79D-E646-4F4F-A3B2-892C46CA68A7}" dt="2023-07-14T23:58:31.139" v="38"/>
          <ac:spMkLst>
            <pc:docMk/>
            <pc:sldMk cId="3042564142" sldId="279"/>
            <ac:spMk id="3" creationId="{370581A2-7655-DF7D-25D9-B4F67D66D8F4}"/>
          </ac:spMkLst>
        </pc:spChg>
        <pc:spChg chg="del">
          <ac:chgData name="Veenis, Sierra" userId="200c9325-9a6d-4db1-8535-3c88a644c387" providerId="ADAL" clId="{3BD8F79D-E646-4F4F-A3B2-892C46CA68A7}" dt="2023-07-14T23:58:30.879" v="37" actId="478"/>
          <ac:spMkLst>
            <pc:docMk/>
            <pc:sldMk cId="3042564142" sldId="279"/>
            <ac:spMk id="4" creationId="{00210221-3F4A-4187-A674-5BB2A5218FDE}"/>
          </ac:spMkLst>
        </pc:spChg>
        <pc:spChg chg="add mod">
          <ac:chgData name="Veenis, Sierra" userId="200c9325-9a6d-4db1-8535-3c88a644c387" providerId="ADAL" clId="{3BD8F79D-E646-4F4F-A3B2-892C46CA68A7}" dt="2023-07-14T23:58:31.139" v="38"/>
          <ac:spMkLst>
            <pc:docMk/>
            <pc:sldMk cId="3042564142" sldId="279"/>
            <ac:spMk id="6" creationId="{ECAE08E1-0CCD-42F8-1210-BE712FBEC660}"/>
          </ac:spMkLst>
        </pc:spChg>
        <pc:picChg chg="mod">
          <ac:chgData name="Veenis, Sierra" userId="200c9325-9a6d-4db1-8535-3c88a644c387" providerId="ADAL" clId="{3BD8F79D-E646-4F4F-A3B2-892C46CA68A7}" dt="2023-07-15T00:00:01.167" v="63" actId="1076"/>
          <ac:picMkLst>
            <pc:docMk/>
            <pc:sldMk cId="3042564142" sldId="279"/>
            <ac:picMk id="5" creationId="{C96B8C28-E4EB-4F63-8D81-BA15E6CF271D}"/>
          </ac:picMkLst>
        </pc:picChg>
      </pc:sldChg>
    </pc:docChg>
  </pc:docChgLst>
  <pc:docChgLst>
    <pc:chgData name="Mills, Nicole" userId="635ffad0-149b-4734-875d-ab8f60d68deb" providerId="ADAL" clId="{68815E23-D9BD-4821-AC22-4EB0FCB9CA2E}"/>
    <pc:docChg chg="custSel addSld modSld">
      <pc:chgData name="Mills, Nicole" userId="635ffad0-149b-4734-875d-ab8f60d68deb" providerId="ADAL" clId="{68815E23-D9BD-4821-AC22-4EB0FCB9CA2E}" dt="2022-12-02T20:02:57.548" v="71" actId="20577"/>
      <pc:docMkLst>
        <pc:docMk/>
      </pc:docMkLst>
      <pc:sldChg chg="modSp mod">
        <pc:chgData name="Mills, Nicole" userId="635ffad0-149b-4734-875d-ab8f60d68deb" providerId="ADAL" clId="{68815E23-D9BD-4821-AC22-4EB0FCB9CA2E}" dt="2022-12-02T19:58:55.768" v="3" actId="20577"/>
        <pc:sldMkLst>
          <pc:docMk/>
          <pc:sldMk cId="1482277026" sldId="256"/>
        </pc:sldMkLst>
        <pc:spChg chg="mod">
          <ac:chgData name="Mills, Nicole" userId="635ffad0-149b-4734-875d-ab8f60d68deb" providerId="ADAL" clId="{68815E23-D9BD-4821-AC22-4EB0FCB9CA2E}" dt="2022-12-02T19:58:55.768" v="3" actId="20577"/>
          <ac:spMkLst>
            <pc:docMk/>
            <pc:sldMk cId="1482277026" sldId="256"/>
            <ac:spMk id="2" creationId="{BFFCF5BD-F8FF-4A67-A8B6-EBB21E79279B}"/>
          </ac:spMkLst>
        </pc:spChg>
        <pc:spChg chg="mod">
          <ac:chgData name="Mills, Nicole" userId="635ffad0-149b-4734-875d-ab8f60d68deb" providerId="ADAL" clId="{68815E23-D9BD-4821-AC22-4EB0FCB9CA2E}" dt="2022-12-02T19:58:53.188" v="1" actId="20577"/>
          <ac:spMkLst>
            <pc:docMk/>
            <pc:sldMk cId="1482277026" sldId="256"/>
            <ac:spMk id="3" creationId="{E0FBD98F-3A67-498E-8174-652040DD7B60}"/>
          </ac:spMkLst>
        </pc:spChg>
      </pc:sldChg>
      <pc:sldChg chg="modSp mod">
        <pc:chgData name="Mills, Nicole" userId="635ffad0-149b-4734-875d-ab8f60d68deb" providerId="ADAL" clId="{68815E23-D9BD-4821-AC22-4EB0FCB9CA2E}" dt="2022-12-02T20:00:32.020" v="55" actId="20577"/>
        <pc:sldMkLst>
          <pc:docMk/>
          <pc:sldMk cId="4071305681" sldId="258"/>
        </pc:sldMkLst>
        <pc:spChg chg="mod">
          <ac:chgData name="Mills, Nicole" userId="635ffad0-149b-4734-875d-ab8f60d68deb" providerId="ADAL" clId="{68815E23-D9BD-4821-AC22-4EB0FCB9CA2E}" dt="2022-12-02T20:00:32.020" v="55" actId="20577"/>
          <ac:spMkLst>
            <pc:docMk/>
            <pc:sldMk cId="4071305681" sldId="258"/>
            <ac:spMk id="3" creationId="{392BE286-77A6-49DD-B15D-7E4718D52FE7}"/>
          </ac:spMkLst>
        </pc:spChg>
      </pc:sldChg>
      <pc:sldChg chg="modSp mod">
        <pc:chgData name="Mills, Nicole" userId="635ffad0-149b-4734-875d-ab8f60d68deb" providerId="ADAL" clId="{68815E23-D9BD-4821-AC22-4EB0FCB9CA2E}" dt="2022-12-02T19:59:12.009" v="10" actId="20577"/>
        <pc:sldMkLst>
          <pc:docMk/>
          <pc:sldMk cId="2772527113" sldId="259"/>
        </pc:sldMkLst>
        <pc:spChg chg="mod">
          <ac:chgData name="Mills, Nicole" userId="635ffad0-149b-4734-875d-ab8f60d68deb" providerId="ADAL" clId="{68815E23-D9BD-4821-AC22-4EB0FCB9CA2E}" dt="2022-12-02T19:59:12.009" v="10" actId="20577"/>
          <ac:spMkLst>
            <pc:docMk/>
            <pc:sldMk cId="2772527113" sldId="259"/>
            <ac:spMk id="3" creationId="{8CE08C7F-0286-423B-92F7-DEB89F31111A}"/>
          </ac:spMkLst>
        </pc:spChg>
      </pc:sldChg>
      <pc:sldChg chg="addSp delSp modSp mod delAnim">
        <pc:chgData name="Mills, Nicole" userId="635ffad0-149b-4734-875d-ab8f60d68deb" providerId="ADAL" clId="{68815E23-D9BD-4821-AC22-4EB0FCB9CA2E}" dt="2022-12-02T20:00:11.120" v="52" actId="1076"/>
        <pc:sldMkLst>
          <pc:docMk/>
          <pc:sldMk cId="3493109116" sldId="264"/>
        </pc:sldMkLst>
        <pc:spChg chg="mod">
          <ac:chgData name="Mills, Nicole" userId="635ffad0-149b-4734-875d-ab8f60d68deb" providerId="ADAL" clId="{68815E23-D9BD-4821-AC22-4EB0FCB9CA2E}" dt="2022-12-02T19:59:30.889" v="22" actId="20577"/>
          <ac:spMkLst>
            <pc:docMk/>
            <pc:sldMk cId="3493109116" sldId="264"/>
            <ac:spMk id="2" creationId="{D7836664-70C0-47BA-9BFF-496A04EBBFDE}"/>
          </ac:spMkLst>
        </pc:spChg>
        <pc:graphicFrameChg chg="add mod modGraphic">
          <ac:chgData name="Mills, Nicole" userId="635ffad0-149b-4734-875d-ab8f60d68deb" providerId="ADAL" clId="{68815E23-D9BD-4821-AC22-4EB0FCB9CA2E}" dt="2022-12-02T20:00:11.120" v="52" actId="1076"/>
          <ac:graphicFrameMkLst>
            <pc:docMk/>
            <pc:sldMk cId="3493109116" sldId="264"/>
            <ac:graphicFrameMk id="3" creationId="{F2860C0F-BA53-412B-8826-DAA9A1B29BA9}"/>
          </ac:graphicFrameMkLst>
        </pc:graphicFrameChg>
        <pc:picChg chg="del">
          <ac:chgData name="Mills, Nicole" userId="635ffad0-149b-4734-875d-ab8f60d68deb" providerId="ADAL" clId="{68815E23-D9BD-4821-AC22-4EB0FCB9CA2E}" dt="2022-12-02T19:59:32.599" v="23" actId="478"/>
          <ac:picMkLst>
            <pc:docMk/>
            <pc:sldMk cId="3493109116" sldId="264"/>
            <ac:picMk id="8" creationId="{30ACBC68-CBED-4EAE-ADF7-C74881DE47A9}"/>
          </ac:picMkLst>
        </pc:picChg>
      </pc:sldChg>
      <pc:sldChg chg="addSp delSp modSp mod modAnim">
        <pc:chgData name="Mills, Nicole" userId="635ffad0-149b-4734-875d-ab8f60d68deb" providerId="ADAL" clId="{68815E23-D9BD-4821-AC22-4EB0FCB9CA2E}" dt="2022-12-02T20:02:21.537" v="67" actId="1076"/>
        <pc:sldMkLst>
          <pc:docMk/>
          <pc:sldMk cId="1936015983" sldId="266"/>
        </pc:sldMkLst>
        <pc:spChg chg="mod">
          <ac:chgData name="Mills, Nicole" userId="635ffad0-149b-4734-875d-ab8f60d68deb" providerId="ADAL" clId="{68815E23-D9BD-4821-AC22-4EB0FCB9CA2E}" dt="2022-12-02T20:01:56.224" v="61" actId="20577"/>
          <ac:spMkLst>
            <pc:docMk/>
            <pc:sldMk cId="1936015983" sldId="266"/>
            <ac:spMk id="2" creationId="{9AFB837C-3E07-4129-B371-9F5CA97D5605}"/>
          </ac:spMkLst>
        </pc:spChg>
        <pc:spChg chg="del">
          <ac:chgData name="Mills, Nicole" userId="635ffad0-149b-4734-875d-ab8f60d68deb" providerId="ADAL" clId="{68815E23-D9BD-4821-AC22-4EB0FCB9CA2E}" dt="2022-12-02T20:01:59.269" v="62" actId="478"/>
          <ac:spMkLst>
            <pc:docMk/>
            <pc:sldMk cId="1936015983" sldId="266"/>
            <ac:spMk id="3" creationId="{49F2A5AF-3C0B-4968-A438-E435325199EA}"/>
          </ac:spMkLst>
        </pc:spChg>
        <pc:spChg chg="add del mod">
          <ac:chgData name="Mills, Nicole" userId="635ffad0-149b-4734-875d-ab8f60d68deb" providerId="ADAL" clId="{68815E23-D9BD-4821-AC22-4EB0FCB9CA2E}" dt="2022-12-02T20:02:02.987" v="63" actId="478"/>
          <ac:spMkLst>
            <pc:docMk/>
            <pc:sldMk cId="1936015983" sldId="266"/>
            <ac:spMk id="6" creationId="{9942CCE9-E455-4AE7-98D9-9E58C4FB375A}"/>
          </ac:spMkLst>
        </pc:spChg>
        <pc:picChg chg="add mod">
          <ac:chgData name="Mills, Nicole" userId="635ffad0-149b-4734-875d-ab8f60d68deb" providerId="ADAL" clId="{68815E23-D9BD-4821-AC22-4EB0FCB9CA2E}" dt="2022-12-02T20:02:21.537" v="67" actId="1076"/>
          <ac:picMkLst>
            <pc:docMk/>
            <pc:sldMk cId="1936015983" sldId="266"/>
            <ac:picMk id="7" creationId="{F7D056D4-0C3A-4150-A5CC-092E54C1C8FD}"/>
          </ac:picMkLst>
        </pc:picChg>
      </pc:sldChg>
      <pc:sldChg chg="modSp add mod">
        <pc:chgData name="Mills, Nicole" userId="635ffad0-149b-4734-875d-ab8f60d68deb" providerId="ADAL" clId="{68815E23-D9BD-4821-AC22-4EB0FCB9CA2E}" dt="2022-12-02T20:02:57.548" v="71" actId="20577"/>
        <pc:sldMkLst>
          <pc:docMk/>
          <pc:sldMk cId="2313533111" sldId="267"/>
        </pc:sldMkLst>
        <pc:spChg chg="mod">
          <ac:chgData name="Mills, Nicole" userId="635ffad0-149b-4734-875d-ab8f60d68deb" providerId="ADAL" clId="{68815E23-D9BD-4821-AC22-4EB0FCB9CA2E}" dt="2022-12-02T20:02:57.548" v="71" actId="20577"/>
          <ac:spMkLst>
            <pc:docMk/>
            <pc:sldMk cId="2313533111" sldId="267"/>
            <ac:spMk id="3" creationId="{49F2A5AF-3C0B-4968-A438-E435325199EA}"/>
          </ac:spMkLst>
        </pc:spChg>
      </pc:sldChg>
    </pc:docChg>
  </pc:docChgLst>
  <pc:docChgLst>
    <pc:chgData name="Veenis, Sierra" userId="S::sveenis@rti.org::200c9325-9a6d-4db1-8535-3c88a644c387" providerId="AD" clId="Web-{D38B0B5D-E132-9168-E83D-66C3E5CE7999}"/>
    <pc:docChg chg="modSld">
      <pc:chgData name="Veenis, Sierra" userId="S::sveenis@rti.org::200c9325-9a6d-4db1-8535-3c88a644c387" providerId="AD" clId="Web-{D38B0B5D-E132-9168-E83D-66C3E5CE7999}" dt="2023-07-14T23:30:55.296" v="2" actId="20577"/>
      <pc:docMkLst>
        <pc:docMk/>
      </pc:docMkLst>
      <pc:sldChg chg="modSp">
        <pc:chgData name="Veenis, Sierra" userId="S::sveenis@rti.org::200c9325-9a6d-4db1-8535-3c88a644c387" providerId="AD" clId="Web-{D38B0B5D-E132-9168-E83D-66C3E5CE7999}" dt="2023-07-14T23:30:55.296" v="2" actId="20577"/>
        <pc:sldMkLst>
          <pc:docMk/>
          <pc:sldMk cId="2772527113" sldId="259"/>
        </pc:sldMkLst>
        <pc:spChg chg="mod">
          <ac:chgData name="Veenis, Sierra" userId="S::sveenis@rti.org::200c9325-9a6d-4db1-8535-3c88a644c387" providerId="AD" clId="Web-{D38B0B5D-E132-9168-E83D-66C3E5CE7999}" dt="2023-07-14T23:30:55.296" v="2" actId="20577"/>
          <ac:spMkLst>
            <pc:docMk/>
            <pc:sldMk cId="2772527113" sldId="259"/>
            <ac:spMk id="3" creationId="{8CE08C7F-0286-423B-92F7-DEB89F31111A}"/>
          </ac:spMkLst>
        </pc:spChg>
      </pc:sldChg>
    </pc:docChg>
  </pc:docChgLst>
  <pc:docChgLst>
    <pc:chgData name="Mills, Nicole" userId="635ffad0-149b-4734-875d-ab8f60d68deb" providerId="ADAL" clId="{BA8238B6-80EA-4CD7-B4F3-169FC1A13CB7}"/>
    <pc:docChg chg="undo redo custSel addSld delSld modSld">
      <pc:chgData name="Mills, Nicole" userId="635ffad0-149b-4734-875d-ab8f60d68deb" providerId="ADAL" clId="{BA8238B6-80EA-4CD7-B4F3-169FC1A13CB7}" dt="2023-01-05T14:46:59.188" v="184" actId="14100"/>
      <pc:docMkLst>
        <pc:docMk/>
      </pc:docMkLst>
      <pc:sldChg chg="modSp mod">
        <pc:chgData name="Mills, Nicole" userId="635ffad0-149b-4734-875d-ab8f60d68deb" providerId="ADAL" clId="{BA8238B6-80EA-4CD7-B4F3-169FC1A13CB7}" dt="2023-01-05T14:40:56.187" v="2"/>
        <pc:sldMkLst>
          <pc:docMk/>
          <pc:sldMk cId="1482277026" sldId="256"/>
        </pc:sldMkLst>
        <pc:spChg chg="mod">
          <ac:chgData name="Mills, Nicole" userId="635ffad0-149b-4734-875d-ab8f60d68deb" providerId="ADAL" clId="{BA8238B6-80EA-4CD7-B4F3-169FC1A13CB7}" dt="2023-01-05T14:40:52.481" v="1" actId="20577"/>
          <ac:spMkLst>
            <pc:docMk/>
            <pc:sldMk cId="1482277026" sldId="256"/>
            <ac:spMk id="2" creationId="{BFFCF5BD-F8FF-4A67-A8B6-EBB21E79279B}"/>
          </ac:spMkLst>
        </pc:spChg>
        <pc:spChg chg="mod">
          <ac:chgData name="Mills, Nicole" userId="635ffad0-149b-4734-875d-ab8f60d68deb" providerId="ADAL" clId="{BA8238B6-80EA-4CD7-B4F3-169FC1A13CB7}" dt="2023-01-05T14:40:56.187" v="2"/>
          <ac:spMkLst>
            <pc:docMk/>
            <pc:sldMk cId="1482277026" sldId="256"/>
            <ac:spMk id="3" creationId="{E0FBD98F-3A67-498E-8174-652040DD7B60}"/>
          </ac:spMkLst>
        </pc:spChg>
      </pc:sldChg>
      <pc:sldChg chg="modSp mod">
        <pc:chgData name="Mills, Nicole" userId="635ffad0-149b-4734-875d-ab8f60d68deb" providerId="ADAL" clId="{BA8238B6-80EA-4CD7-B4F3-169FC1A13CB7}" dt="2023-01-05T14:41:27.551" v="8"/>
        <pc:sldMkLst>
          <pc:docMk/>
          <pc:sldMk cId="4071305681" sldId="258"/>
        </pc:sldMkLst>
        <pc:spChg chg="mod">
          <ac:chgData name="Mills, Nicole" userId="635ffad0-149b-4734-875d-ab8f60d68deb" providerId="ADAL" clId="{BA8238B6-80EA-4CD7-B4F3-169FC1A13CB7}" dt="2023-01-05T14:41:27.551" v="8"/>
          <ac:spMkLst>
            <pc:docMk/>
            <pc:sldMk cId="4071305681" sldId="258"/>
            <ac:spMk id="3" creationId="{392BE286-77A6-49DD-B15D-7E4718D52FE7}"/>
          </ac:spMkLst>
        </pc:spChg>
      </pc:sldChg>
      <pc:sldChg chg="modSp mod">
        <pc:chgData name="Mills, Nicole" userId="635ffad0-149b-4734-875d-ab8f60d68deb" providerId="ADAL" clId="{BA8238B6-80EA-4CD7-B4F3-169FC1A13CB7}" dt="2023-01-05T14:41:16.358" v="7" actId="20577"/>
        <pc:sldMkLst>
          <pc:docMk/>
          <pc:sldMk cId="2772527113" sldId="259"/>
        </pc:sldMkLst>
        <pc:spChg chg="mod">
          <ac:chgData name="Mills, Nicole" userId="635ffad0-149b-4734-875d-ab8f60d68deb" providerId="ADAL" clId="{BA8238B6-80EA-4CD7-B4F3-169FC1A13CB7}" dt="2023-01-05T14:41:16.358" v="7" actId="20577"/>
          <ac:spMkLst>
            <pc:docMk/>
            <pc:sldMk cId="2772527113" sldId="259"/>
            <ac:spMk id="3" creationId="{8CE08C7F-0286-423B-92F7-DEB89F31111A}"/>
          </ac:spMkLst>
        </pc:spChg>
      </pc:sldChg>
      <pc:sldChg chg="modSp mod">
        <pc:chgData name="Mills, Nicole" userId="635ffad0-149b-4734-875d-ab8f60d68deb" providerId="ADAL" clId="{BA8238B6-80EA-4CD7-B4F3-169FC1A13CB7}" dt="2023-01-05T14:41:50.826" v="16" actId="403"/>
        <pc:sldMkLst>
          <pc:docMk/>
          <pc:sldMk cId="3493109116" sldId="264"/>
        </pc:sldMkLst>
        <pc:graphicFrameChg chg="mod modGraphic">
          <ac:chgData name="Mills, Nicole" userId="635ffad0-149b-4734-875d-ab8f60d68deb" providerId="ADAL" clId="{BA8238B6-80EA-4CD7-B4F3-169FC1A13CB7}" dt="2023-01-05T14:41:50.826" v="16" actId="403"/>
          <ac:graphicFrameMkLst>
            <pc:docMk/>
            <pc:sldMk cId="3493109116" sldId="264"/>
            <ac:graphicFrameMk id="3" creationId="{F2860C0F-BA53-412B-8826-DAA9A1B29BA9}"/>
          </ac:graphicFrameMkLst>
        </pc:graphicFrameChg>
      </pc:sldChg>
      <pc:sldChg chg="addSp delSp modSp add del mod">
        <pc:chgData name="Mills, Nicole" userId="635ffad0-149b-4734-875d-ab8f60d68deb" providerId="ADAL" clId="{BA8238B6-80EA-4CD7-B4F3-169FC1A13CB7}" dt="2023-01-05T14:44:26.264" v="90" actId="1076"/>
        <pc:sldMkLst>
          <pc:docMk/>
          <pc:sldMk cId="1936015983" sldId="266"/>
        </pc:sldMkLst>
        <pc:spChg chg="mod">
          <ac:chgData name="Mills, Nicole" userId="635ffad0-149b-4734-875d-ab8f60d68deb" providerId="ADAL" clId="{BA8238B6-80EA-4CD7-B4F3-169FC1A13CB7}" dt="2023-01-05T14:44:26.264" v="90" actId="1076"/>
          <ac:spMkLst>
            <pc:docMk/>
            <pc:sldMk cId="1936015983" sldId="266"/>
            <ac:spMk id="2" creationId="{9AFB837C-3E07-4129-B371-9F5CA97D5605}"/>
          </ac:spMkLst>
        </pc:spChg>
        <pc:spChg chg="del">
          <ac:chgData name="Mills, Nicole" userId="635ffad0-149b-4734-875d-ab8f60d68deb" providerId="ADAL" clId="{BA8238B6-80EA-4CD7-B4F3-169FC1A13CB7}" dt="2023-01-05T14:42:38.491" v="59" actId="478"/>
          <ac:spMkLst>
            <pc:docMk/>
            <pc:sldMk cId="1936015983" sldId="266"/>
            <ac:spMk id="6" creationId="{0FF8D460-EF1C-4294-87F0-2081A67D40B1}"/>
          </ac:spMkLst>
        </pc:spChg>
        <pc:graphicFrameChg chg="add mod modGraphic">
          <ac:chgData name="Mills, Nicole" userId="635ffad0-149b-4734-875d-ab8f60d68deb" providerId="ADAL" clId="{BA8238B6-80EA-4CD7-B4F3-169FC1A13CB7}" dt="2023-01-05T14:43:34.077" v="76" actId="113"/>
          <ac:graphicFrameMkLst>
            <pc:docMk/>
            <pc:sldMk cId="1936015983" sldId="266"/>
            <ac:graphicFrameMk id="3" creationId="{ED3728B0-209C-4DF5-B27D-EBAF62A2ED42}"/>
          </ac:graphicFrameMkLst>
        </pc:graphicFrameChg>
      </pc:sldChg>
      <pc:sldChg chg="modSp mod">
        <pc:chgData name="Mills, Nicole" userId="635ffad0-149b-4734-875d-ab8f60d68deb" providerId="ADAL" clId="{BA8238B6-80EA-4CD7-B4F3-169FC1A13CB7}" dt="2023-01-05T14:46:59.188" v="184" actId="14100"/>
        <pc:sldMkLst>
          <pc:docMk/>
          <pc:sldMk cId="2313533111" sldId="267"/>
        </pc:sldMkLst>
        <pc:spChg chg="mod">
          <ac:chgData name="Mills, Nicole" userId="635ffad0-149b-4734-875d-ab8f60d68deb" providerId="ADAL" clId="{BA8238B6-80EA-4CD7-B4F3-169FC1A13CB7}" dt="2023-01-05T14:46:59.188" v="184" actId="14100"/>
          <ac:spMkLst>
            <pc:docMk/>
            <pc:sldMk cId="2313533111" sldId="267"/>
            <ac:spMk id="3" creationId="{49F2A5AF-3C0B-4968-A438-E435325199EA}"/>
          </ac:spMkLst>
        </pc:spChg>
      </pc:sldChg>
      <pc:sldChg chg="add del">
        <pc:chgData name="Mills, Nicole" userId="635ffad0-149b-4734-875d-ab8f60d68deb" providerId="ADAL" clId="{BA8238B6-80EA-4CD7-B4F3-169FC1A13CB7}" dt="2023-01-05T14:44:28.552" v="91" actId="47"/>
        <pc:sldMkLst>
          <pc:docMk/>
          <pc:sldMk cId="687916227" sldId="268"/>
        </pc:sldMkLst>
      </pc:sldChg>
      <pc:sldChg chg="addSp delSp modSp add mod">
        <pc:chgData name="Mills, Nicole" userId="635ffad0-149b-4734-875d-ab8f60d68deb" providerId="ADAL" clId="{BA8238B6-80EA-4CD7-B4F3-169FC1A13CB7}" dt="2023-01-05T14:45:18.847" v="156" actId="14100"/>
        <pc:sldMkLst>
          <pc:docMk/>
          <pc:sldMk cId="1815750250" sldId="268"/>
        </pc:sldMkLst>
        <pc:spChg chg="mod">
          <ac:chgData name="Mills, Nicole" userId="635ffad0-149b-4734-875d-ab8f60d68deb" providerId="ADAL" clId="{BA8238B6-80EA-4CD7-B4F3-169FC1A13CB7}" dt="2023-01-05T14:45:00.460" v="149" actId="20577"/>
          <ac:spMkLst>
            <pc:docMk/>
            <pc:sldMk cId="1815750250" sldId="268"/>
            <ac:spMk id="2" creationId="{9AFB837C-3E07-4129-B371-9F5CA97D5605}"/>
          </ac:spMkLst>
        </pc:spChg>
        <pc:spChg chg="add mod">
          <ac:chgData name="Mills, Nicole" userId="635ffad0-149b-4734-875d-ab8f60d68deb" providerId="ADAL" clId="{BA8238B6-80EA-4CD7-B4F3-169FC1A13CB7}" dt="2023-01-05T14:45:18.847" v="156" actId="14100"/>
          <ac:spMkLst>
            <pc:docMk/>
            <pc:sldMk cId="1815750250" sldId="268"/>
            <ac:spMk id="6" creationId="{D7FF49D8-B932-4D38-A62C-4C973617E4E5}"/>
          </ac:spMkLst>
        </pc:spChg>
        <pc:graphicFrameChg chg="del">
          <ac:chgData name="Mills, Nicole" userId="635ffad0-149b-4734-875d-ab8f60d68deb" providerId="ADAL" clId="{BA8238B6-80EA-4CD7-B4F3-169FC1A13CB7}" dt="2023-01-05T14:44:48.696" v="99" actId="478"/>
          <ac:graphicFrameMkLst>
            <pc:docMk/>
            <pc:sldMk cId="1815750250" sldId="268"/>
            <ac:graphicFrameMk id="3" creationId="{ED3728B0-209C-4DF5-B27D-EBAF62A2ED42}"/>
          </ac:graphicFrameMkLst>
        </pc:graphicFrameChg>
      </pc:sldChg>
      <pc:sldChg chg="add del">
        <pc:chgData name="Mills, Nicole" userId="635ffad0-149b-4734-875d-ab8f60d68deb" providerId="ADAL" clId="{BA8238B6-80EA-4CD7-B4F3-169FC1A13CB7}" dt="2023-01-05T14:44:30.044" v="92" actId="47"/>
        <pc:sldMkLst>
          <pc:docMk/>
          <pc:sldMk cId="3710952636" sldId="269"/>
        </pc:sldMkLst>
      </pc:sldChg>
      <pc:sldChg chg="add del">
        <pc:chgData name="Mills, Nicole" userId="635ffad0-149b-4734-875d-ab8f60d68deb" providerId="ADAL" clId="{BA8238B6-80EA-4CD7-B4F3-169FC1A13CB7}" dt="2023-01-05T14:44:31.609" v="93" actId="47"/>
        <pc:sldMkLst>
          <pc:docMk/>
          <pc:sldMk cId="3082515101" sldId="270"/>
        </pc:sldMkLst>
      </pc:sldChg>
      <pc:sldChg chg="add del">
        <pc:chgData name="Mills, Nicole" userId="635ffad0-149b-4734-875d-ab8f60d68deb" providerId="ADAL" clId="{BA8238B6-80EA-4CD7-B4F3-169FC1A13CB7}" dt="2023-01-05T14:44:32.739" v="94" actId="47"/>
        <pc:sldMkLst>
          <pc:docMk/>
          <pc:sldMk cId="2866561618" sldId="271"/>
        </pc:sldMkLst>
      </pc:sldChg>
      <pc:sldChg chg="del">
        <pc:chgData name="Mills, Nicole" userId="635ffad0-149b-4734-875d-ab8f60d68deb" providerId="ADAL" clId="{BA8238B6-80EA-4CD7-B4F3-169FC1A13CB7}" dt="2023-01-05T14:44:34.195" v="95" actId="47"/>
        <pc:sldMkLst>
          <pc:docMk/>
          <pc:sldMk cId="3902368305" sldId="272"/>
        </pc:sldMkLst>
      </pc:sldChg>
      <pc:sldChg chg="del">
        <pc:chgData name="Mills, Nicole" userId="635ffad0-149b-4734-875d-ab8f60d68deb" providerId="ADAL" clId="{BA8238B6-80EA-4CD7-B4F3-169FC1A13CB7}" dt="2023-01-05T14:44:35.281" v="96" actId="47"/>
        <pc:sldMkLst>
          <pc:docMk/>
          <pc:sldMk cId="565676143" sldId="273"/>
        </pc:sldMkLst>
      </pc:sldChg>
      <pc:sldChg chg="del">
        <pc:chgData name="Mills, Nicole" userId="635ffad0-149b-4734-875d-ab8f60d68deb" providerId="ADAL" clId="{BA8238B6-80EA-4CD7-B4F3-169FC1A13CB7}" dt="2023-01-05T14:44:36.662" v="97" actId="47"/>
        <pc:sldMkLst>
          <pc:docMk/>
          <pc:sldMk cId="919562121" sldId="274"/>
        </pc:sldMkLst>
      </pc:sldChg>
    </pc:docChg>
  </pc:docChgLst>
  <pc:docChgLst>
    <pc:chgData name="Mills, Nicole" userId="635ffad0-149b-4734-875d-ab8f60d68deb" providerId="ADAL" clId="{9477D9E8-968F-4270-8D87-CCB28EE4139C}"/>
    <pc:docChg chg="custSel addSld delSld modSld">
      <pc:chgData name="Mills, Nicole" userId="635ffad0-149b-4734-875d-ab8f60d68deb" providerId="ADAL" clId="{9477D9E8-968F-4270-8D87-CCB28EE4139C}" dt="2023-01-05T18:35:50.411" v="426" actId="1076"/>
      <pc:docMkLst>
        <pc:docMk/>
      </pc:docMkLst>
      <pc:sldChg chg="modSp mod">
        <pc:chgData name="Mills, Nicole" userId="635ffad0-149b-4734-875d-ab8f60d68deb" providerId="ADAL" clId="{9477D9E8-968F-4270-8D87-CCB28EE4139C}" dt="2023-01-05T18:28:09.743" v="5" actId="27636"/>
        <pc:sldMkLst>
          <pc:docMk/>
          <pc:sldMk cId="1482277026" sldId="256"/>
        </pc:sldMkLst>
        <pc:spChg chg="mod">
          <ac:chgData name="Mills, Nicole" userId="635ffad0-149b-4734-875d-ab8f60d68deb" providerId="ADAL" clId="{9477D9E8-968F-4270-8D87-CCB28EE4139C}" dt="2023-01-05T18:27:58.749" v="1" actId="20577"/>
          <ac:spMkLst>
            <pc:docMk/>
            <pc:sldMk cId="1482277026" sldId="256"/>
            <ac:spMk id="2" creationId="{BFFCF5BD-F8FF-4A67-A8B6-EBB21E79279B}"/>
          </ac:spMkLst>
        </pc:spChg>
        <pc:spChg chg="mod">
          <ac:chgData name="Mills, Nicole" userId="635ffad0-149b-4734-875d-ab8f60d68deb" providerId="ADAL" clId="{9477D9E8-968F-4270-8D87-CCB28EE4139C}" dt="2023-01-05T18:28:09.743" v="5" actId="27636"/>
          <ac:spMkLst>
            <pc:docMk/>
            <pc:sldMk cId="1482277026" sldId="256"/>
            <ac:spMk id="3" creationId="{E0FBD98F-3A67-498E-8174-652040DD7B60}"/>
          </ac:spMkLst>
        </pc:spChg>
      </pc:sldChg>
      <pc:sldChg chg="modSp mod">
        <pc:chgData name="Mills, Nicole" userId="635ffad0-149b-4734-875d-ab8f60d68deb" providerId="ADAL" clId="{9477D9E8-968F-4270-8D87-CCB28EE4139C}" dt="2023-01-05T18:29:20.372" v="23" actId="27636"/>
        <pc:sldMkLst>
          <pc:docMk/>
          <pc:sldMk cId="4071305681" sldId="258"/>
        </pc:sldMkLst>
        <pc:spChg chg="mod">
          <ac:chgData name="Mills, Nicole" userId="635ffad0-149b-4734-875d-ab8f60d68deb" providerId="ADAL" clId="{9477D9E8-968F-4270-8D87-CCB28EE4139C}" dt="2023-01-05T18:29:10.234" v="16" actId="1076"/>
          <ac:spMkLst>
            <pc:docMk/>
            <pc:sldMk cId="4071305681" sldId="258"/>
            <ac:spMk id="2" creationId="{2F03F004-EE4F-44F2-AA0E-56B8CFF11342}"/>
          </ac:spMkLst>
        </pc:spChg>
        <pc:spChg chg="mod">
          <ac:chgData name="Mills, Nicole" userId="635ffad0-149b-4734-875d-ab8f60d68deb" providerId="ADAL" clId="{9477D9E8-968F-4270-8D87-CCB28EE4139C}" dt="2023-01-05T18:29:20.372" v="23" actId="27636"/>
          <ac:spMkLst>
            <pc:docMk/>
            <pc:sldMk cId="4071305681" sldId="258"/>
            <ac:spMk id="3" creationId="{392BE286-77A6-49DD-B15D-7E4718D52FE7}"/>
          </ac:spMkLst>
        </pc:spChg>
      </pc:sldChg>
      <pc:sldChg chg="modSp mod">
        <pc:chgData name="Mills, Nicole" userId="635ffad0-149b-4734-875d-ab8f60d68deb" providerId="ADAL" clId="{9477D9E8-968F-4270-8D87-CCB28EE4139C}" dt="2023-01-05T18:28:48.444" v="13" actId="20577"/>
        <pc:sldMkLst>
          <pc:docMk/>
          <pc:sldMk cId="2772527113" sldId="259"/>
        </pc:sldMkLst>
        <pc:spChg chg="mod">
          <ac:chgData name="Mills, Nicole" userId="635ffad0-149b-4734-875d-ab8f60d68deb" providerId="ADAL" clId="{9477D9E8-968F-4270-8D87-CCB28EE4139C}" dt="2023-01-05T18:28:48.444" v="13" actId="20577"/>
          <ac:spMkLst>
            <pc:docMk/>
            <pc:sldMk cId="2772527113" sldId="259"/>
            <ac:spMk id="3" creationId="{8CE08C7F-0286-423B-92F7-DEB89F31111A}"/>
          </ac:spMkLst>
        </pc:spChg>
      </pc:sldChg>
      <pc:sldChg chg="modSp mod">
        <pc:chgData name="Mills, Nicole" userId="635ffad0-149b-4734-875d-ab8f60d68deb" providerId="ADAL" clId="{9477D9E8-968F-4270-8D87-CCB28EE4139C}" dt="2023-01-05T18:29:43.070" v="31" actId="403"/>
        <pc:sldMkLst>
          <pc:docMk/>
          <pc:sldMk cId="3493109116" sldId="264"/>
        </pc:sldMkLst>
        <pc:graphicFrameChg chg="mod modGraphic">
          <ac:chgData name="Mills, Nicole" userId="635ffad0-149b-4734-875d-ab8f60d68deb" providerId="ADAL" clId="{9477D9E8-968F-4270-8D87-CCB28EE4139C}" dt="2023-01-05T18:29:43.070" v="31" actId="403"/>
          <ac:graphicFrameMkLst>
            <pc:docMk/>
            <pc:sldMk cId="3493109116" sldId="264"/>
            <ac:graphicFrameMk id="3" creationId="{F2860C0F-BA53-412B-8826-DAA9A1B29BA9}"/>
          </ac:graphicFrameMkLst>
        </pc:graphicFrameChg>
      </pc:sldChg>
      <pc:sldChg chg="del">
        <pc:chgData name="Mills, Nicole" userId="635ffad0-149b-4734-875d-ab8f60d68deb" providerId="ADAL" clId="{9477D9E8-968F-4270-8D87-CCB28EE4139C}" dt="2023-01-05T18:29:57.730" v="32" actId="2696"/>
        <pc:sldMkLst>
          <pc:docMk/>
          <pc:sldMk cId="1936015983" sldId="266"/>
        </pc:sldMkLst>
      </pc:sldChg>
      <pc:sldChg chg="modSp mod">
        <pc:chgData name="Mills, Nicole" userId="635ffad0-149b-4734-875d-ab8f60d68deb" providerId="ADAL" clId="{9477D9E8-968F-4270-8D87-CCB28EE4139C}" dt="2023-01-05T18:30:19.617" v="77"/>
        <pc:sldMkLst>
          <pc:docMk/>
          <pc:sldMk cId="1815750250" sldId="268"/>
        </pc:sldMkLst>
        <pc:spChg chg="mod">
          <ac:chgData name="Mills, Nicole" userId="635ffad0-149b-4734-875d-ab8f60d68deb" providerId="ADAL" clId="{9477D9E8-968F-4270-8D87-CCB28EE4139C}" dt="2023-01-05T18:30:10.013" v="76" actId="20577"/>
          <ac:spMkLst>
            <pc:docMk/>
            <pc:sldMk cId="1815750250" sldId="268"/>
            <ac:spMk id="2" creationId="{9AFB837C-3E07-4129-B371-9F5CA97D5605}"/>
          </ac:spMkLst>
        </pc:spChg>
        <pc:spChg chg="mod">
          <ac:chgData name="Mills, Nicole" userId="635ffad0-149b-4734-875d-ab8f60d68deb" providerId="ADAL" clId="{9477D9E8-968F-4270-8D87-CCB28EE4139C}" dt="2023-01-05T18:30:19.617" v="77"/>
          <ac:spMkLst>
            <pc:docMk/>
            <pc:sldMk cId="1815750250" sldId="268"/>
            <ac:spMk id="6" creationId="{D7FF49D8-B932-4D38-A62C-4C973617E4E5}"/>
          </ac:spMkLst>
        </pc:spChg>
      </pc:sldChg>
      <pc:sldChg chg="modSp add mod">
        <pc:chgData name="Mills, Nicole" userId="635ffad0-149b-4734-875d-ab8f60d68deb" providerId="ADAL" clId="{9477D9E8-968F-4270-8D87-CCB28EE4139C}" dt="2023-01-05T18:31:39.942" v="244" actId="20577"/>
        <pc:sldMkLst>
          <pc:docMk/>
          <pc:sldMk cId="2254463155" sldId="269"/>
        </pc:sldMkLst>
        <pc:spChg chg="mod">
          <ac:chgData name="Mills, Nicole" userId="635ffad0-149b-4734-875d-ab8f60d68deb" providerId="ADAL" clId="{9477D9E8-968F-4270-8D87-CCB28EE4139C}" dt="2023-01-05T18:30:56.700" v="102" actId="20577"/>
          <ac:spMkLst>
            <pc:docMk/>
            <pc:sldMk cId="2254463155" sldId="269"/>
            <ac:spMk id="2" creationId="{9AFB837C-3E07-4129-B371-9F5CA97D5605}"/>
          </ac:spMkLst>
        </pc:spChg>
        <pc:spChg chg="mod">
          <ac:chgData name="Mills, Nicole" userId="635ffad0-149b-4734-875d-ab8f60d68deb" providerId="ADAL" clId="{9477D9E8-968F-4270-8D87-CCB28EE4139C}" dt="2023-01-05T18:31:39.942" v="244" actId="20577"/>
          <ac:spMkLst>
            <pc:docMk/>
            <pc:sldMk cId="2254463155" sldId="269"/>
            <ac:spMk id="6" creationId="{D7FF49D8-B932-4D38-A62C-4C973617E4E5}"/>
          </ac:spMkLst>
        </pc:spChg>
      </pc:sldChg>
      <pc:sldChg chg="addSp delSp modSp add mod">
        <pc:chgData name="Mills, Nicole" userId="635ffad0-149b-4734-875d-ab8f60d68deb" providerId="ADAL" clId="{9477D9E8-968F-4270-8D87-CCB28EE4139C}" dt="2023-01-05T18:32:40.377" v="301" actId="1076"/>
        <pc:sldMkLst>
          <pc:docMk/>
          <pc:sldMk cId="1381754188" sldId="270"/>
        </pc:sldMkLst>
        <pc:spChg chg="mod">
          <ac:chgData name="Mills, Nicole" userId="635ffad0-149b-4734-875d-ab8f60d68deb" providerId="ADAL" clId="{9477D9E8-968F-4270-8D87-CCB28EE4139C}" dt="2023-01-05T18:32:07.461" v="287" actId="6549"/>
          <ac:spMkLst>
            <pc:docMk/>
            <pc:sldMk cId="1381754188" sldId="270"/>
            <ac:spMk id="2" creationId="{9AFB837C-3E07-4129-B371-9F5CA97D5605}"/>
          </ac:spMkLst>
        </pc:spChg>
        <pc:spChg chg="del">
          <ac:chgData name="Mills, Nicole" userId="635ffad0-149b-4734-875d-ab8f60d68deb" providerId="ADAL" clId="{9477D9E8-968F-4270-8D87-CCB28EE4139C}" dt="2023-01-05T18:32:09.957" v="288" actId="478"/>
          <ac:spMkLst>
            <pc:docMk/>
            <pc:sldMk cId="1381754188" sldId="270"/>
            <ac:spMk id="6" creationId="{D7FF49D8-B932-4D38-A62C-4C973617E4E5}"/>
          </ac:spMkLst>
        </pc:spChg>
        <pc:spChg chg="add mod">
          <ac:chgData name="Mills, Nicole" userId="635ffad0-149b-4734-875d-ab8f60d68deb" providerId="ADAL" clId="{9477D9E8-968F-4270-8D87-CCB28EE4139C}" dt="2023-01-05T18:32:40.377" v="301" actId="1076"/>
          <ac:spMkLst>
            <pc:docMk/>
            <pc:sldMk cId="1381754188" sldId="270"/>
            <ac:spMk id="7" creationId="{7D9B2B65-8687-4175-93B2-477DB8137129}"/>
          </ac:spMkLst>
        </pc:spChg>
        <pc:picChg chg="add mod">
          <ac:chgData name="Mills, Nicole" userId="635ffad0-149b-4734-875d-ab8f60d68deb" providerId="ADAL" clId="{9477D9E8-968F-4270-8D87-CCB28EE4139C}" dt="2023-01-05T18:32:20.690" v="294" actId="1076"/>
          <ac:picMkLst>
            <pc:docMk/>
            <pc:sldMk cId="1381754188" sldId="270"/>
            <ac:picMk id="5" creationId="{0AB50D4C-B15C-4865-BE9F-E454F434194F}"/>
          </ac:picMkLst>
        </pc:picChg>
      </pc:sldChg>
      <pc:sldChg chg="addSp delSp modSp add mod">
        <pc:chgData name="Mills, Nicole" userId="635ffad0-149b-4734-875d-ab8f60d68deb" providerId="ADAL" clId="{9477D9E8-968F-4270-8D87-CCB28EE4139C}" dt="2023-01-05T18:33:01.745" v="307" actId="1076"/>
        <pc:sldMkLst>
          <pc:docMk/>
          <pc:sldMk cId="3325659327" sldId="271"/>
        </pc:sldMkLst>
        <pc:picChg chg="del">
          <ac:chgData name="Mills, Nicole" userId="635ffad0-149b-4734-875d-ab8f60d68deb" providerId="ADAL" clId="{9477D9E8-968F-4270-8D87-CCB28EE4139C}" dt="2023-01-05T18:32:54.571" v="303" actId="478"/>
          <ac:picMkLst>
            <pc:docMk/>
            <pc:sldMk cId="3325659327" sldId="271"/>
            <ac:picMk id="5" creationId="{0AB50D4C-B15C-4865-BE9F-E454F434194F}"/>
          </ac:picMkLst>
        </pc:picChg>
        <pc:picChg chg="add mod">
          <ac:chgData name="Mills, Nicole" userId="635ffad0-149b-4734-875d-ab8f60d68deb" providerId="ADAL" clId="{9477D9E8-968F-4270-8D87-CCB28EE4139C}" dt="2023-01-05T18:33:01.745" v="307" actId="1076"/>
          <ac:picMkLst>
            <pc:docMk/>
            <pc:sldMk cId="3325659327" sldId="271"/>
            <ac:picMk id="6" creationId="{0AFBAA20-B86C-4FDC-B7D2-ABFA3156D424}"/>
          </ac:picMkLst>
        </pc:picChg>
      </pc:sldChg>
      <pc:sldChg chg="addSp delSp modSp add mod">
        <pc:chgData name="Mills, Nicole" userId="635ffad0-149b-4734-875d-ab8f60d68deb" providerId="ADAL" clId="{9477D9E8-968F-4270-8D87-CCB28EE4139C}" dt="2023-01-05T18:34:03.426" v="357" actId="1076"/>
        <pc:sldMkLst>
          <pc:docMk/>
          <pc:sldMk cId="3147981723" sldId="272"/>
        </pc:sldMkLst>
        <pc:spChg chg="mod">
          <ac:chgData name="Mills, Nicole" userId="635ffad0-149b-4734-875d-ab8f60d68deb" providerId="ADAL" clId="{9477D9E8-968F-4270-8D87-CCB28EE4139C}" dt="2023-01-05T18:33:30.789" v="334" actId="20577"/>
          <ac:spMkLst>
            <pc:docMk/>
            <pc:sldMk cId="3147981723" sldId="272"/>
            <ac:spMk id="2" creationId="{9AFB837C-3E07-4129-B371-9F5CA97D5605}"/>
          </ac:spMkLst>
        </pc:spChg>
        <pc:spChg chg="del">
          <ac:chgData name="Mills, Nicole" userId="635ffad0-149b-4734-875d-ab8f60d68deb" providerId="ADAL" clId="{9477D9E8-968F-4270-8D87-CCB28EE4139C}" dt="2023-01-05T18:33:33.922" v="336" actId="478"/>
          <ac:spMkLst>
            <pc:docMk/>
            <pc:sldMk cId="3147981723" sldId="272"/>
            <ac:spMk id="7" creationId="{7D9B2B65-8687-4175-93B2-477DB8137129}"/>
          </ac:spMkLst>
        </pc:spChg>
        <pc:spChg chg="add mod">
          <ac:chgData name="Mills, Nicole" userId="635ffad0-149b-4734-875d-ab8f60d68deb" providerId="ADAL" clId="{9477D9E8-968F-4270-8D87-CCB28EE4139C}" dt="2023-01-05T18:34:03.426" v="357" actId="1076"/>
          <ac:spMkLst>
            <pc:docMk/>
            <pc:sldMk cId="3147981723" sldId="272"/>
            <ac:spMk id="8" creationId="{70A20F8A-B129-4054-9D0C-823F399D2FCF}"/>
          </ac:spMkLst>
        </pc:spChg>
        <pc:picChg chg="del">
          <ac:chgData name="Mills, Nicole" userId="635ffad0-149b-4734-875d-ab8f60d68deb" providerId="ADAL" clId="{9477D9E8-968F-4270-8D87-CCB28EE4139C}" dt="2023-01-05T18:33:32.531" v="335" actId="478"/>
          <ac:picMkLst>
            <pc:docMk/>
            <pc:sldMk cId="3147981723" sldId="272"/>
            <ac:picMk id="6" creationId="{0AFBAA20-B86C-4FDC-B7D2-ABFA3156D424}"/>
          </ac:picMkLst>
        </pc:picChg>
      </pc:sldChg>
      <pc:sldChg chg="modSp add mod">
        <pc:chgData name="Mills, Nicole" userId="635ffad0-149b-4734-875d-ab8f60d68deb" providerId="ADAL" clId="{9477D9E8-968F-4270-8D87-CCB28EE4139C}" dt="2023-01-05T18:34:46.530" v="369" actId="1076"/>
        <pc:sldMkLst>
          <pc:docMk/>
          <pc:sldMk cId="2721551724" sldId="273"/>
        </pc:sldMkLst>
        <pc:spChg chg="mod">
          <ac:chgData name="Mills, Nicole" userId="635ffad0-149b-4734-875d-ab8f60d68deb" providerId="ADAL" clId="{9477D9E8-968F-4270-8D87-CCB28EE4139C}" dt="2023-01-05T18:34:24.987" v="364" actId="20577"/>
          <ac:spMkLst>
            <pc:docMk/>
            <pc:sldMk cId="2721551724" sldId="273"/>
            <ac:spMk id="2" creationId="{9AFB837C-3E07-4129-B371-9F5CA97D5605}"/>
          </ac:spMkLst>
        </pc:spChg>
        <pc:spChg chg="mod">
          <ac:chgData name="Mills, Nicole" userId="635ffad0-149b-4734-875d-ab8f60d68deb" providerId="ADAL" clId="{9477D9E8-968F-4270-8D87-CCB28EE4139C}" dt="2023-01-05T18:34:46.530" v="369" actId="1076"/>
          <ac:spMkLst>
            <pc:docMk/>
            <pc:sldMk cId="2721551724" sldId="273"/>
            <ac:spMk id="8" creationId="{70A20F8A-B129-4054-9D0C-823F399D2FCF}"/>
          </ac:spMkLst>
        </pc:spChg>
      </pc:sldChg>
      <pc:sldChg chg="addSp delSp modSp add mod">
        <pc:chgData name="Mills, Nicole" userId="635ffad0-149b-4734-875d-ab8f60d68deb" providerId="ADAL" clId="{9477D9E8-968F-4270-8D87-CCB28EE4139C}" dt="2023-01-05T18:35:15.249" v="394" actId="1076"/>
        <pc:sldMkLst>
          <pc:docMk/>
          <pc:sldMk cId="1191312254" sldId="274"/>
        </pc:sldMkLst>
        <pc:spChg chg="mod">
          <ac:chgData name="Mills, Nicole" userId="635ffad0-149b-4734-875d-ab8f60d68deb" providerId="ADAL" clId="{9477D9E8-968F-4270-8D87-CCB28EE4139C}" dt="2023-01-05T18:35:07.613" v="390" actId="20577"/>
          <ac:spMkLst>
            <pc:docMk/>
            <pc:sldMk cId="1191312254" sldId="274"/>
            <ac:spMk id="2" creationId="{9AFB837C-3E07-4129-B371-9F5CA97D5605}"/>
          </ac:spMkLst>
        </pc:spChg>
        <pc:spChg chg="del">
          <ac:chgData name="Mills, Nicole" userId="635ffad0-149b-4734-875d-ab8f60d68deb" providerId="ADAL" clId="{9477D9E8-968F-4270-8D87-CCB28EE4139C}" dt="2023-01-05T18:34:59.779" v="371" actId="478"/>
          <ac:spMkLst>
            <pc:docMk/>
            <pc:sldMk cId="1191312254" sldId="274"/>
            <ac:spMk id="8" creationId="{70A20F8A-B129-4054-9D0C-823F399D2FCF}"/>
          </ac:spMkLst>
        </pc:spChg>
        <pc:picChg chg="add mod">
          <ac:chgData name="Mills, Nicole" userId="635ffad0-149b-4734-875d-ab8f60d68deb" providerId="ADAL" clId="{9477D9E8-968F-4270-8D87-CCB28EE4139C}" dt="2023-01-05T18:35:15.249" v="394" actId="1076"/>
          <ac:picMkLst>
            <pc:docMk/>
            <pc:sldMk cId="1191312254" sldId="274"/>
            <ac:picMk id="5" creationId="{170FC5C9-E420-4EFE-9474-F0F6971926F8}"/>
          </ac:picMkLst>
        </pc:picChg>
      </pc:sldChg>
      <pc:sldChg chg="addSp delSp modSp add mod">
        <pc:chgData name="Mills, Nicole" userId="635ffad0-149b-4734-875d-ab8f60d68deb" providerId="ADAL" clId="{9477D9E8-968F-4270-8D87-CCB28EE4139C}" dt="2023-01-05T18:35:50.411" v="426" actId="1076"/>
        <pc:sldMkLst>
          <pc:docMk/>
          <pc:sldMk cId="3705699139" sldId="275"/>
        </pc:sldMkLst>
        <pc:spChg chg="mod">
          <ac:chgData name="Mills, Nicole" userId="635ffad0-149b-4734-875d-ab8f60d68deb" providerId="ADAL" clId="{9477D9E8-968F-4270-8D87-CCB28EE4139C}" dt="2023-01-05T18:35:44.140" v="424" actId="20577"/>
          <ac:spMkLst>
            <pc:docMk/>
            <pc:sldMk cId="3705699139" sldId="275"/>
            <ac:spMk id="2" creationId="{9AFB837C-3E07-4129-B371-9F5CA97D5605}"/>
          </ac:spMkLst>
        </pc:spChg>
        <pc:picChg chg="del">
          <ac:chgData name="Mills, Nicole" userId="635ffad0-149b-4734-875d-ab8f60d68deb" providerId="ADAL" clId="{9477D9E8-968F-4270-8D87-CCB28EE4139C}" dt="2023-01-05T18:35:29.328" v="396" actId="478"/>
          <ac:picMkLst>
            <pc:docMk/>
            <pc:sldMk cId="3705699139" sldId="275"/>
            <ac:picMk id="5" creationId="{170FC5C9-E420-4EFE-9474-F0F6971926F8}"/>
          </ac:picMkLst>
        </pc:picChg>
        <pc:picChg chg="add mod">
          <ac:chgData name="Mills, Nicole" userId="635ffad0-149b-4734-875d-ab8f60d68deb" providerId="ADAL" clId="{9477D9E8-968F-4270-8D87-CCB28EE4139C}" dt="2023-01-05T18:35:50.411" v="426" actId="1076"/>
          <ac:picMkLst>
            <pc:docMk/>
            <pc:sldMk cId="3705699139" sldId="275"/>
            <ac:picMk id="6" creationId="{BF682058-8363-4B98-9F4B-82AB8E92F89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99961" y="6169247"/>
            <a:ext cx="9144000" cy="370300"/>
          </a:xfrm>
        </p:spPr>
        <p:txBody>
          <a:bodyPr>
            <a:normAutofit fontScale="90000"/>
          </a:bodyPr>
          <a:lstStyle/>
          <a:p>
            <a:pPr algn="l"/>
            <a:r>
              <a:rPr lang="en-US" sz="1800" dirty="0"/>
              <a:t>Practicum| Unit 3: Research-Based Instructional Strategies (RBIS) Reading Language Arts (RLA)| Lesson 3.10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Types of Assessments</a:t>
            </a:r>
          </a:p>
        </p:txBody>
      </p:sp>
      <p:sp>
        <p:nvSpPr>
          <p:cNvPr id="9" name="TextBox 8">
            <a:extLst>
              <a:ext uri="{FF2B5EF4-FFF2-40B4-BE49-F238E27FC236}">
                <a16:creationId xmlns:a16="http://schemas.microsoft.com/office/drawing/2014/main" id="{75F30F64-BFA9-862D-6250-93DC5242A64E}"/>
              </a:ext>
            </a:extLst>
          </p:cNvPr>
          <p:cNvSpPr txBox="1"/>
          <p:nvPr/>
        </p:nvSpPr>
        <p:spPr>
          <a:xfrm>
            <a:off x="99961" y="6539547"/>
            <a:ext cx="10082263" cy="338554"/>
          </a:xfrm>
          <a:prstGeom prst="rect">
            <a:avLst/>
          </a:prstGeom>
          <a:noFill/>
        </p:spPr>
        <p:txBody>
          <a:bodyPr wrap="square">
            <a:spAutoFit/>
          </a:bodyPr>
          <a:lstStyle/>
          <a:p>
            <a:r>
              <a:rPr lang="en-US" sz="1600" b="0" i="0" u="none" strike="noStrike" dirty="0">
                <a:solidFill>
                  <a:srgbClr val="464646"/>
                </a:solidFill>
                <a:effectLst/>
                <a:latin typeface="+mj-lt"/>
              </a:rPr>
              <a:t>This work is licensed under a </a:t>
            </a:r>
            <a:r>
              <a:rPr lang="en-US" sz="1600" b="0" i="0" u="sng" strike="noStrike" dirty="0">
                <a:solidFill>
                  <a:srgbClr val="0563C1"/>
                </a:solidFill>
                <a:effectLst/>
                <a:latin typeface="+mj-lt"/>
                <a:hlinkClick r:id="rId2"/>
              </a:rPr>
              <a:t>Creative Commons Attribution-Noncommercial-Share Alike 4.0 International License</a:t>
            </a:r>
            <a:r>
              <a:rPr lang="en-US" sz="1600" b="0" i="0" u="none" strike="noStrike" dirty="0">
                <a:solidFill>
                  <a:srgbClr val="0070C0"/>
                </a:solidFill>
                <a:effectLst/>
                <a:latin typeface="+mj-lt"/>
              </a:rPr>
              <a:t>.</a:t>
            </a:r>
            <a:endParaRPr lang="en-US" sz="1600"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6G, 8B, 8D</a:t>
            </a:r>
          </a:p>
          <a:p>
            <a:pPr marL="0" indent="0">
              <a:buNone/>
            </a:pPr>
            <a:endParaRPr lang="en-US" dirty="0"/>
          </a:p>
          <a:p>
            <a:pPr marL="0" indent="0">
              <a:buNone/>
            </a:pPr>
            <a:r>
              <a:rPr lang="en-US" dirty="0"/>
              <a:t>The student will…</a:t>
            </a:r>
          </a:p>
          <a:p>
            <a:r>
              <a:rPr lang="en-US" dirty="0"/>
              <a:t>Explain why a variety of assessments is necessary to guide reading instruction.  </a:t>
            </a:r>
          </a:p>
          <a:p>
            <a:r>
              <a:rPr lang="en-US" dirty="0"/>
              <a:t>Describe the purpose and timing of four types of reading assessments: Diagnostic, formative, interim, and summative.</a:t>
            </a:r>
          </a:p>
        </p:txBody>
      </p:sp>
      <p:sp>
        <p:nvSpPr>
          <p:cNvPr id="11" name="Slide Number Placeholder 3">
            <a:extLst>
              <a:ext uri="{FF2B5EF4-FFF2-40B4-BE49-F238E27FC236}">
                <a16:creationId xmlns:a16="http://schemas.microsoft.com/office/drawing/2014/main" id="{2D853568-848D-1AEF-4E7C-1553E8DB66AD}"/>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2</a:t>
            </a:fld>
            <a:endParaRPr lang="en-US"/>
          </a:p>
        </p:txBody>
      </p:sp>
      <p:sp>
        <p:nvSpPr>
          <p:cNvPr id="12" name="Title 1">
            <a:extLst>
              <a:ext uri="{FF2B5EF4-FFF2-40B4-BE49-F238E27FC236}">
                <a16:creationId xmlns:a16="http://schemas.microsoft.com/office/drawing/2014/main" id="{5485B83A-9E5C-24D9-D5E4-E6E8342F1EA4}"/>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520890"/>
            <a:ext cx="10747310" cy="5001208"/>
          </a:xfrm>
        </p:spPr>
        <p:txBody>
          <a:bodyPr>
            <a:normAutofit/>
          </a:bodyPr>
          <a:lstStyle/>
          <a:p>
            <a:pPr marL="0" indent="0">
              <a:buNone/>
            </a:pPr>
            <a:r>
              <a:rPr lang="en-US" dirty="0"/>
              <a:t>What is an assessment? </a:t>
            </a:r>
          </a:p>
          <a:p>
            <a:pPr marL="0" indent="0">
              <a:buNone/>
            </a:pPr>
            <a:endParaRPr lang="en-US" dirty="0"/>
          </a:p>
          <a:p>
            <a:pPr marL="0" indent="0">
              <a:buNone/>
            </a:pPr>
            <a:r>
              <a:rPr lang="en-US" dirty="0"/>
              <a:t>Why do you think teachers use assessments? </a:t>
            </a:r>
          </a:p>
        </p:txBody>
      </p:sp>
      <p:sp>
        <p:nvSpPr>
          <p:cNvPr id="5" name="Slide Number Placeholder 3">
            <a:extLst>
              <a:ext uri="{FF2B5EF4-FFF2-40B4-BE49-F238E27FC236}">
                <a16:creationId xmlns:a16="http://schemas.microsoft.com/office/drawing/2014/main" id="{218F0CED-3A7C-5A2B-3619-061B78F719AD}"/>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3</a:t>
            </a:fld>
            <a:endParaRPr lang="en-US"/>
          </a:p>
        </p:txBody>
      </p:sp>
      <p:sp>
        <p:nvSpPr>
          <p:cNvPr id="6" name="Title 1">
            <a:extLst>
              <a:ext uri="{FF2B5EF4-FFF2-40B4-BE49-F238E27FC236}">
                <a16:creationId xmlns:a16="http://schemas.microsoft.com/office/drawing/2014/main" id="{16D40C01-ECB8-639F-613F-C0C3A4E71AF4}"/>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Vocabulary</a:t>
            </a:r>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880324771"/>
              </p:ext>
            </p:extLst>
          </p:nvPr>
        </p:nvGraphicFramePr>
        <p:xfrm>
          <a:off x="655320" y="1170006"/>
          <a:ext cx="10149840" cy="4774432"/>
        </p:xfrm>
        <a:graphic>
          <a:graphicData uri="http://schemas.openxmlformats.org/drawingml/2006/table">
            <a:tbl>
              <a:tblPr firstRow="1" bandRow="1">
                <a:tableStyleId>{5C22544A-7EE6-4342-B048-85BDC9FD1C3A}</a:tableStyleId>
              </a:tblPr>
              <a:tblGrid>
                <a:gridCol w="2820415">
                  <a:extLst>
                    <a:ext uri="{9D8B030D-6E8A-4147-A177-3AD203B41FA5}">
                      <a16:colId xmlns:a16="http://schemas.microsoft.com/office/drawing/2014/main" val="1922918179"/>
                    </a:ext>
                  </a:extLst>
                </a:gridCol>
                <a:gridCol w="7329425">
                  <a:extLst>
                    <a:ext uri="{9D8B030D-6E8A-4147-A177-3AD203B41FA5}">
                      <a16:colId xmlns:a16="http://schemas.microsoft.com/office/drawing/2014/main" val="3619535809"/>
                    </a:ext>
                  </a:extLst>
                </a:gridCol>
              </a:tblGrid>
              <a:tr h="356770">
                <a:tc>
                  <a:txBody>
                    <a:bodyPr/>
                    <a:lstStyle/>
                    <a:p>
                      <a:r>
                        <a:rPr lang="en-US" dirty="0"/>
                        <a:t>Term</a:t>
                      </a:r>
                    </a:p>
                  </a:txBody>
                  <a:tcPr/>
                </a:tc>
                <a:tc>
                  <a:txBody>
                    <a:bodyPr/>
                    <a:lstStyle/>
                    <a:p>
                      <a:r>
                        <a:rPr lang="en-US" dirty="0"/>
                        <a:t>Definition</a:t>
                      </a:r>
                    </a:p>
                  </a:txBody>
                  <a:tcPr/>
                </a:tc>
                <a:extLst>
                  <a:ext uri="{0D108BD9-81ED-4DB2-BD59-A6C34878D82A}">
                    <a16:rowId xmlns:a16="http://schemas.microsoft.com/office/drawing/2014/main" val="886189608"/>
                  </a:ext>
                </a:extLst>
              </a:tr>
              <a:tr h="791712">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Assessment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Any tool used to collect, analyze, and respond to information about student understanding of learning targets.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89762599"/>
                  </a:ext>
                </a:extLst>
              </a:tr>
              <a:tr h="84328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Summative Assessment</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Assessment used to evaluate learning at the end of a learning sequence.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22417617"/>
                  </a:ext>
                </a:extLst>
              </a:tr>
              <a:tr h="104648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Interim Assessment</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Assessment used to check progress throughout the year, identify areas for intervention, and predict performance on summative assessment.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66994879"/>
                  </a:ext>
                </a:extLst>
              </a:tr>
              <a:tr h="737138">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Formative Assessment</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Assessment used to determine understanding as learning is taking place and are used to help inform a teacher’s next steps.</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22717954"/>
                  </a:ext>
                </a:extLst>
              </a:tr>
              <a:tr h="990062">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Diagnostic Assessment</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600"/>
                        </a:spcBef>
                        <a:spcAft>
                          <a:spcPts val="600"/>
                        </a:spcAft>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Assessment used to determine student prior knowledge, strengths, and weaknesses in a particular area at the beginning of a learning sequence.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92993322"/>
                  </a:ext>
                </a:extLst>
              </a:tr>
            </a:tbl>
          </a:graphicData>
        </a:graphic>
      </p:graphicFrame>
      <p:sp>
        <p:nvSpPr>
          <p:cNvPr id="5" name="Slide Number Placeholder 3">
            <a:extLst>
              <a:ext uri="{FF2B5EF4-FFF2-40B4-BE49-F238E27FC236}">
                <a16:creationId xmlns:a16="http://schemas.microsoft.com/office/drawing/2014/main" id="{3F30145E-C355-481E-C1CC-BE4BA1CA9A82}"/>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4</a:t>
            </a:fld>
            <a:endParaRPr lang="en-US"/>
          </a:p>
        </p:txBody>
      </p:sp>
      <p:sp>
        <p:nvSpPr>
          <p:cNvPr id="6" name="Title 1">
            <a:extLst>
              <a:ext uri="{FF2B5EF4-FFF2-40B4-BE49-F238E27FC236}">
                <a16:creationId xmlns:a16="http://schemas.microsoft.com/office/drawing/2014/main" id="{64A892EB-BF1A-841A-82E9-EB66C8558C3B}"/>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Types of Assessments</a:t>
            </a:r>
          </a:p>
        </p:txBody>
      </p:sp>
      <p:graphicFrame>
        <p:nvGraphicFramePr>
          <p:cNvPr id="3" name="Table 2">
            <a:extLst>
              <a:ext uri="{FF2B5EF4-FFF2-40B4-BE49-F238E27FC236}">
                <a16:creationId xmlns:a16="http://schemas.microsoft.com/office/drawing/2014/main" id="{F3D2CCAE-B8F9-4A9A-A951-2EF6AC1930C2}"/>
              </a:ext>
            </a:extLst>
          </p:cNvPr>
          <p:cNvGraphicFramePr>
            <a:graphicFrameLocks noGrp="1"/>
          </p:cNvGraphicFramePr>
          <p:nvPr>
            <p:extLst>
              <p:ext uri="{D42A27DB-BD31-4B8C-83A1-F6EECF244321}">
                <p14:modId xmlns:p14="http://schemas.microsoft.com/office/powerpoint/2010/main" val="4211389152"/>
              </p:ext>
            </p:extLst>
          </p:nvPr>
        </p:nvGraphicFramePr>
        <p:xfrm>
          <a:off x="322310" y="1271938"/>
          <a:ext cx="10584501" cy="4825832"/>
        </p:xfrm>
        <a:graphic>
          <a:graphicData uri="http://schemas.openxmlformats.org/drawingml/2006/table">
            <a:tbl>
              <a:tblPr firstRow="1" firstCol="1" bandRow="1">
                <a:tableStyleId>{5C22544A-7EE6-4342-B048-85BDC9FD1C3A}</a:tableStyleId>
              </a:tblPr>
              <a:tblGrid>
                <a:gridCol w="1434348">
                  <a:extLst>
                    <a:ext uri="{9D8B030D-6E8A-4147-A177-3AD203B41FA5}">
                      <a16:colId xmlns:a16="http://schemas.microsoft.com/office/drawing/2014/main" val="1415803043"/>
                    </a:ext>
                  </a:extLst>
                </a:gridCol>
                <a:gridCol w="4584798">
                  <a:extLst>
                    <a:ext uri="{9D8B030D-6E8A-4147-A177-3AD203B41FA5}">
                      <a16:colId xmlns:a16="http://schemas.microsoft.com/office/drawing/2014/main" val="2478058477"/>
                    </a:ext>
                  </a:extLst>
                </a:gridCol>
                <a:gridCol w="1762214">
                  <a:extLst>
                    <a:ext uri="{9D8B030D-6E8A-4147-A177-3AD203B41FA5}">
                      <a16:colId xmlns:a16="http://schemas.microsoft.com/office/drawing/2014/main" val="3788661608"/>
                    </a:ext>
                  </a:extLst>
                </a:gridCol>
                <a:gridCol w="2803141">
                  <a:extLst>
                    <a:ext uri="{9D8B030D-6E8A-4147-A177-3AD203B41FA5}">
                      <a16:colId xmlns:a16="http://schemas.microsoft.com/office/drawing/2014/main" val="928447234"/>
                    </a:ext>
                  </a:extLst>
                </a:gridCol>
              </a:tblGrid>
              <a:tr h="541642">
                <a:tc>
                  <a:txBody>
                    <a:bodyPr/>
                    <a:lstStyle/>
                    <a:p>
                      <a:pPr marL="0" marR="0">
                        <a:lnSpc>
                          <a:spcPct val="107000"/>
                        </a:lnSpc>
                        <a:spcBef>
                          <a:spcPts val="0"/>
                        </a:spcBef>
                        <a:spcAft>
                          <a:spcPts val="0"/>
                        </a:spcAft>
                      </a:pPr>
                      <a:r>
                        <a:rPr lang="en-US" sz="1800">
                          <a:effectLst/>
                        </a:rPr>
                        <a:t>Type of Assessment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What it does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High/low stakes (typically)</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Example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90581240"/>
                  </a:ext>
                </a:extLst>
              </a:tr>
              <a:tr h="541642">
                <a:tc>
                  <a:txBody>
                    <a:bodyPr/>
                    <a:lstStyle/>
                    <a:p>
                      <a:pPr marL="0" marR="0">
                        <a:lnSpc>
                          <a:spcPct val="107000"/>
                        </a:lnSpc>
                        <a:spcBef>
                          <a:spcPts val="0"/>
                        </a:spcBef>
                        <a:spcAft>
                          <a:spcPts val="0"/>
                        </a:spcAft>
                      </a:pPr>
                      <a:r>
                        <a:rPr lang="en-US" sz="1800">
                          <a:effectLst/>
                        </a:rPr>
                        <a:t>Summative Assessment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Evaluates learning at the end of a learning sequence.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 </a:t>
                      </a:r>
                    </a:p>
                    <a:p>
                      <a:pPr marL="0" marR="0">
                        <a:lnSpc>
                          <a:spcPct val="107000"/>
                        </a:lnSpc>
                        <a:spcBef>
                          <a:spcPts val="0"/>
                        </a:spcBef>
                        <a:spcAft>
                          <a:spcPts val="0"/>
                        </a:spcAft>
                      </a:pPr>
                      <a:r>
                        <a:rPr lang="en-US" sz="1800">
                          <a:effectLst/>
                        </a:rPr>
                        <a:t>High stakes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STAAR, unit assessment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10750705"/>
                  </a:ext>
                </a:extLst>
              </a:tr>
              <a:tr h="818588">
                <a:tc>
                  <a:txBody>
                    <a:bodyPr/>
                    <a:lstStyle/>
                    <a:p>
                      <a:pPr marL="0" marR="0">
                        <a:lnSpc>
                          <a:spcPct val="107000"/>
                        </a:lnSpc>
                        <a:spcBef>
                          <a:spcPts val="0"/>
                        </a:spcBef>
                        <a:spcAft>
                          <a:spcPts val="0"/>
                        </a:spcAft>
                      </a:pPr>
                      <a:r>
                        <a:rPr lang="en-US" sz="1800" dirty="0">
                          <a:effectLst/>
                        </a:rPr>
                        <a:t>Interim Assessment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Checks progress throughout the year, identifies areas for intervention, predicts performance on summative assessment.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Low stakes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Benchmarks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57090298"/>
                  </a:ext>
                </a:extLst>
              </a:tr>
              <a:tr h="1649433">
                <a:tc>
                  <a:txBody>
                    <a:bodyPr/>
                    <a:lstStyle/>
                    <a:p>
                      <a:pPr marL="0" marR="0">
                        <a:lnSpc>
                          <a:spcPct val="107000"/>
                        </a:lnSpc>
                        <a:spcBef>
                          <a:spcPts val="0"/>
                        </a:spcBef>
                        <a:spcAft>
                          <a:spcPts val="0"/>
                        </a:spcAft>
                      </a:pPr>
                      <a:r>
                        <a:rPr lang="en-US" sz="1800">
                          <a:effectLst/>
                        </a:rPr>
                        <a:t>Formative Assessment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 Determines understanding as learning is taking place. Informs teacher’s next steps.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Low stakes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exit tickets, checks for understandings, students practice, thumbs up-thumbs down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39084854"/>
                  </a:ext>
                </a:extLst>
              </a:tr>
              <a:tr h="1089314">
                <a:tc>
                  <a:txBody>
                    <a:bodyPr/>
                    <a:lstStyle/>
                    <a:p>
                      <a:pPr marL="0" marR="0">
                        <a:lnSpc>
                          <a:spcPct val="107000"/>
                        </a:lnSpc>
                        <a:spcBef>
                          <a:spcPts val="0"/>
                        </a:spcBef>
                        <a:spcAft>
                          <a:spcPts val="0"/>
                        </a:spcAft>
                      </a:pPr>
                      <a:r>
                        <a:rPr lang="en-US" sz="1800">
                          <a:effectLst/>
                        </a:rPr>
                        <a:t>Diagnostic Assessment</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Determines student prior knowledge, strengths, and weaknesses in a particular area at the beginning of a learning sequence.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Low stakes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Pre assessments</a:t>
                      </a:r>
                    </a:p>
                    <a:p>
                      <a:pPr marL="0" marR="0">
                        <a:lnSpc>
                          <a:spcPct val="107000"/>
                        </a:lnSpc>
                        <a:spcBef>
                          <a:spcPts val="0"/>
                        </a:spcBef>
                        <a:spcAft>
                          <a:spcPts val="0"/>
                        </a:spcAft>
                      </a:pPr>
                      <a:r>
                        <a:rPr lang="en-US" sz="1800" dirty="0">
                          <a:effectLst/>
                        </a:rPr>
                        <a:t>Phonics surveys</a:t>
                      </a:r>
                    </a:p>
                    <a:p>
                      <a:pPr marL="0" marR="0">
                        <a:lnSpc>
                          <a:spcPct val="107000"/>
                        </a:lnSpc>
                        <a:spcBef>
                          <a:spcPts val="0"/>
                        </a:spcBef>
                        <a:spcAft>
                          <a:spcPts val="0"/>
                        </a:spcAft>
                      </a:pPr>
                      <a:r>
                        <a:rPr lang="en-US" sz="1800" dirty="0">
                          <a:effectLst/>
                        </a:rPr>
                        <a:t>Work samples</a:t>
                      </a:r>
                    </a:p>
                    <a:p>
                      <a:pPr marL="0" marR="0">
                        <a:lnSpc>
                          <a:spcPct val="107000"/>
                        </a:lnSpc>
                        <a:spcBef>
                          <a:spcPts val="0"/>
                        </a:spcBef>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12436952"/>
                  </a:ext>
                </a:extLst>
              </a:tr>
            </a:tbl>
          </a:graphicData>
        </a:graphic>
      </p:graphicFrame>
      <p:sp>
        <p:nvSpPr>
          <p:cNvPr id="5" name="Slide Number Placeholder 3">
            <a:extLst>
              <a:ext uri="{FF2B5EF4-FFF2-40B4-BE49-F238E27FC236}">
                <a16:creationId xmlns:a16="http://schemas.microsoft.com/office/drawing/2014/main" id="{D2BBBB93-99F7-CBAB-4CDA-8064F8DE0D2E}"/>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5</a:t>
            </a:fld>
            <a:endParaRPr lang="en-US"/>
          </a:p>
        </p:txBody>
      </p:sp>
      <p:sp>
        <p:nvSpPr>
          <p:cNvPr id="6" name="Title 1">
            <a:extLst>
              <a:ext uri="{FF2B5EF4-FFF2-40B4-BE49-F238E27FC236}">
                <a16:creationId xmlns:a16="http://schemas.microsoft.com/office/drawing/2014/main" id="{F899BEC7-9C05-4F14-B5EA-23EB22E86A01}"/>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1815750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Assessment #1</a:t>
            </a:r>
          </a:p>
        </p:txBody>
      </p:sp>
      <p:pic>
        <p:nvPicPr>
          <p:cNvPr id="5" name="Picture 4" descr="A sample of a scored CORE phonics survey. Assessment was given for reading and decoding. ">
            <a:extLst>
              <a:ext uri="{FF2B5EF4-FFF2-40B4-BE49-F238E27FC236}">
                <a16:creationId xmlns:a16="http://schemas.microsoft.com/office/drawing/2014/main" id="{BD724B07-89D0-4F49-A5B3-93369A6E2FE9}"/>
              </a:ext>
            </a:extLst>
          </p:cNvPr>
          <p:cNvPicPr>
            <a:picLocks noChangeAspect="1"/>
          </p:cNvPicPr>
          <p:nvPr/>
        </p:nvPicPr>
        <p:blipFill>
          <a:blip r:embed="rId2"/>
          <a:stretch>
            <a:fillRect/>
          </a:stretch>
        </p:blipFill>
        <p:spPr>
          <a:xfrm>
            <a:off x="4020730" y="509727"/>
            <a:ext cx="6118476" cy="5838546"/>
          </a:xfrm>
          <a:prstGeom prst="rect">
            <a:avLst/>
          </a:prstGeom>
        </p:spPr>
      </p:pic>
      <p:sp>
        <p:nvSpPr>
          <p:cNvPr id="3" name="Slide Number Placeholder 3">
            <a:extLst>
              <a:ext uri="{FF2B5EF4-FFF2-40B4-BE49-F238E27FC236}">
                <a16:creationId xmlns:a16="http://schemas.microsoft.com/office/drawing/2014/main" id="{EF2B550B-EE32-6AB3-A42D-31C7C47B4721}"/>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6</a:t>
            </a:fld>
            <a:endParaRPr lang="en-US"/>
          </a:p>
        </p:txBody>
      </p:sp>
      <p:sp>
        <p:nvSpPr>
          <p:cNvPr id="6" name="Title 1">
            <a:extLst>
              <a:ext uri="{FF2B5EF4-FFF2-40B4-BE49-F238E27FC236}">
                <a16:creationId xmlns:a16="http://schemas.microsoft.com/office/drawing/2014/main" id="{10043387-51D1-37DB-1FF8-FB1FC11C2E84}"/>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170912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Assessment #2</a:t>
            </a:r>
          </a:p>
        </p:txBody>
      </p:sp>
      <p:pic>
        <p:nvPicPr>
          <p:cNvPr id="5" name="Picture 4" descr="Eureka Math end of module assessment for Grade 4 Module 2. &#10;&#10;Accessible with educator login: &#10;https://digital.greatminds.org/insync/teacher">
            <a:extLst>
              <a:ext uri="{FF2B5EF4-FFF2-40B4-BE49-F238E27FC236}">
                <a16:creationId xmlns:a16="http://schemas.microsoft.com/office/drawing/2014/main" id="{8C8EF17F-9FC4-431B-B4A2-40738A3E32B6}"/>
              </a:ext>
            </a:extLst>
          </p:cNvPr>
          <p:cNvPicPr>
            <a:picLocks noChangeAspect="1"/>
          </p:cNvPicPr>
          <p:nvPr/>
        </p:nvPicPr>
        <p:blipFill>
          <a:blip r:embed="rId2"/>
          <a:stretch>
            <a:fillRect/>
          </a:stretch>
        </p:blipFill>
        <p:spPr>
          <a:xfrm>
            <a:off x="4894543" y="241748"/>
            <a:ext cx="4690253" cy="6078761"/>
          </a:xfrm>
          <a:prstGeom prst="rect">
            <a:avLst/>
          </a:prstGeom>
        </p:spPr>
      </p:pic>
      <p:sp>
        <p:nvSpPr>
          <p:cNvPr id="3" name="Slide Number Placeholder 3">
            <a:extLst>
              <a:ext uri="{FF2B5EF4-FFF2-40B4-BE49-F238E27FC236}">
                <a16:creationId xmlns:a16="http://schemas.microsoft.com/office/drawing/2014/main" id="{E634F95A-AD98-D111-5084-08671A211678}"/>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7</a:t>
            </a:fld>
            <a:endParaRPr lang="en-US"/>
          </a:p>
        </p:txBody>
      </p:sp>
      <p:sp>
        <p:nvSpPr>
          <p:cNvPr id="6" name="Title 1">
            <a:extLst>
              <a:ext uri="{FF2B5EF4-FFF2-40B4-BE49-F238E27FC236}">
                <a16:creationId xmlns:a16="http://schemas.microsoft.com/office/drawing/2014/main" id="{730E5922-F901-E988-6AD0-8E53F7C47824}"/>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166247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Assessment #3</a:t>
            </a:r>
          </a:p>
        </p:txBody>
      </p:sp>
      <p:pic>
        <p:nvPicPr>
          <p:cNvPr id="2050" name="Picture 2" descr="An exit ticket with images and text. Second grade math for measurement standard 2-MD-A1&#10;&#10;There is an image of a thumbs up, thumbs middle, and thumbs down for students to indicate how they feel about the skill. &#10;&#10;There are two questions: &#10;Which tool should be used to measure the length of a bike? a) meter stick b) scale c) tablespoon&#10;&#10;Which tool should be used to measure the weight of a bucket of nails? a) meter stick b) ruler c) scale">
            <a:extLst>
              <a:ext uri="{FF2B5EF4-FFF2-40B4-BE49-F238E27FC236}">
                <a16:creationId xmlns:a16="http://schemas.microsoft.com/office/drawing/2014/main" id="{5BC01DA3-44BD-42D8-BC93-66D46A23EC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3873" y="1291132"/>
            <a:ext cx="7484254" cy="488230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C9EDEB07-BDCB-C9CD-78B4-DCA073DC1772}"/>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8</a:t>
            </a:fld>
            <a:endParaRPr lang="en-US"/>
          </a:p>
        </p:txBody>
      </p:sp>
      <p:sp>
        <p:nvSpPr>
          <p:cNvPr id="5" name="Title 1">
            <a:extLst>
              <a:ext uri="{FF2B5EF4-FFF2-40B4-BE49-F238E27FC236}">
                <a16:creationId xmlns:a16="http://schemas.microsoft.com/office/drawing/2014/main" id="{A83D8AB4-1BA9-B046-C020-8528D2E0F2DA}"/>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385397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Assessment #4</a:t>
            </a:r>
          </a:p>
        </p:txBody>
      </p:sp>
      <p:pic>
        <p:nvPicPr>
          <p:cNvPr id="5" name="Picture 4" descr="This image is a blank copy of an inventory tool teachers can use to assess student mastery of elementary content. Teachers will indicate on the document, with the letter M, when students can successfully identify upper and lower case letters, numbers 0-20, shapes, colors, personal data, and body parts.">
            <a:extLst>
              <a:ext uri="{FF2B5EF4-FFF2-40B4-BE49-F238E27FC236}">
                <a16:creationId xmlns:a16="http://schemas.microsoft.com/office/drawing/2014/main" id="{C96B8C28-E4EB-4F63-8D81-BA15E6CF271D}"/>
              </a:ext>
            </a:extLst>
          </p:cNvPr>
          <p:cNvPicPr>
            <a:picLocks noChangeAspect="1"/>
          </p:cNvPicPr>
          <p:nvPr/>
        </p:nvPicPr>
        <p:blipFill>
          <a:blip r:embed="rId2"/>
          <a:stretch>
            <a:fillRect/>
          </a:stretch>
        </p:blipFill>
        <p:spPr>
          <a:xfrm>
            <a:off x="4314725" y="507706"/>
            <a:ext cx="5337158" cy="5571655"/>
          </a:xfrm>
          <a:prstGeom prst="rect">
            <a:avLst/>
          </a:prstGeom>
        </p:spPr>
      </p:pic>
      <p:sp>
        <p:nvSpPr>
          <p:cNvPr id="3" name="Slide Number Placeholder 3">
            <a:extLst>
              <a:ext uri="{FF2B5EF4-FFF2-40B4-BE49-F238E27FC236}">
                <a16:creationId xmlns:a16="http://schemas.microsoft.com/office/drawing/2014/main" id="{370581A2-7655-DF7D-25D9-B4F67D66D8F4}"/>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9</a:t>
            </a:fld>
            <a:endParaRPr lang="en-US"/>
          </a:p>
        </p:txBody>
      </p:sp>
      <p:sp>
        <p:nvSpPr>
          <p:cNvPr id="6" name="Title 1">
            <a:extLst>
              <a:ext uri="{FF2B5EF4-FFF2-40B4-BE49-F238E27FC236}">
                <a16:creationId xmlns:a16="http://schemas.microsoft.com/office/drawing/2014/main" id="{ECAE08E1-0CCD-42F8-1210-BE712FBEC660}"/>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3"/>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3042564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84802"/>
            <a:ext cx="10515600" cy="4643278"/>
          </a:xfrm>
        </p:spPr>
        <p:txBody>
          <a:bodyPr>
            <a:normAutofit fontScale="92500" lnSpcReduction="20000"/>
          </a:bodyPr>
          <a:lstStyle/>
          <a:p>
            <a:pPr marL="0" indent="0">
              <a:lnSpc>
                <a:spcPct val="107000"/>
              </a:lnSpc>
              <a:spcBef>
                <a:spcPts val="0"/>
              </a:spcBef>
              <a:buNone/>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Read the following scenario and respond to the questions:</a:t>
            </a:r>
          </a:p>
          <a:p>
            <a:pPr marL="0" indent="0">
              <a:lnSpc>
                <a:spcPct val="107000"/>
              </a:lnSpc>
              <a:spcBef>
                <a:spcPts val="0"/>
              </a:spcBef>
              <a:buNone/>
            </a:pPr>
            <a:endPar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Mr. J’s class is learning about cause and effect. Prior to starting the unit, he gave his students a pre-assessment to determine what they already knew about cause and effect. Based on the data, he had his students engage in several text-based activities using various sources to identify cause and effect relationships. At the end of the unit, he gives his students an assessment on cause and effect. He thought his students were going to do well, but many didn’t pass the test or show a basic understanding of cause and effect. </a:t>
            </a:r>
          </a:p>
          <a:p>
            <a:pPr marL="0" indent="0">
              <a:lnSpc>
                <a:spcPct val="107000"/>
              </a:lnSpc>
              <a:spcBef>
                <a:spcPts val="0"/>
              </a:spcBef>
              <a:buNone/>
            </a:pPr>
            <a:endPar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What assessment types did Mr. J implement? Based on what you learned about assessments, what could Mr. J have done differently to ensure his students were learning the content throughout the unit?</a:t>
            </a:r>
          </a:p>
        </p:txBody>
      </p:sp>
      <p:sp>
        <p:nvSpPr>
          <p:cNvPr id="5" name="Slide Number Placeholder 3">
            <a:extLst>
              <a:ext uri="{FF2B5EF4-FFF2-40B4-BE49-F238E27FC236}">
                <a16:creationId xmlns:a16="http://schemas.microsoft.com/office/drawing/2014/main" id="{3141CD13-04E2-2478-4EAC-AC762207F640}"/>
              </a:ext>
            </a:extLst>
          </p:cNvPr>
          <p:cNvSpPr>
            <a:spLocks noGrp="1"/>
          </p:cNvSpPr>
          <p:nvPr/>
        </p:nvSpPr>
        <p:spPr>
          <a:xfrm>
            <a:off x="9334500" y="64420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56C8B-F564-4051-AFED-A78F1C6A2F0E}" type="slidenum">
              <a:rPr lang="en-US" smtClean="0"/>
              <a:pPr/>
              <a:t>10</a:t>
            </a:fld>
            <a:endParaRPr lang="en-US"/>
          </a:p>
        </p:txBody>
      </p:sp>
      <p:sp>
        <p:nvSpPr>
          <p:cNvPr id="6" name="Title 1">
            <a:extLst>
              <a:ext uri="{FF2B5EF4-FFF2-40B4-BE49-F238E27FC236}">
                <a16:creationId xmlns:a16="http://schemas.microsoft.com/office/drawing/2014/main" id="{55A42F2F-72A8-B8CC-DAAC-F5582D4EDF90}"/>
              </a:ext>
            </a:extLst>
          </p:cNvPr>
          <p:cNvSpPr txBox="1">
            <a:spLocks/>
          </p:cNvSpPr>
          <p:nvPr/>
        </p:nvSpPr>
        <p:spPr>
          <a:xfrm>
            <a:off x="81010" y="6482419"/>
            <a:ext cx="11353800" cy="303625"/>
          </a:xfrm>
          <a:prstGeom prst="rect">
            <a:avLst/>
          </a:prstGeom>
        </p:spPr>
        <p:txBody>
          <a:bodyPr vert="horz" lIns="91440" tIns="45720" rIns="91440" bIns="45720" rtlCol="0" anchor="ctr">
            <a:normAutofit fontScale="97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t>Practicum| Unit 3: Research-Based Instructional Strategies (RBIS) Reading Language Arts (RLA)| Lesson 3.10 |</a:t>
            </a:r>
            <a:r>
              <a:rPr lang="en-US" sz="900" dirty="0">
                <a:solidFill>
                  <a:srgbClr val="464646"/>
                </a:solidFill>
                <a:latin typeface="Calibri Light"/>
                <a:cs typeface="Calibri"/>
              </a:rPr>
              <a:t>This work is licensed under a </a:t>
            </a:r>
            <a:r>
              <a:rPr lang="en-US" sz="900" dirty="0">
                <a:solidFill>
                  <a:srgbClr val="0070C0"/>
                </a:solidFill>
                <a:latin typeface="Calibri Light"/>
                <a:cs typeface="Calibri"/>
                <a:hlinkClick r:id="rId2"/>
              </a:rPr>
              <a:t>Creative Commons Attribution-Noncommercial-Share Alike 4.0 International License</a:t>
            </a:r>
            <a:r>
              <a:rPr lang="en-US" sz="900" dirty="0">
                <a:solidFill>
                  <a:srgbClr val="0070C0"/>
                </a:solidFill>
                <a:latin typeface="Calibri Light"/>
                <a:cs typeface="Calibri"/>
              </a:rPr>
              <a:t>.</a:t>
            </a:r>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362</TotalTime>
  <Words>807</Words>
  <Application>Microsoft Office PowerPoint</Application>
  <PresentationFormat>Widescreen</PresentationFormat>
  <Paragraphs>79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Practicum| Unit 3: Research-Based Instructional Strategies (RBIS) Reading Language Arts (RLA)| Lesson 3.10</vt:lpstr>
      <vt:lpstr>TEKS Standards &amp; Objectives</vt:lpstr>
      <vt:lpstr>Bellringer</vt:lpstr>
      <vt:lpstr>Vocabulary</vt:lpstr>
      <vt:lpstr>Types of Assessments</vt:lpstr>
      <vt:lpstr>Assessment #1</vt:lpstr>
      <vt:lpstr>Assessment #2</vt:lpstr>
      <vt:lpstr>Assessment #3</vt:lpstr>
      <vt:lpstr>Assessment #4</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3.10: Types of Assessments</dc:title>
  <dc:subject>Lesson 3.10: Types of Assessments</dc:subject>
  <dc:creator>Texas Education Agency</dc:creator>
  <cp:lastModifiedBy>White (she/her), Whitney</cp:lastModifiedBy>
  <cp:revision>10</cp:revision>
  <dcterms:created xsi:type="dcterms:W3CDTF">2022-05-09T19:40:20Z</dcterms:created>
  <dcterms:modified xsi:type="dcterms:W3CDTF">2023-08-19T01:37:39Z</dcterms:modified>
</cp:coreProperties>
</file>
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2" r:id="rId6"/>
    <p:sldId id="263" r:id="rId7"/>
    <p:sldId id="264"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792" autoAdjust="0"/>
  </p:normalViewPr>
  <p:slideViewPr>
    <p:cSldViewPr snapToGrid="0">
      <p:cViewPr varScale="1">
        <p:scale>
          <a:sx n="62" d="100"/>
          <a:sy n="62" d="100"/>
        </p:scale>
        <p:origin x="7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s, Kristana" userId="06c54908-b913-4b34-a3f2-9a6986972442" providerId="ADAL" clId="{448B3D01-C9DE-469B-B639-D1A4899B2439}"/>
    <pc:docChg chg="undo custSel addSld modSld">
      <pc:chgData name="Rogers, Kristana" userId="06c54908-b913-4b34-a3f2-9a6986972442" providerId="ADAL" clId="{448B3D01-C9DE-469B-B639-D1A4899B2439}" dt="2023-03-16T01:10:56.846" v="861" actId="1076"/>
      <pc:docMkLst>
        <pc:docMk/>
      </pc:docMkLst>
      <pc:sldChg chg="modSp mod">
        <pc:chgData name="Rogers, Kristana" userId="06c54908-b913-4b34-a3f2-9a6986972442" providerId="ADAL" clId="{448B3D01-C9DE-469B-B639-D1A4899B2439}" dt="2023-03-16T00:51:19.221" v="63" actId="20577"/>
        <pc:sldMkLst>
          <pc:docMk/>
          <pc:sldMk cId="1482277026" sldId="256"/>
        </pc:sldMkLst>
        <pc:spChg chg="mod">
          <ac:chgData name="Rogers, Kristana" userId="06c54908-b913-4b34-a3f2-9a6986972442" providerId="ADAL" clId="{448B3D01-C9DE-469B-B639-D1A4899B2439}" dt="2023-03-16T00:51:19.221" v="63" actId="20577"/>
          <ac:spMkLst>
            <pc:docMk/>
            <pc:sldMk cId="1482277026" sldId="256"/>
            <ac:spMk id="2" creationId="{BFFCF5BD-F8FF-4A67-A8B6-EBB21E79279B}"/>
          </ac:spMkLst>
        </pc:spChg>
        <pc:spChg chg="mod">
          <ac:chgData name="Rogers, Kristana" userId="06c54908-b913-4b34-a3f2-9a6986972442" providerId="ADAL" clId="{448B3D01-C9DE-469B-B639-D1A4899B2439}" dt="2023-03-16T00:51:14.165" v="62" actId="20577"/>
          <ac:spMkLst>
            <pc:docMk/>
            <pc:sldMk cId="1482277026" sldId="256"/>
            <ac:spMk id="3" creationId="{E0FBD98F-3A67-498E-8174-652040DD7B60}"/>
          </ac:spMkLst>
        </pc:spChg>
      </pc:sldChg>
      <pc:sldChg chg="modSp mod">
        <pc:chgData name="Rogers, Kristana" userId="06c54908-b913-4b34-a3f2-9a6986972442" providerId="ADAL" clId="{448B3D01-C9DE-469B-B639-D1A4899B2439}" dt="2023-03-16T00:53:39.021" v="90" actId="14100"/>
        <pc:sldMkLst>
          <pc:docMk/>
          <pc:sldMk cId="4071305681" sldId="258"/>
        </pc:sldMkLst>
        <pc:spChg chg="mod">
          <ac:chgData name="Rogers, Kristana" userId="06c54908-b913-4b34-a3f2-9a6986972442" providerId="ADAL" clId="{448B3D01-C9DE-469B-B639-D1A4899B2439}" dt="2023-03-16T00:53:34.755" v="89" actId="1076"/>
          <ac:spMkLst>
            <pc:docMk/>
            <pc:sldMk cId="4071305681" sldId="258"/>
            <ac:spMk id="2" creationId="{2F03F004-EE4F-44F2-AA0E-56B8CFF11342}"/>
          </ac:spMkLst>
        </pc:spChg>
        <pc:spChg chg="mod">
          <ac:chgData name="Rogers, Kristana" userId="06c54908-b913-4b34-a3f2-9a6986972442" providerId="ADAL" clId="{448B3D01-C9DE-469B-B639-D1A4899B2439}" dt="2023-03-16T00:53:39.021" v="90" actId="14100"/>
          <ac:spMkLst>
            <pc:docMk/>
            <pc:sldMk cId="4071305681" sldId="258"/>
            <ac:spMk id="3" creationId="{392BE286-77A6-49DD-B15D-7E4718D52FE7}"/>
          </ac:spMkLst>
        </pc:spChg>
      </pc:sldChg>
      <pc:sldChg chg="modSp mod">
        <pc:chgData name="Rogers, Kristana" userId="06c54908-b913-4b34-a3f2-9a6986972442" providerId="ADAL" clId="{448B3D01-C9DE-469B-B639-D1A4899B2439}" dt="2023-03-16T00:52:22.224" v="79" actId="255"/>
        <pc:sldMkLst>
          <pc:docMk/>
          <pc:sldMk cId="2772527113" sldId="259"/>
        </pc:sldMkLst>
        <pc:spChg chg="mod">
          <ac:chgData name="Rogers, Kristana" userId="06c54908-b913-4b34-a3f2-9a6986972442" providerId="ADAL" clId="{448B3D01-C9DE-469B-B639-D1A4899B2439}" dt="2023-03-16T00:52:22.224" v="79" actId="255"/>
          <ac:spMkLst>
            <pc:docMk/>
            <pc:sldMk cId="2772527113" sldId="259"/>
            <ac:spMk id="3" creationId="{8CE08C7F-0286-423B-92F7-DEB89F31111A}"/>
          </ac:spMkLst>
        </pc:spChg>
      </pc:sldChg>
      <pc:sldChg chg="modSp mod">
        <pc:chgData name="Rogers, Kristana" userId="06c54908-b913-4b34-a3f2-9a6986972442" providerId="ADAL" clId="{448B3D01-C9DE-469B-B639-D1A4899B2439}" dt="2023-03-16T01:10:56.846" v="861" actId="1076"/>
        <pc:sldMkLst>
          <pc:docMk/>
          <pc:sldMk cId="2147408764" sldId="260"/>
        </pc:sldMkLst>
        <pc:spChg chg="mod">
          <ac:chgData name="Rogers, Kristana" userId="06c54908-b913-4b34-a3f2-9a6986972442" providerId="ADAL" clId="{448B3D01-C9DE-469B-B639-D1A4899B2439}" dt="2023-03-16T01:10:38.754" v="859" actId="1076"/>
          <ac:spMkLst>
            <pc:docMk/>
            <pc:sldMk cId="2147408764" sldId="260"/>
            <ac:spMk id="2" creationId="{9AFB837C-3E07-4129-B371-9F5CA97D5605}"/>
          </ac:spMkLst>
        </pc:spChg>
        <pc:spChg chg="mod">
          <ac:chgData name="Rogers, Kristana" userId="06c54908-b913-4b34-a3f2-9a6986972442" providerId="ADAL" clId="{448B3D01-C9DE-469B-B639-D1A4899B2439}" dt="2023-03-16T01:10:56.846" v="861" actId="1076"/>
          <ac:spMkLst>
            <pc:docMk/>
            <pc:sldMk cId="2147408764" sldId="260"/>
            <ac:spMk id="3" creationId="{49F2A5AF-3C0B-4968-A438-E435325199EA}"/>
          </ac:spMkLst>
        </pc:spChg>
      </pc:sldChg>
      <pc:sldChg chg="modSp mod">
        <pc:chgData name="Rogers, Kristana" userId="06c54908-b913-4b34-a3f2-9a6986972442" providerId="ADAL" clId="{448B3D01-C9DE-469B-B639-D1A4899B2439}" dt="2023-03-16T00:55:40.876" v="527" actId="27107"/>
        <pc:sldMkLst>
          <pc:docMk/>
          <pc:sldMk cId="3054216349" sldId="261"/>
        </pc:sldMkLst>
        <pc:graphicFrameChg chg="modGraphic">
          <ac:chgData name="Rogers, Kristana" userId="06c54908-b913-4b34-a3f2-9a6986972442" providerId="ADAL" clId="{448B3D01-C9DE-469B-B639-D1A4899B2439}" dt="2023-03-16T00:55:40.876" v="527" actId="27107"/>
          <ac:graphicFrameMkLst>
            <pc:docMk/>
            <pc:sldMk cId="3054216349" sldId="261"/>
            <ac:graphicFrameMk id="5" creationId="{8D31F9C6-28EB-4419-B90D-7DE05C4C1D8A}"/>
          </ac:graphicFrameMkLst>
        </pc:graphicFrameChg>
      </pc:sldChg>
      <pc:sldChg chg="modSp mod">
        <pc:chgData name="Rogers, Kristana" userId="06c54908-b913-4b34-a3f2-9a6986972442" providerId="ADAL" clId="{448B3D01-C9DE-469B-B639-D1A4899B2439}" dt="2023-03-16T00:59:57.477" v="642" actId="948"/>
        <pc:sldMkLst>
          <pc:docMk/>
          <pc:sldMk cId="4170921578" sldId="262"/>
        </pc:sldMkLst>
        <pc:spChg chg="mod">
          <ac:chgData name="Rogers, Kristana" userId="06c54908-b913-4b34-a3f2-9a6986972442" providerId="ADAL" clId="{448B3D01-C9DE-469B-B639-D1A4899B2439}" dt="2023-03-16T00:58:50.175" v="626" actId="1076"/>
          <ac:spMkLst>
            <pc:docMk/>
            <pc:sldMk cId="4170921578" sldId="262"/>
            <ac:spMk id="2" creationId="{A7DAC820-49EE-4F41-8B1F-B9E33FF6BE24}"/>
          </ac:spMkLst>
        </pc:spChg>
        <pc:spChg chg="mod">
          <ac:chgData name="Rogers, Kristana" userId="06c54908-b913-4b34-a3f2-9a6986972442" providerId="ADAL" clId="{448B3D01-C9DE-469B-B639-D1A4899B2439}" dt="2023-03-16T00:59:57.477" v="642" actId="948"/>
          <ac:spMkLst>
            <pc:docMk/>
            <pc:sldMk cId="4170921578" sldId="262"/>
            <ac:spMk id="3" creationId="{79FFCA46-4155-4484-8350-F1E0B95F6088}"/>
          </ac:spMkLst>
        </pc:spChg>
      </pc:sldChg>
      <pc:sldChg chg="addSp delSp modSp mod">
        <pc:chgData name="Rogers, Kristana" userId="06c54908-b913-4b34-a3f2-9a6986972442" providerId="ADAL" clId="{448B3D01-C9DE-469B-B639-D1A4899B2439}" dt="2023-03-16T00:58:10.724" v="612" actId="1076"/>
        <pc:sldMkLst>
          <pc:docMk/>
          <pc:sldMk cId="1163931679" sldId="263"/>
        </pc:sldMkLst>
        <pc:spChg chg="del">
          <ac:chgData name="Rogers, Kristana" userId="06c54908-b913-4b34-a3f2-9a6986972442" providerId="ADAL" clId="{448B3D01-C9DE-469B-B639-D1A4899B2439}" dt="2023-03-16T00:57:56.746" v="607" actId="478"/>
          <ac:spMkLst>
            <pc:docMk/>
            <pc:sldMk cId="1163931679" sldId="263"/>
            <ac:spMk id="2" creationId="{531ECDB3-7F62-4124-A1E9-E48D699D2427}"/>
          </ac:spMkLst>
        </pc:spChg>
        <pc:spChg chg="del">
          <ac:chgData name="Rogers, Kristana" userId="06c54908-b913-4b34-a3f2-9a6986972442" providerId="ADAL" clId="{448B3D01-C9DE-469B-B639-D1A4899B2439}" dt="2023-03-16T00:57:33.716" v="601" actId="478"/>
          <ac:spMkLst>
            <pc:docMk/>
            <pc:sldMk cId="1163931679" sldId="263"/>
            <ac:spMk id="3" creationId="{012C84E3-4C09-4253-8964-13B9C34E5E48}"/>
          </ac:spMkLst>
        </pc:spChg>
        <pc:spChg chg="add del mod">
          <ac:chgData name="Rogers, Kristana" userId="06c54908-b913-4b34-a3f2-9a6986972442" providerId="ADAL" clId="{448B3D01-C9DE-469B-B639-D1A4899B2439}" dt="2023-03-16T00:57:37.048" v="602" actId="478"/>
          <ac:spMkLst>
            <pc:docMk/>
            <pc:sldMk cId="1163931679" sldId="263"/>
            <ac:spMk id="6" creationId="{D84294E8-D0C5-82EF-52B8-ECBE9DAFDEC9}"/>
          </ac:spMkLst>
        </pc:spChg>
        <pc:spChg chg="add del mod">
          <ac:chgData name="Rogers, Kristana" userId="06c54908-b913-4b34-a3f2-9a6986972442" providerId="ADAL" clId="{448B3D01-C9DE-469B-B639-D1A4899B2439}" dt="2023-03-16T00:57:58.582" v="608" actId="478"/>
          <ac:spMkLst>
            <pc:docMk/>
            <pc:sldMk cId="1163931679" sldId="263"/>
            <ac:spMk id="9" creationId="{C0B40ED0-7C1D-9C87-B8D5-DCA3D2DF4E2E}"/>
          </ac:spMkLst>
        </pc:spChg>
        <pc:picChg chg="add mod">
          <ac:chgData name="Rogers, Kristana" userId="06c54908-b913-4b34-a3f2-9a6986972442" providerId="ADAL" clId="{448B3D01-C9DE-469B-B639-D1A4899B2439}" dt="2023-03-16T00:58:10.724" v="612" actId="1076"/>
          <ac:picMkLst>
            <pc:docMk/>
            <pc:sldMk cId="1163931679" sldId="263"/>
            <ac:picMk id="7" creationId="{56B33DE3-B7A8-79C3-14BB-F1620BA8290B}"/>
          </ac:picMkLst>
        </pc:picChg>
      </pc:sldChg>
      <pc:sldChg chg="addSp delSp modSp mod">
        <pc:chgData name="Rogers, Kristana" userId="06c54908-b913-4b34-a3f2-9a6986972442" providerId="ADAL" clId="{448B3D01-C9DE-469B-B639-D1A4899B2439}" dt="2023-03-16T00:57:08.420" v="600" actId="1076"/>
        <pc:sldMkLst>
          <pc:docMk/>
          <pc:sldMk cId="3493109116" sldId="264"/>
        </pc:sldMkLst>
        <pc:spChg chg="mod">
          <ac:chgData name="Rogers, Kristana" userId="06c54908-b913-4b34-a3f2-9a6986972442" providerId="ADAL" clId="{448B3D01-C9DE-469B-B639-D1A4899B2439}" dt="2023-03-16T00:57:08.420" v="600" actId="1076"/>
          <ac:spMkLst>
            <pc:docMk/>
            <pc:sldMk cId="3493109116" sldId="264"/>
            <ac:spMk id="2" creationId="{D7836664-70C0-47BA-9BFF-496A04EBBFDE}"/>
          </ac:spMkLst>
        </pc:spChg>
        <pc:spChg chg="add del mod">
          <ac:chgData name="Rogers, Kristana" userId="06c54908-b913-4b34-a3f2-9a6986972442" providerId="ADAL" clId="{448B3D01-C9DE-469B-B639-D1A4899B2439}" dt="2023-03-16T00:56:30.025" v="586" actId="478"/>
          <ac:spMkLst>
            <pc:docMk/>
            <pc:sldMk cId="3493109116" sldId="264"/>
            <ac:spMk id="6" creationId="{C4FA0834-3910-4249-434C-3B2DDC3BC5FB}"/>
          </ac:spMkLst>
        </pc:spChg>
        <pc:spChg chg="add mod">
          <ac:chgData name="Rogers, Kristana" userId="06c54908-b913-4b34-a3f2-9a6986972442" providerId="ADAL" clId="{448B3D01-C9DE-469B-B639-D1A4899B2439}" dt="2023-03-16T00:56:46.850" v="590" actId="255"/>
          <ac:spMkLst>
            <pc:docMk/>
            <pc:sldMk cId="3493109116" sldId="264"/>
            <ac:spMk id="8" creationId="{2A776615-A862-6EA1-CBB4-D6E9471CD041}"/>
          </ac:spMkLst>
        </pc:spChg>
        <pc:graphicFrameChg chg="del">
          <ac:chgData name="Rogers, Kristana" userId="06c54908-b913-4b34-a3f2-9a6986972442" providerId="ADAL" clId="{448B3D01-C9DE-469B-B639-D1A4899B2439}" dt="2023-03-16T00:56:24.012" v="584" actId="478"/>
          <ac:graphicFrameMkLst>
            <pc:docMk/>
            <pc:sldMk cId="3493109116" sldId="264"/>
            <ac:graphicFrameMk id="5" creationId="{5C543D04-921E-4C6A-AF4F-2BDE37415EFE}"/>
          </ac:graphicFrameMkLst>
        </pc:graphicFrameChg>
      </pc:sldChg>
      <pc:sldChg chg="addSp delSp modSp mod">
        <pc:chgData name="Rogers, Kristana" userId="06c54908-b913-4b34-a3f2-9a6986972442" providerId="ADAL" clId="{448B3D01-C9DE-469B-B639-D1A4899B2439}" dt="2023-03-16T01:00:35.135" v="652" actId="1076"/>
        <pc:sldMkLst>
          <pc:docMk/>
          <pc:sldMk cId="1754767038" sldId="265"/>
        </pc:sldMkLst>
        <pc:spChg chg="del mod">
          <ac:chgData name="Rogers, Kristana" userId="06c54908-b913-4b34-a3f2-9a6986972442" providerId="ADAL" clId="{448B3D01-C9DE-469B-B639-D1A4899B2439}" dt="2023-03-16T01:00:21.417" v="645" actId="478"/>
          <ac:spMkLst>
            <pc:docMk/>
            <pc:sldMk cId="1754767038" sldId="265"/>
            <ac:spMk id="2" creationId="{A7DAC820-49EE-4F41-8B1F-B9E33FF6BE24}"/>
          </ac:spMkLst>
        </pc:spChg>
        <pc:spChg chg="del mod">
          <ac:chgData name="Rogers, Kristana" userId="06c54908-b913-4b34-a3f2-9a6986972442" providerId="ADAL" clId="{448B3D01-C9DE-469B-B639-D1A4899B2439}" dt="2023-03-16T01:00:22.407" v="646" actId="478"/>
          <ac:spMkLst>
            <pc:docMk/>
            <pc:sldMk cId="1754767038" sldId="265"/>
            <ac:spMk id="3" creationId="{79FFCA46-4155-4484-8350-F1E0B95F6088}"/>
          </ac:spMkLst>
        </pc:spChg>
        <pc:picChg chg="add mod">
          <ac:chgData name="Rogers, Kristana" userId="06c54908-b913-4b34-a3f2-9a6986972442" providerId="ADAL" clId="{448B3D01-C9DE-469B-B639-D1A4899B2439}" dt="2023-03-16T01:00:35.135" v="652" actId="1076"/>
          <ac:picMkLst>
            <pc:docMk/>
            <pc:sldMk cId="1754767038" sldId="265"/>
            <ac:picMk id="5" creationId="{19BFEAFD-D8B1-7257-B050-1100EF497783}"/>
          </ac:picMkLst>
        </pc:picChg>
      </pc:sldChg>
      <pc:sldChg chg="addSp delSp modSp new mod modAnim">
        <pc:chgData name="Rogers, Kristana" userId="06c54908-b913-4b34-a3f2-9a6986972442" providerId="ADAL" clId="{448B3D01-C9DE-469B-B639-D1A4899B2439}" dt="2023-03-16T01:02:20.801" v="658" actId="14100"/>
        <pc:sldMkLst>
          <pc:docMk/>
          <pc:sldMk cId="4007075362" sldId="266"/>
        </pc:sldMkLst>
        <pc:spChg chg="del">
          <ac:chgData name="Rogers, Kristana" userId="06c54908-b913-4b34-a3f2-9a6986972442" providerId="ADAL" clId="{448B3D01-C9DE-469B-B639-D1A4899B2439}" dt="2023-03-16T01:02:16.551" v="656" actId="478"/>
          <ac:spMkLst>
            <pc:docMk/>
            <pc:sldMk cId="4007075362" sldId="266"/>
            <ac:spMk id="2" creationId="{9D30319C-AC60-AC32-5F41-493B59D06695}"/>
          </ac:spMkLst>
        </pc:spChg>
        <pc:spChg chg="del">
          <ac:chgData name="Rogers, Kristana" userId="06c54908-b913-4b34-a3f2-9a6986972442" providerId="ADAL" clId="{448B3D01-C9DE-469B-B639-D1A4899B2439}" dt="2023-03-16T01:02:02.605" v="654"/>
          <ac:spMkLst>
            <pc:docMk/>
            <pc:sldMk cId="4007075362" sldId="266"/>
            <ac:spMk id="3" creationId="{94C9C681-91DB-44B7-2F27-91D4BC5A7B91}"/>
          </ac:spMkLst>
        </pc:spChg>
        <pc:picChg chg="add mod">
          <ac:chgData name="Rogers, Kristana" userId="06c54908-b913-4b34-a3f2-9a6986972442" providerId="ADAL" clId="{448B3D01-C9DE-469B-B639-D1A4899B2439}" dt="2023-03-16T01:02:20.801" v="658" actId="14100"/>
          <ac:picMkLst>
            <pc:docMk/>
            <pc:sldMk cId="4007075362" sldId="266"/>
            <ac:picMk id="5" creationId="{984CABFA-5E6D-CC99-A324-AB48F71D2B56}"/>
          </ac:picMkLst>
        </pc:picChg>
      </pc:sldChg>
      <pc:sldChg chg="addSp delSp modSp new mod">
        <pc:chgData name="Rogers, Kristana" userId="06c54908-b913-4b34-a3f2-9a6986972442" providerId="ADAL" clId="{448B3D01-C9DE-469B-B639-D1A4899B2439}" dt="2023-03-16T01:08:18.768" v="798" actId="1076"/>
        <pc:sldMkLst>
          <pc:docMk/>
          <pc:sldMk cId="1959975682" sldId="267"/>
        </pc:sldMkLst>
        <pc:spChg chg="mod">
          <ac:chgData name="Rogers, Kristana" userId="06c54908-b913-4b34-a3f2-9a6986972442" providerId="ADAL" clId="{448B3D01-C9DE-469B-B639-D1A4899B2439}" dt="2023-03-16T01:08:18.768" v="798" actId="1076"/>
          <ac:spMkLst>
            <pc:docMk/>
            <pc:sldMk cId="1959975682" sldId="267"/>
            <ac:spMk id="2" creationId="{2BC40441-7E45-9D0A-46BA-DC937883D3C3}"/>
          </ac:spMkLst>
        </pc:spChg>
        <pc:spChg chg="del mod">
          <ac:chgData name="Rogers, Kristana" userId="06c54908-b913-4b34-a3f2-9a6986972442" providerId="ADAL" clId="{448B3D01-C9DE-469B-B639-D1A4899B2439}" dt="2023-03-16T01:05:32.964" v="709"/>
          <ac:spMkLst>
            <pc:docMk/>
            <pc:sldMk cId="1959975682" sldId="267"/>
            <ac:spMk id="3" creationId="{13B62576-0C37-F19C-B12D-2097E87AA073}"/>
          </ac:spMkLst>
        </pc:spChg>
        <pc:spChg chg="add mod">
          <ac:chgData name="Rogers, Kristana" userId="06c54908-b913-4b34-a3f2-9a6986972442" providerId="ADAL" clId="{448B3D01-C9DE-469B-B639-D1A4899B2439}" dt="2023-03-16T01:07:04.797" v="738" actId="1076"/>
          <ac:spMkLst>
            <pc:docMk/>
            <pc:sldMk cId="1959975682" sldId="267"/>
            <ac:spMk id="6" creationId="{60F02D2D-4D99-A0EF-2C2C-23DB692FE93B}"/>
          </ac:spMkLst>
        </pc:spChg>
        <pc:picChg chg="add mod">
          <ac:chgData name="Rogers, Kristana" userId="06c54908-b913-4b34-a3f2-9a6986972442" providerId="ADAL" clId="{448B3D01-C9DE-469B-B639-D1A4899B2439}" dt="2023-03-16T01:07:01.871" v="737" actId="1076"/>
          <ac:picMkLst>
            <pc:docMk/>
            <pc:sldMk cId="1959975682" sldId="267"/>
            <ac:picMk id="5" creationId="{42B0C646-9917-C6C3-3A7A-A95FA431B13E}"/>
          </ac:picMkLst>
        </pc:picChg>
      </pc:sldChg>
      <pc:sldChg chg="addSp delSp modSp new mod">
        <pc:chgData name="Rogers, Kristana" userId="06c54908-b913-4b34-a3f2-9a6986972442" providerId="ADAL" clId="{448B3D01-C9DE-469B-B639-D1A4899B2439}" dt="2023-03-16T01:08:07.217" v="778" actId="20577"/>
        <pc:sldMkLst>
          <pc:docMk/>
          <pc:sldMk cId="3337798611" sldId="268"/>
        </pc:sldMkLst>
        <pc:spChg chg="mod">
          <ac:chgData name="Rogers, Kristana" userId="06c54908-b913-4b34-a3f2-9a6986972442" providerId="ADAL" clId="{448B3D01-C9DE-469B-B639-D1A4899B2439}" dt="2023-03-16T01:08:07.217" v="778" actId="20577"/>
          <ac:spMkLst>
            <pc:docMk/>
            <pc:sldMk cId="3337798611" sldId="268"/>
            <ac:spMk id="2" creationId="{5539CE80-E199-6445-331C-A57B501C9393}"/>
          </ac:spMkLst>
        </pc:spChg>
        <pc:spChg chg="del mod">
          <ac:chgData name="Rogers, Kristana" userId="06c54908-b913-4b34-a3f2-9a6986972442" providerId="ADAL" clId="{448B3D01-C9DE-469B-B639-D1A4899B2439}" dt="2023-03-16T01:07:43.847" v="749"/>
          <ac:spMkLst>
            <pc:docMk/>
            <pc:sldMk cId="3337798611" sldId="268"/>
            <ac:spMk id="3" creationId="{A87A687F-97C0-3472-D7BC-D417E06A3107}"/>
          </ac:spMkLst>
        </pc:spChg>
        <pc:picChg chg="add mod">
          <ac:chgData name="Rogers, Kristana" userId="06c54908-b913-4b34-a3f2-9a6986972442" providerId="ADAL" clId="{448B3D01-C9DE-469B-B639-D1A4899B2439}" dt="2023-03-16T01:07:52.109" v="753" actId="14100"/>
          <ac:picMkLst>
            <pc:docMk/>
            <pc:sldMk cId="3337798611" sldId="268"/>
            <ac:picMk id="5" creationId="{6C1DE45E-B5A3-9BA2-CDF7-BFE8741477C5}"/>
          </ac:picMkLst>
        </pc:picChg>
      </pc:sldChg>
    </pc:docChg>
  </pc:docChgLst>
  <pc:docChgLst>
    <pc:chgData name="White (she/her), Whitney" userId="65f39021-2f1d-4d8b-87dc-b123826f65bf" providerId="ADAL" clId="{85E00520-B366-422D-A581-65EF83614857}"/>
    <pc:docChg chg="undo custSel modSld">
      <pc:chgData name="White (she/her), Whitney" userId="65f39021-2f1d-4d8b-87dc-b123826f65bf" providerId="ADAL" clId="{85E00520-B366-422D-A581-65EF83614857}" dt="2023-08-19T02:30:12.743" v="16" actId="962"/>
      <pc:docMkLst>
        <pc:docMk/>
      </pc:docMkLst>
      <pc:sldChg chg="addSp modSp mod">
        <pc:chgData name="White (she/her), Whitney" userId="65f39021-2f1d-4d8b-87dc-b123826f65bf" providerId="ADAL" clId="{85E00520-B366-422D-A581-65EF83614857}" dt="2023-08-19T02:28:44.935" v="6" actId="1076"/>
        <pc:sldMkLst>
          <pc:docMk/>
          <pc:sldMk cId="1482277026" sldId="256"/>
        </pc:sldMkLst>
        <pc:spChg chg="mod">
          <ac:chgData name="White (she/her), Whitney" userId="65f39021-2f1d-4d8b-87dc-b123826f65bf" providerId="ADAL" clId="{85E00520-B366-422D-A581-65EF83614857}" dt="2023-08-19T02:28:29.413" v="2"/>
          <ac:spMkLst>
            <pc:docMk/>
            <pc:sldMk cId="1482277026" sldId="256"/>
            <ac:spMk id="2" creationId="{BFFCF5BD-F8FF-4A67-A8B6-EBB21E79279B}"/>
          </ac:spMkLst>
        </pc:spChg>
        <pc:spChg chg="add mod">
          <ac:chgData name="White (she/her), Whitney" userId="65f39021-2f1d-4d8b-87dc-b123826f65bf" providerId="ADAL" clId="{85E00520-B366-422D-A581-65EF83614857}" dt="2023-08-19T02:28:44.935" v="6" actId="1076"/>
          <ac:spMkLst>
            <pc:docMk/>
            <pc:sldMk cId="1482277026" sldId="256"/>
            <ac:spMk id="5" creationId="{F079381D-82D9-EDFF-E138-8604C7953CFC}"/>
          </ac:spMkLst>
        </pc:spChg>
      </pc:sldChg>
      <pc:sldChg chg="modSp mod">
        <pc:chgData name="White (she/her), Whitney" userId="65f39021-2f1d-4d8b-87dc-b123826f65bf" providerId="ADAL" clId="{85E00520-B366-422D-A581-65EF83614857}" dt="2023-08-19T02:30:12.743" v="16" actId="962"/>
        <pc:sldMkLst>
          <pc:docMk/>
          <pc:sldMk cId="4071305681" sldId="258"/>
        </pc:sldMkLst>
        <pc:spChg chg="ord">
          <ac:chgData name="White (she/her), Whitney" userId="65f39021-2f1d-4d8b-87dc-b123826f65bf" providerId="ADAL" clId="{85E00520-B366-422D-A581-65EF83614857}" dt="2023-08-19T02:29:25.519" v="12" actId="13244"/>
          <ac:spMkLst>
            <pc:docMk/>
            <pc:sldMk cId="4071305681" sldId="258"/>
            <ac:spMk id="4" creationId="{2DC7D18A-F106-4CA1-A59B-DE4084E585CF}"/>
          </ac:spMkLst>
        </pc:spChg>
        <pc:picChg chg="mod">
          <ac:chgData name="White (she/her), Whitney" userId="65f39021-2f1d-4d8b-87dc-b123826f65bf" providerId="ADAL" clId="{85E00520-B366-422D-A581-65EF83614857}" dt="2023-08-19T02:30:12.743" v="16" actId="962"/>
          <ac:picMkLst>
            <pc:docMk/>
            <pc:sldMk cId="4071305681" sldId="258"/>
            <ac:picMk id="5" creationId="{3A94D813-602D-6A20-9C26-783258B9D93D}"/>
          </ac:picMkLst>
        </pc:picChg>
      </pc:sldChg>
      <pc:sldChg chg="modSp mod">
        <pc:chgData name="White (she/her), Whitney" userId="65f39021-2f1d-4d8b-87dc-b123826f65bf" providerId="ADAL" clId="{85E00520-B366-422D-A581-65EF83614857}" dt="2023-08-19T02:28:58.633" v="11" actId="20577"/>
        <pc:sldMkLst>
          <pc:docMk/>
          <pc:sldMk cId="2147408764" sldId="260"/>
        </pc:sldMkLst>
        <pc:spChg chg="mod">
          <ac:chgData name="White (she/her), Whitney" userId="65f39021-2f1d-4d8b-87dc-b123826f65bf" providerId="ADAL" clId="{85E00520-B366-422D-A581-65EF83614857}" dt="2023-08-19T02:28:58.633" v="11" actId="20577"/>
          <ac:spMkLst>
            <pc:docMk/>
            <pc:sldMk cId="2147408764" sldId="260"/>
            <ac:spMk id="3" creationId="{49F2A5AF-3C0B-4968-A438-E435325199EA}"/>
          </ac:spMkLst>
        </pc:spChg>
      </pc:sldChg>
    </pc:docChg>
  </pc:docChgLst>
  <pc:docChgLst>
    <pc:chgData name="White (she/her), Whitney" userId="65f39021-2f1d-4d8b-87dc-b123826f65bf" providerId="ADAL" clId="{DF4A7BAA-AC14-430B-8AC1-EB23B988419D}"/>
    <pc:docChg chg="custSel delSld modSld">
      <pc:chgData name="White (she/her), Whitney" userId="65f39021-2f1d-4d8b-87dc-b123826f65bf" providerId="ADAL" clId="{DF4A7BAA-AC14-430B-8AC1-EB23B988419D}" dt="2023-04-12T19:06:48.121" v="20" actId="5793"/>
      <pc:docMkLst>
        <pc:docMk/>
      </pc:docMkLst>
      <pc:sldChg chg="modSp mod">
        <pc:chgData name="White (she/her), Whitney" userId="65f39021-2f1d-4d8b-87dc-b123826f65bf" providerId="ADAL" clId="{DF4A7BAA-AC14-430B-8AC1-EB23B988419D}" dt="2023-04-12T19:06:08.472" v="8" actId="20577"/>
        <pc:sldMkLst>
          <pc:docMk/>
          <pc:sldMk cId="1482277026" sldId="256"/>
        </pc:sldMkLst>
        <pc:spChg chg="mod">
          <ac:chgData name="White (she/her), Whitney" userId="65f39021-2f1d-4d8b-87dc-b123826f65bf" providerId="ADAL" clId="{DF4A7BAA-AC14-430B-8AC1-EB23B988419D}" dt="2023-04-12T19:06:04.434" v="0" actId="20577"/>
          <ac:spMkLst>
            <pc:docMk/>
            <pc:sldMk cId="1482277026" sldId="256"/>
            <ac:spMk id="2" creationId="{BFFCF5BD-F8FF-4A67-A8B6-EBB21E79279B}"/>
          </ac:spMkLst>
        </pc:spChg>
        <pc:spChg chg="mod">
          <ac:chgData name="White (she/her), Whitney" userId="65f39021-2f1d-4d8b-87dc-b123826f65bf" providerId="ADAL" clId="{DF4A7BAA-AC14-430B-8AC1-EB23B988419D}" dt="2023-04-12T19:06:08.472" v="8" actId="20577"/>
          <ac:spMkLst>
            <pc:docMk/>
            <pc:sldMk cId="1482277026" sldId="256"/>
            <ac:spMk id="3" creationId="{E0FBD98F-3A67-498E-8174-652040DD7B60}"/>
          </ac:spMkLst>
        </pc:spChg>
      </pc:sldChg>
      <pc:sldChg chg="modSp mod">
        <pc:chgData name="White (she/her), Whitney" userId="65f39021-2f1d-4d8b-87dc-b123826f65bf" providerId="ADAL" clId="{DF4A7BAA-AC14-430B-8AC1-EB23B988419D}" dt="2023-04-12T19:06:23.605" v="10" actId="20577"/>
        <pc:sldMkLst>
          <pc:docMk/>
          <pc:sldMk cId="4071305681" sldId="258"/>
        </pc:sldMkLst>
        <pc:spChg chg="mod">
          <ac:chgData name="White (she/her), Whitney" userId="65f39021-2f1d-4d8b-87dc-b123826f65bf" providerId="ADAL" clId="{DF4A7BAA-AC14-430B-8AC1-EB23B988419D}" dt="2023-04-12T19:06:23.605" v="10" actId="20577"/>
          <ac:spMkLst>
            <pc:docMk/>
            <pc:sldMk cId="4071305681" sldId="258"/>
            <ac:spMk id="3" creationId="{392BE286-77A6-49DD-B15D-7E4718D52FE7}"/>
          </ac:spMkLst>
        </pc:spChg>
      </pc:sldChg>
      <pc:sldChg chg="modSp mod">
        <pc:chgData name="White (she/her), Whitney" userId="65f39021-2f1d-4d8b-87dc-b123826f65bf" providerId="ADAL" clId="{DF4A7BAA-AC14-430B-8AC1-EB23B988419D}" dt="2023-04-12T19:06:18.596" v="9" actId="20577"/>
        <pc:sldMkLst>
          <pc:docMk/>
          <pc:sldMk cId="2772527113" sldId="259"/>
        </pc:sldMkLst>
        <pc:spChg chg="mod">
          <ac:chgData name="White (she/her), Whitney" userId="65f39021-2f1d-4d8b-87dc-b123826f65bf" providerId="ADAL" clId="{DF4A7BAA-AC14-430B-8AC1-EB23B988419D}" dt="2023-04-12T19:06:18.596" v="9" actId="20577"/>
          <ac:spMkLst>
            <pc:docMk/>
            <pc:sldMk cId="2772527113" sldId="259"/>
            <ac:spMk id="3" creationId="{8CE08C7F-0286-423B-92F7-DEB89F31111A}"/>
          </ac:spMkLst>
        </pc:spChg>
      </pc:sldChg>
      <pc:sldChg chg="modSp mod">
        <pc:chgData name="White (she/her), Whitney" userId="65f39021-2f1d-4d8b-87dc-b123826f65bf" providerId="ADAL" clId="{DF4A7BAA-AC14-430B-8AC1-EB23B988419D}" dt="2023-04-12T19:06:48.121" v="20" actId="5793"/>
        <pc:sldMkLst>
          <pc:docMk/>
          <pc:sldMk cId="2147408764" sldId="260"/>
        </pc:sldMkLst>
        <pc:spChg chg="mod">
          <ac:chgData name="White (she/her), Whitney" userId="65f39021-2f1d-4d8b-87dc-b123826f65bf" providerId="ADAL" clId="{DF4A7BAA-AC14-430B-8AC1-EB23B988419D}" dt="2023-04-12T19:06:48.121" v="20" actId="5793"/>
          <ac:spMkLst>
            <pc:docMk/>
            <pc:sldMk cId="2147408764" sldId="260"/>
            <ac:spMk id="3" creationId="{49F2A5AF-3C0B-4968-A438-E435325199EA}"/>
          </ac:spMkLst>
        </pc:spChg>
      </pc:sldChg>
      <pc:sldChg chg="modSp mod">
        <pc:chgData name="White (she/her), Whitney" userId="65f39021-2f1d-4d8b-87dc-b123826f65bf" providerId="ADAL" clId="{DF4A7BAA-AC14-430B-8AC1-EB23B988419D}" dt="2023-04-12T19:06:27.755" v="11" actId="6549"/>
        <pc:sldMkLst>
          <pc:docMk/>
          <pc:sldMk cId="3054216349" sldId="261"/>
        </pc:sldMkLst>
        <pc:graphicFrameChg chg="modGraphic">
          <ac:chgData name="White (she/her), Whitney" userId="65f39021-2f1d-4d8b-87dc-b123826f65bf" providerId="ADAL" clId="{DF4A7BAA-AC14-430B-8AC1-EB23B988419D}" dt="2023-04-12T19:06:27.755" v="11" actId="6549"/>
          <ac:graphicFrameMkLst>
            <pc:docMk/>
            <pc:sldMk cId="3054216349" sldId="261"/>
            <ac:graphicFrameMk id="5" creationId="{8D31F9C6-28EB-4419-B90D-7DE05C4C1D8A}"/>
          </ac:graphicFrameMkLst>
        </pc:graphicFrameChg>
      </pc:sldChg>
      <pc:sldChg chg="del">
        <pc:chgData name="White (she/her), Whitney" userId="65f39021-2f1d-4d8b-87dc-b123826f65bf" providerId="ADAL" clId="{DF4A7BAA-AC14-430B-8AC1-EB23B988419D}" dt="2023-04-12T19:06:38.007" v="14" actId="2696"/>
        <pc:sldMkLst>
          <pc:docMk/>
          <pc:sldMk cId="4170921578" sldId="262"/>
        </pc:sldMkLst>
      </pc:sldChg>
      <pc:sldChg chg="del">
        <pc:chgData name="White (she/her), Whitney" userId="65f39021-2f1d-4d8b-87dc-b123826f65bf" providerId="ADAL" clId="{DF4A7BAA-AC14-430B-8AC1-EB23B988419D}" dt="2023-04-12T19:06:35.973" v="13" actId="2696"/>
        <pc:sldMkLst>
          <pc:docMk/>
          <pc:sldMk cId="1163931679" sldId="263"/>
        </pc:sldMkLst>
      </pc:sldChg>
      <pc:sldChg chg="del">
        <pc:chgData name="White (she/her), Whitney" userId="65f39021-2f1d-4d8b-87dc-b123826f65bf" providerId="ADAL" clId="{DF4A7BAA-AC14-430B-8AC1-EB23B988419D}" dt="2023-04-12T19:06:33.811" v="12" actId="2696"/>
        <pc:sldMkLst>
          <pc:docMk/>
          <pc:sldMk cId="3493109116" sldId="264"/>
        </pc:sldMkLst>
      </pc:sldChg>
      <pc:sldChg chg="del">
        <pc:chgData name="White (she/her), Whitney" userId="65f39021-2f1d-4d8b-87dc-b123826f65bf" providerId="ADAL" clId="{DF4A7BAA-AC14-430B-8AC1-EB23B988419D}" dt="2023-04-12T19:06:41.310" v="15" actId="47"/>
        <pc:sldMkLst>
          <pc:docMk/>
          <pc:sldMk cId="1754767038" sldId="265"/>
        </pc:sldMkLst>
      </pc:sldChg>
      <pc:sldChg chg="del">
        <pc:chgData name="White (she/her), Whitney" userId="65f39021-2f1d-4d8b-87dc-b123826f65bf" providerId="ADAL" clId="{DF4A7BAA-AC14-430B-8AC1-EB23B988419D}" dt="2023-04-12T19:06:42.008" v="16" actId="47"/>
        <pc:sldMkLst>
          <pc:docMk/>
          <pc:sldMk cId="4007075362" sldId="266"/>
        </pc:sldMkLst>
      </pc:sldChg>
      <pc:sldChg chg="del">
        <pc:chgData name="White (she/her), Whitney" userId="65f39021-2f1d-4d8b-87dc-b123826f65bf" providerId="ADAL" clId="{DF4A7BAA-AC14-430B-8AC1-EB23B988419D}" dt="2023-04-12T19:06:42.941" v="17" actId="47"/>
        <pc:sldMkLst>
          <pc:docMk/>
          <pc:sldMk cId="1959975682" sldId="267"/>
        </pc:sldMkLst>
      </pc:sldChg>
      <pc:sldChg chg="del">
        <pc:chgData name="White (she/her), Whitney" userId="65f39021-2f1d-4d8b-87dc-b123826f65bf" providerId="ADAL" clId="{DF4A7BAA-AC14-430B-8AC1-EB23B988419D}" dt="2023-04-12T19:06:43.534" v="18" actId="47"/>
        <pc:sldMkLst>
          <pc:docMk/>
          <pc:sldMk cId="3337798611" sldId="268"/>
        </pc:sldMkLst>
      </pc:sldChg>
    </pc:docChg>
  </pc:docChgLst>
  <pc:docChgLst>
    <pc:chgData name="White (she/her), Whitney" userId="65f39021-2f1d-4d8b-87dc-b123826f65bf" providerId="ADAL" clId="{213986CB-091D-4852-A2DD-37B4FF6ED4B3}"/>
    <pc:docChg chg="custSel addSld modSld">
      <pc:chgData name="White (she/her), Whitney" userId="65f39021-2f1d-4d8b-87dc-b123826f65bf" providerId="ADAL" clId="{213986CB-091D-4852-A2DD-37B4FF6ED4B3}" dt="2023-04-12T19:58:25.799" v="600" actId="403"/>
      <pc:docMkLst>
        <pc:docMk/>
      </pc:docMkLst>
      <pc:sldChg chg="modSp mod">
        <pc:chgData name="White (she/her), Whitney" userId="65f39021-2f1d-4d8b-87dc-b123826f65bf" providerId="ADAL" clId="{213986CB-091D-4852-A2DD-37B4FF6ED4B3}" dt="2023-04-12T19:53:43.667" v="28" actId="20577"/>
        <pc:sldMkLst>
          <pc:docMk/>
          <pc:sldMk cId="1482277026" sldId="256"/>
        </pc:sldMkLst>
        <pc:spChg chg="mod">
          <ac:chgData name="White (she/her), Whitney" userId="65f39021-2f1d-4d8b-87dc-b123826f65bf" providerId="ADAL" clId="{213986CB-091D-4852-A2DD-37B4FF6ED4B3}" dt="2023-04-12T19:53:36.551" v="0" actId="20577"/>
          <ac:spMkLst>
            <pc:docMk/>
            <pc:sldMk cId="1482277026" sldId="256"/>
            <ac:spMk id="2" creationId="{BFFCF5BD-F8FF-4A67-A8B6-EBB21E79279B}"/>
          </ac:spMkLst>
        </pc:spChg>
        <pc:spChg chg="mod">
          <ac:chgData name="White (she/her), Whitney" userId="65f39021-2f1d-4d8b-87dc-b123826f65bf" providerId="ADAL" clId="{213986CB-091D-4852-A2DD-37B4FF6ED4B3}" dt="2023-04-12T19:53:43.667" v="28" actId="20577"/>
          <ac:spMkLst>
            <pc:docMk/>
            <pc:sldMk cId="1482277026" sldId="256"/>
            <ac:spMk id="3" creationId="{E0FBD98F-3A67-498E-8174-652040DD7B60}"/>
          </ac:spMkLst>
        </pc:spChg>
      </pc:sldChg>
      <pc:sldChg chg="addSp modSp mod">
        <pc:chgData name="White (she/her), Whitney" userId="65f39021-2f1d-4d8b-87dc-b123826f65bf" providerId="ADAL" clId="{213986CB-091D-4852-A2DD-37B4FF6ED4B3}" dt="2023-04-12T19:55:45.908" v="466" actId="1076"/>
        <pc:sldMkLst>
          <pc:docMk/>
          <pc:sldMk cId="4071305681" sldId="258"/>
        </pc:sldMkLst>
        <pc:spChg chg="mod">
          <ac:chgData name="White (she/her), Whitney" userId="65f39021-2f1d-4d8b-87dc-b123826f65bf" providerId="ADAL" clId="{213986CB-091D-4852-A2DD-37B4FF6ED4B3}" dt="2023-04-12T19:55:38.746" v="463" actId="14100"/>
          <ac:spMkLst>
            <pc:docMk/>
            <pc:sldMk cId="4071305681" sldId="258"/>
            <ac:spMk id="3" creationId="{392BE286-77A6-49DD-B15D-7E4718D52FE7}"/>
          </ac:spMkLst>
        </pc:spChg>
        <pc:picChg chg="add mod">
          <ac:chgData name="White (she/her), Whitney" userId="65f39021-2f1d-4d8b-87dc-b123826f65bf" providerId="ADAL" clId="{213986CB-091D-4852-A2DD-37B4FF6ED4B3}" dt="2023-04-12T19:55:45.908" v="466" actId="1076"/>
          <ac:picMkLst>
            <pc:docMk/>
            <pc:sldMk cId="4071305681" sldId="258"/>
            <ac:picMk id="5" creationId="{3A94D813-602D-6A20-9C26-783258B9D93D}"/>
          </ac:picMkLst>
        </pc:picChg>
      </pc:sldChg>
      <pc:sldChg chg="modSp mod">
        <pc:chgData name="White (she/her), Whitney" userId="65f39021-2f1d-4d8b-87dc-b123826f65bf" providerId="ADAL" clId="{213986CB-091D-4852-A2DD-37B4FF6ED4B3}" dt="2023-04-12T19:54:48.411" v="280" actId="313"/>
        <pc:sldMkLst>
          <pc:docMk/>
          <pc:sldMk cId="2772527113" sldId="259"/>
        </pc:sldMkLst>
        <pc:spChg chg="mod">
          <ac:chgData name="White (she/her), Whitney" userId="65f39021-2f1d-4d8b-87dc-b123826f65bf" providerId="ADAL" clId="{213986CB-091D-4852-A2DD-37B4FF6ED4B3}" dt="2023-04-12T19:54:48.411" v="280" actId="313"/>
          <ac:spMkLst>
            <pc:docMk/>
            <pc:sldMk cId="2772527113" sldId="259"/>
            <ac:spMk id="3" creationId="{8CE08C7F-0286-423B-92F7-DEB89F31111A}"/>
          </ac:spMkLst>
        </pc:spChg>
      </pc:sldChg>
      <pc:sldChg chg="modSp mod">
        <pc:chgData name="White (she/her), Whitney" userId="65f39021-2f1d-4d8b-87dc-b123826f65bf" providerId="ADAL" clId="{213986CB-091D-4852-A2DD-37B4FF6ED4B3}" dt="2023-04-12T19:58:25.799" v="600" actId="403"/>
        <pc:sldMkLst>
          <pc:docMk/>
          <pc:sldMk cId="2147408764" sldId="260"/>
        </pc:sldMkLst>
        <pc:spChg chg="mod">
          <ac:chgData name="White (she/her), Whitney" userId="65f39021-2f1d-4d8b-87dc-b123826f65bf" providerId="ADAL" clId="{213986CB-091D-4852-A2DD-37B4FF6ED4B3}" dt="2023-04-12T19:58:25.799" v="600" actId="403"/>
          <ac:spMkLst>
            <pc:docMk/>
            <pc:sldMk cId="2147408764" sldId="260"/>
            <ac:spMk id="3" creationId="{49F2A5AF-3C0B-4968-A438-E435325199EA}"/>
          </ac:spMkLst>
        </pc:spChg>
      </pc:sldChg>
      <pc:sldChg chg="modSp mod">
        <pc:chgData name="White (she/her), Whitney" userId="65f39021-2f1d-4d8b-87dc-b123826f65bf" providerId="ADAL" clId="{213986CB-091D-4852-A2DD-37B4FF6ED4B3}" dt="2023-04-12T19:56:19.073" v="475" actId="403"/>
        <pc:sldMkLst>
          <pc:docMk/>
          <pc:sldMk cId="3054216349" sldId="261"/>
        </pc:sldMkLst>
        <pc:graphicFrameChg chg="mod modGraphic">
          <ac:chgData name="White (she/her), Whitney" userId="65f39021-2f1d-4d8b-87dc-b123826f65bf" providerId="ADAL" clId="{213986CB-091D-4852-A2DD-37B4FF6ED4B3}" dt="2023-04-12T19:56:19.073" v="475" actId="403"/>
          <ac:graphicFrameMkLst>
            <pc:docMk/>
            <pc:sldMk cId="3054216349" sldId="261"/>
            <ac:graphicFrameMk id="5" creationId="{8D31F9C6-28EB-4419-B90D-7DE05C4C1D8A}"/>
          </ac:graphicFrameMkLst>
        </pc:graphicFrameChg>
      </pc:sldChg>
      <pc:sldChg chg="modSp new mod">
        <pc:chgData name="White (she/her), Whitney" userId="65f39021-2f1d-4d8b-87dc-b123826f65bf" providerId="ADAL" clId="{213986CB-091D-4852-A2DD-37B4FF6ED4B3}" dt="2023-04-12T19:56:46.837" v="511" actId="403"/>
        <pc:sldMkLst>
          <pc:docMk/>
          <pc:sldMk cId="1187039122" sldId="262"/>
        </pc:sldMkLst>
        <pc:spChg chg="mod">
          <ac:chgData name="White (she/her), Whitney" userId="65f39021-2f1d-4d8b-87dc-b123826f65bf" providerId="ADAL" clId="{213986CB-091D-4852-A2DD-37B4FF6ED4B3}" dt="2023-04-12T19:56:35.117" v="506" actId="20577"/>
          <ac:spMkLst>
            <pc:docMk/>
            <pc:sldMk cId="1187039122" sldId="262"/>
            <ac:spMk id="2" creationId="{230E6347-9EA9-4AF2-49BE-65070CB01AEE}"/>
          </ac:spMkLst>
        </pc:spChg>
        <pc:spChg chg="mod">
          <ac:chgData name="White (she/her), Whitney" userId="65f39021-2f1d-4d8b-87dc-b123826f65bf" providerId="ADAL" clId="{213986CB-091D-4852-A2DD-37B4FF6ED4B3}" dt="2023-04-12T19:56:46.837" v="511" actId="403"/>
          <ac:spMkLst>
            <pc:docMk/>
            <pc:sldMk cId="1187039122" sldId="262"/>
            <ac:spMk id="3" creationId="{22546081-F815-B250-4D1A-4F2662182E3A}"/>
          </ac:spMkLst>
        </pc:spChg>
      </pc:sldChg>
      <pc:sldChg chg="modSp new mod">
        <pc:chgData name="White (she/her), Whitney" userId="65f39021-2f1d-4d8b-87dc-b123826f65bf" providerId="ADAL" clId="{213986CB-091D-4852-A2DD-37B4FF6ED4B3}" dt="2023-04-12T19:57:07.633" v="553" actId="403"/>
        <pc:sldMkLst>
          <pc:docMk/>
          <pc:sldMk cId="2515451817" sldId="263"/>
        </pc:sldMkLst>
        <pc:spChg chg="mod">
          <ac:chgData name="White (she/her), Whitney" userId="65f39021-2f1d-4d8b-87dc-b123826f65bf" providerId="ADAL" clId="{213986CB-091D-4852-A2DD-37B4FF6ED4B3}" dt="2023-04-12T19:57:01.382" v="547" actId="20577"/>
          <ac:spMkLst>
            <pc:docMk/>
            <pc:sldMk cId="2515451817" sldId="263"/>
            <ac:spMk id="2" creationId="{EDF0BCE9-912E-2AB0-8B57-7E4ED46511C0}"/>
          </ac:spMkLst>
        </pc:spChg>
        <pc:spChg chg="mod">
          <ac:chgData name="White (she/her), Whitney" userId="65f39021-2f1d-4d8b-87dc-b123826f65bf" providerId="ADAL" clId="{213986CB-091D-4852-A2DD-37B4FF6ED4B3}" dt="2023-04-12T19:57:07.633" v="553" actId="403"/>
          <ac:spMkLst>
            <pc:docMk/>
            <pc:sldMk cId="2515451817" sldId="263"/>
            <ac:spMk id="3" creationId="{9D0B9874-2C49-8F16-ECF5-272AD7F2F2C7}"/>
          </ac:spMkLst>
        </pc:spChg>
      </pc:sldChg>
      <pc:sldChg chg="modSp new mod">
        <pc:chgData name="White (she/her), Whitney" userId="65f39021-2f1d-4d8b-87dc-b123826f65bf" providerId="ADAL" clId="{213986CB-091D-4852-A2DD-37B4FF6ED4B3}" dt="2023-04-12T19:57:29.695" v="596" actId="403"/>
        <pc:sldMkLst>
          <pc:docMk/>
          <pc:sldMk cId="2346527210" sldId="264"/>
        </pc:sldMkLst>
        <pc:spChg chg="mod">
          <ac:chgData name="White (she/her), Whitney" userId="65f39021-2f1d-4d8b-87dc-b123826f65bf" providerId="ADAL" clId="{213986CB-091D-4852-A2DD-37B4FF6ED4B3}" dt="2023-04-12T19:57:17.237" v="593" actId="20577"/>
          <ac:spMkLst>
            <pc:docMk/>
            <pc:sldMk cId="2346527210" sldId="264"/>
            <ac:spMk id="2" creationId="{43C8FC49-EF2C-306D-7CB7-A3B3D751C4C8}"/>
          </ac:spMkLst>
        </pc:spChg>
        <pc:spChg chg="mod">
          <ac:chgData name="White (she/her), Whitney" userId="65f39021-2f1d-4d8b-87dc-b123826f65bf" providerId="ADAL" clId="{213986CB-091D-4852-A2DD-37B4FF6ED4B3}" dt="2023-04-12T19:57:29.695" v="596" actId="403"/>
          <ac:spMkLst>
            <pc:docMk/>
            <pc:sldMk cId="2346527210" sldId="264"/>
            <ac:spMk id="3" creationId="{FC484146-C396-4174-5912-842CCDC41D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82875"/>
            <a:ext cx="9144000" cy="370300"/>
          </a:xfrm>
        </p:spPr>
        <p:txBody>
          <a:bodyPr>
            <a:normAutofit/>
          </a:bodyPr>
          <a:lstStyle/>
          <a:p>
            <a:pPr algn="l"/>
            <a:r>
              <a:rPr lang="en-US" sz="1800" dirty="0"/>
              <a:t>Practicum| Unit 3: Research-Based Instructional Strategies (RBIS) Math | Lesson 4.09</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Curriculum Embedded Supports</a:t>
            </a:r>
          </a:p>
        </p:txBody>
      </p:sp>
      <p:sp>
        <p:nvSpPr>
          <p:cNvPr id="5" name="TextBox 4">
            <a:extLst>
              <a:ext uri="{FF2B5EF4-FFF2-40B4-BE49-F238E27FC236}">
                <a16:creationId xmlns:a16="http://schemas.microsoft.com/office/drawing/2014/main" id="{F079381D-82D9-EDFF-E138-8604C7953CFC}"/>
              </a:ext>
            </a:extLst>
          </p:cNvPr>
          <p:cNvSpPr txBox="1"/>
          <p:nvPr/>
        </p:nvSpPr>
        <p:spPr>
          <a:xfrm>
            <a:off x="0" y="6353175"/>
            <a:ext cx="11565732" cy="369332"/>
          </a:xfrm>
          <a:prstGeom prst="rect">
            <a:avLst/>
          </a:prstGeom>
          <a:noFill/>
        </p:spPr>
        <p:txBody>
          <a:bodyPr wrap="square">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4E, 5B</a:t>
            </a:r>
          </a:p>
          <a:p>
            <a:pPr marL="0" indent="0">
              <a:buNone/>
            </a:pPr>
            <a:endParaRPr lang="en-US" dirty="0"/>
          </a:p>
          <a:p>
            <a:pPr marL="0" indent="0">
              <a:buNone/>
            </a:pPr>
            <a:r>
              <a:rPr lang="en-US" dirty="0"/>
              <a:t>Objectives: </a:t>
            </a:r>
          </a:p>
          <a:p>
            <a:r>
              <a:rPr lang="en-US" dirty="0"/>
              <a:t>Identify examples of curriculum-embedded supports</a:t>
            </a:r>
          </a:p>
          <a:p>
            <a:r>
              <a:rPr lang="en-US" dirty="0"/>
              <a:t>Analyze samples of curriculum-embedded supports to determine alignment with UDL guidelines for engagement, representation, and/or action and expression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1510"/>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397072"/>
            <a:ext cx="10813330" cy="5097995"/>
          </a:xfrm>
        </p:spPr>
        <p:txBody>
          <a:bodyPr>
            <a:noAutofit/>
          </a:bodyPr>
          <a:lstStyle/>
          <a:p>
            <a:pPr marL="0" marR="0" indent="0">
              <a:lnSpc>
                <a:spcPct val="107000"/>
              </a:lnSpc>
              <a:spcBef>
                <a:spcPts val="0"/>
              </a:spcBef>
              <a:spcAft>
                <a:spcPts val="600"/>
              </a:spcAft>
              <a:buNone/>
            </a:pPr>
            <a:r>
              <a:rPr lang="en-US" sz="3200" dirty="0"/>
              <a:t>Do you agree or disagree with the quote below?</a:t>
            </a:r>
          </a:p>
          <a:p>
            <a:pPr marL="0" marR="0" indent="0">
              <a:lnSpc>
                <a:spcPct val="107000"/>
              </a:lnSpc>
              <a:spcBef>
                <a:spcPts val="0"/>
              </a:spcBef>
              <a:spcAft>
                <a:spcPts val="600"/>
              </a:spcAft>
              <a:buNone/>
            </a:pPr>
            <a:r>
              <a:rPr lang="en-US" sz="3200" dirty="0"/>
              <a:t>Why might some teachers find UDL practices to be challenging to implement in the math classroom?</a:t>
            </a:r>
          </a:p>
          <a:p>
            <a:pPr marL="0" marR="0" indent="0">
              <a:lnSpc>
                <a:spcPct val="107000"/>
              </a:lnSpc>
              <a:spcBef>
                <a:spcPts val="0"/>
              </a:spcBef>
              <a:spcAft>
                <a:spcPts val="600"/>
              </a:spcAft>
              <a:buNone/>
            </a:pPr>
            <a:endParaRPr lang="en-US" sz="2000" dirty="0"/>
          </a:p>
        </p:txBody>
      </p:sp>
      <p:pic>
        <p:nvPicPr>
          <p:cNvPr id="5" name="Picture 4" descr="A white board with text that reads, &quot;UDL has taught us that it is the environment, not the students, that need to change.&quot;&#10;">
            <a:extLst>
              <a:ext uri="{FF2B5EF4-FFF2-40B4-BE49-F238E27FC236}">
                <a16:creationId xmlns:a16="http://schemas.microsoft.com/office/drawing/2014/main" id="{3A94D813-602D-6A20-9C26-783258B9D9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77878" y="3293875"/>
            <a:ext cx="4436243" cy="3062475"/>
          </a:xfrm>
          <a:prstGeom prst="rect">
            <a:avLst/>
          </a:prstGeom>
        </p:spPr>
      </p:pic>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8D31F9C6-28EB-4419-B90D-7DE05C4C1D8A}"/>
              </a:ext>
            </a:extLst>
          </p:cNvPr>
          <p:cNvGraphicFramePr>
            <a:graphicFrameLocks noGrp="1"/>
          </p:cNvGraphicFramePr>
          <p:nvPr>
            <p:ph idx="1"/>
            <p:extLst>
              <p:ext uri="{D42A27DB-BD31-4B8C-83A1-F6EECF244321}">
                <p14:modId xmlns:p14="http://schemas.microsoft.com/office/powerpoint/2010/main" val="4290453626"/>
              </p:ext>
            </p:extLst>
          </p:nvPr>
        </p:nvGraphicFramePr>
        <p:xfrm>
          <a:off x="838200" y="1825625"/>
          <a:ext cx="10515600" cy="2560320"/>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3000189658"/>
                    </a:ext>
                  </a:extLst>
                </a:gridCol>
                <a:gridCol w="7353300">
                  <a:extLst>
                    <a:ext uri="{9D8B030D-6E8A-4147-A177-3AD203B41FA5}">
                      <a16:colId xmlns:a16="http://schemas.microsoft.com/office/drawing/2014/main" val="39715007"/>
                    </a:ext>
                  </a:extLst>
                </a:gridCol>
              </a:tblGrid>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Universal Design for Learning (UDL)</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An educational framework to guide the development of flexible learning environments that can accommodate individual learning differences through engagement, representation, and expression. UDL minimizes barriers and maximizes learning for all students.</a:t>
                      </a:r>
                    </a:p>
                  </a:txBody>
                  <a:tcPr marL="68580" marR="68580" marT="0" marB="0"/>
                </a:tc>
                <a:extLst>
                  <a:ext uri="{0D108BD9-81ED-4DB2-BD59-A6C34878D82A}">
                    <a16:rowId xmlns:a16="http://schemas.microsoft.com/office/drawing/2014/main" val="3479194781"/>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E6347-9EA9-4AF2-49BE-65070CB01AEE}"/>
              </a:ext>
            </a:extLst>
          </p:cNvPr>
          <p:cNvSpPr>
            <a:spLocks noGrp="1"/>
          </p:cNvSpPr>
          <p:nvPr>
            <p:ph type="title"/>
          </p:nvPr>
        </p:nvSpPr>
        <p:spPr/>
        <p:txBody>
          <a:bodyPr/>
          <a:lstStyle/>
          <a:p>
            <a:r>
              <a:rPr lang="en-US" dirty="0"/>
              <a:t>Multiple Means of Engagement</a:t>
            </a:r>
          </a:p>
        </p:txBody>
      </p:sp>
      <p:sp>
        <p:nvSpPr>
          <p:cNvPr id="3" name="Content Placeholder 2">
            <a:extLst>
              <a:ext uri="{FF2B5EF4-FFF2-40B4-BE49-F238E27FC236}">
                <a16:creationId xmlns:a16="http://schemas.microsoft.com/office/drawing/2014/main" id="{22546081-F815-B250-4D1A-4F2662182E3A}"/>
              </a:ext>
            </a:extLst>
          </p:cNvPr>
          <p:cNvSpPr>
            <a:spLocks noGrp="1"/>
          </p:cNvSpPr>
          <p:nvPr>
            <p:ph idx="1"/>
          </p:nvPr>
        </p:nvSpPr>
        <p:spPr/>
        <p:txBody>
          <a:bodyPr/>
          <a:lstStyle/>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Allowing students choice in how they might reach a learning target </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Providing opportunities for students to engage in learning experiences that are relevant and valuable to their goals and individual interests</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Creating a supportive environment where students feel safe to learn and take risks</a:t>
            </a:r>
          </a:p>
          <a:p>
            <a:pPr marL="0" indent="0">
              <a:buNone/>
            </a:pPr>
            <a:endParaRPr lang="en-US" dirty="0"/>
          </a:p>
        </p:txBody>
      </p:sp>
      <p:sp>
        <p:nvSpPr>
          <p:cNvPr id="4" name="Slide Number Placeholder 3">
            <a:extLst>
              <a:ext uri="{FF2B5EF4-FFF2-40B4-BE49-F238E27FC236}">
                <a16:creationId xmlns:a16="http://schemas.microsoft.com/office/drawing/2014/main" id="{F4F7C315-79E4-3884-AA9B-7B72E5A94C98}"/>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187039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BCE9-912E-2AB0-8B57-7E4ED46511C0}"/>
              </a:ext>
            </a:extLst>
          </p:cNvPr>
          <p:cNvSpPr>
            <a:spLocks noGrp="1"/>
          </p:cNvSpPr>
          <p:nvPr>
            <p:ph type="title"/>
          </p:nvPr>
        </p:nvSpPr>
        <p:spPr/>
        <p:txBody>
          <a:bodyPr/>
          <a:lstStyle/>
          <a:p>
            <a:r>
              <a:rPr lang="en-US" dirty="0"/>
              <a:t>Multiple Means of Representation	</a:t>
            </a:r>
          </a:p>
        </p:txBody>
      </p:sp>
      <p:sp>
        <p:nvSpPr>
          <p:cNvPr id="3" name="Content Placeholder 2">
            <a:extLst>
              <a:ext uri="{FF2B5EF4-FFF2-40B4-BE49-F238E27FC236}">
                <a16:creationId xmlns:a16="http://schemas.microsoft.com/office/drawing/2014/main" id="{9D0B9874-2C49-8F16-ECF5-272AD7F2F2C7}"/>
              </a:ext>
            </a:extLst>
          </p:cNvPr>
          <p:cNvSpPr>
            <a:spLocks noGrp="1"/>
          </p:cNvSpPr>
          <p:nvPr>
            <p:ph idx="1"/>
          </p:nvPr>
        </p:nvSpPr>
        <p:spPr/>
        <p:txBody>
          <a:bodyPr/>
          <a:lstStyle/>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Offering options for customizing the display of information</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Offering alternatives for auditory information</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Offering alternatives for visual information</a:t>
            </a:r>
          </a:p>
          <a:p>
            <a:pPr marL="0" indent="0">
              <a:buNone/>
            </a:pPr>
            <a:endParaRPr lang="en-US" b="1" dirty="0"/>
          </a:p>
        </p:txBody>
      </p:sp>
      <p:sp>
        <p:nvSpPr>
          <p:cNvPr id="4" name="Slide Number Placeholder 3">
            <a:extLst>
              <a:ext uri="{FF2B5EF4-FFF2-40B4-BE49-F238E27FC236}">
                <a16:creationId xmlns:a16="http://schemas.microsoft.com/office/drawing/2014/main" id="{94841196-6058-FF6E-EFEC-87B05A3C2AFD}"/>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51545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8FC49-EF2C-306D-7CB7-A3B3D751C4C8}"/>
              </a:ext>
            </a:extLst>
          </p:cNvPr>
          <p:cNvSpPr>
            <a:spLocks noGrp="1"/>
          </p:cNvSpPr>
          <p:nvPr>
            <p:ph type="title"/>
          </p:nvPr>
        </p:nvSpPr>
        <p:spPr/>
        <p:txBody>
          <a:bodyPr/>
          <a:lstStyle/>
          <a:p>
            <a:r>
              <a:rPr lang="en-US" dirty="0"/>
              <a:t>Multiple Means of Action and Expression</a:t>
            </a:r>
          </a:p>
        </p:txBody>
      </p:sp>
      <p:sp>
        <p:nvSpPr>
          <p:cNvPr id="3" name="Content Placeholder 2">
            <a:extLst>
              <a:ext uri="{FF2B5EF4-FFF2-40B4-BE49-F238E27FC236}">
                <a16:creationId xmlns:a16="http://schemas.microsoft.com/office/drawing/2014/main" id="{FC484146-C396-4174-5912-842CCDC41D5C}"/>
              </a:ext>
            </a:extLst>
          </p:cNvPr>
          <p:cNvSpPr>
            <a:spLocks noGrp="1"/>
          </p:cNvSpPr>
          <p:nvPr>
            <p:ph idx="1"/>
          </p:nvPr>
        </p:nvSpPr>
        <p:spPr/>
        <p:txBody>
          <a:bodyPr/>
          <a:lstStyle/>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Allowing students to share their learning in different ways</a:t>
            </a:r>
          </a:p>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Providing alternative ways for students to interact with instructional materials and their environment</a:t>
            </a:r>
          </a:p>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Providing access to and support with tools and assistive technologies</a:t>
            </a:r>
          </a:p>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Providing opportunities for students to communicate using multiple forms of media</a:t>
            </a:r>
          </a:p>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Supporting learners in setting challenging and authentic goals </a:t>
            </a:r>
          </a:p>
          <a:p>
            <a:pPr marL="342900" marR="0" lvl="0" indent="-342900">
              <a:lnSpc>
                <a:spcPct val="107000"/>
              </a:lnSpc>
              <a:spcBef>
                <a:spcPts val="600"/>
              </a:spcBef>
              <a:spcAft>
                <a:spcPts val="60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Arial" panose="020B0604020202020204" pitchFamily="34" charset="0"/>
              </a:rPr>
              <a:t>Provide flexible tools and processes to support organization and memory</a:t>
            </a:r>
          </a:p>
          <a:p>
            <a:endParaRPr lang="en-US" dirty="0"/>
          </a:p>
        </p:txBody>
      </p:sp>
      <p:sp>
        <p:nvSpPr>
          <p:cNvPr id="4" name="Slide Number Placeholder 3">
            <a:extLst>
              <a:ext uri="{FF2B5EF4-FFF2-40B4-BE49-F238E27FC236}">
                <a16:creationId xmlns:a16="http://schemas.microsoft.com/office/drawing/2014/main" id="{6FC31798-7C38-C380-2DE2-013A995023BD}"/>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346527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84167"/>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73955"/>
            <a:ext cx="10515600" cy="4351338"/>
          </a:xfrm>
        </p:spPr>
        <p:txBody>
          <a:bodyPr>
            <a:noAutofit/>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Consider your own field experience during your classroom visits. What examples of UDL strategies have you seen your teacher (or other teachers) use?</a:t>
            </a:r>
          </a:p>
          <a:p>
            <a:pPr marL="0" marR="0" indent="0">
              <a:lnSpc>
                <a:spcPct val="107000"/>
              </a:lnSpc>
              <a:spcBef>
                <a:spcPts val="0"/>
              </a:spcBef>
              <a:spcAft>
                <a:spcPts val="800"/>
              </a:spcAft>
              <a:buNone/>
            </a:pPr>
            <a:r>
              <a:rPr lang="en-US" sz="2400"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Mr. L is teaching his fourth-grade math students how to add decimal numbers. The students are doing well with the content. Therefore, as an in-class activity to show their mastery, Mr. L asks students to write their own word problem using decimals and demonstrate how to solve the problem. How does this assignment meet the criteria for UDL guidelines? How does it not? What else could Mr. L do to make this assignment more accessible for all students?</a:t>
            </a:r>
          </a:p>
          <a:p>
            <a:pPr marL="0" marR="0" lvl="0" indent="0">
              <a:spcBef>
                <a:spcPts val="600"/>
              </a:spcBef>
              <a:spcAft>
                <a:spcPts val="1800"/>
              </a:spcAft>
              <a:buNone/>
            </a:pP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TotalTime>
  <Words>404</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Practicum| Unit 3: Research-Based Instructional Strategies (RBIS) Math | Lesson 4.09</vt:lpstr>
      <vt:lpstr>TEKS Standards &amp; Objectives</vt:lpstr>
      <vt:lpstr>Bellringer</vt:lpstr>
      <vt:lpstr>Vocabulary</vt:lpstr>
      <vt:lpstr>Multiple Means of Engagement</vt:lpstr>
      <vt:lpstr>Multiple Means of Representation </vt:lpstr>
      <vt:lpstr>Multiple Means of Action and Expression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4.09: Curriculum Embedded Supports</dc:title>
  <dc:subject>Lesson 4.09: Curriculum Embedded Supports</dc:subject>
  <dc:creator>Texas Education Agency</dc:creator>
  <cp:lastModifiedBy>White (she/her), Whitney</cp:lastModifiedBy>
  <cp:revision>4</cp:revision>
  <dcterms:created xsi:type="dcterms:W3CDTF">2022-05-09T19:40:20Z</dcterms:created>
  <dcterms:modified xsi:type="dcterms:W3CDTF">2023-08-19T02:30:20Z</dcterms:modified>
</cp:coreProperties>
</file>
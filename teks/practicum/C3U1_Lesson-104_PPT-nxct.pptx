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58" r:id="rId4"/>
    <p:sldId id="264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597"/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621681-2B59-462B-872A-45F8BE405B01}" v="606" dt="2023-08-18T20:19:41.8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712" autoAdjust="0"/>
  </p:normalViewPr>
  <p:slideViewPr>
    <p:cSldViewPr snapToGrid="0">
      <p:cViewPr varScale="1">
        <p:scale>
          <a:sx n="108" d="100"/>
          <a:sy n="108" d="100"/>
        </p:scale>
        <p:origin x="60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, Whitney" userId="65f39021-2f1d-4d8b-87dc-b123826f65bf" providerId="ADAL" clId="{948B2063-2475-4187-B304-5889A87451E2}"/>
    <pc:docChg chg="modSld">
      <pc:chgData name="White, Whitney" userId="65f39021-2f1d-4d8b-87dc-b123826f65bf" providerId="ADAL" clId="{948B2063-2475-4187-B304-5889A87451E2}" dt="2022-07-27T17:20:08.539" v="50" actId="20577"/>
      <pc:docMkLst>
        <pc:docMk/>
      </pc:docMkLst>
      <pc:sldChg chg="modSp mod">
        <pc:chgData name="White, Whitney" userId="65f39021-2f1d-4d8b-87dc-b123826f65bf" providerId="ADAL" clId="{948B2063-2475-4187-B304-5889A87451E2}" dt="2022-07-27T17:20:08.539" v="50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948B2063-2475-4187-B304-5889A87451E2}" dt="2022-07-27T17:20:08.539" v="50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 (she/her), Whitney" userId="65f39021-2f1d-4d8b-87dc-b123826f65bf" providerId="ADAL" clId="{88621681-2B59-462B-872A-45F8BE405B01}"/>
    <pc:docChg chg="custSel modSld">
      <pc:chgData name="White (she/her), Whitney" userId="65f39021-2f1d-4d8b-87dc-b123826f65bf" providerId="ADAL" clId="{88621681-2B59-462B-872A-45F8BE405B01}" dt="2023-08-18T20:20:12.091" v="652" actId="1076"/>
      <pc:docMkLst>
        <pc:docMk/>
      </pc:docMkLst>
      <pc:sldChg chg="addSp modSp mod">
        <pc:chgData name="White (she/her), Whitney" userId="65f39021-2f1d-4d8b-87dc-b123826f65bf" providerId="ADAL" clId="{88621681-2B59-462B-872A-45F8BE405B01}" dt="2023-08-18T20:18:00.785" v="7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88621681-2B59-462B-872A-45F8BE405B01}" dt="2023-08-18T20:18:00.785" v="7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88621681-2B59-462B-872A-45F8BE405B01}" dt="2023-08-18T20:17:58.923" v="6" actId="1076"/>
          <ac:spMkLst>
            <pc:docMk/>
            <pc:sldMk cId="1482277026" sldId="256"/>
            <ac:spMk id="5" creationId="{C5A3C7D0-4776-2CCE-86CA-662BC1EAE62F}"/>
          </ac:spMkLst>
        </pc:spChg>
      </pc:sldChg>
      <pc:sldChg chg="modSp mod">
        <pc:chgData name="White (she/her), Whitney" userId="65f39021-2f1d-4d8b-87dc-b123826f65bf" providerId="ADAL" clId="{88621681-2B59-462B-872A-45F8BE405B01}" dt="2023-08-18T20:18:28.611" v="9" actId="20577"/>
        <pc:sldMkLst>
          <pc:docMk/>
          <pc:sldMk cId="2772527113" sldId="259"/>
        </pc:sldMkLst>
        <pc:spChg chg="mod">
          <ac:chgData name="White (she/her), Whitney" userId="65f39021-2f1d-4d8b-87dc-b123826f65bf" providerId="ADAL" clId="{88621681-2B59-462B-872A-45F8BE405B01}" dt="2023-08-18T20:18:28.611" v="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addSp modSp mod modClrScheme chgLayout">
        <pc:chgData name="White (she/her), Whitney" userId="65f39021-2f1d-4d8b-87dc-b123826f65bf" providerId="ADAL" clId="{88621681-2B59-462B-872A-45F8BE405B01}" dt="2023-08-18T20:20:12.091" v="652" actId="1076"/>
        <pc:sldMkLst>
          <pc:docMk/>
          <pc:sldMk cId="3493109116" sldId="264"/>
        </pc:sldMkLst>
        <pc:spChg chg="add mod ord">
          <ac:chgData name="White (she/her), Whitney" userId="65f39021-2f1d-4d8b-87dc-b123826f65bf" providerId="ADAL" clId="{88621681-2B59-462B-872A-45F8BE405B01}" dt="2023-08-18T20:20:07.179" v="650" actId="20577"/>
          <ac:spMkLst>
            <pc:docMk/>
            <pc:sldMk cId="3493109116" sldId="264"/>
            <ac:spMk id="2" creationId="{9008559E-6E78-F1B4-03F3-B60CCB878455}"/>
          </ac:spMkLst>
        </pc:spChg>
        <pc:spChg chg="mod ord">
          <ac:chgData name="White (she/her), Whitney" userId="65f39021-2f1d-4d8b-87dc-b123826f65bf" providerId="ADAL" clId="{88621681-2B59-462B-872A-45F8BE405B01}" dt="2023-08-18T20:19:57.717" v="617" actId="700"/>
          <ac:spMkLst>
            <pc:docMk/>
            <pc:sldMk cId="3493109116" sldId="264"/>
            <ac:spMk id="4" creationId="{F767700B-954E-42AD-AD69-9CC1C5B510A5}"/>
          </ac:spMkLst>
        </pc:spChg>
        <pc:graphicFrameChg chg="mod ord">
          <ac:chgData name="White (she/her), Whitney" userId="65f39021-2f1d-4d8b-87dc-b123826f65bf" providerId="ADAL" clId="{88621681-2B59-462B-872A-45F8BE405B01}" dt="2023-08-18T20:20:12.091" v="652" actId="1076"/>
          <ac:graphicFrameMkLst>
            <pc:docMk/>
            <pc:sldMk cId="3493109116" sldId="264"/>
            <ac:graphicFrameMk id="7" creationId="{378466C5-ED26-48AA-B774-D381D79F82BF}"/>
          </ac:graphicFrameMkLst>
        </pc:graphicFrameChg>
      </pc:sldChg>
    </pc:docChg>
  </pc:docChgLst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, Whitney" userId="65f39021-2f1d-4d8b-87dc-b123826f65bf" providerId="ADAL" clId="{235CBE82-6DF6-477A-98DB-5F6D51460F46}"/>
    <pc:docChg chg="undo custSel delSld modSld">
      <pc:chgData name="White, Whitney" userId="65f39021-2f1d-4d8b-87dc-b123826f65bf" providerId="ADAL" clId="{235CBE82-6DF6-477A-98DB-5F6D51460F46}" dt="2022-07-27T18:30:29.880" v="398" actId="47"/>
      <pc:docMkLst>
        <pc:docMk/>
      </pc:docMkLst>
      <pc:sldChg chg="modSp mod">
        <pc:chgData name="White, Whitney" userId="65f39021-2f1d-4d8b-87dc-b123826f65bf" providerId="ADAL" clId="{235CBE82-6DF6-477A-98DB-5F6D51460F46}" dt="2022-07-27T18:21:45.422" v="39" actId="313"/>
        <pc:sldMkLst>
          <pc:docMk/>
          <pc:sldMk cId="1482277026" sldId="256"/>
        </pc:sldMkLst>
        <pc:spChg chg="mod">
          <ac:chgData name="White, Whitney" userId="65f39021-2f1d-4d8b-87dc-b123826f65bf" providerId="ADAL" clId="{235CBE82-6DF6-477A-98DB-5F6D51460F46}" dt="2022-07-27T18:21:33.557" v="8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235CBE82-6DF6-477A-98DB-5F6D51460F46}" dt="2022-07-27T18:21:45.422" v="39" actId="313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235CBE82-6DF6-477A-98DB-5F6D51460F46}" dt="2022-07-27T18:22:21.371" v="92" actId="255"/>
        <pc:sldMkLst>
          <pc:docMk/>
          <pc:sldMk cId="4071305681" sldId="258"/>
        </pc:sldMkLst>
        <pc:spChg chg="mod">
          <ac:chgData name="White, Whitney" userId="65f39021-2f1d-4d8b-87dc-b123826f65bf" providerId="ADAL" clId="{235CBE82-6DF6-477A-98DB-5F6D51460F46}" dt="2022-07-27T18:22:21.371" v="92" actId="255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235CBE82-6DF6-477A-98DB-5F6D51460F46}" dt="2022-07-27T18:22:07.204" v="90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235CBE82-6DF6-477A-98DB-5F6D51460F46}" dt="2022-07-27T18:22:07.204" v="90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235CBE82-6DF6-477A-98DB-5F6D51460F46}" dt="2022-07-27T18:23:27.286" v="112" actId="27636"/>
        <pc:sldMkLst>
          <pc:docMk/>
          <pc:sldMk cId="2147408764" sldId="260"/>
        </pc:sldMkLst>
        <pc:spChg chg="mod">
          <ac:chgData name="White, Whitney" userId="65f39021-2f1d-4d8b-87dc-b123826f65bf" providerId="ADAL" clId="{235CBE82-6DF6-477A-98DB-5F6D51460F46}" dt="2022-07-27T18:23:27.286" v="112" actId="27636"/>
          <ac:spMkLst>
            <pc:docMk/>
            <pc:sldMk cId="2147408764" sldId="260"/>
            <ac:spMk id="3" creationId="{49F2A5AF-3C0B-4968-A438-E435325199EA}"/>
          </ac:spMkLst>
        </pc:spChg>
      </pc:sldChg>
      <pc:sldChg chg="del">
        <pc:chgData name="White, Whitney" userId="65f39021-2f1d-4d8b-87dc-b123826f65bf" providerId="ADAL" clId="{235CBE82-6DF6-477A-98DB-5F6D51460F46}" dt="2022-07-27T18:22:28.126" v="93" actId="2696"/>
        <pc:sldMkLst>
          <pc:docMk/>
          <pc:sldMk cId="3054216349" sldId="261"/>
        </pc:sldMkLst>
      </pc:sldChg>
      <pc:sldChg chg="del">
        <pc:chgData name="White, Whitney" userId="65f39021-2f1d-4d8b-87dc-b123826f65bf" providerId="ADAL" clId="{235CBE82-6DF6-477A-98DB-5F6D51460F46}" dt="2022-07-27T18:30:29.880" v="398" actId="47"/>
        <pc:sldMkLst>
          <pc:docMk/>
          <pc:sldMk cId="4170921578" sldId="262"/>
        </pc:sldMkLst>
      </pc:sldChg>
      <pc:sldChg chg="del">
        <pc:chgData name="White, Whitney" userId="65f39021-2f1d-4d8b-87dc-b123826f65bf" providerId="ADAL" clId="{235CBE82-6DF6-477A-98DB-5F6D51460F46}" dt="2022-07-27T18:30:28.977" v="397" actId="47"/>
        <pc:sldMkLst>
          <pc:docMk/>
          <pc:sldMk cId="1163931679" sldId="263"/>
        </pc:sldMkLst>
      </pc:sldChg>
      <pc:sldChg chg="addSp delSp modSp mod modClrScheme chgLayout">
        <pc:chgData name="White, Whitney" userId="65f39021-2f1d-4d8b-87dc-b123826f65bf" providerId="ADAL" clId="{235CBE82-6DF6-477A-98DB-5F6D51460F46}" dt="2022-07-27T18:30:15.997" v="396" actId="207"/>
        <pc:sldMkLst>
          <pc:docMk/>
          <pc:sldMk cId="3493109116" sldId="264"/>
        </pc:sldMkLst>
        <pc:spChg chg="del mod ord">
          <ac:chgData name="White, Whitney" userId="65f39021-2f1d-4d8b-87dc-b123826f65bf" providerId="ADAL" clId="{235CBE82-6DF6-477A-98DB-5F6D51460F46}" dt="2022-07-27T18:28:54.235" v="383" actId="21"/>
          <ac:spMkLst>
            <pc:docMk/>
            <pc:sldMk cId="3493109116" sldId="264"/>
            <ac:spMk id="2" creationId="{D7836664-70C0-47BA-9BFF-496A04EBBFDE}"/>
          </ac:spMkLst>
        </pc:spChg>
        <pc:spChg chg="del mod">
          <ac:chgData name="White, Whitney" userId="65f39021-2f1d-4d8b-87dc-b123826f65bf" providerId="ADAL" clId="{235CBE82-6DF6-477A-98DB-5F6D51460F46}" dt="2022-07-27T18:26:31.379" v="152" actId="1032"/>
          <ac:spMkLst>
            <pc:docMk/>
            <pc:sldMk cId="3493109116" sldId="264"/>
            <ac:spMk id="3" creationId="{F64339F5-2F5D-46B5-A25D-C197D73747BD}"/>
          </ac:spMkLst>
        </pc:spChg>
        <pc:spChg chg="mod ord">
          <ac:chgData name="White, Whitney" userId="65f39021-2f1d-4d8b-87dc-b123826f65bf" providerId="ADAL" clId="{235CBE82-6DF6-477A-98DB-5F6D51460F46}" dt="2022-07-27T18:28:50.099" v="382" actId="700"/>
          <ac:spMkLst>
            <pc:docMk/>
            <pc:sldMk cId="3493109116" sldId="264"/>
            <ac:spMk id="4" creationId="{F767700B-954E-42AD-AD69-9CC1C5B510A5}"/>
          </ac:spMkLst>
        </pc:spChg>
        <pc:spChg chg="add del mod">
          <ac:chgData name="White, Whitney" userId="65f39021-2f1d-4d8b-87dc-b123826f65bf" providerId="ADAL" clId="{235CBE82-6DF6-477A-98DB-5F6D51460F46}" dt="2022-07-27T18:28:54.239" v="385"/>
          <ac:spMkLst>
            <pc:docMk/>
            <pc:sldMk cId="3493109116" sldId="264"/>
            <ac:spMk id="8" creationId="{C52CB2FF-C1B8-4585-9925-CC2721687897}"/>
          </ac:spMkLst>
        </pc:spChg>
        <pc:spChg chg="add del mod">
          <ac:chgData name="White, Whitney" userId="65f39021-2f1d-4d8b-87dc-b123826f65bf" providerId="ADAL" clId="{235CBE82-6DF6-477A-98DB-5F6D51460F46}" dt="2022-07-27T18:28:56.270" v="386" actId="21"/>
          <ac:spMkLst>
            <pc:docMk/>
            <pc:sldMk cId="3493109116" sldId="264"/>
            <ac:spMk id="10" creationId="{45E62998-E6F8-45AF-9C83-F2E36F731C69}"/>
          </ac:spMkLst>
        </pc:spChg>
        <pc:graphicFrameChg chg="add mod ord modGraphic">
          <ac:chgData name="White, Whitney" userId="65f39021-2f1d-4d8b-87dc-b123826f65bf" providerId="ADAL" clId="{235CBE82-6DF6-477A-98DB-5F6D51460F46}" dt="2022-07-27T18:30:15.997" v="396" actId="207"/>
          <ac:graphicFrameMkLst>
            <pc:docMk/>
            <pc:sldMk cId="3493109116" sldId="264"/>
            <ac:graphicFrameMk id="7" creationId="{378466C5-ED26-48AA-B774-D381D79F82BF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0090C5-E5CB-41AF-AA5B-01677868B395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0D08207-08B9-4FFF-B97C-9CEB45B86BF7}">
      <dgm:prSet phldrT="[Text]" custT="1"/>
      <dgm:spPr>
        <a:solidFill>
          <a:srgbClr val="2F5597"/>
        </a:solidFill>
      </dgm:spPr>
      <dgm:t>
        <a:bodyPr/>
        <a:lstStyle/>
        <a:p>
          <a:r>
            <a:rPr lang="en-US" sz="3200" dirty="0"/>
            <a:t>Texas Effective Schools Framework</a:t>
          </a:r>
        </a:p>
      </dgm:t>
    </dgm:pt>
    <dgm:pt modelId="{25A866F2-EF84-4AF1-8ECB-E63FA874136C}" type="parTrans" cxnId="{D3CF9535-1393-484A-B641-227230015882}">
      <dgm:prSet/>
      <dgm:spPr/>
      <dgm:t>
        <a:bodyPr/>
        <a:lstStyle/>
        <a:p>
          <a:endParaRPr lang="en-US"/>
        </a:p>
      </dgm:t>
    </dgm:pt>
    <dgm:pt modelId="{1FACB9C1-BB98-40FE-BD8D-DCEC459B8A09}" type="sibTrans" cxnId="{D3CF9535-1393-484A-B641-227230015882}">
      <dgm:prSet/>
      <dgm:spPr/>
      <dgm:t>
        <a:bodyPr/>
        <a:lstStyle/>
        <a:p>
          <a:endParaRPr lang="en-US"/>
        </a:p>
      </dgm:t>
    </dgm:pt>
    <dgm:pt modelId="{580A4A31-B4BA-4DC3-B3F0-C46D29B6F1BD}">
      <dgm:prSet phldrT="[Text]"/>
      <dgm:spPr>
        <a:solidFill>
          <a:srgbClr val="2F5597"/>
        </a:solidFill>
      </dgm:spPr>
      <dgm:t>
        <a:bodyPr/>
        <a:lstStyle/>
        <a:p>
          <a:r>
            <a:rPr lang="en-US" dirty="0"/>
            <a:t>Strong school leadership and planning</a:t>
          </a:r>
        </a:p>
      </dgm:t>
    </dgm:pt>
    <dgm:pt modelId="{54EB152C-DECA-403D-950A-CD045D30270F}" type="parTrans" cxnId="{9605BE06-7721-4745-B58D-A1EF0D39BB8C}">
      <dgm:prSet/>
      <dgm:spPr/>
      <dgm:t>
        <a:bodyPr/>
        <a:lstStyle/>
        <a:p>
          <a:endParaRPr lang="en-US"/>
        </a:p>
      </dgm:t>
    </dgm:pt>
    <dgm:pt modelId="{EF68FA7F-AB38-4EA6-90F7-4ACB1FFD4369}" type="sibTrans" cxnId="{9605BE06-7721-4745-B58D-A1EF0D39BB8C}">
      <dgm:prSet/>
      <dgm:spPr/>
      <dgm:t>
        <a:bodyPr/>
        <a:lstStyle/>
        <a:p>
          <a:endParaRPr lang="en-US"/>
        </a:p>
      </dgm:t>
    </dgm:pt>
    <dgm:pt modelId="{A2CEB083-71CB-4DDC-A7DB-E71D3CDB76C3}">
      <dgm:prSet phldrT="[Text]"/>
      <dgm:spPr>
        <a:solidFill>
          <a:srgbClr val="2F5597"/>
        </a:solidFill>
      </dgm:spPr>
      <dgm:t>
        <a:bodyPr/>
        <a:lstStyle/>
        <a:p>
          <a:r>
            <a:rPr lang="en-US" dirty="0"/>
            <a:t>Strategic staffing</a:t>
          </a:r>
        </a:p>
      </dgm:t>
    </dgm:pt>
    <dgm:pt modelId="{399EBACB-FD9A-42EE-99E6-5F159E860681}" type="parTrans" cxnId="{1FD69910-9AAD-435B-8876-7FC9B6E41988}">
      <dgm:prSet/>
      <dgm:spPr/>
      <dgm:t>
        <a:bodyPr/>
        <a:lstStyle/>
        <a:p>
          <a:endParaRPr lang="en-US"/>
        </a:p>
      </dgm:t>
    </dgm:pt>
    <dgm:pt modelId="{8DD67955-3E08-4944-8C68-295DA49D68B9}" type="sibTrans" cxnId="{1FD69910-9AAD-435B-8876-7FC9B6E41988}">
      <dgm:prSet/>
      <dgm:spPr/>
      <dgm:t>
        <a:bodyPr/>
        <a:lstStyle/>
        <a:p>
          <a:endParaRPr lang="en-US"/>
        </a:p>
      </dgm:t>
    </dgm:pt>
    <dgm:pt modelId="{7C47A086-39BC-434F-A120-3A82F178A173}">
      <dgm:prSet phldrT="[Text]"/>
      <dgm:spPr>
        <a:solidFill>
          <a:srgbClr val="2F5597"/>
        </a:solidFill>
      </dgm:spPr>
      <dgm:t>
        <a:bodyPr/>
        <a:lstStyle/>
        <a:p>
          <a:r>
            <a:rPr lang="en-US" dirty="0"/>
            <a:t>Effective Instruction</a:t>
          </a:r>
        </a:p>
      </dgm:t>
    </dgm:pt>
    <dgm:pt modelId="{12738182-5C0F-476C-AF42-8952C42C58A4}" type="parTrans" cxnId="{D6C3C20B-D220-4A76-8B79-C4839967B4A5}">
      <dgm:prSet/>
      <dgm:spPr/>
      <dgm:t>
        <a:bodyPr/>
        <a:lstStyle/>
        <a:p>
          <a:endParaRPr lang="en-US"/>
        </a:p>
      </dgm:t>
    </dgm:pt>
    <dgm:pt modelId="{55FAE020-A68A-44FE-B937-CF0473033FCE}" type="sibTrans" cxnId="{D6C3C20B-D220-4A76-8B79-C4839967B4A5}">
      <dgm:prSet/>
      <dgm:spPr/>
      <dgm:t>
        <a:bodyPr/>
        <a:lstStyle/>
        <a:p>
          <a:endParaRPr lang="en-US"/>
        </a:p>
      </dgm:t>
    </dgm:pt>
    <dgm:pt modelId="{B893DBEF-8472-47B2-AA81-31251CDFE28F}">
      <dgm:prSet/>
      <dgm:spPr>
        <a:solidFill>
          <a:srgbClr val="2F5597"/>
        </a:solidFill>
      </dgm:spPr>
      <dgm:t>
        <a:bodyPr/>
        <a:lstStyle/>
        <a:p>
          <a:r>
            <a:rPr lang="en-US" dirty="0"/>
            <a:t>High-quality instructional materials and assessments</a:t>
          </a:r>
        </a:p>
      </dgm:t>
    </dgm:pt>
    <dgm:pt modelId="{6238612D-D830-4F1E-894A-1098B9BB0DCE}" type="parTrans" cxnId="{327A1F2D-92D9-4F67-B7EA-EBC829C851B2}">
      <dgm:prSet/>
      <dgm:spPr/>
      <dgm:t>
        <a:bodyPr/>
        <a:lstStyle/>
        <a:p>
          <a:endParaRPr lang="en-US"/>
        </a:p>
      </dgm:t>
    </dgm:pt>
    <dgm:pt modelId="{13A0BF23-4ADA-467C-8126-9005F5A66896}" type="sibTrans" cxnId="{327A1F2D-92D9-4F67-B7EA-EBC829C851B2}">
      <dgm:prSet/>
      <dgm:spPr/>
      <dgm:t>
        <a:bodyPr/>
        <a:lstStyle/>
        <a:p>
          <a:endParaRPr lang="en-US"/>
        </a:p>
      </dgm:t>
    </dgm:pt>
    <dgm:pt modelId="{0E7264E9-29F4-4C0F-BD8A-0D8C475A0057}">
      <dgm:prSet/>
      <dgm:spPr>
        <a:solidFill>
          <a:srgbClr val="2F5597"/>
        </a:solidFill>
      </dgm:spPr>
      <dgm:t>
        <a:bodyPr/>
        <a:lstStyle/>
        <a:p>
          <a:r>
            <a:rPr lang="en-US" dirty="0"/>
            <a:t>Positive school cultured	</a:t>
          </a:r>
        </a:p>
      </dgm:t>
    </dgm:pt>
    <dgm:pt modelId="{92FADAC3-7E53-49E5-8C0F-9F57D5152B1B}" type="parTrans" cxnId="{3475672E-AE44-4B09-8A0F-7B52C083E5CA}">
      <dgm:prSet/>
      <dgm:spPr/>
      <dgm:t>
        <a:bodyPr/>
        <a:lstStyle/>
        <a:p>
          <a:endParaRPr lang="en-US"/>
        </a:p>
      </dgm:t>
    </dgm:pt>
    <dgm:pt modelId="{5C720961-1302-4F8C-8135-FA6007B12257}" type="sibTrans" cxnId="{3475672E-AE44-4B09-8A0F-7B52C083E5CA}">
      <dgm:prSet/>
      <dgm:spPr/>
      <dgm:t>
        <a:bodyPr/>
        <a:lstStyle/>
        <a:p>
          <a:endParaRPr lang="en-US"/>
        </a:p>
      </dgm:t>
    </dgm:pt>
    <dgm:pt modelId="{574C72BC-D416-4967-8713-93C069E4CDC8}" type="pres">
      <dgm:prSet presAssocID="{250090C5-E5CB-41AF-AA5B-01677868B39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EC99E16-B716-4724-AE57-382CF163425A}" type="pres">
      <dgm:prSet presAssocID="{50D08207-08B9-4FFF-B97C-9CEB45B86BF7}" presName="hierRoot1" presStyleCnt="0">
        <dgm:presLayoutVars>
          <dgm:hierBranch val="init"/>
        </dgm:presLayoutVars>
      </dgm:prSet>
      <dgm:spPr/>
    </dgm:pt>
    <dgm:pt modelId="{F2B52E92-61B2-4DE8-9F8D-BD96D24E0456}" type="pres">
      <dgm:prSet presAssocID="{50D08207-08B9-4FFF-B97C-9CEB45B86BF7}" presName="rootComposite1" presStyleCnt="0"/>
      <dgm:spPr/>
    </dgm:pt>
    <dgm:pt modelId="{B4074055-FB21-4224-9B04-AC7FCA22B120}" type="pres">
      <dgm:prSet presAssocID="{50D08207-08B9-4FFF-B97C-9CEB45B86BF7}" presName="rootText1" presStyleLbl="node0" presStyleIdx="0" presStyleCnt="1" custScaleX="331248" custScaleY="83304" custLinFactNeighborX="0" custLinFactNeighborY="-82444">
        <dgm:presLayoutVars>
          <dgm:chPref val="3"/>
        </dgm:presLayoutVars>
      </dgm:prSet>
      <dgm:spPr/>
    </dgm:pt>
    <dgm:pt modelId="{7082F585-1B55-448D-8E44-A32999CF9136}" type="pres">
      <dgm:prSet presAssocID="{50D08207-08B9-4FFF-B97C-9CEB45B86BF7}" presName="rootConnector1" presStyleLbl="node1" presStyleIdx="0" presStyleCnt="0"/>
      <dgm:spPr/>
    </dgm:pt>
    <dgm:pt modelId="{36374B6C-0808-404F-804B-4A3BEEE32DC6}" type="pres">
      <dgm:prSet presAssocID="{50D08207-08B9-4FFF-B97C-9CEB45B86BF7}" presName="hierChild2" presStyleCnt="0"/>
      <dgm:spPr/>
    </dgm:pt>
    <dgm:pt modelId="{3C3B2CD1-CEFD-41B2-B5E8-68D987A81ECA}" type="pres">
      <dgm:prSet presAssocID="{54EB152C-DECA-403D-950A-CD045D30270F}" presName="Name37" presStyleLbl="parChTrans1D2" presStyleIdx="0" presStyleCnt="5"/>
      <dgm:spPr/>
    </dgm:pt>
    <dgm:pt modelId="{D7EC92EE-FB73-476B-8EF5-A54D410CAA7C}" type="pres">
      <dgm:prSet presAssocID="{580A4A31-B4BA-4DC3-B3F0-C46D29B6F1BD}" presName="hierRoot2" presStyleCnt="0">
        <dgm:presLayoutVars>
          <dgm:hierBranch val="init"/>
        </dgm:presLayoutVars>
      </dgm:prSet>
      <dgm:spPr/>
    </dgm:pt>
    <dgm:pt modelId="{78F1A80A-E84A-4452-A240-81232FE06F04}" type="pres">
      <dgm:prSet presAssocID="{580A4A31-B4BA-4DC3-B3F0-C46D29B6F1BD}" presName="rootComposite" presStyleCnt="0"/>
      <dgm:spPr/>
    </dgm:pt>
    <dgm:pt modelId="{491D6231-ABA5-477A-978E-B0A810F6839E}" type="pres">
      <dgm:prSet presAssocID="{580A4A31-B4BA-4DC3-B3F0-C46D29B6F1BD}" presName="rootText" presStyleLbl="node2" presStyleIdx="0" presStyleCnt="5">
        <dgm:presLayoutVars>
          <dgm:chPref val="3"/>
        </dgm:presLayoutVars>
      </dgm:prSet>
      <dgm:spPr/>
    </dgm:pt>
    <dgm:pt modelId="{85F3829C-0B78-4671-85D9-B19459B28EE4}" type="pres">
      <dgm:prSet presAssocID="{580A4A31-B4BA-4DC3-B3F0-C46D29B6F1BD}" presName="rootConnector" presStyleLbl="node2" presStyleIdx="0" presStyleCnt="5"/>
      <dgm:spPr/>
    </dgm:pt>
    <dgm:pt modelId="{0653C0B3-425A-4729-A6A0-7417A02DDC36}" type="pres">
      <dgm:prSet presAssocID="{580A4A31-B4BA-4DC3-B3F0-C46D29B6F1BD}" presName="hierChild4" presStyleCnt="0"/>
      <dgm:spPr/>
    </dgm:pt>
    <dgm:pt modelId="{9D0643DB-D1B9-454B-8CD6-CD3CC7479E6C}" type="pres">
      <dgm:prSet presAssocID="{580A4A31-B4BA-4DC3-B3F0-C46D29B6F1BD}" presName="hierChild5" presStyleCnt="0"/>
      <dgm:spPr/>
    </dgm:pt>
    <dgm:pt modelId="{7EE0C4B3-9BA0-4206-BBE1-E9EF7A7E15D7}" type="pres">
      <dgm:prSet presAssocID="{399EBACB-FD9A-42EE-99E6-5F159E860681}" presName="Name37" presStyleLbl="parChTrans1D2" presStyleIdx="1" presStyleCnt="5"/>
      <dgm:spPr/>
    </dgm:pt>
    <dgm:pt modelId="{CBA6C011-0589-4914-A766-9E750803585E}" type="pres">
      <dgm:prSet presAssocID="{A2CEB083-71CB-4DDC-A7DB-E71D3CDB76C3}" presName="hierRoot2" presStyleCnt="0">
        <dgm:presLayoutVars>
          <dgm:hierBranch val="init"/>
        </dgm:presLayoutVars>
      </dgm:prSet>
      <dgm:spPr/>
    </dgm:pt>
    <dgm:pt modelId="{016DD74A-0E71-4D41-BE04-39F52014E1B8}" type="pres">
      <dgm:prSet presAssocID="{A2CEB083-71CB-4DDC-A7DB-E71D3CDB76C3}" presName="rootComposite" presStyleCnt="0"/>
      <dgm:spPr/>
    </dgm:pt>
    <dgm:pt modelId="{AA6ABA60-CA11-4896-A138-1BACD8F1AFDB}" type="pres">
      <dgm:prSet presAssocID="{A2CEB083-71CB-4DDC-A7DB-E71D3CDB76C3}" presName="rootText" presStyleLbl="node2" presStyleIdx="1" presStyleCnt="5">
        <dgm:presLayoutVars>
          <dgm:chPref val="3"/>
        </dgm:presLayoutVars>
      </dgm:prSet>
      <dgm:spPr/>
    </dgm:pt>
    <dgm:pt modelId="{3B911328-69A4-43A1-A90A-4E9C693D39BD}" type="pres">
      <dgm:prSet presAssocID="{A2CEB083-71CB-4DDC-A7DB-E71D3CDB76C3}" presName="rootConnector" presStyleLbl="node2" presStyleIdx="1" presStyleCnt="5"/>
      <dgm:spPr/>
    </dgm:pt>
    <dgm:pt modelId="{9B6CDFD6-5D90-45CD-8586-30BD23CC3A6F}" type="pres">
      <dgm:prSet presAssocID="{A2CEB083-71CB-4DDC-A7DB-E71D3CDB76C3}" presName="hierChild4" presStyleCnt="0"/>
      <dgm:spPr/>
    </dgm:pt>
    <dgm:pt modelId="{B6653BEF-875B-41AA-970F-F77757795FF6}" type="pres">
      <dgm:prSet presAssocID="{A2CEB083-71CB-4DDC-A7DB-E71D3CDB76C3}" presName="hierChild5" presStyleCnt="0"/>
      <dgm:spPr/>
    </dgm:pt>
    <dgm:pt modelId="{9B1D5F27-C8BE-42E6-B0D4-106BFAA3A03D}" type="pres">
      <dgm:prSet presAssocID="{92FADAC3-7E53-49E5-8C0F-9F57D5152B1B}" presName="Name37" presStyleLbl="parChTrans1D2" presStyleIdx="2" presStyleCnt="5"/>
      <dgm:spPr/>
    </dgm:pt>
    <dgm:pt modelId="{14C86E12-78C1-447F-8BD3-0366E6A6B49B}" type="pres">
      <dgm:prSet presAssocID="{0E7264E9-29F4-4C0F-BD8A-0D8C475A0057}" presName="hierRoot2" presStyleCnt="0">
        <dgm:presLayoutVars>
          <dgm:hierBranch val="init"/>
        </dgm:presLayoutVars>
      </dgm:prSet>
      <dgm:spPr/>
    </dgm:pt>
    <dgm:pt modelId="{51282E2E-2873-4557-8C19-277556FEA309}" type="pres">
      <dgm:prSet presAssocID="{0E7264E9-29F4-4C0F-BD8A-0D8C475A0057}" presName="rootComposite" presStyleCnt="0"/>
      <dgm:spPr/>
    </dgm:pt>
    <dgm:pt modelId="{504B6C1F-4A66-47FE-82FC-D1C09C5F7C2F}" type="pres">
      <dgm:prSet presAssocID="{0E7264E9-29F4-4C0F-BD8A-0D8C475A0057}" presName="rootText" presStyleLbl="node2" presStyleIdx="2" presStyleCnt="5">
        <dgm:presLayoutVars>
          <dgm:chPref val="3"/>
        </dgm:presLayoutVars>
      </dgm:prSet>
      <dgm:spPr/>
    </dgm:pt>
    <dgm:pt modelId="{AA5332EF-7B40-478E-868D-5FB6CDB7F6BD}" type="pres">
      <dgm:prSet presAssocID="{0E7264E9-29F4-4C0F-BD8A-0D8C475A0057}" presName="rootConnector" presStyleLbl="node2" presStyleIdx="2" presStyleCnt="5"/>
      <dgm:spPr/>
    </dgm:pt>
    <dgm:pt modelId="{D119FD14-11BB-41A0-B716-EF74E6C180EA}" type="pres">
      <dgm:prSet presAssocID="{0E7264E9-29F4-4C0F-BD8A-0D8C475A0057}" presName="hierChild4" presStyleCnt="0"/>
      <dgm:spPr/>
    </dgm:pt>
    <dgm:pt modelId="{809D713A-65E5-4EE6-8562-87B7AA9D3BEE}" type="pres">
      <dgm:prSet presAssocID="{0E7264E9-29F4-4C0F-BD8A-0D8C475A0057}" presName="hierChild5" presStyleCnt="0"/>
      <dgm:spPr/>
    </dgm:pt>
    <dgm:pt modelId="{8FF45F46-C3E9-4009-B442-2F917D6AA5B0}" type="pres">
      <dgm:prSet presAssocID="{6238612D-D830-4F1E-894A-1098B9BB0DCE}" presName="Name37" presStyleLbl="parChTrans1D2" presStyleIdx="3" presStyleCnt="5"/>
      <dgm:spPr/>
    </dgm:pt>
    <dgm:pt modelId="{A322F6BF-229C-4F0C-866C-73912F65DC8E}" type="pres">
      <dgm:prSet presAssocID="{B893DBEF-8472-47B2-AA81-31251CDFE28F}" presName="hierRoot2" presStyleCnt="0">
        <dgm:presLayoutVars>
          <dgm:hierBranch val="init"/>
        </dgm:presLayoutVars>
      </dgm:prSet>
      <dgm:spPr/>
    </dgm:pt>
    <dgm:pt modelId="{59348FB1-EC76-4DDF-B2FB-7B7DF1F8AAB4}" type="pres">
      <dgm:prSet presAssocID="{B893DBEF-8472-47B2-AA81-31251CDFE28F}" presName="rootComposite" presStyleCnt="0"/>
      <dgm:spPr/>
    </dgm:pt>
    <dgm:pt modelId="{DA225F1E-311A-45AE-A353-3BC656BC9FB6}" type="pres">
      <dgm:prSet presAssocID="{B893DBEF-8472-47B2-AA81-31251CDFE28F}" presName="rootText" presStyleLbl="node2" presStyleIdx="3" presStyleCnt="5">
        <dgm:presLayoutVars>
          <dgm:chPref val="3"/>
        </dgm:presLayoutVars>
      </dgm:prSet>
      <dgm:spPr/>
    </dgm:pt>
    <dgm:pt modelId="{F3B48ECB-B6CA-4DC9-88A1-67DC11F7B3F8}" type="pres">
      <dgm:prSet presAssocID="{B893DBEF-8472-47B2-AA81-31251CDFE28F}" presName="rootConnector" presStyleLbl="node2" presStyleIdx="3" presStyleCnt="5"/>
      <dgm:spPr/>
    </dgm:pt>
    <dgm:pt modelId="{79CCB200-21F8-4126-A7E2-F60DEFFDBA32}" type="pres">
      <dgm:prSet presAssocID="{B893DBEF-8472-47B2-AA81-31251CDFE28F}" presName="hierChild4" presStyleCnt="0"/>
      <dgm:spPr/>
    </dgm:pt>
    <dgm:pt modelId="{009B5CC3-DC22-4D26-B1F1-5A76FFC84AD5}" type="pres">
      <dgm:prSet presAssocID="{B893DBEF-8472-47B2-AA81-31251CDFE28F}" presName="hierChild5" presStyleCnt="0"/>
      <dgm:spPr/>
    </dgm:pt>
    <dgm:pt modelId="{7C1DC0A7-4F35-4755-A7D0-58781845CCFB}" type="pres">
      <dgm:prSet presAssocID="{12738182-5C0F-476C-AF42-8952C42C58A4}" presName="Name37" presStyleLbl="parChTrans1D2" presStyleIdx="4" presStyleCnt="5"/>
      <dgm:spPr/>
    </dgm:pt>
    <dgm:pt modelId="{F9A2819F-A912-4AA9-9574-0ABB05D956A9}" type="pres">
      <dgm:prSet presAssocID="{7C47A086-39BC-434F-A120-3A82F178A173}" presName="hierRoot2" presStyleCnt="0">
        <dgm:presLayoutVars>
          <dgm:hierBranch val="init"/>
        </dgm:presLayoutVars>
      </dgm:prSet>
      <dgm:spPr/>
    </dgm:pt>
    <dgm:pt modelId="{AF25CB3C-EAF3-4D48-ADFB-2114464E0A24}" type="pres">
      <dgm:prSet presAssocID="{7C47A086-39BC-434F-A120-3A82F178A173}" presName="rootComposite" presStyleCnt="0"/>
      <dgm:spPr/>
    </dgm:pt>
    <dgm:pt modelId="{AC4389E2-7FAB-4419-8725-EE00F5D35B3E}" type="pres">
      <dgm:prSet presAssocID="{7C47A086-39BC-434F-A120-3A82F178A173}" presName="rootText" presStyleLbl="node2" presStyleIdx="4" presStyleCnt="5">
        <dgm:presLayoutVars>
          <dgm:chPref val="3"/>
        </dgm:presLayoutVars>
      </dgm:prSet>
      <dgm:spPr/>
    </dgm:pt>
    <dgm:pt modelId="{C9A9FF2B-36DC-4757-B626-9D6EB32D74A6}" type="pres">
      <dgm:prSet presAssocID="{7C47A086-39BC-434F-A120-3A82F178A173}" presName="rootConnector" presStyleLbl="node2" presStyleIdx="4" presStyleCnt="5"/>
      <dgm:spPr/>
    </dgm:pt>
    <dgm:pt modelId="{1A926DE9-81D1-497D-995A-F91AC5BDAB7B}" type="pres">
      <dgm:prSet presAssocID="{7C47A086-39BC-434F-A120-3A82F178A173}" presName="hierChild4" presStyleCnt="0"/>
      <dgm:spPr/>
    </dgm:pt>
    <dgm:pt modelId="{12BBBFBC-9AA5-4D62-8E0C-17389CDDE16A}" type="pres">
      <dgm:prSet presAssocID="{7C47A086-39BC-434F-A120-3A82F178A173}" presName="hierChild5" presStyleCnt="0"/>
      <dgm:spPr/>
    </dgm:pt>
    <dgm:pt modelId="{50112772-7C82-4D05-B139-AC1786675B88}" type="pres">
      <dgm:prSet presAssocID="{50D08207-08B9-4FFF-B97C-9CEB45B86BF7}" presName="hierChild3" presStyleCnt="0"/>
      <dgm:spPr/>
    </dgm:pt>
  </dgm:ptLst>
  <dgm:cxnLst>
    <dgm:cxn modelId="{9605BE06-7721-4745-B58D-A1EF0D39BB8C}" srcId="{50D08207-08B9-4FFF-B97C-9CEB45B86BF7}" destId="{580A4A31-B4BA-4DC3-B3F0-C46D29B6F1BD}" srcOrd="0" destOrd="0" parTransId="{54EB152C-DECA-403D-950A-CD045D30270F}" sibTransId="{EF68FA7F-AB38-4EA6-90F7-4ACB1FFD4369}"/>
    <dgm:cxn modelId="{D6C3C20B-D220-4A76-8B79-C4839967B4A5}" srcId="{50D08207-08B9-4FFF-B97C-9CEB45B86BF7}" destId="{7C47A086-39BC-434F-A120-3A82F178A173}" srcOrd="4" destOrd="0" parTransId="{12738182-5C0F-476C-AF42-8952C42C58A4}" sibTransId="{55FAE020-A68A-44FE-B937-CF0473033FCE}"/>
    <dgm:cxn modelId="{EE328E0D-3FF8-4A4A-9A4D-7116DB884F09}" type="presOf" srcId="{0E7264E9-29F4-4C0F-BD8A-0D8C475A0057}" destId="{504B6C1F-4A66-47FE-82FC-D1C09C5F7C2F}" srcOrd="0" destOrd="0" presId="urn:microsoft.com/office/officeart/2005/8/layout/orgChart1"/>
    <dgm:cxn modelId="{1FD69910-9AAD-435B-8876-7FC9B6E41988}" srcId="{50D08207-08B9-4FFF-B97C-9CEB45B86BF7}" destId="{A2CEB083-71CB-4DDC-A7DB-E71D3CDB76C3}" srcOrd="1" destOrd="0" parTransId="{399EBACB-FD9A-42EE-99E6-5F159E860681}" sibTransId="{8DD67955-3E08-4944-8C68-295DA49D68B9}"/>
    <dgm:cxn modelId="{CFBC9B14-E4D0-4AE1-BDE8-8EA1689ACBFA}" type="presOf" srcId="{0E7264E9-29F4-4C0F-BD8A-0D8C475A0057}" destId="{AA5332EF-7B40-478E-868D-5FB6CDB7F6BD}" srcOrd="1" destOrd="0" presId="urn:microsoft.com/office/officeart/2005/8/layout/orgChart1"/>
    <dgm:cxn modelId="{AAD59018-7AE5-4736-8D60-C14AF9A9301C}" type="presOf" srcId="{399EBACB-FD9A-42EE-99E6-5F159E860681}" destId="{7EE0C4B3-9BA0-4206-BBE1-E9EF7A7E15D7}" srcOrd="0" destOrd="0" presId="urn:microsoft.com/office/officeart/2005/8/layout/orgChart1"/>
    <dgm:cxn modelId="{AE78C820-755C-4C2A-95ED-E107BF9CC888}" type="presOf" srcId="{580A4A31-B4BA-4DC3-B3F0-C46D29B6F1BD}" destId="{85F3829C-0B78-4671-85D9-B19459B28EE4}" srcOrd="1" destOrd="0" presId="urn:microsoft.com/office/officeart/2005/8/layout/orgChart1"/>
    <dgm:cxn modelId="{0335332B-A74D-4600-BBF8-009A95CEB4B8}" type="presOf" srcId="{54EB152C-DECA-403D-950A-CD045D30270F}" destId="{3C3B2CD1-CEFD-41B2-B5E8-68D987A81ECA}" srcOrd="0" destOrd="0" presId="urn:microsoft.com/office/officeart/2005/8/layout/orgChart1"/>
    <dgm:cxn modelId="{327A1F2D-92D9-4F67-B7EA-EBC829C851B2}" srcId="{50D08207-08B9-4FFF-B97C-9CEB45B86BF7}" destId="{B893DBEF-8472-47B2-AA81-31251CDFE28F}" srcOrd="3" destOrd="0" parTransId="{6238612D-D830-4F1E-894A-1098B9BB0DCE}" sibTransId="{13A0BF23-4ADA-467C-8126-9005F5A66896}"/>
    <dgm:cxn modelId="{3475672E-AE44-4B09-8A0F-7B52C083E5CA}" srcId="{50D08207-08B9-4FFF-B97C-9CEB45B86BF7}" destId="{0E7264E9-29F4-4C0F-BD8A-0D8C475A0057}" srcOrd="2" destOrd="0" parTransId="{92FADAC3-7E53-49E5-8C0F-9F57D5152B1B}" sibTransId="{5C720961-1302-4F8C-8135-FA6007B12257}"/>
    <dgm:cxn modelId="{D3CF9535-1393-484A-B641-227230015882}" srcId="{250090C5-E5CB-41AF-AA5B-01677868B395}" destId="{50D08207-08B9-4FFF-B97C-9CEB45B86BF7}" srcOrd="0" destOrd="0" parTransId="{25A866F2-EF84-4AF1-8ECB-E63FA874136C}" sibTransId="{1FACB9C1-BB98-40FE-BD8D-DCEC459B8A09}"/>
    <dgm:cxn modelId="{C09FE05D-7D37-4D9E-84A3-BB122E8D6DFB}" type="presOf" srcId="{6238612D-D830-4F1E-894A-1098B9BB0DCE}" destId="{8FF45F46-C3E9-4009-B442-2F917D6AA5B0}" srcOrd="0" destOrd="0" presId="urn:microsoft.com/office/officeart/2005/8/layout/orgChart1"/>
    <dgm:cxn modelId="{96088163-C370-4A9C-B685-6B8C3DB18321}" type="presOf" srcId="{50D08207-08B9-4FFF-B97C-9CEB45B86BF7}" destId="{B4074055-FB21-4224-9B04-AC7FCA22B120}" srcOrd="0" destOrd="0" presId="urn:microsoft.com/office/officeart/2005/8/layout/orgChart1"/>
    <dgm:cxn modelId="{F6933C64-8505-4997-9A4C-1967CB91F4F5}" type="presOf" srcId="{A2CEB083-71CB-4DDC-A7DB-E71D3CDB76C3}" destId="{AA6ABA60-CA11-4896-A138-1BACD8F1AFDB}" srcOrd="0" destOrd="0" presId="urn:microsoft.com/office/officeart/2005/8/layout/orgChart1"/>
    <dgm:cxn modelId="{FBEEE659-4014-42EF-B3E5-7961CCE88D6E}" type="presOf" srcId="{7C47A086-39BC-434F-A120-3A82F178A173}" destId="{AC4389E2-7FAB-4419-8725-EE00F5D35B3E}" srcOrd="0" destOrd="0" presId="urn:microsoft.com/office/officeart/2005/8/layout/orgChart1"/>
    <dgm:cxn modelId="{73D3C997-7CBC-48BA-B7EF-02BF3FDAF415}" type="presOf" srcId="{A2CEB083-71CB-4DDC-A7DB-E71D3CDB76C3}" destId="{3B911328-69A4-43A1-A90A-4E9C693D39BD}" srcOrd="1" destOrd="0" presId="urn:microsoft.com/office/officeart/2005/8/layout/orgChart1"/>
    <dgm:cxn modelId="{997B8BBC-8B45-4654-A5BB-3735507087E4}" type="presOf" srcId="{7C47A086-39BC-434F-A120-3A82F178A173}" destId="{C9A9FF2B-36DC-4757-B626-9D6EB32D74A6}" srcOrd="1" destOrd="0" presId="urn:microsoft.com/office/officeart/2005/8/layout/orgChart1"/>
    <dgm:cxn modelId="{A091F3C7-EC7C-4D49-B93B-DC9496EE561F}" type="presOf" srcId="{12738182-5C0F-476C-AF42-8952C42C58A4}" destId="{7C1DC0A7-4F35-4755-A7D0-58781845CCFB}" srcOrd="0" destOrd="0" presId="urn:microsoft.com/office/officeart/2005/8/layout/orgChart1"/>
    <dgm:cxn modelId="{41DF4ACD-3F71-4559-84C2-AFA9B8389C69}" type="presOf" srcId="{250090C5-E5CB-41AF-AA5B-01677868B395}" destId="{574C72BC-D416-4967-8713-93C069E4CDC8}" srcOrd="0" destOrd="0" presId="urn:microsoft.com/office/officeart/2005/8/layout/orgChart1"/>
    <dgm:cxn modelId="{B4C80FCE-183A-4A3A-9FF4-A6D2AA93B815}" type="presOf" srcId="{92FADAC3-7E53-49E5-8C0F-9F57D5152B1B}" destId="{9B1D5F27-C8BE-42E6-B0D4-106BFAA3A03D}" srcOrd="0" destOrd="0" presId="urn:microsoft.com/office/officeart/2005/8/layout/orgChart1"/>
    <dgm:cxn modelId="{4F8C3BCF-A69B-423E-B535-2B561D4B2B16}" type="presOf" srcId="{580A4A31-B4BA-4DC3-B3F0-C46D29B6F1BD}" destId="{491D6231-ABA5-477A-978E-B0A810F6839E}" srcOrd="0" destOrd="0" presId="urn:microsoft.com/office/officeart/2005/8/layout/orgChart1"/>
    <dgm:cxn modelId="{2930C7D1-E915-4255-9EC9-C37B259D1EB2}" type="presOf" srcId="{B893DBEF-8472-47B2-AA81-31251CDFE28F}" destId="{F3B48ECB-B6CA-4DC9-88A1-67DC11F7B3F8}" srcOrd="1" destOrd="0" presId="urn:microsoft.com/office/officeart/2005/8/layout/orgChart1"/>
    <dgm:cxn modelId="{9E5271D6-F7EE-44B9-839E-E469B315BE0B}" type="presOf" srcId="{B893DBEF-8472-47B2-AA81-31251CDFE28F}" destId="{DA225F1E-311A-45AE-A353-3BC656BC9FB6}" srcOrd="0" destOrd="0" presId="urn:microsoft.com/office/officeart/2005/8/layout/orgChart1"/>
    <dgm:cxn modelId="{6CB125EF-4C51-4E7A-BB9B-A4C486263D7E}" type="presOf" srcId="{50D08207-08B9-4FFF-B97C-9CEB45B86BF7}" destId="{7082F585-1B55-448D-8E44-A32999CF9136}" srcOrd="1" destOrd="0" presId="urn:microsoft.com/office/officeart/2005/8/layout/orgChart1"/>
    <dgm:cxn modelId="{B46EE9CA-FFB8-48C8-AE37-5FE058322438}" type="presParOf" srcId="{574C72BC-D416-4967-8713-93C069E4CDC8}" destId="{2EC99E16-B716-4724-AE57-382CF163425A}" srcOrd="0" destOrd="0" presId="urn:microsoft.com/office/officeart/2005/8/layout/orgChart1"/>
    <dgm:cxn modelId="{9D00CB24-587B-4BB6-878D-FC40B8E4F617}" type="presParOf" srcId="{2EC99E16-B716-4724-AE57-382CF163425A}" destId="{F2B52E92-61B2-4DE8-9F8D-BD96D24E0456}" srcOrd="0" destOrd="0" presId="urn:microsoft.com/office/officeart/2005/8/layout/orgChart1"/>
    <dgm:cxn modelId="{A60B1B4B-E6EE-4794-A442-1DDC56884B67}" type="presParOf" srcId="{F2B52E92-61B2-4DE8-9F8D-BD96D24E0456}" destId="{B4074055-FB21-4224-9B04-AC7FCA22B120}" srcOrd="0" destOrd="0" presId="urn:microsoft.com/office/officeart/2005/8/layout/orgChart1"/>
    <dgm:cxn modelId="{5182F3AA-EB8D-457B-8DEA-653EFCFB9CA2}" type="presParOf" srcId="{F2B52E92-61B2-4DE8-9F8D-BD96D24E0456}" destId="{7082F585-1B55-448D-8E44-A32999CF9136}" srcOrd="1" destOrd="0" presId="urn:microsoft.com/office/officeart/2005/8/layout/orgChart1"/>
    <dgm:cxn modelId="{79406A02-2BFF-4CD7-ADF3-4C87CC09A70F}" type="presParOf" srcId="{2EC99E16-B716-4724-AE57-382CF163425A}" destId="{36374B6C-0808-404F-804B-4A3BEEE32DC6}" srcOrd="1" destOrd="0" presId="urn:microsoft.com/office/officeart/2005/8/layout/orgChart1"/>
    <dgm:cxn modelId="{48DAA69C-9CF0-425E-902C-3A27D1B0F329}" type="presParOf" srcId="{36374B6C-0808-404F-804B-4A3BEEE32DC6}" destId="{3C3B2CD1-CEFD-41B2-B5E8-68D987A81ECA}" srcOrd="0" destOrd="0" presId="urn:microsoft.com/office/officeart/2005/8/layout/orgChart1"/>
    <dgm:cxn modelId="{43FF4A91-D683-4FC4-B574-E4FE7F35FA98}" type="presParOf" srcId="{36374B6C-0808-404F-804B-4A3BEEE32DC6}" destId="{D7EC92EE-FB73-476B-8EF5-A54D410CAA7C}" srcOrd="1" destOrd="0" presId="urn:microsoft.com/office/officeart/2005/8/layout/orgChart1"/>
    <dgm:cxn modelId="{AB0FD18A-1015-4129-8725-77A16143C4A1}" type="presParOf" srcId="{D7EC92EE-FB73-476B-8EF5-A54D410CAA7C}" destId="{78F1A80A-E84A-4452-A240-81232FE06F04}" srcOrd="0" destOrd="0" presId="urn:microsoft.com/office/officeart/2005/8/layout/orgChart1"/>
    <dgm:cxn modelId="{2085041A-B4BB-4041-A99E-0FA1969718CC}" type="presParOf" srcId="{78F1A80A-E84A-4452-A240-81232FE06F04}" destId="{491D6231-ABA5-477A-978E-B0A810F6839E}" srcOrd="0" destOrd="0" presId="urn:microsoft.com/office/officeart/2005/8/layout/orgChart1"/>
    <dgm:cxn modelId="{55F3AA3A-5E9D-42B7-94BA-9FB190103511}" type="presParOf" srcId="{78F1A80A-E84A-4452-A240-81232FE06F04}" destId="{85F3829C-0B78-4671-85D9-B19459B28EE4}" srcOrd="1" destOrd="0" presId="urn:microsoft.com/office/officeart/2005/8/layout/orgChart1"/>
    <dgm:cxn modelId="{965C192E-C626-4F26-B0CD-625AC318FA7A}" type="presParOf" srcId="{D7EC92EE-FB73-476B-8EF5-A54D410CAA7C}" destId="{0653C0B3-425A-4729-A6A0-7417A02DDC36}" srcOrd="1" destOrd="0" presId="urn:microsoft.com/office/officeart/2005/8/layout/orgChart1"/>
    <dgm:cxn modelId="{803D54E6-33BC-4B19-81EA-D3B03C629F8E}" type="presParOf" srcId="{D7EC92EE-FB73-476B-8EF5-A54D410CAA7C}" destId="{9D0643DB-D1B9-454B-8CD6-CD3CC7479E6C}" srcOrd="2" destOrd="0" presId="urn:microsoft.com/office/officeart/2005/8/layout/orgChart1"/>
    <dgm:cxn modelId="{199AE427-5A34-47A5-99D6-6DF62577618B}" type="presParOf" srcId="{36374B6C-0808-404F-804B-4A3BEEE32DC6}" destId="{7EE0C4B3-9BA0-4206-BBE1-E9EF7A7E15D7}" srcOrd="2" destOrd="0" presId="urn:microsoft.com/office/officeart/2005/8/layout/orgChart1"/>
    <dgm:cxn modelId="{7AFE3F2E-6058-42E6-9D01-4A3032931A2E}" type="presParOf" srcId="{36374B6C-0808-404F-804B-4A3BEEE32DC6}" destId="{CBA6C011-0589-4914-A766-9E750803585E}" srcOrd="3" destOrd="0" presId="urn:microsoft.com/office/officeart/2005/8/layout/orgChart1"/>
    <dgm:cxn modelId="{7BC847B7-BDA9-4391-A62A-57652A76B78E}" type="presParOf" srcId="{CBA6C011-0589-4914-A766-9E750803585E}" destId="{016DD74A-0E71-4D41-BE04-39F52014E1B8}" srcOrd="0" destOrd="0" presId="urn:microsoft.com/office/officeart/2005/8/layout/orgChart1"/>
    <dgm:cxn modelId="{705F2FE9-3542-4E4A-B22B-E68E13E9F450}" type="presParOf" srcId="{016DD74A-0E71-4D41-BE04-39F52014E1B8}" destId="{AA6ABA60-CA11-4896-A138-1BACD8F1AFDB}" srcOrd="0" destOrd="0" presId="urn:microsoft.com/office/officeart/2005/8/layout/orgChart1"/>
    <dgm:cxn modelId="{0CD79300-FFF4-4D0B-8351-9829F65E28CE}" type="presParOf" srcId="{016DD74A-0E71-4D41-BE04-39F52014E1B8}" destId="{3B911328-69A4-43A1-A90A-4E9C693D39BD}" srcOrd="1" destOrd="0" presId="urn:microsoft.com/office/officeart/2005/8/layout/orgChart1"/>
    <dgm:cxn modelId="{DE9B0BFA-BA6A-4B3C-9E2E-08D4E2F6AF65}" type="presParOf" srcId="{CBA6C011-0589-4914-A766-9E750803585E}" destId="{9B6CDFD6-5D90-45CD-8586-30BD23CC3A6F}" srcOrd="1" destOrd="0" presId="urn:microsoft.com/office/officeart/2005/8/layout/orgChart1"/>
    <dgm:cxn modelId="{F3906E41-2865-4151-9CC1-C4B99B8BD9F0}" type="presParOf" srcId="{CBA6C011-0589-4914-A766-9E750803585E}" destId="{B6653BEF-875B-41AA-970F-F77757795FF6}" srcOrd="2" destOrd="0" presId="urn:microsoft.com/office/officeart/2005/8/layout/orgChart1"/>
    <dgm:cxn modelId="{469C0B78-BDEE-4B75-9CDF-0FC48CAC9D55}" type="presParOf" srcId="{36374B6C-0808-404F-804B-4A3BEEE32DC6}" destId="{9B1D5F27-C8BE-42E6-B0D4-106BFAA3A03D}" srcOrd="4" destOrd="0" presId="urn:microsoft.com/office/officeart/2005/8/layout/orgChart1"/>
    <dgm:cxn modelId="{6EE6AB95-C082-454B-B2CF-36ABA44582A1}" type="presParOf" srcId="{36374B6C-0808-404F-804B-4A3BEEE32DC6}" destId="{14C86E12-78C1-447F-8BD3-0366E6A6B49B}" srcOrd="5" destOrd="0" presId="urn:microsoft.com/office/officeart/2005/8/layout/orgChart1"/>
    <dgm:cxn modelId="{9D48F4BE-0788-42B8-9248-CCE1ADB9EA61}" type="presParOf" srcId="{14C86E12-78C1-447F-8BD3-0366E6A6B49B}" destId="{51282E2E-2873-4557-8C19-277556FEA309}" srcOrd="0" destOrd="0" presId="urn:microsoft.com/office/officeart/2005/8/layout/orgChart1"/>
    <dgm:cxn modelId="{82F6519C-3AE4-4076-A77B-4EDE4565FBBE}" type="presParOf" srcId="{51282E2E-2873-4557-8C19-277556FEA309}" destId="{504B6C1F-4A66-47FE-82FC-D1C09C5F7C2F}" srcOrd="0" destOrd="0" presId="urn:microsoft.com/office/officeart/2005/8/layout/orgChart1"/>
    <dgm:cxn modelId="{39DA3C61-4A6B-43F8-A4F7-8E59F2437C93}" type="presParOf" srcId="{51282E2E-2873-4557-8C19-277556FEA309}" destId="{AA5332EF-7B40-478E-868D-5FB6CDB7F6BD}" srcOrd="1" destOrd="0" presId="urn:microsoft.com/office/officeart/2005/8/layout/orgChart1"/>
    <dgm:cxn modelId="{95CD9C46-6129-49C5-8C09-F9FCB3DF241B}" type="presParOf" srcId="{14C86E12-78C1-447F-8BD3-0366E6A6B49B}" destId="{D119FD14-11BB-41A0-B716-EF74E6C180EA}" srcOrd="1" destOrd="0" presId="urn:microsoft.com/office/officeart/2005/8/layout/orgChart1"/>
    <dgm:cxn modelId="{82A6ADEE-F470-4AEA-8A95-45AEB0E55286}" type="presParOf" srcId="{14C86E12-78C1-447F-8BD3-0366E6A6B49B}" destId="{809D713A-65E5-4EE6-8562-87B7AA9D3BEE}" srcOrd="2" destOrd="0" presId="urn:microsoft.com/office/officeart/2005/8/layout/orgChart1"/>
    <dgm:cxn modelId="{87D172EB-A7BF-4B2E-A548-39D00AD9FE6E}" type="presParOf" srcId="{36374B6C-0808-404F-804B-4A3BEEE32DC6}" destId="{8FF45F46-C3E9-4009-B442-2F917D6AA5B0}" srcOrd="6" destOrd="0" presId="urn:microsoft.com/office/officeart/2005/8/layout/orgChart1"/>
    <dgm:cxn modelId="{285E7B12-63EC-493C-B3D6-27050EA81334}" type="presParOf" srcId="{36374B6C-0808-404F-804B-4A3BEEE32DC6}" destId="{A322F6BF-229C-4F0C-866C-73912F65DC8E}" srcOrd="7" destOrd="0" presId="urn:microsoft.com/office/officeart/2005/8/layout/orgChart1"/>
    <dgm:cxn modelId="{1E380A5C-15E7-4879-8342-044C201DACF9}" type="presParOf" srcId="{A322F6BF-229C-4F0C-866C-73912F65DC8E}" destId="{59348FB1-EC76-4DDF-B2FB-7B7DF1F8AAB4}" srcOrd="0" destOrd="0" presId="urn:microsoft.com/office/officeart/2005/8/layout/orgChart1"/>
    <dgm:cxn modelId="{2FEAFC0D-7AA0-42A5-978B-E8D2FF0BAA0B}" type="presParOf" srcId="{59348FB1-EC76-4DDF-B2FB-7B7DF1F8AAB4}" destId="{DA225F1E-311A-45AE-A353-3BC656BC9FB6}" srcOrd="0" destOrd="0" presId="urn:microsoft.com/office/officeart/2005/8/layout/orgChart1"/>
    <dgm:cxn modelId="{64B7D76D-DEEB-48D6-82DC-27424B36E3C4}" type="presParOf" srcId="{59348FB1-EC76-4DDF-B2FB-7B7DF1F8AAB4}" destId="{F3B48ECB-B6CA-4DC9-88A1-67DC11F7B3F8}" srcOrd="1" destOrd="0" presId="urn:microsoft.com/office/officeart/2005/8/layout/orgChart1"/>
    <dgm:cxn modelId="{0758C0C5-E5EA-4666-90CD-DAD988EC4194}" type="presParOf" srcId="{A322F6BF-229C-4F0C-866C-73912F65DC8E}" destId="{79CCB200-21F8-4126-A7E2-F60DEFFDBA32}" srcOrd="1" destOrd="0" presId="urn:microsoft.com/office/officeart/2005/8/layout/orgChart1"/>
    <dgm:cxn modelId="{D5929E50-08F3-4C43-A628-90D187164F15}" type="presParOf" srcId="{A322F6BF-229C-4F0C-866C-73912F65DC8E}" destId="{009B5CC3-DC22-4D26-B1F1-5A76FFC84AD5}" srcOrd="2" destOrd="0" presId="urn:microsoft.com/office/officeart/2005/8/layout/orgChart1"/>
    <dgm:cxn modelId="{D023A0DF-3BF8-4AF8-8912-B0391F85F251}" type="presParOf" srcId="{36374B6C-0808-404F-804B-4A3BEEE32DC6}" destId="{7C1DC0A7-4F35-4755-A7D0-58781845CCFB}" srcOrd="8" destOrd="0" presId="urn:microsoft.com/office/officeart/2005/8/layout/orgChart1"/>
    <dgm:cxn modelId="{CE01CDCE-1BC8-47CC-945C-00B7CE78FEF3}" type="presParOf" srcId="{36374B6C-0808-404F-804B-4A3BEEE32DC6}" destId="{F9A2819F-A912-4AA9-9574-0ABB05D956A9}" srcOrd="9" destOrd="0" presId="urn:microsoft.com/office/officeart/2005/8/layout/orgChart1"/>
    <dgm:cxn modelId="{27A31E33-5B43-4530-85AD-2D03AEBD6CB7}" type="presParOf" srcId="{F9A2819F-A912-4AA9-9574-0ABB05D956A9}" destId="{AF25CB3C-EAF3-4D48-ADFB-2114464E0A24}" srcOrd="0" destOrd="0" presId="urn:microsoft.com/office/officeart/2005/8/layout/orgChart1"/>
    <dgm:cxn modelId="{42B8C17C-6FE3-455A-843E-4BFF6790A49D}" type="presParOf" srcId="{AF25CB3C-EAF3-4D48-ADFB-2114464E0A24}" destId="{AC4389E2-7FAB-4419-8725-EE00F5D35B3E}" srcOrd="0" destOrd="0" presId="urn:microsoft.com/office/officeart/2005/8/layout/orgChart1"/>
    <dgm:cxn modelId="{E21CC1C2-137F-423B-A533-2E540F091F97}" type="presParOf" srcId="{AF25CB3C-EAF3-4D48-ADFB-2114464E0A24}" destId="{C9A9FF2B-36DC-4757-B626-9D6EB32D74A6}" srcOrd="1" destOrd="0" presId="urn:microsoft.com/office/officeart/2005/8/layout/orgChart1"/>
    <dgm:cxn modelId="{D3DE2052-F737-4123-A071-CE0FB33D9BBC}" type="presParOf" srcId="{F9A2819F-A912-4AA9-9574-0ABB05D956A9}" destId="{1A926DE9-81D1-497D-995A-F91AC5BDAB7B}" srcOrd="1" destOrd="0" presId="urn:microsoft.com/office/officeart/2005/8/layout/orgChart1"/>
    <dgm:cxn modelId="{E5A0A0EB-7D68-4C9F-98FC-D5DB9A4D5D5A}" type="presParOf" srcId="{F9A2819F-A912-4AA9-9574-0ABB05D956A9}" destId="{12BBBFBC-9AA5-4D62-8E0C-17389CDDE16A}" srcOrd="2" destOrd="0" presId="urn:microsoft.com/office/officeart/2005/8/layout/orgChart1"/>
    <dgm:cxn modelId="{31BDD9AD-AB7F-4D35-BED0-0B678D24A86F}" type="presParOf" srcId="{2EC99E16-B716-4724-AE57-382CF163425A}" destId="{50112772-7C82-4D05-B139-AC1786675B88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1DC0A7-4F35-4755-A7D0-58781845CCFB}">
      <dsp:nvSpPr>
        <dsp:cNvPr id="0" name=""/>
        <dsp:cNvSpPr/>
      </dsp:nvSpPr>
      <dsp:spPr>
        <a:xfrm>
          <a:off x="5413809" y="1411765"/>
          <a:ext cx="4486020" cy="11534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58784"/>
              </a:lnTo>
              <a:lnTo>
                <a:pt x="4486020" y="958784"/>
              </a:lnTo>
              <a:lnTo>
                <a:pt x="4486020" y="115342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F45F46-C3E9-4009-B442-2F917D6AA5B0}">
      <dsp:nvSpPr>
        <dsp:cNvPr id="0" name=""/>
        <dsp:cNvSpPr/>
      </dsp:nvSpPr>
      <dsp:spPr>
        <a:xfrm>
          <a:off x="5413809" y="1411765"/>
          <a:ext cx="2243010" cy="11534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58784"/>
              </a:lnTo>
              <a:lnTo>
                <a:pt x="2243010" y="958784"/>
              </a:lnTo>
              <a:lnTo>
                <a:pt x="2243010" y="115342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1D5F27-C8BE-42E6-B0D4-106BFAA3A03D}">
      <dsp:nvSpPr>
        <dsp:cNvPr id="0" name=""/>
        <dsp:cNvSpPr/>
      </dsp:nvSpPr>
      <dsp:spPr>
        <a:xfrm>
          <a:off x="5368089" y="1411765"/>
          <a:ext cx="91440" cy="115342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15342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E0C4B3-9BA0-4206-BBE1-E9EF7A7E15D7}">
      <dsp:nvSpPr>
        <dsp:cNvPr id="0" name=""/>
        <dsp:cNvSpPr/>
      </dsp:nvSpPr>
      <dsp:spPr>
        <a:xfrm>
          <a:off x="3170799" y="1411765"/>
          <a:ext cx="2243010" cy="1153426"/>
        </a:xfrm>
        <a:custGeom>
          <a:avLst/>
          <a:gdLst/>
          <a:ahLst/>
          <a:cxnLst/>
          <a:rect l="0" t="0" r="0" b="0"/>
          <a:pathLst>
            <a:path>
              <a:moveTo>
                <a:pt x="2243010" y="0"/>
              </a:moveTo>
              <a:lnTo>
                <a:pt x="2243010" y="958784"/>
              </a:lnTo>
              <a:lnTo>
                <a:pt x="0" y="958784"/>
              </a:lnTo>
              <a:lnTo>
                <a:pt x="0" y="115342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3B2CD1-CEFD-41B2-B5E8-68D987A81ECA}">
      <dsp:nvSpPr>
        <dsp:cNvPr id="0" name=""/>
        <dsp:cNvSpPr/>
      </dsp:nvSpPr>
      <dsp:spPr>
        <a:xfrm>
          <a:off x="927788" y="1411765"/>
          <a:ext cx="4486020" cy="1153426"/>
        </a:xfrm>
        <a:custGeom>
          <a:avLst/>
          <a:gdLst/>
          <a:ahLst/>
          <a:cxnLst/>
          <a:rect l="0" t="0" r="0" b="0"/>
          <a:pathLst>
            <a:path>
              <a:moveTo>
                <a:pt x="4486020" y="0"/>
              </a:moveTo>
              <a:lnTo>
                <a:pt x="4486020" y="958784"/>
              </a:lnTo>
              <a:lnTo>
                <a:pt x="0" y="958784"/>
              </a:lnTo>
              <a:lnTo>
                <a:pt x="0" y="115342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074055-FB21-4224-9B04-AC7FCA22B120}">
      <dsp:nvSpPr>
        <dsp:cNvPr id="0" name=""/>
        <dsp:cNvSpPr/>
      </dsp:nvSpPr>
      <dsp:spPr>
        <a:xfrm>
          <a:off x="2343591" y="639650"/>
          <a:ext cx="6140435" cy="772114"/>
        </a:xfrm>
        <a:prstGeom prst="rect">
          <a:avLst/>
        </a:prstGeom>
        <a:solidFill>
          <a:srgbClr val="2F559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Texas Effective Schools Framework</a:t>
          </a:r>
        </a:p>
      </dsp:txBody>
      <dsp:txXfrm>
        <a:off x="2343591" y="639650"/>
        <a:ext cx="6140435" cy="772114"/>
      </dsp:txXfrm>
    </dsp:sp>
    <dsp:sp modelId="{491D6231-ABA5-477A-978E-B0A810F6839E}">
      <dsp:nvSpPr>
        <dsp:cNvPr id="0" name=""/>
        <dsp:cNvSpPr/>
      </dsp:nvSpPr>
      <dsp:spPr>
        <a:xfrm>
          <a:off x="925" y="2565191"/>
          <a:ext cx="1853727" cy="926863"/>
        </a:xfrm>
        <a:prstGeom prst="rect">
          <a:avLst/>
        </a:prstGeom>
        <a:solidFill>
          <a:srgbClr val="2F559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Strong school leadership and planning</a:t>
          </a:r>
        </a:p>
      </dsp:txBody>
      <dsp:txXfrm>
        <a:off x="925" y="2565191"/>
        <a:ext cx="1853727" cy="926863"/>
      </dsp:txXfrm>
    </dsp:sp>
    <dsp:sp modelId="{AA6ABA60-CA11-4896-A138-1BACD8F1AFDB}">
      <dsp:nvSpPr>
        <dsp:cNvPr id="0" name=""/>
        <dsp:cNvSpPr/>
      </dsp:nvSpPr>
      <dsp:spPr>
        <a:xfrm>
          <a:off x="2243935" y="2565191"/>
          <a:ext cx="1853727" cy="926863"/>
        </a:xfrm>
        <a:prstGeom prst="rect">
          <a:avLst/>
        </a:prstGeom>
        <a:solidFill>
          <a:srgbClr val="2F559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Strategic staffing</a:t>
          </a:r>
        </a:p>
      </dsp:txBody>
      <dsp:txXfrm>
        <a:off x="2243935" y="2565191"/>
        <a:ext cx="1853727" cy="926863"/>
      </dsp:txXfrm>
    </dsp:sp>
    <dsp:sp modelId="{504B6C1F-4A66-47FE-82FC-D1C09C5F7C2F}">
      <dsp:nvSpPr>
        <dsp:cNvPr id="0" name=""/>
        <dsp:cNvSpPr/>
      </dsp:nvSpPr>
      <dsp:spPr>
        <a:xfrm>
          <a:off x="4486945" y="2565191"/>
          <a:ext cx="1853727" cy="926863"/>
        </a:xfrm>
        <a:prstGeom prst="rect">
          <a:avLst/>
        </a:prstGeom>
        <a:solidFill>
          <a:srgbClr val="2F559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Positive school cultured	</a:t>
          </a:r>
        </a:p>
      </dsp:txBody>
      <dsp:txXfrm>
        <a:off x="4486945" y="2565191"/>
        <a:ext cx="1853727" cy="926863"/>
      </dsp:txXfrm>
    </dsp:sp>
    <dsp:sp modelId="{DA225F1E-311A-45AE-A353-3BC656BC9FB6}">
      <dsp:nvSpPr>
        <dsp:cNvPr id="0" name=""/>
        <dsp:cNvSpPr/>
      </dsp:nvSpPr>
      <dsp:spPr>
        <a:xfrm>
          <a:off x="6729956" y="2565191"/>
          <a:ext cx="1853727" cy="926863"/>
        </a:xfrm>
        <a:prstGeom prst="rect">
          <a:avLst/>
        </a:prstGeom>
        <a:solidFill>
          <a:srgbClr val="2F559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High-quality instructional materials and assessments</a:t>
          </a:r>
        </a:p>
      </dsp:txBody>
      <dsp:txXfrm>
        <a:off x="6729956" y="2565191"/>
        <a:ext cx="1853727" cy="926863"/>
      </dsp:txXfrm>
    </dsp:sp>
    <dsp:sp modelId="{AC4389E2-7FAB-4419-8725-EE00F5D35B3E}">
      <dsp:nvSpPr>
        <dsp:cNvPr id="0" name=""/>
        <dsp:cNvSpPr/>
      </dsp:nvSpPr>
      <dsp:spPr>
        <a:xfrm>
          <a:off x="8972966" y="2565191"/>
          <a:ext cx="1853727" cy="926863"/>
        </a:xfrm>
        <a:prstGeom prst="rect">
          <a:avLst/>
        </a:prstGeom>
        <a:solidFill>
          <a:srgbClr val="2F559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Effective Instruction</a:t>
          </a:r>
        </a:p>
      </dsp:txBody>
      <dsp:txXfrm>
        <a:off x="8972966" y="2565191"/>
        <a:ext cx="1853727" cy="9268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8/18/2023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8/18/2023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97341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600" dirty="0"/>
              <a:t>Practicum in Education and Training | Unit 1: Career Exploration and Awareness? | Lesson 1.04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Qualities of Effective Schools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A3C7D0-4776-2CCE-86CA-662BC1EAE62F}"/>
              </a:ext>
            </a:extLst>
          </p:cNvPr>
          <p:cNvSpPr txBox="1"/>
          <p:nvPr/>
        </p:nvSpPr>
        <p:spPr>
          <a:xfrm>
            <a:off x="0" y="6467641"/>
            <a:ext cx="118983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464646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3C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r>
              <a:rPr lang="en-US" dirty="0"/>
              <a:t>describe the qualities of effective schools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Based on your experiences as a student and what you have learned in this and other Education &amp; Training courses, what are the three most important characteristics of effective schools? Provide your reasoning.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8559E-6E78-F1B4-03F3-B60CCB878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Texas Effective Schools Framework</a:t>
            </a:r>
          </a:p>
        </p:txBody>
      </p:sp>
      <p:graphicFrame>
        <p:nvGraphicFramePr>
          <p:cNvPr id="7" name="Content Placeholder 6" descr="Tree map of characteristics of the Texas Effective Schools Framework. &#10;&#10;Branches read:&#10;Strong school leadership and planning&#10;Strategic Staffing&#10;Positive school culture&#10;High quality instructional materials and assessments&#10;Effective instruction ">
            <a:extLst>
              <a:ext uri="{FF2B5EF4-FFF2-40B4-BE49-F238E27FC236}">
                <a16:creationId xmlns:a16="http://schemas.microsoft.com/office/drawing/2014/main" id="{378466C5-ED26-48AA-B774-D381D79F82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1261059"/>
              </p:ext>
            </p:extLst>
          </p:nvPr>
        </p:nvGraphicFramePr>
        <p:xfrm>
          <a:off x="682190" y="1690688"/>
          <a:ext cx="10827619" cy="4895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Indicate if the statements below are true or false in describing the qualities of effective schools. </a:t>
            </a:r>
          </a:p>
          <a:p>
            <a:pPr lvl="1">
              <a:spcBef>
                <a:spcPts val="0"/>
              </a:spcBef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Effective schools have a clear vision for what schools should do to ensure an excellent education for all Texas students. </a:t>
            </a:r>
          </a:p>
          <a:p>
            <a:pPr lvl="1">
              <a:spcBef>
                <a:spcPts val="0"/>
              </a:spcBef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Effective instruction plays only a small role in what ensures that schools are effective. </a:t>
            </a:r>
          </a:p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Select all that apply that describe the qualities of effective schools. </a:t>
            </a:r>
          </a:p>
          <a:p>
            <a:pPr marL="800100" lvl="1" indent="-342900">
              <a:spcBef>
                <a:spcPts val="0"/>
              </a:spcBef>
              <a:buFont typeface="+mj-lt"/>
              <a:buAutoNum type="alphaLcPeriod"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Teachers are supported and that recruitment, retention and high-quality teacher induction are a priority. </a:t>
            </a:r>
          </a:p>
          <a:p>
            <a:pPr marL="800100" lvl="1" indent="-342900">
              <a:spcBef>
                <a:spcPts val="0"/>
              </a:spcBef>
              <a:buFont typeface="+mj-lt"/>
              <a:buAutoNum type="alphaLcPeriod"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Professional development is provided to teachers that is job embedded. </a:t>
            </a:r>
          </a:p>
          <a:p>
            <a:pPr marL="800100" lvl="1" indent="-342900">
              <a:spcBef>
                <a:spcPts val="0"/>
              </a:spcBef>
              <a:buFont typeface="+mj-lt"/>
              <a:buAutoNum type="alphaLcPeriod"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There is a focus on continuous improvement through school improvement that address causes of low performance.</a:t>
            </a:r>
          </a:p>
          <a:p>
            <a:pPr marL="800100" lvl="1" indent="-342900">
              <a:spcBef>
                <a:spcPts val="0"/>
              </a:spcBef>
              <a:buFont typeface="+mj-lt"/>
              <a:buAutoNum type="alphaLcPeriod"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All of the above.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</TotalTime>
  <Words>235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Practicum in Education and Training | Unit 1: Career Exploration and Awareness? | Lesson 1.04</vt:lpstr>
      <vt:lpstr>TEKS Standards &amp; Objectives</vt:lpstr>
      <vt:lpstr>Bellringer</vt:lpstr>
      <vt:lpstr>Texas Effective Schools Framework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1.04: Qualities of Effective Schools</dc:title>
  <dc:subject>Lesson 1.04: Qualities of Effective Schools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2023-08-18T20:20:17Z</dcterms:modified>
</cp:coreProperties>
</file>
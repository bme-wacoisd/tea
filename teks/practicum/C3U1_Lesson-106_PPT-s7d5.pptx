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4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C9924453-8418-4C39-8018-CFBC3DEC1DF9}"/>
    <pc:docChg chg="undo custSel delSld modSld">
      <pc:chgData name="White, Whitney" userId="65f39021-2f1d-4d8b-87dc-b123826f65bf" providerId="ADAL" clId="{C9924453-8418-4C39-8018-CFBC3DEC1DF9}" dt="2022-07-27T18:57:57.602" v="916" actId="403"/>
      <pc:docMkLst>
        <pc:docMk/>
      </pc:docMkLst>
      <pc:sldChg chg="modSp mod">
        <pc:chgData name="White, Whitney" userId="65f39021-2f1d-4d8b-87dc-b123826f65bf" providerId="ADAL" clId="{C9924453-8418-4C39-8018-CFBC3DEC1DF9}" dt="2022-07-27T18:40:50.905" v="4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C9924453-8418-4C39-8018-CFBC3DEC1DF9}" dt="2022-07-27T18:40:42.712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C9924453-8418-4C39-8018-CFBC3DEC1DF9}" dt="2022-07-27T18:40:50.905" v="4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C9924453-8418-4C39-8018-CFBC3DEC1DF9}" dt="2022-07-27T18:42:44.780" v="65" actId="255"/>
        <pc:sldMkLst>
          <pc:docMk/>
          <pc:sldMk cId="4071305681" sldId="258"/>
        </pc:sldMkLst>
        <pc:spChg chg="mod">
          <ac:chgData name="White, Whitney" userId="65f39021-2f1d-4d8b-87dc-b123826f65bf" providerId="ADAL" clId="{C9924453-8418-4C39-8018-CFBC3DEC1DF9}" dt="2022-07-27T18:42:44.780" v="65" actId="25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C9924453-8418-4C39-8018-CFBC3DEC1DF9}" dt="2022-07-27T18:42:07.801" v="63" actId="255"/>
        <pc:sldMkLst>
          <pc:docMk/>
          <pc:sldMk cId="2772527113" sldId="259"/>
        </pc:sldMkLst>
        <pc:spChg chg="mod">
          <ac:chgData name="White, Whitney" userId="65f39021-2f1d-4d8b-87dc-b123826f65bf" providerId="ADAL" clId="{C9924453-8418-4C39-8018-CFBC3DEC1DF9}" dt="2022-07-27T18:42:07.801" v="63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C9924453-8418-4C39-8018-CFBC3DEC1DF9}" dt="2022-07-27T18:57:57.602" v="916" actId="403"/>
        <pc:sldMkLst>
          <pc:docMk/>
          <pc:sldMk cId="2147408764" sldId="260"/>
        </pc:sldMkLst>
        <pc:spChg chg="mod">
          <ac:chgData name="White, Whitney" userId="65f39021-2f1d-4d8b-87dc-b123826f65bf" providerId="ADAL" clId="{C9924453-8418-4C39-8018-CFBC3DEC1DF9}" dt="2022-07-27T18:57:57.602" v="916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C9924453-8418-4C39-8018-CFBC3DEC1DF9}" dt="2022-07-27T18:56:55.457" v="888" actId="27636"/>
        <pc:sldMkLst>
          <pc:docMk/>
          <pc:sldMk cId="3054216349" sldId="261"/>
        </pc:sldMkLst>
        <pc:spChg chg="mod">
          <ac:chgData name="White, Whitney" userId="65f39021-2f1d-4d8b-87dc-b123826f65bf" providerId="ADAL" clId="{C9924453-8418-4C39-8018-CFBC3DEC1DF9}" dt="2022-07-27T18:56:51.752" v="886" actId="20577"/>
          <ac:spMkLst>
            <pc:docMk/>
            <pc:sldMk cId="3054216349" sldId="261"/>
            <ac:spMk id="2" creationId="{E50E203D-F288-408D-B325-66954BDD332E}"/>
          </ac:spMkLst>
        </pc:spChg>
        <pc:spChg chg="mod">
          <ac:chgData name="White, Whitney" userId="65f39021-2f1d-4d8b-87dc-b123826f65bf" providerId="ADAL" clId="{C9924453-8418-4C39-8018-CFBC3DEC1DF9}" dt="2022-07-27T18:56:55.457" v="888" actId="27636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C9924453-8418-4C39-8018-CFBC3DEC1DF9}" dt="2022-07-27T18:57:48.758" v="913" actId="47"/>
        <pc:sldMkLst>
          <pc:docMk/>
          <pc:sldMk cId="4170921578" sldId="262"/>
        </pc:sldMkLst>
      </pc:sldChg>
      <pc:sldChg chg="modSp mod">
        <pc:chgData name="White, Whitney" userId="65f39021-2f1d-4d8b-87dc-b123826f65bf" providerId="ADAL" clId="{C9924453-8418-4C39-8018-CFBC3DEC1DF9}" dt="2022-07-27T18:57:06.754" v="912"/>
        <pc:sldMkLst>
          <pc:docMk/>
          <pc:sldMk cId="1163931679" sldId="263"/>
        </pc:sldMkLst>
        <pc:spChg chg="mod">
          <ac:chgData name="White, Whitney" userId="65f39021-2f1d-4d8b-87dc-b123826f65bf" providerId="ADAL" clId="{C9924453-8418-4C39-8018-CFBC3DEC1DF9}" dt="2022-07-27T18:57:02.148" v="911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C9924453-8418-4C39-8018-CFBC3DEC1DF9}" dt="2022-07-27T18:57:06.754" v="912"/>
          <ac:spMkLst>
            <pc:docMk/>
            <pc:sldMk cId="1163931679" sldId="263"/>
            <ac:spMk id="3" creationId="{012C84E3-4C09-4253-8964-13B9C34E5E48}"/>
          </ac:spMkLst>
        </pc:spChg>
      </pc:sldChg>
      <pc:sldChg chg="addSp delSp modSp mod modClrScheme chgLayout">
        <pc:chgData name="White, Whitney" userId="65f39021-2f1d-4d8b-87dc-b123826f65bf" providerId="ADAL" clId="{C9924453-8418-4C39-8018-CFBC3DEC1DF9}" dt="2022-07-27T18:56:23.169" v="858" actId="404"/>
        <pc:sldMkLst>
          <pc:docMk/>
          <pc:sldMk cId="3493109116" sldId="264"/>
        </pc:sldMkLst>
        <pc:spChg chg="del mod ord">
          <ac:chgData name="White, Whitney" userId="65f39021-2f1d-4d8b-87dc-b123826f65bf" providerId="ADAL" clId="{C9924453-8418-4C39-8018-CFBC3DEC1DF9}" dt="2022-07-27T18:55:01.432" v="791" actId="700"/>
          <ac:spMkLst>
            <pc:docMk/>
            <pc:sldMk cId="3493109116" sldId="264"/>
            <ac:spMk id="2" creationId="{D7836664-70C0-47BA-9BFF-496A04EBBFDE}"/>
          </ac:spMkLst>
        </pc:spChg>
        <pc:spChg chg="del mod ord">
          <ac:chgData name="White, Whitney" userId="65f39021-2f1d-4d8b-87dc-b123826f65bf" providerId="ADAL" clId="{C9924453-8418-4C39-8018-CFBC3DEC1DF9}" dt="2022-07-27T18:55:01.432" v="791" actId="700"/>
          <ac:spMkLst>
            <pc:docMk/>
            <pc:sldMk cId="3493109116" sldId="264"/>
            <ac:spMk id="3" creationId="{F64339F5-2F5D-46B5-A25D-C197D73747BD}"/>
          </ac:spMkLst>
        </pc:spChg>
        <pc:spChg chg="mod ord">
          <ac:chgData name="White, Whitney" userId="65f39021-2f1d-4d8b-87dc-b123826f65bf" providerId="ADAL" clId="{C9924453-8418-4C39-8018-CFBC3DEC1DF9}" dt="2022-07-27T18:55:01.432" v="791" actId="700"/>
          <ac:spMkLst>
            <pc:docMk/>
            <pc:sldMk cId="3493109116" sldId="264"/>
            <ac:spMk id="4" creationId="{F767700B-954E-42AD-AD69-9CC1C5B510A5}"/>
          </ac:spMkLst>
        </pc:spChg>
        <pc:spChg chg="add mod ord">
          <ac:chgData name="White, Whitney" userId="65f39021-2f1d-4d8b-87dc-b123826f65bf" providerId="ADAL" clId="{C9924453-8418-4C39-8018-CFBC3DEC1DF9}" dt="2022-07-27T18:56:23.169" v="858" actId="404"/>
          <ac:spMkLst>
            <pc:docMk/>
            <pc:sldMk cId="3493109116" sldId="264"/>
            <ac:spMk id="5" creationId="{2FF93E97-4922-422D-B56F-0073645CA03D}"/>
          </ac:spMkLst>
        </pc:spChg>
        <pc:spChg chg="add mod ord">
          <ac:chgData name="White, Whitney" userId="65f39021-2f1d-4d8b-87dc-b123826f65bf" providerId="ADAL" clId="{C9924453-8418-4C39-8018-CFBC3DEC1DF9}" dt="2022-07-27T18:56:02.099" v="852" actId="27636"/>
          <ac:spMkLst>
            <pc:docMk/>
            <pc:sldMk cId="3493109116" sldId="264"/>
            <ac:spMk id="6" creationId="{FE81AA9E-8EC0-4C77-AB89-B2B5E195AAB7}"/>
          </ac:spMkLst>
        </pc:spChg>
        <pc:spChg chg="add mod ord">
          <ac:chgData name="White, Whitney" userId="65f39021-2f1d-4d8b-87dc-b123826f65bf" providerId="ADAL" clId="{C9924453-8418-4C39-8018-CFBC3DEC1DF9}" dt="2022-07-27T18:56:02.099" v="853" actId="27636"/>
          <ac:spMkLst>
            <pc:docMk/>
            <pc:sldMk cId="3493109116" sldId="264"/>
            <ac:spMk id="7" creationId="{DBD43AD2-86EE-4DAE-89CB-655FDB42A30A}"/>
          </ac:spMkLst>
        </pc:spChg>
      </pc:sldChg>
    </pc:docChg>
  </pc:docChgLst>
  <pc:docChgLst>
    <pc:chgData name="White, Whitney" userId="65f39021-2f1d-4d8b-87dc-b123826f65bf" providerId="ADAL" clId="{948B2063-2475-4187-B304-5889A87451E2}"/>
    <pc:docChg chg="modSld">
      <pc:chgData name="White, Whitney" userId="65f39021-2f1d-4d8b-87dc-b123826f65bf" providerId="ADAL" clId="{948B2063-2475-4187-B304-5889A87451E2}" dt="2022-07-27T17:20:08.539" v="50" actId="20577"/>
      <pc:docMkLst>
        <pc:docMk/>
      </pc:docMkLst>
      <pc:sldChg chg="modSp mod">
        <pc:chgData name="White, Whitney" userId="65f39021-2f1d-4d8b-87dc-b123826f65bf" providerId="ADAL" clId="{948B2063-2475-4187-B304-5889A87451E2}" dt="2022-07-27T17:20:08.539" v="5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48B2063-2475-4187-B304-5889A87451E2}" dt="2022-07-27T17:20:08.539" v="50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9F101C2E-5071-4127-945D-FE1ABDA212AD}"/>
    <pc:docChg chg="modSld">
      <pc:chgData name="White (she/her), Whitney" userId="65f39021-2f1d-4d8b-87dc-b123826f65bf" providerId="ADAL" clId="{9F101C2E-5071-4127-945D-FE1ABDA212AD}" dt="2023-08-18T20:22:19.111" v="15" actId="1076"/>
      <pc:docMkLst>
        <pc:docMk/>
      </pc:docMkLst>
      <pc:sldChg chg="addSp modSp mod">
        <pc:chgData name="White (she/her), Whitney" userId="65f39021-2f1d-4d8b-87dc-b123826f65bf" providerId="ADAL" clId="{9F101C2E-5071-4127-945D-FE1ABDA212AD}" dt="2023-08-18T20:22:19.111" v="15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9F101C2E-5071-4127-945D-FE1ABDA212AD}" dt="2023-08-18T20:22:19.111" v="15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9F101C2E-5071-4127-945D-FE1ABDA212AD}" dt="2023-08-18T20:22:17.208" v="14" actId="1076"/>
          <ac:spMkLst>
            <pc:docMk/>
            <pc:sldMk cId="1482277026" sldId="256"/>
            <ac:spMk id="5" creationId="{F66B1053-16F9-7992-B15C-C5648C83B8E9}"/>
          </ac:spMkLst>
        </pc:spChg>
      </pc:sldChg>
      <pc:sldChg chg="modSp mod">
        <pc:chgData name="White (she/her), Whitney" userId="65f39021-2f1d-4d8b-87dc-b123826f65bf" providerId="ADAL" clId="{9F101C2E-5071-4127-945D-FE1ABDA212AD}" dt="2023-08-18T20:21:57.781" v="7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9F101C2E-5071-4127-945D-FE1ABDA212AD}" dt="2023-08-18T20:21:57.781" v="7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4281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Practicum in Education and Training | Unit 1: Career Exploration and Awareness? | Lesson 1.06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Introducing the Professional Portfolio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B1053-16F9-7992-B15C-C5648C83B8E9}"/>
              </a:ext>
            </a:extLst>
          </p:cNvPr>
          <p:cNvSpPr txBox="1"/>
          <p:nvPr/>
        </p:nvSpPr>
        <p:spPr>
          <a:xfrm>
            <a:off x="0" y="6413112"/>
            <a:ext cx="11484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14B, 14C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nderstand the components of an effective professional portfolio and its importance in professional development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Reflect on how important it is to make a first impression. How would you make a positive first impression when applying for a job as a teacher?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Professional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Professional Portfolio: a collection of work and other documents that demonstrate effectiveness. They may be shared at a job interview and used to demonstrate professional growth.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F93E97-4922-422D-B56F-0073645CA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Educational Philosophy: Teachers’ core beliefs about learning and teaching.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81AA9E-8EC0-4C77-AB89-B2B5E195AA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F303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“I believe that all students are special and need a teacher that focuses on their individual needs in a safe and welcoming environment. I want to create a classroom where students can learn and explore to reach their full potential. My goal is also to create a warm, loving classroom, so students feel safe to make mistakes and show up as their full selves.”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D43AD2-86EE-4DAE-89CB-655FDB42A3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F303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“My teaching philosophy focuses on centering students in the learning environment and allowing them to show up as their whole selves. I like for them to be active in their learning. I also want parents to be partners in the learning process and look for ways to keep them involved in helping me develop independent learners who love learning.”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Work Samples &amp; Resume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Work Samples: Exhibits of teaching performance that provide direct evidence of a candidate’s ability to design and implement standards-based instruction, assess student learning, and reflect on the teaching and learning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Resume: A formal document that a job applicant creates to itemize their qualifications for a position.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077"/>
            <a:ext cx="10515600" cy="4351338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Respond to the prompts below: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should teachers develop an educational portfolio?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List 2-3 components of a professional portfolio and why it is important to include them.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363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Practicum in Education and Training | Unit 1: Career Exploration and Awareness? | Lesson 1.06</vt:lpstr>
      <vt:lpstr>TEKS Standards &amp; Objectives</vt:lpstr>
      <vt:lpstr>Bellringer</vt:lpstr>
      <vt:lpstr>Professional Portfolio</vt:lpstr>
      <vt:lpstr>Educational Philosophy: Teachers’ core beliefs about learning and teaching.</vt:lpstr>
      <vt:lpstr>Work Samples &amp; Resume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1.06: Introducing the Professional Portfolio </dc:title>
  <dc:subject>Lesson 1.06: Introducing the Professional Portfolio 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2023-08-18T20:22:26Z</dcterms:modified>
</cp:coreProperties>
</file>
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4"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A17AA-C1EA-430C-AD07-10CDCAB097BB}" v="1" dt="2023-08-31T19:41:37.1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4" d="100"/>
          <a:sy n="104" d="100"/>
        </p:scale>
        <p:origin x="132"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7B2A17AA-C1EA-430C-AD07-10CDCAB097BB}"/>
    <pc:docChg chg="modSld">
      <pc:chgData name="White (she/her), Whitney" userId="65f39021-2f1d-4d8b-87dc-b123826f65bf" providerId="ADAL" clId="{7B2A17AA-C1EA-430C-AD07-10CDCAB097BB}" dt="2023-08-31T19:41:38.815" v="2" actId="1076"/>
      <pc:docMkLst>
        <pc:docMk/>
      </pc:docMkLst>
      <pc:sldChg chg="addSp modSp mod">
        <pc:chgData name="White (she/her), Whitney" userId="65f39021-2f1d-4d8b-87dc-b123826f65bf" providerId="ADAL" clId="{7B2A17AA-C1EA-430C-AD07-10CDCAB097BB}" dt="2023-08-31T19:41:38.815" v="2" actId="1076"/>
        <pc:sldMkLst>
          <pc:docMk/>
          <pc:sldMk cId="1482277026" sldId="256"/>
        </pc:sldMkLst>
        <pc:spChg chg="mod">
          <ac:chgData name="White (she/her), Whitney" userId="65f39021-2f1d-4d8b-87dc-b123826f65bf" providerId="ADAL" clId="{7B2A17AA-C1EA-430C-AD07-10CDCAB097BB}" dt="2023-08-31T19:41:38.815" v="2" actId="1076"/>
          <ac:spMkLst>
            <pc:docMk/>
            <pc:sldMk cId="1482277026" sldId="256"/>
            <ac:spMk id="2" creationId="{BFFCF5BD-F8FF-4A67-A8B6-EBB21E79279B}"/>
          </ac:spMkLst>
        </pc:spChg>
        <pc:spChg chg="add mod">
          <ac:chgData name="White (she/her), Whitney" userId="65f39021-2f1d-4d8b-87dc-b123826f65bf" providerId="ADAL" clId="{7B2A17AA-C1EA-430C-AD07-10CDCAB097BB}" dt="2023-08-31T19:41:37.167" v="1"/>
          <ac:spMkLst>
            <pc:docMk/>
            <pc:sldMk cId="1482277026" sldId="256"/>
            <ac:spMk id="4" creationId="{9488EB8D-22A4-21F5-5D2D-266280BDAFF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A28B24A8-986F-499C-ACF6-CF94379C1479}"/>
    <pc:docChg chg="custSel delSld modSld">
      <pc:chgData name="White, Whitney" userId="65f39021-2f1d-4d8b-87dc-b123826f65bf" providerId="ADAL" clId="{A28B24A8-986F-499C-ACF6-CF94379C1479}" dt="2022-08-04T15:18:31.962" v="111" actId="403"/>
      <pc:docMkLst>
        <pc:docMk/>
      </pc:docMkLst>
      <pc:sldChg chg="modSp mod">
        <pc:chgData name="White, Whitney" userId="65f39021-2f1d-4d8b-87dc-b123826f65bf" providerId="ADAL" clId="{A28B24A8-986F-499C-ACF6-CF94379C1479}" dt="2022-08-04T15:16:03.290" v="28" actId="20577"/>
        <pc:sldMkLst>
          <pc:docMk/>
          <pc:sldMk cId="1482277026" sldId="256"/>
        </pc:sldMkLst>
        <pc:spChg chg="mod">
          <ac:chgData name="White, Whitney" userId="65f39021-2f1d-4d8b-87dc-b123826f65bf" providerId="ADAL" clId="{A28B24A8-986F-499C-ACF6-CF94379C1479}" dt="2022-08-04T15:16:03.290" v="28" actId="20577"/>
          <ac:spMkLst>
            <pc:docMk/>
            <pc:sldMk cId="1482277026" sldId="256"/>
            <ac:spMk id="3" creationId="{E0FBD98F-3A67-498E-8174-652040DD7B60}"/>
          </ac:spMkLst>
        </pc:spChg>
      </pc:sldChg>
      <pc:sldChg chg="modSp mod">
        <pc:chgData name="White, Whitney" userId="65f39021-2f1d-4d8b-87dc-b123826f65bf" providerId="ADAL" clId="{A28B24A8-986F-499C-ACF6-CF94379C1479}" dt="2022-08-04T15:16:41.490" v="53" actId="114"/>
        <pc:sldMkLst>
          <pc:docMk/>
          <pc:sldMk cId="4071305681" sldId="258"/>
        </pc:sldMkLst>
        <pc:spChg chg="mod">
          <ac:chgData name="White, Whitney" userId="65f39021-2f1d-4d8b-87dc-b123826f65bf" providerId="ADAL" clId="{A28B24A8-986F-499C-ACF6-CF94379C1479}" dt="2022-08-04T15:16:41.490" v="53" actId="114"/>
          <ac:spMkLst>
            <pc:docMk/>
            <pc:sldMk cId="4071305681" sldId="258"/>
            <ac:spMk id="3" creationId="{392BE286-77A6-49DD-B15D-7E4718D52FE7}"/>
          </ac:spMkLst>
        </pc:spChg>
      </pc:sldChg>
      <pc:sldChg chg="modSp mod">
        <pc:chgData name="White, Whitney" userId="65f39021-2f1d-4d8b-87dc-b123826f65bf" providerId="ADAL" clId="{A28B24A8-986F-499C-ACF6-CF94379C1479}" dt="2022-08-04T15:16:14.091" v="46" actId="20577"/>
        <pc:sldMkLst>
          <pc:docMk/>
          <pc:sldMk cId="2772527113" sldId="259"/>
        </pc:sldMkLst>
        <pc:spChg chg="mod">
          <ac:chgData name="White, Whitney" userId="65f39021-2f1d-4d8b-87dc-b123826f65bf" providerId="ADAL" clId="{A28B24A8-986F-499C-ACF6-CF94379C1479}" dt="2022-08-04T15:16:14.091" v="46" actId="20577"/>
          <ac:spMkLst>
            <pc:docMk/>
            <pc:sldMk cId="2772527113" sldId="259"/>
            <ac:spMk id="3" creationId="{8CE08C7F-0286-423B-92F7-DEB89F31111A}"/>
          </ac:spMkLst>
        </pc:spChg>
      </pc:sldChg>
      <pc:sldChg chg="modSp mod">
        <pc:chgData name="White, Whitney" userId="65f39021-2f1d-4d8b-87dc-b123826f65bf" providerId="ADAL" clId="{A28B24A8-986F-499C-ACF6-CF94379C1479}" dt="2022-08-04T15:18:31.962" v="111" actId="403"/>
        <pc:sldMkLst>
          <pc:docMk/>
          <pc:sldMk cId="2147408764" sldId="260"/>
        </pc:sldMkLst>
        <pc:spChg chg="mod">
          <ac:chgData name="White, Whitney" userId="65f39021-2f1d-4d8b-87dc-b123826f65bf" providerId="ADAL" clId="{A28B24A8-986F-499C-ACF6-CF94379C1479}" dt="2022-08-04T15:18:31.962" v="111" actId="403"/>
          <ac:spMkLst>
            <pc:docMk/>
            <pc:sldMk cId="2147408764" sldId="260"/>
            <ac:spMk id="3" creationId="{49F2A5AF-3C0B-4968-A438-E435325199EA}"/>
          </ac:spMkLst>
        </pc:spChg>
      </pc:sldChg>
      <pc:sldChg chg="del">
        <pc:chgData name="White, Whitney" userId="65f39021-2f1d-4d8b-87dc-b123826f65bf" providerId="ADAL" clId="{A28B24A8-986F-499C-ACF6-CF94379C1479}" dt="2022-08-04T15:16:55.794" v="54" actId="2696"/>
        <pc:sldMkLst>
          <pc:docMk/>
          <pc:sldMk cId="3054216349" sldId="261"/>
        </pc:sldMkLst>
      </pc:sldChg>
      <pc:sldChg chg="del">
        <pc:chgData name="White, Whitney" userId="65f39021-2f1d-4d8b-87dc-b123826f65bf" providerId="ADAL" clId="{A28B24A8-986F-499C-ACF6-CF94379C1479}" dt="2022-08-04T15:18:10.448" v="99" actId="47"/>
        <pc:sldMkLst>
          <pc:docMk/>
          <pc:sldMk cId="4170921578" sldId="262"/>
        </pc:sldMkLst>
      </pc:sldChg>
      <pc:sldChg chg="del">
        <pc:chgData name="White, Whitney" userId="65f39021-2f1d-4d8b-87dc-b123826f65bf" providerId="ADAL" clId="{A28B24A8-986F-499C-ACF6-CF94379C1479}" dt="2022-08-04T15:18:10.306" v="98" actId="47"/>
        <pc:sldMkLst>
          <pc:docMk/>
          <pc:sldMk cId="1163931679" sldId="263"/>
        </pc:sldMkLst>
      </pc:sldChg>
      <pc:sldChg chg="modSp mod">
        <pc:chgData name="White, Whitney" userId="65f39021-2f1d-4d8b-87dc-b123826f65bf" providerId="ADAL" clId="{A28B24A8-986F-499C-ACF6-CF94379C1479}" dt="2022-08-04T15:17:44.978" v="97" actId="5793"/>
        <pc:sldMkLst>
          <pc:docMk/>
          <pc:sldMk cId="3493109116" sldId="264"/>
        </pc:sldMkLst>
        <pc:spChg chg="mod">
          <ac:chgData name="White, Whitney" userId="65f39021-2f1d-4d8b-87dc-b123826f65bf" providerId="ADAL" clId="{A28B24A8-986F-499C-ACF6-CF94379C1479}" dt="2022-08-04T15:17:28.284" v="89" actId="20577"/>
          <ac:spMkLst>
            <pc:docMk/>
            <pc:sldMk cId="3493109116" sldId="264"/>
            <ac:spMk id="2" creationId="{D7836664-70C0-47BA-9BFF-496A04EBBFDE}"/>
          </ac:spMkLst>
        </pc:spChg>
        <pc:spChg chg="mod">
          <ac:chgData name="White, Whitney" userId="65f39021-2f1d-4d8b-87dc-b123826f65bf" providerId="ADAL" clId="{A28B24A8-986F-499C-ACF6-CF94379C1479}" dt="2022-08-04T15:17:44.978" v="97" actId="5793"/>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2.XX</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Presenting Ethical Dilemmas</a:t>
            </a:r>
          </a:p>
        </p:txBody>
      </p:sp>
      <p:sp>
        <p:nvSpPr>
          <p:cNvPr id="4" name="TextBox 3">
            <a:extLst>
              <a:ext uri="{FF2B5EF4-FFF2-40B4-BE49-F238E27FC236}">
                <a16:creationId xmlns:a16="http://schemas.microsoft.com/office/drawing/2014/main" id="{9488EB8D-22A4-21F5-5D2D-266280BDAFFB}"/>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11A, 11B, 11C, 11D</a:t>
            </a:r>
          </a:p>
          <a:p>
            <a:pPr marL="0" indent="0">
              <a:buNone/>
            </a:pPr>
            <a:endParaRPr lang="en-US" dirty="0"/>
          </a:p>
          <a:p>
            <a:pPr marL="0" indent="0">
              <a:buNone/>
            </a:pPr>
            <a:r>
              <a:rPr lang="en-US" dirty="0"/>
              <a:t>The student will:</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lnSpcReduction="10000"/>
          </a:bodyPr>
          <a:lstStyle/>
          <a:p>
            <a:pPr marL="0" marR="0" indent="0">
              <a:lnSpc>
                <a:spcPct val="107000"/>
              </a:lnSpc>
              <a:spcBef>
                <a:spcPts val="600"/>
              </a:spcBef>
              <a:spcAft>
                <a:spcPts val="600"/>
              </a:spcAft>
              <a:buNone/>
            </a:pPr>
            <a:r>
              <a:rPr lang="en-US" i="1" dirty="0">
                <a:effectLst/>
                <a:latin typeface="Calibri" panose="020F0502020204030204" pitchFamily="34" charset="0"/>
                <a:ea typeface="Calibri" panose="020F0502020204030204" pitchFamily="34" charset="0"/>
                <a:cs typeface="Arial" panose="020B0604020202020204" pitchFamily="34" charset="0"/>
              </a:rPr>
              <a:t>A teacher is concerned about several of her students who are learning English as a second language. They are falling behind in class and becoming frustrated. She speaks with a representative from a local tutoring program. The program is free and offers quality after-school tutoring for students struggling in reading. The representative asks for more information about the students, including their recent state test scores. The teacher has reservations about sharing this information but decides it's in the student's best interest. </a:t>
            </a:r>
          </a:p>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Is this teacher acting ethically? </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Ethical Considerations for Teachers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Am I thinking objectively? (Is my judgement being clouded by any emotions or biases?)</a:t>
            </a:r>
          </a:p>
          <a:p>
            <a:pPr marL="0" marR="0" lvl="0" indent="0">
              <a:spcBef>
                <a:spcPts val="0"/>
              </a:spcBef>
              <a:spcAft>
                <a:spcPts val="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Is this currently a violation of the educator code of ethics? </a:t>
            </a:r>
          </a:p>
          <a:p>
            <a:pPr marL="0" marR="0" lvl="0" indent="0">
              <a:spcBef>
                <a:spcPts val="0"/>
              </a:spcBef>
              <a:spcAft>
                <a:spcPts val="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Could it somehow violate the code of ethics in the future?</a:t>
            </a: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lnSpc>
                <a:spcPct val="107000"/>
              </a:lnSpc>
              <a:spcBef>
                <a:spcPts val="0"/>
              </a:spcBef>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Why is it important for a teacher to be familiar with the code of ethics rather than relying only on their judgement of what is best for students?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Reflecting on all the scenarios discussed</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across our discussion of teacher ethics,</a:t>
            </a: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what are two common situations where teachers can face ethical dilemmas?  What can you do to try to prevent these situations from happening?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TotalTime>
  <Words>264</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Practicum in Education and Training| Unit 2: The Professional Educator | Lesson 2.XX</vt:lpstr>
      <vt:lpstr>TEKS Standards &amp; Objectives</vt:lpstr>
      <vt:lpstr>Bellringer</vt:lpstr>
      <vt:lpstr>Ethical Considerations for Teachers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2.12: Presenting Ethical Dilemmas</dc:title>
  <dc:subject>Lesson 2.12: Presenting Ethical Dilemmas</dc:subject>
  <dc:creator>Texas Education Agency</dc:creator>
  <cp:lastModifiedBy>White (she/her), Whitney</cp:lastModifiedBy>
  <cp:revision>3</cp:revision>
  <dcterms:created xsi:type="dcterms:W3CDTF">2022-05-09T19:40:20Z</dcterms:created>
  <dcterms:modified xsi:type="dcterms:W3CDTF">2023-08-31T19:41:39Z</dcterms:modified>
</cp:coreProperties>
</file>
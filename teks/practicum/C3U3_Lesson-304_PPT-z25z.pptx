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82C6E45D-6BB3-4953-8407-1032C330D06B}"/>
    <pc:docChg chg="modSld">
      <pc:chgData name="White (she/her), Whitney" userId="65f39021-2f1d-4d8b-87dc-b123826f65bf" providerId="ADAL" clId="{82C6E45D-6BB3-4953-8407-1032C330D06B}" dt="2023-08-19T01:11:43.838" v="11" actId="20577"/>
      <pc:docMkLst>
        <pc:docMk/>
      </pc:docMkLst>
      <pc:sldChg chg="modSp mod">
        <pc:chgData name="White (she/her), Whitney" userId="65f39021-2f1d-4d8b-87dc-b123826f65bf" providerId="ADAL" clId="{82C6E45D-6BB3-4953-8407-1032C330D06B}" dt="2023-08-19T00:43:04.280" v="9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2C6E45D-6BB3-4953-8407-1032C330D06B}" dt="2023-08-19T00:43:04.280" v="9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82C6E45D-6BB3-4953-8407-1032C330D06B}" dt="2023-08-19T00:42:55.936" v="8" actId="2711"/>
          <ac:spMkLst>
            <pc:docMk/>
            <pc:sldMk cId="1482277026" sldId="256"/>
            <ac:spMk id="4" creationId="{201375DC-DCC2-F7A3-D4A3-5A4CF3783071}"/>
          </ac:spMkLst>
        </pc:spChg>
      </pc:sldChg>
      <pc:sldChg chg="modSp mod">
        <pc:chgData name="White (she/her), Whitney" userId="65f39021-2f1d-4d8b-87dc-b123826f65bf" providerId="ADAL" clId="{82C6E45D-6BB3-4953-8407-1032C330D06B}" dt="2023-08-19T01:11:43.838" v="1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82C6E45D-6BB3-4953-8407-1032C330D06B}" dt="2023-08-19T01:11:43.838" v="11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Mills, Nicole" userId="635ffad0-149b-4734-875d-ab8f60d68deb" providerId="ADAL" clId="{68815E23-D9BD-4821-AC22-4EB0FCB9CA2E}"/>
    <pc:docChg chg="custSel addSld modSld">
      <pc:chgData name="Mills, Nicole" userId="635ffad0-149b-4734-875d-ab8f60d68deb" providerId="ADAL" clId="{68815E23-D9BD-4821-AC22-4EB0FCB9CA2E}" dt="2022-12-02T20:02:57.548" v="71" actId="20577"/>
      <pc:docMkLst>
        <pc:docMk/>
      </pc:docMkLst>
      <pc:sldChg chg="modSp mod">
        <pc:chgData name="Mills, Nicole" userId="635ffad0-149b-4734-875d-ab8f60d68deb" providerId="ADAL" clId="{68815E23-D9BD-4821-AC22-4EB0FCB9CA2E}" dt="2022-12-02T19:58:55.768" v="3" actId="20577"/>
        <pc:sldMkLst>
          <pc:docMk/>
          <pc:sldMk cId="1482277026" sldId="256"/>
        </pc:sldMkLst>
        <pc:spChg chg="mod">
          <ac:chgData name="Mills, Nicole" userId="635ffad0-149b-4734-875d-ab8f60d68deb" providerId="ADAL" clId="{68815E23-D9BD-4821-AC22-4EB0FCB9CA2E}" dt="2022-12-02T19:58:55.768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68815E23-D9BD-4821-AC22-4EB0FCB9CA2E}" dt="2022-12-02T19:58:53.188" v="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68815E23-D9BD-4821-AC22-4EB0FCB9CA2E}" dt="2022-12-02T20:00:32.020" v="55" actId="20577"/>
        <pc:sldMkLst>
          <pc:docMk/>
          <pc:sldMk cId="4071305681" sldId="258"/>
        </pc:sldMkLst>
        <pc:spChg chg="mod">
          <ac:chgData name="Mills, Nicole" userId="635ffad0-149b-4734-875d-ab8f60d68deb" providerId="ADAL" clId="{68815E23-D9BD-4821-AC22-4EB0FCB9CA2E}" dt="2022-12-02T20:00:32.020" v="55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68815E23-D9BD-4821-AC22-4EB0FCB9CA2E}" dt="2022-12-02T19:59:12.009" v="10" actId="20577"/>
        <pc:sldMkLst>
          <pc:docMk/>
          <pc:sldMk cId="2772527113" sldId="259"/>
        </pc:sldMkLst>
        <pc:spChg chg="mod">
          <ac:chgData name="Mills, Nicole" userId="635ffad0-149b-4734-875d-ab8f60d68deb" providerId="ADAL" clId="{68815E23-D9BD-4821-AC22-4EB0FCB9CA2E}" dt="2022-12-02T19:59:12.009" v="1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 delAnim">
        <pc:chgData name="Mills, Nicole" userId="635ffad0-149b-4734-875d-ab8f60d68deb" providerId="ADAL" clId="{68815E23-D9BD-4821-AC22-4EB0FCB9CA2E}" dt="2022-12-02T20:00:11.120" v="52" actId="1076"/>
        <pc:sldMkLst>
          <pc:docMk/>
          <pc:sldMk cId="3493109116" sldId="264"/>
        </pc:sldMkLst>
        <pc:spChg chg="mod">
          <ac:chgData name="Mills, Nicole" userId="635ffad0-149b-4734-875d-ab8f60d68deb" providerId="ADAL" clId="{68815E23-D9BD-4821-AC22-4EB0FCB9CA2E}" dt="2022-12-02T19:59:30.889" v="22" actId="20577"/>
          <ac:spMkLst>
            <pc:docMk/>
            <pc:sldMk cId="3493109116" sldId="264"/>
            <ac:spMk id="2" creationId="{D7836664-70C0-47BA-9BFF-496A04EBBFDE}"/>
          </ac:spMkLst>
        </pc:spChg>
        <pc:graphicFrameChg chg="add mod modGraphic">
          <ac:chgData name="Mills, Nicole" userId="635ffad0-149b-4734-875d-ab8f60d68deb" providerId="ADAL" clId="{68815E23-D9BD-4821-AC22-4EB0FCB9CA2E}" dt="2022-12-02T20:00:11.120" v="52" actId="1076"/>
          <ac:graphicFrameMkLst>
            <pc:docMk/>
            <pc:sldMk cId="3493109116" sldId="264"/>
            <ac:graphicFrameMk id="3" creationId="{F2860C0F-BA53-412B-8826-DAA9A1B29BA9}"/>
          </ac:graphicFrameMkLst>
        </pc:graphicFrameChg>
        <pc:picChg chg="del">
          <ac:chgData name="Mills, Nicole" userId="635ffad0-149b-4734-875d-ab8f60d68deb" providerId="ADAL" clId="{68815E23-D9BD-4821-AC22-4EB0FCB9CA2E}" dt="2022-12-02T19:59:32.599" v="23" actId="478"/>
          <ac:picMkLst>
            <pc:docMk/>
            <pc:sldMk cId="3493109116" sldId="264"/>
            <ac:picMk id="8" creationId="{30ACBC68-CBED-4EAE-ADF7-C74881DE47A9}"/>
          </ac:picMkLst>
        </pc:picChg>
      </pc:sldChg>
      <pc:sldChg chg="addSp delSp modSp mod modAnim">
        <pc:chgData name="Mills, Nicole" userId="635ffad0-149b-4734-875d-ab8f60d68deb" providerId="ADAL" clId="{68815E23-D9BD-4821-AC22-4EB0FCB9CA2E}" dt="2022-12-02T20:02:21.537" v="67" actId="1076"/>
        <pc:sldMkLst>
          <pc:docMk/>
          <pc:sldMk cId="1936015983" sldId="266"/>
        </pc:sldMkLst>
        <pc:spChg chg="mod">
          <ac:chgData name="Mills, Nicole" userId="635ffad0-149b-4734-875d-ab8f60d68deb" providerId="ADAL" clId="{68815E23-D9BD-4821-AC22-4EB0FCB9CA2E}" dt="2022-12-02T20:01:56.224" v="61" actId="20577"/>
          <ac:spMkLst>
            <pc:docMk/>
            <pc:sldMk cId="1936015983" sldId="266"/>
            <ac:spMk id="2" creationId="{9AFB837C-3E07-4129-B371-9F5CA97D5605}"/>
          </ac:spMkLst>
        </pc:spChg>
        <pc:spChg chg="del">
          <ac:chgData name="Mills, Nicole" userId="635ffad0-149b-4734-875d-ab8f60d68deb" providerId="ADAL" clId="{68815E23-D9BD-4821-AC22-4EB0FCB9CA2E}" dt="2022-12-02T20:01:59.269" v="62" actId="478"/>
          <ac:spMkLst>
            <pc:docMk/>
            <pc:sldMk cId="1936015983" sldId="266"/>
            <ac:spMk id="3" creationId="{49F2A5AF-3C0B-4968-A438-E435325199EA}"/>
          </ac:spMkLst>
        </pc:spChg>
        <pc:spChg chg="add del mod">
          <ac:chgData name="Mills, Nicole" userId="635ffad0-149b-4734-875d-ab8f60d68deb" providerId="ADAL" clId="{68815E23-D9BD-4821-AC22-4EB0FCB9CA2E}" dt="2022-12-02T20:02:02.987" v="63" actId="478"/>
          <ac:spMkLst>
            <pc:docMk/>
            <pc:sldMk cId="1936015983" sldId="266"/>
            <ac:spMk id="6" creationId="{9942CCE9-E455-4AE7-98D9-9E58C4FB375A}"/>
          </ac:spMkLst>
        </pc:spChg>
        <pc:picChg chg="add mod">
          <ac:chgData name="Mills, Nicole" userId="635ffad0-149b-4734-875d-ab8f60d68deb" providerId="ADAL" clId="{68815E23-D9BD-4821-AC22-4EB0FCB9CA2E}" dt="2022-12-02T20:02:21.537" v="67" actId="1076"/>
          <ac:picMkLst>
            <pc:docMk/>
            <pc:sldMk cId="1936015983" sldId="266"/>
            <ac:picMk id="7" creationId="{F7D056D4-0C3A-4150-A5CC-092E54C1C8FD}"/>
          </ac:picMkLst>
        </pc:picChg>
      </pc:sldChg>
      <pc:sldChg chg="modSp add mod">
        <pc:chgData name="Mills, Nicole" userId="635ffad0-149b-4734-875d-ab8f60d68deb" providerId="ADAL" clId="{68815E23-D9BD-4821-AC22-4EB0FCB9CA2E}" dt="2022-12-02T20:02:57.548" v="71" actId="20577"/>
        <pc:sldMkLst>
          <pc:docMk/>
          <pc:sldMk cId="2313533111" sldId="267"/>
        </pc:sldMkLst>
        <pc:spChg chg="mod">
          <ac:chgData name="Mills, Nicole" userId="635ffad0-149b-4734-875d-ab8f60d68deb" providerId="ADAL" clId="{68815E23-D9BD-4821-AC22-4EB0FCB9CA2E}" dt="2022-12-02T20:02:57.548" v="71" actId="20577"/>
          <ac:spMkLst>
            <pc:docMk/>
            <pc:sldMk cId="2313533111" sldId="267"/>
            <ac:spMk id="3" creationId="{49F2A5AF-3C0B-4968-A438-E435325199EA}"/>
          </ac:spMkLst>
        </pc:spChg>
      </pc:sldChg>
    </pc:docChg>
  </pc:docChgLst>
  <pc:docChgLst>
    <pc:chgData name="Veenis, Sierra" userId="S::sveenis@rti.org::200c9325-9a6d-4db1-8535-3c88a644c387" providerId="AD" clId="Web-{B0981232-82E9-A28A-1327-5612DA93A5EE}"/>
    <pc:docChg chg="modSld">
      <pc:chgData name="Veenis, Sierra" userId="S::sveenis@rti.org::200c9325-9a6d-4db1-8535-3c88a644c387" providerId="AD" clId="Web-{B0981232-82E9-A28A-1327-5612DA93A5EE}" dt="2023-06-15T18:32:59.725" v="16"/>
      <pc:docMkLst>
        <pc:docMk/>
      </pc:docMkLst>
      <pc:sldChg chg="modSp">
        <pc:chgData name="Veenis, Sierra" userId="S::sveenis@rti.org::200c9325-9a6d-4db1-8535-3c88a644c387" providerId="AD" clId="Web-{B0981232-82E9-A28A-1327-5612DA93A5EE}" dt="2023-06-15T18:32:31.240" v="1" actId="20577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B0981232-82E9-A28A-1327-5612DA93A5EE}" dt="2023-06-15T18:32:31.240" v="1" actId="20577"/>
          <ac:spMkLst>
            <pc:docMk/>
            <pc:sldMk cId="1482277026" sldId="256"/>
            <ac:spMk id="2" creationId="{BFFCF5BD-F8FF-4A67-A8B6-EBB21E79279B}"/>
          </ac:spMkLst>
        </pc:spChg>
      </pc:sldChg>
      <pc:sldChg chg="addSp delSp">
        <pc:chgData name="Veenis, Sierra" userId="S::sveenis@rti.org::200c9325-9a6d-4db1-8535-3c88a644c387" providerId="AD" clId="Web-{B0981232-82E9-A28A-1327-5612DA93A5EE}" dt="2023-06-15T18:32:49.381" v="10"/>
        <pc:sldMkLst>
          <pc:docMk/>
          <pc:sldMk cId="4071305681" sldId="258"/>
        </pc:sldMkLst>
        <pc:spChg chg="del">
          <ac:chgData name="Veenis, Sierra" userId="S::sveenis@rti.org::200c9325-9a6d-4db1-8535-3c88a644c387" providerId="AD" clId="Web-{B0981232-82E9-A28A-1327-5612DA93A5EE}" dt="2023-06-15T18:32:49.052" v="9"/>
          <ac:spMkLst>
            <pc:docMk/>
            <pc:sldMk cId="4071305681" sldId="258"/>
            <ac:spMk id="6" creationId="{4CC526DC-7803-9965-401E-B1B8B29DAEA8}"/>
          </ac:spMkLst>
        </pc:spChg>
        <pc:spChg chg="add">
          <ac:chgData name="Veenis, Sierra" userId="S::sveenis@rti.org::200c9325-9a6d-4db1-8535-3c88a644c387" providerId="AD" clId="Web-{B0981232-82E9-A28A-1327-5612DA93A5EE}" dt="2023-06-15T18:32:49.381" v="10"/>
          <ac:spMkLst>
            <pc:docMk/>
            <pc:sldMk cId="4071305681" sldId="258"/>
            <ac:spMk id="7" creationId="{E72F59E5-D64F-F409-1B0E-D1E6318A27C6}"/>
          </ac:spMkLst>
        </pc:spChg>
      </pc:sldChg>
      <pc:sldChg chg="modSp">
        <pc:chgData name="Veenis, Sierra" userId="S::sveenis@rti.org::200c9325-9a6d-4db1-8535-3c88a644c387" providerId="AD" clId="Web-{B0981232-82E9-A28A-1327-5612DA93A5EE}" dt="2023-06-15T18:32:45.240" v="8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B0981232-82E9-A28A-1327-5612DA93A5EE}" dt="2023-06-15T18:32:45.240" v="8" actId="20577"/>
          <ac:spMkLst>
            <pc:docMk/>
            <pc:sldMk cId="2772527113" sldId="259"/>
            <ac:spMk id="6" creationId="{4CC526DC-7803-9965-401E-B1B8B29DAEA8}"/>
          </ac:spMkLst>
        </pc:spChg>
      </pc:sldChg>
      <pc:sldChg chg="addSp delSp">
        <pc:chgData name="Veenis, Sierra" userId="S::sveenis@rti.org::200c9325-9a6d-4db1-8535-3c88a644c387" providerId="AD" clId="Web-{B0981232-82E9-A28A-1327-5612DA93A5EE}" dt="2023-06-15T18:32:52.631" v="12"/>
        <pc:sldMkLst>
          <pc:docMk/>
          <pc:sldMk cId="3493109116" sldId="264"/>
        </pc:sldMkLst>
        <pc:spChg chg="del">
          <ac:chgData name="Veenis, Sierra" userId="S::sveenis@rti.org::200c9325-9a6d-4db1-8535-3c88a644c387" providerId="AD" clId="Web-{B0981232-82E9-A28A-1327-5612DA93A5EE}" dt="2023-06-15T18:32:52.365" v="11"/>
          <ac:spMkLst>
            <pc:docMk/>
            <pc:sldMk cId="3493109116" sldId="264"/>
            <ac:spMk id="6" creationId="{4CC526DC-7803-9965-401E-B1B8B29DAEA8}"/>
          </ac:spMkLst>
        </pc:spChg>
        <pc:spChg chg="add">
          <ac:chgData name="Veenis, Sierra" userId="S::sveenis@rti.org::200c9325-9a6d-4db1-8535-3c88a644c387" providerId="AD" clId="Web-{B0981232-82E9-A28A-1327-5612DA93A5EE}" dt="2023-06-15T18:32:52.631" v="12"/>
          <ac:spMkLst>
            <pc:docMk/>
            <pc:sldMk cId="3493109116" sldId="264"/>
            <ac:spMk id="7" creationId="{C7A3F8F2-7933-54BE-D973-F2FE8576DA3B}"/>
          </ac:spMkLst>
        </pc:spChg>
      </pc:sldChg>
      <pc:sldChg chg="addSp delSp">
        <pc:chgData name="Veenis, Sierra" userId="S::sveenis@rti.org::200c9325-9a6d-4db1-8535-3c88a644c387" providerId="AD" clId="Web-{B0981232-82E9-A28A-1327-5612DA93A5EE}" dt="2023-06-15T18:32:55.318" v="14"/>
        <pc:sldMkLst>
          <pc:docMk/>
          <pc:sldMk cId="1936015983" sldId="266"/>
        </pc:sldMkLst>
        <pc:spChg chg="del">
          <ac:chgData name="Veenis, Sierra" userId="S::sveenis@rti.org::200c9325-9a6d-4db1-8535-3c88a644c387" providerId="AD" clId="Web-{B0981232-82E9-A28A-1327-5612DA93A5EE}" dt="2023-06-15T18:32:54.974" v="13"/>
          <ac:spMkLst>
            <pc:docMk/>
            <pc:sldMk cId="1936015983" sldId="266"/>
            <ac:spMk id="5" creationId="{4CC526DC-7803-9965-401E-B1B8B29DAEA8}"/>
          </ac:spMkLst>
        </pc:spChg>
        <pc:spChg chg="add">
          <ac:chgData name="Veenis, Sierra" userId="S::sveenis@rti.org::200c9325-9a6d-4db1-8535-3c88a644c387" providerId="AD" clId="Web-{B0981232-82E9-A28A-1327-5612DA93A5EE}" dt="2023-06-15T18:32:55.318" v="14"/>
          <ac:spMkLst>
            <pc:docMk/>
            <pc:sldMk cId="1936015983" sldId="266"/>
            <ac:spMk id="6" creationId="{84DC7EA4-1B65-8DB2-A264-8EE7B0FB5558}"/>
          </ac:spMkLst>
        </pc:spChg>
      </pc:sldChg>
      <pc:sldChg chg="addSp delSp">
        <pc:chgData name="Veenis, Sierra" userId="S::sveenis@rti.org::200c9325-9a6d-4db1-8535-3c88a644c387" providerId="AD" clId="Web-{B0981232-82E9-A28A-1327-5612DA93A5EE}" dt="2023-06-15T18:32:59.725" v="16"/>
        <pc:sldMkLst>
          <pc:docMk/>
          <pc:sldMk cId="2313533111" sldId="267"/>
        </pc:sldMkLst>
        <pc:spChg chg="del">
          <ac:chgData name="Veenis, Sierra" userId="S::sveenis@rti.org::200c9325-9a6d-4db1-8535-3c88a644c387" providerId="AD" clId="Web-{B0981232-82E9-A28A-1327-5612DA93A5EE}" dt="2023-06-15T18:32:58.850" v="15"/>
          <ac:spMkLst>
            <pc:docMk/>
            <pc:sldMk cId="2313533111" sldId="267"/>
            <ac:spMk id="6" creationId="{4CC526DC-7803-9965-401E-B1B8B29DAEA8}"/>
          </ac:spMkLst>
        </pc:spChg>
        <pc:spChg chg="add">
          <ac:chgData name="Veenis, Sierra" userId="S::sveenis@rti.org::200c9325-9a6d-4db1-8535-3c88a644c387" providerId="AD" clId="Web-{B0981232-82E9-A28A-1327-5612DA93A5EE}" dt="2023-06-15T18:32:59.725" v="16"/>
          <ac:spMkLst>
            <pc:docMk/>
            <pc:sldMk cId="2313533111" sldId="267"/>
            <ac:spMk id="7" creationId="{A33BCEDA-72E1-BC51-BB8F-70A00E7A31E7}"/>
          </ac:spMkLst>
        </pc:spChg>
      </pc:sldChg>
    </pc:docChg>
  </pc:docChgLst>
  <pc:docChgLst>
    <pc:chgData name="Veenis, Sierra" userId="S::sveenis@rti.org::200c9325-9a6d-4db1-8535-3c88a644c387" providerId="AD" clId="Web-{C027608C-0B6A-77FA-4951-A3F73349521B}"/>
    <pc:docChg chg="modSld">
      <pc:chgData name="Veenis, Sierra" userId="S::sveenis@rti.org::200c9325-9a6d-4db1-8535-3c88a644c387" providerId="AD" clId="Web-{C027608C-0B6A-77FA-4951-A3F73349521B}" dt="2023-06-15T16:18:07.422" v="20" actId="1076"/>
      <pc:docMkLst>
        <pc:docMk/>
      </pc:docMkLst>
      <pc:sldChg chg="addSp modSp">
        <pc:chgData name="Veenis, Sierra" userId="S::sveenis@rti.org::200c9325-9a6d-4db1-8535-3c88a644c387" providerId="AD" clId="Web-{C027608C-0B6A-77FA-4951-A3F73349521B}" dt="2023-06-15T16:16:35.887" v="2" actId="1076"/>
        <pc:sldMkLst>
          <pc:docMk/>
          <pc:sldMk cId="1482277026" sldId="256"/>
        </pc:sldMkLst>
        <pc:spChg chg="mod">
          <ac:chgData name="Veenis, Sierra" userId="S::sveenis@rti.org::200c9325-9a6d-4db1-8535-3c88a644c387" providerId="AD" clId="Web-{C027608C-0B6A-77FA-4951-A3F73349521B}" dt="2023-06-15T16:16:35.887" v="2" actId="1076"/>
          <ac:spMkLst>
            <pc:docMk/>
            <pc:sldMk cId="1482277026" sldId="256"/>
            <ac:spMk id="2" creationId="{BFFCF5BD-F8FF-4A67-A8B6-EBB21E79279B}"/>
          </ac:spMkLst>
        </pc:spChg>
        <pc:spChg chg="add">
          <ac:chgData name="Veenis, Sierra" userId="S::sveenis@rti.org::200c9325-9a6d-4db1-8535-3c88a644c387" providerId="AD" clId="Web-{C027608C-0B6A-77FA-4951-A3F73349521B}" dt="2023-06-15T16:16:29.997" v="1"/>
          <ac:spMkLst>
            <pc:docMk/>
            <pc:sldMk cId="1482277026" sldId="256"/>
            <ac:spMk id="4" creationId="{201375DC-DCC2-F7A3-D4A3-5A4CF3783071}"/>
          </ac:spMkLst>
        </pc:spChg>
      </pc:sldChg>
      <pc:sldChg chg="addSp delSp">
        <pc:chgData name="Veenis, Sierra" userId="S::sveenis@rti.org::200c9325-9a6d-4db1-8535-3c88a644c387" providerId="AD" clId="Web-{C027608C-0B6A-77FA-4951-A3F73349521B}" dt="2023-06-15T16:17:41.562" v="13"/>
        <pc:sldMkLst>
          <pc:docMk/>
          <pc:sldMk cId="4071305681" sldId="258"/>
        </pc:sldMkLst>
        <pc:spChg chg="del">
          <ac:chgData name="Veenis, Sierra" userId="S::sveenis@rti.org::200c9325-9a6d-4db1-8535-3c88a644c387" providerId="AD" clId="Web-{C027608C-0B6A-77FA-4951-A3F73349521B}" dt="2023-06-15T16:17:41.062" v="12"/>
          <ac:spMkLst>
            <pc:docMk/>
            <pc:sldMk cId="4071305681" sldId="258"/>
            <ac:spMk id="4" creationId="{2DC7D18A-F106-4CA1-A59B-DE4084E585CF}"/>
          </ac:spMkLst>
        </pc:spChg>
        <pc:spChg chg="add">
          <ac:chgData name="Veenis, Sierra" userId="S::sveenis@rti.org::200c9325-9a6d-4db1-8535-3c88a644c387" providerId="AD" clId="Web-{C027608C-0B6A-77FA-4951-A3F73349521B}" dt="2023-06-15T16:17:41.562" v="13"/>
          <ac:spMkLst>
            <pc:docMk/>
            <pc:sldMk cId="4071305681" sldId="258"/>
            <ac:spMk id="5" creationId="{EC228BB7-D956-30A8-EB13-59AFC710DED8}"/>
          </ac:spMkLst>
        </pc:spChg>
        <pc:spChg chg="add">
          <ac:chgData name="Veenis, Sierra" userId="S::sveenis@rti.org::200c9325-9a6d-4db1-8535-3c88a644c387" providerId="AD" clId="Web-{C027608C-0B6A-77FA-4951-A3F73349521B}" dt="2023-06-15T16:17:41.562" v="13"/>
          <ac:spMkLst>
            <pc:docMk/>
            <pc:sldMk cId="4071305681" sldId="258"/>
            <ac:spMk id="6" creationId="{4CC526DC-7803-9965-401E-B1B8B29DAEA8}"/>
          </ac:spMkLst>
        </pc:spChg>
      </pc:sldChg>
      <pc:sldChg chg="addSp delSp modSp">
        <pc:chgData name="Veenis, Sierra" userId="S::sveenis@rti.org::200c9325-9a6d-4db1-8535-3c88a644c387" providerId="AD" clId="Web-{C027608C-0B6A-77FA-4951-A3F73349521B}" dt="2023-06-15T16:17:36.218" v="11" actId="20577"/>
        <pc:sldMkLst>
          <pc:docMk/>
          <pc:sldMk cId="2772527113" sldId="259"/>
        </pc:sldMkLst>
        <pc:spChg chg="mod">
          <ac:chgData name="Veenis, Sierra" userId="S::sveenis@rti.org::200c9325-9a6d-4db1-8535-3c88a644c387" providerId="AD" clId="Web-{C027608C-0B6A-77FA-4951-A3F73349521B}" dt="2023-06-15T16:17:36.218" v="11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Veenis, Sierra" userId="S::sveenis@rti.org::200c9325-9a6d-4db1-8535-3c88a644c387" providerId="AD" clId="Web-{C027608C-0B6A-77FA-4951-A3F73349521B}" dt="2023-06-15T16:16:51.872" v="3"/>
          <ac:spMkLst>
            <pc:docMk/>
            <pc:sldMk cId="2772527113" sldId="259"/>
            <ac:spMk id="4" creationId="{FD0EEDDD-3DDC-4909-AF99-60870B25C0CC}"/>
          </ac:spMkLst>
        </pc:spChg>
        <pc:spChg chg="add">
          <ac:chgData name="Veenis, Sierra" userId="S::sveenis@rti.org::200c9325-9a6d-4db1-8535-3c88a644c387" providerId="AD" clId="Web-{C027608C-0B6A-77FA-4951-A3F73349521B}" dt="2023-06-15T16:16:53.466" v="4"/>
          <ac:spMkLst>
            <pc:docMk/>
            <pc:sldMk cId="2772527113" sldId="259"/>
            <ac:spMk id="5" creationId="{EC228BB7-D956-30A8-EB13-59AFC710DED8}"/>
          </ac:spMkLst>
        </pc:spChg>
        <pc:spChg chg="add">
          <ac:chgData name="Veenis, Sierra" userId="S::sveenis@rti.org::200c9325-9a6d-4db1-8535-3c88a644c387" providerId="AD" clId="Web-{C027608C-0B6A-77FA-4951-A3F73349521B}" dt="2023-06-15T16:16:53.466" v="4"/>
          <ac:spMkLst>
            <pc:docMk/>
            <pc:sldMk cId="2772527113" sldId="259"/>
            <ac:spMk id="6" creationId="{4CC526DC-7803-9965-401E-B1B8B29DAEA8}"/>
          </ac:spMkLst>
        </pc:spChg>
      </pc:sldChg>
      <pc:sldChg chg="addSp delSp">
        <pc:chgData name="Veenis, Sierra" userId="S::sveenis@rti.org::200c9325-9a6d-4db1-8535-3c88a644c387" providerId="AD" clId="Web-{C027608C-0B6A-77FA-4951-A3F73349521B}" dt="2023-06-15T16:17:46.562" v="15"/>
        <pc:sldMkLst>
          <pc:docMk/>
          <pc:sldMk cId="3493109116" sldId="264"/>
        </pc:sldMkLst>
        <pc:spChg chg="del">
          <ac:chgData name="Veenis, Sierra" userId="S::sveenis@rti.org::200c9325-9a6d-4db1-8535-3c88a644c387" providerId="AD" clId="Web-{C027608C-0B6A-77FA-4951-A3F73349521B}" dt="2023-06-15T16:17:46.171" v="14"/>
          <ac:spMkLst>
            <pc:docMk/>
            <pc:sldMk cId="3493109116" sldId="264"/>
            <ac:spMk id="4" creationId="{F767700B-954E-42AD-AD69-9CC1C5B510A5}"/>
          </ac:spMkLst>
        </pc:spChg>
        <pc:spChg chg="add">
          <ac:chgData name="Veenis, Sierra" userId="S::sveenis@rti.org::200c9325-9a6d-4db1-8535-3c88a644c387" providerId="AD" clId="Web-{C027608C-0B6A-77FA-4951-A3F73349521B}" dt="2023-06-15T16:17:46.562" v="15"/>
          <ac:spMkLst>
            <pc:docMk/>
            <pc:sldMk cId="3493109116" sldId="264"/>
            <ac:spMk id="5" creationId="{EC228BB7-D956-30A8-EB13-59AFC710DED8}"/>
          </ac:spMkLst>
        </pc:spChg>
        <pc:spChg chg="add">
          <ac:chgData name="Veenis, Sierra" userId="S::sveenis@rti.org::200c9325-9a6d-4db1-8535-3c88a644c387" providerId="AD" clId="Web-{C027608C-0B6A-77FA-4951-A3F73349521B}" dt="2023-06-15T16:17:46.562" v="15"/>
          <ac:spMkLst>
            <pc:docMk/>
            <pc:sldMk cId="3493109116" sldId="264"/>
            <ac:spMk id="6" creationId="{4CC526DC-7803-9965-401E-B1B8B29DAEA8}"/>
          </ac:spMkLst>
        </pc:spChg>
      </pc:sldChg>
      <pc:sldChg chg="addSp delSp modSp">
        <pc:chgData name="Veenis, Sierra" userId="S::sveenis@rti.org::200c9325-9a6d-4db1-8535-3c88a644c387" providerId="AD" clId="Web-{C027608C-0B6A-77FA-4951-A3F73349521B}" dt="2023-06-15T16:18:07.422" v="20" actId="1076"/>
        <pc:sldMkLst>
          <pc:docMk/>
          <pc:sldMk cId="1936015983" sldId="266"/>
        </pc:sldMkLst>
        <pc:spChg chg="add">
          <ac:chgData name="Veenis, Sierra" userId="S::sveenis@rti.org::200c9325-9a6d-4db1-8535-3c88a644c387" providerId="AD" clId="Web-{C027608C-0B6A-77FA-4951-A3F73349521B}" dt="2023-06-15T16:17:50.171" v="16"/>
          <ac:spMkLst>
            <pc:docMk/>
            <pc:sldMk cId="1936015983" sldId="266"/>
            <ac:spMk id="3" creationId="{EC228BB7-D956-30A8-EB13-59AFC710DED8}"/>
          </ac:spMkLst>
        </pc:spChg>
        <pc:spChg chg="del">
          <ac:chgData name="Veenis, Sierra" userId="S::sveenis@rti.org::200c9325-9a6d-4db1-8535-3c88a644c387" providerId="AD" clId="Web-{C027608C-0B6A-77FA-4951-A3F73349521B}" dt="2023-06-15T16:17:54.047" v="17"/>
          <ac:spMkLst>
            <pc:docMk/>
            <pc:sldMk cId="1936015983" sldId="266"/>
            <ac:spMk id="4" creationId="{00210221-3F4A-4187-A674-5BB2A5218FDE}"/>
          </ac:spMkLst>
        </pc:spChg>
        <pc:spChg chg="add">
          <ac:chgData name="Veenis, Sierra" userId="S::sveenis@rti.org::200c9325-9a6d-4db1-8535-3c88a644c387" providerId="AD" clId="Web-{C027608C-0B6A-77FA-4951-A3F73349521B}" dt="2023-06-15T16:17:50.171" v="16"/>
          <ac:spMkLst>
            <pc:docMk/>
            <pc:sldMk cId="1936015983" sldId="266"/>
            <ac:spMk id="5" creationId="{4CC526DC-7803-9965-401E-B1B8B29DAEA8}"/>
          </ac:spMkLst>
        </pc:spChg>
        <pc:picChg chg="mod">
          <ac:chgData name="Veenis, Sierra" userId="S::sveenis@rti.org::200c9325-9a6d-4db1-8535-3c88a644c387" providerId="AD" clId="Web-{C027608C-0B6A-77FA-4951-A3F73349521B}" dt="2023-06-15T16:18:07.422" v="20" actId="1076"/>
          <ac:picMkLst>
            <pc:docMk/>
            <pc:sldMk cId="1936015983" sldId="266"/>
            <ac:picMk id="7" creationId="{F7D056D4-0C3A-4150-A5CC-092E54C1C8FD}"/>
          </ac:picMkLst>
        </pc:picChg>
      </pc:sldChg>
      <pc:sldChg chg="addSp delSp">
        <pc:chgData name="Veenis, Sierra" userId="S::sveenis@rti.org::200c9325-9a6d-4db1-8535-3c88a644c387" providerId="AD" clId="Web-{C027608C-0B6A-77FA-4951-A3F73349521B}" dt="2023-06-15T16:17:58.125" v="19"/>
        <pc:sldMkLst>
          <pc:docMk/>
          <pc:sldMk cId="2313533111" sldId="267"/>
        </pc:sldMkLst>
        <pc:spChg chg="del">
          <ac:chgData name="Veenis, Sierra" userId="S::sveenis@rti.org::200c9325-9a6d-4db1-8535-3c88a644c387" providerId="AD" clId="Web-{C027608C-0B6A-77FA-4951-A3F73349521B}" dt="2023-06-15T16:17:57.859" v="18"/>
          <ac:spMkLst>
            <pc:docMk/>
            <pc:sldMk cId="2313533111" sldId="267"/>
            <ac:spMk id="4" creationId="{00210221-3F4A-4187-A674-5BB2A5218FDE}"/>
          </ac:spMkLst>
        </pc:spChg>
        <pc:spChg chg="add">
          <ac:chgData name="Veenis, Sierra" userId="S::sveenis@rti.org::200c9325-9a6d-4db1-8535-3c88a644c387" providerId="AD" clId="Web-{C027608C-0B6A-77FA-4951-A3F73349521B}" dt="2023-06-15T16:17:58.125" v="19"/>
          <ac:spMkLst>
            <pc:docMk/>
            <pc:sldMk cId="2313533111" sldId="267"/>
            <ac:spMk id="5" creationId="{EC228BB7-D956-30A8-EB13-59AFC710DED8}"/>
          </ac:spMkLst>
        </pc:spChg>
        <pc:spChg chg="add">
          <ac:chgData name="Veenis, Sierra" userId="S::sveenis@rti.org::200c9325-9a6d-4db1-8535-3c88a644c387" providerId="AD" clId="Web-{C027608C-0B6A-77FA-4951-A3F73349521B}" dt="2023-06-15T16:17:58.125" v="19"/>
          <ac:spMkLst>
            <pc:docMk/>
            <pc:sldMk cId="2313533111" sldId="267"/>
            <ac:spMk id="6" creationId="{4CC526DC-7803-9965-401E-B1B8B29DAE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Juj-UqKhJw?feature=oembed" TargetMode="External"/><Relationship Id="rId4" Type="http://schemas.openxmlformats.org/officeDocument/2006/relationships/hyperlink" Target="https://creativecommons.org/licenses/by-nc-sa/4.0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61" y="5995286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 | Unit 3: Research-Based Instructional Strategies (RBIS) Reading Language Arts (RLA)| Lesson 3.04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Practice In and Out of Text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01375DC-DCC2-F7A3-D4A3-5A4CF3783071}"/>
              </a:ext>
            </a:extLst>
          </p:cNvPr>
          <p:cNvSpPr txBox="1"/>
          <p:nvPr/>
        </p:nvSpPr>
        <p:spPr>
          <a:xfrm>
            <a:off x="107661" y="6365586"/>
            <a:ext cx="10194579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latin typeface="+mj-lt"/>
                <a:cs typeface="Calibri"/>
              </a:rPr>
              <a:t>This work is licensed under a 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6A, 6C, 6D, 6F, 6G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Define practice in and out of text</a:t>
            </a:r>
          </a:p>
          <a:p>
            <a:r>
              <a:rPr lang="en-US" dirty="0"/>
              <a:t>Describe how deliberate practice of skills in and out of text is essential to literacy instruction </a:t>
            </a:r>
          </a:p>
          <a:p>
            <a:r>
              <a:rPr lang="en-US" dirty="0"/>
              <a:t>Analyze strong examples of student practice in foundational skills from high-quality instructional materials (HQIM)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228BB7-D956-30A8-EB13-59AFC710DED8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C526DC-7803-9965-401E-B1B8B29DAEA8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 3: Research-Based Instructional Strategies (RBIS) Reading Language Arts (RLA)| Lesson 3.04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Anticipation Guide to review the criteria for deliberate practice.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Based on the Anticipation Guide, what are the criteria for deliberate practice that you explored in previous units?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228BB7-D956-30A8-EB13-59AFC710DED8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2F59E5-D64F-F409-1B0E-D1E6318A27C6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 3: Research-Based Instructional Strategies (RBIS) Reading Language Arts (RLA)| Lesson 3.04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725660"/>
              </p:ext>
            </p:extLst>
          </p:nvPr>
        </p:nvGraphicFramePr>
        <p:xfrm>
          <a:off x="1185115" y="1311408"/>
          <a:ext cx="9463876" cy="4850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801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6834075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6770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117294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Deliberate Practice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Practice that performs the learning goal (authentic), is spaced over time, is low-stakes, and is paired with feedback for improvement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  <a:tr h="58647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Interactive Learning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Learning that requires active student participation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913401"/>
                  </a:ext>
                </a:extLst>
              </a:tr>
              <a:tr h="35677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Modalities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Different forms of sensory perception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760224"/>
                  </a:ext>
                </a:extLst>
              </a:tr>
              <a:tr h="58647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Outside of Text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Analyze the letter-sound relationships and parts of a single word in isolation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902020"/>
                  </a:ext>
                </a:extLst>
              </a:tr>
              <a:tr h="87970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 Text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Students take the sounds they are practicing in isolation and read them within a text.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2100560"/>
                  </a:ext>
                </a:extLst>
              </a:tr>
              <a:tr h="87970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Decodable Text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type of text that contains only the sound-letter relationships that have previously been taught.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4544428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228BB7-D956-30A8-EB13-59AFC710DED8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A3F8F2-7933-54BE-D973-F2FE8576DA3B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 3: Research-Based Instructional Strategies (RBIS) Reading Language Arts (RLA)| Lesson 3.04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  <p:pic>
        <p:nvPicPr>
          <p:cNvPr id="7" name="Online Media 6" title="Video 29: Decodable Words in Isolation and in Text">
            <a:hlinkClick r:id="" action="ppaction://media"/>
            <a:extLst>
              <a:ext uri="{FF2B5EF4-FFF2-40B4-BE49-F238E27FC236}">
                <a16:creationId xmlns:a16="http://schemas.microsoft.com/office/drawing/2014/main" id="{F7D056D4-0C3A-4150-A5CC-092E54C1C8F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4002" y="1492338"/>
            <a:ext cx="7856296" cy="4438807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C228BB7-D956-30A8-EB13-59AFC710DED8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DC7EA4-1B65-8DB2-A264-8EE7B0FB5558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 3: Research-Based Instructional Strategies (RBIS) Reading Language Arts (RLA)| Lesson 3.04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4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1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2"/>
            <a:ext cx="10515600" cy="4877435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Examine the lesson plan and determine how students were asked to practice.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228BB7-D956-30A8-EB13-59AFC710DED8}"/>
              </a:ext>
            </a:extLst>
          </p:cNvPr>
          <p:cNvSpPr>
            <a:spLocks noGrp="1"/>
          </p:cNvSpPr>
          <p:nvPr/>
        </p:nvSpPr>
        <p:spPr>
          <a:xfrm>
            <a:off x="9334500" y="6442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3BCEDA-72E1-BC51-BB8F-70A00E7A31E7}"/>
              </a:ext>
            </a:extLst>
          </p:cNvPr>
          <p:cNvSpPr txBox="1">
            <a:spLocks/>
          </p:cNvSpPr>
          <p:nvPr/>
        </p:nvSpPr>
        <p:spPr>
          <a:xfrm>
            <a:off x="81010" y="6482419"/>
            <a:ext cx="11353800" cy="30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ea typeface="+mn-lt"/>
                <a:cs typeface="+mn-lt"/>
              </a:rPr>
              <a:t>Practicum| Unit 3: Research-Based Instructional Strategies (RBIS) Reading Language Arts (RLA)| Lesson 3.04</a:t>
            </a:r>
            <a:r>
              <a:rPr lang="en-US" sz="900" dirty="0"/>
              <a:t> |</a:t>
            </a:r>
            <a:r>
              <a:rPr lang="en-US" sz="900" dirty="0">
                <a:solidFill>
                  <a:srgbClr val="464646"/>
                </a:solidFill>
                <a:latin typeface="Calibri Light"/>
                <a:cs typeface="Calibri"/>
              </a:rPr>
              <a:t>This work is licensed under a 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900" dirty="0">
                <a:solidFill>
                  <a:srgbClr val="0070C0"/>
                </a:solidFill>
                <a:latin typeface="Calibri Light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414</Words>
  <Application>Microsoft Office PowerPoint</Application>
  <PresentationFormat>Widescreen</PresentationFormat>
  <Paragraphs>42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Practicum | Unit 3: Research-Based Instructional Strategies (RBIS) Reading Language Arts (RLA)| Lesson 3.04</vt:lpstr>
      <vt:lpstr>TEKS Standards &amp; Objectives</vt:lpstr>
      <vt:lpstr>Bellringer</vt:lpstr>
      <vt:lpstr>Vocabulary</vt:lpstr>
      <vt:lpstr>Video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3.04: Practice In and Out of Text</dc:title>
  <dc:subject>Lesson 3.04: Practice In and Out of Text</dc:subject>
  <dc:creator>Texas Education Agency</dc:creator>
  <cp:lastModifiedBy>White (she/her), Whitney</cp:lastModifiedBy>
  <cp:revision>26</cp:revision>
  <dcterms:created xsi:type="dcterms:W3CDTF">2022-05-09T19:40:20Z</dcterms:created>
  <dcterms:modified xsi:type="dcterms:W3CDTF">2023-08-19T01:11:52Z</dcterms:modified>
</cp:coreProperties>
</file>
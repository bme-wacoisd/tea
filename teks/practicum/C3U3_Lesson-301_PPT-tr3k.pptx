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sldIdLst>
    <p:sldId id="256" r:id="rId2"/>
    <p:sldId id="259" r:id="rId3"/>
    <p:sldId id="258" r:id="rId4"/>
    <p:sldId id="261" r:id="rId5"/>
    <p:sldId id="262" r:id="rId6"/>
    <p:sldId id="264" r:id="rId7"/>
    <p:sldId id="265" r:id="rId8"/>
    <p:sldId id="267" r:id="rId9"/>
    <p:sldId id="268" r:id="rId10"/>
    <p:sldId id="269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67" d="100"/>
          <a:sy n="67" d="100"/>
        </p:scale>
        <p:origin x="5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enis, Sierra" userId="S::sveenis@rti.org::200c9325-9a6d-4db1-8535-3c88a644c387" providerId="AD" clId="Web-{54C0891C-91D4-9248-D164-D2EDDCD15142}"/>
    <pc:docChg chg="mod modSld modMainMaster">
      <pc:chgData name="Veenis, Sierra" userId="S::sveenis@rti.org::200c9325-9a6d-4db1-8535-3c88a644c387" providerId="AD" clId="Web-{54C0891C-91D4-9248-D164-D2EDDCD15142}" dt="2023-06-15T15:15:11.924" v="56" actId="1076"/>
      <pc:docMkLst>
        <pc:docMk/>
      </pc:docMkLst>
      <pc:sldChg chg="addSp delSp modSp">
        <pc:chgData name="Veenis, Sierra" userId="S::sveenis@rti.org::200c9325-9a6d-4db1-8535-3c88a644c387" providerId="AD" clId="Web-{54C0891C-91D4-9248-D164-D2EDDCD15142}" dt="2023-06-15T15:12:43.826" v="38" actId="1076"/>
        <pc:sldMkLst>
          <pc:docMk/>
          <pc:sldMk cId="4071305681" sldId="258"/>
        </pc:sldMkLst>
        <pc:spChg chg="mod">
          <ac:chgData name="Veenis, Sierra" userId="S::sveenis@rti.org::200c9325-9a6d-4db1-8535-3c88a644c387" providerId="AD" clId="Web-{54C0891C-91D4-9248-D164-D2EDDCD15142}" dt="2023-06-15T15:12:43.826" v="38" actId="1076"/>
          <ac:spMkLst>
            <pc:docMk/>
            <pc:sldMk cId="4071305681" sldId="258"/>
            <ac:spMk id="4" creationId="{2DC7D18A-F106-4CA1-A59B-DE4084E585CF}"/>
          </ac:spMkLst>
        </pc:spChg>
        <pc:spChg chg="add del mod">
          <ac:chgData name="Veenis, Sierra" userId="S::sveenis@rti.org::200c9325-9a6d-4db1-8535-3c88a644c387" providerId="AD" clId="Web-{54C0891C-91D4-9248-D164-D2EDDCD15142}" dt="2023-06-15T15:10:24.651" v="22"/>
          <ac:spMkLst>
            <pc:docMk/>
            <pc:sldMk cId="4071305681" sldId="258"/>
            <ac:spMk id="5" creationId="{0415A1B2-3A0E-6417-717A-6CD56A1C37B7}"/>
          </ac:spMkLst>
        </pc:spChg>
        <pc:spChg chg="add">
          <ac:chgData name="Veenis, Sierra" userId="S::sveenis@rti.org::200c9325-9a6d-4db1-8535-3c88a644c387" providerId="AD" clId="Web-{54C0891C-91D4-9248-D164-D2EDDCD15142}" dt="2023-06-15T15:10:32.261" v="23"/>
          <ac:spMkLst>
            <pc:docMk/>
            <pc:sldMk cId="4071305681" sldId="258"/>
            <ac:spMk id="7" creationId="{E767DAEF-0688-11A1-A2EE-A94E5A53F5F1}"/>
          </ac:spMkLst>
        </pc:spChg>
      </pc:sldChg>
      <pc:sldChg chg="addSp delSp modSp">
        <pc:chgData name="Veenis, Sierra" userId="S::sveenis@rti.org::200c9325-9a6d-4db1-8535-3c88a644c387" providerId="AD" clId="Web-{54C0891C-91D4-9248-D164-D2EDDCD15142}" dt="2023-06-15T15:11:33.200" v="35" actId="1076"/>
        <pc:sldMkLst>
          <pc:docMk/>
          <pc:sldMk cId="2772527113" sldId="259"/>
        </pc:sldMkLst>
        <pc:spChg chg="mod">
          <ac:chgData name="Veenis, Sierra" userId="S::sveenis@rti.org::200c9325-9a6d-4db1-8535-3c88a644c387" providerId="AD" clId="Web-{54C0891C-91D4-9248-D164-D2EDDCD15142}" dt="2023-06-15T15:11:33.200" v="35" actId="1076"/>
          <ac:spMkLst>
            <pc:docMk/>
            <pc:sldMk cId="2772527113" sldId="259"/>
            <ac:spMk id="4" creationId="{FD0EEDDD-3DDC-4909-AF99-60870B25C0CC}"/>
          </ac:spMkLst>
        </pc:spChg>
        <pc:spChg chg="add mod">
          <ac:chgData name="Veenis, Sierra" userId="S::sveenis@rti.org::200c9325-9a6d-4db1-8535-3c88a644c387" providerId="AD" clId="Web-{54C0891C-91D4-9248-D164-D2EDDCD15142}" dt="2023-06-15T15:10:17.682" v="18" actId="1076"/>
          <ac:spMkLst>
            <pc:docMk/>
            <pc:sldMk cId="2772527113" sldId="259"/>
            <ac:spMk id="6" creationId="{60670092-F529-A89C-C064-CAE054810412}"/>
          </ac:spMkLst>
        </pc:spChg>
        <pc:spChg chg="add del mod">
          <ac:chgData name="Veenis, Sierra" userId="S::sveenis@rti.org::200c9325-9a6d-4db1-8535-3c88a644c387" providerId="AD" clId="Web-{54C0891C-91D4-9248-D164-D2EDDCD15142}" dt="2023-06-15T15:09:45.869" v="10"/>
          <ac:spMkLst>
            <pc:docMk/>
            <pc:sldMk cId="2772527113" sldId="259"/>
            <ac:spMk id="8" creationId="{E717AF43-F82F-6594-B36F-D3A06A6AAFF7}"/>
          </ac:spMkLst>
        </pc:spChg>
      </pc:sldChg>
      <pc:sldChg chg="addSp modSp">
        <pc:chgData name="Veenis, Sierra" userId="S::sveenis@rti.org::200c9325-9a6d-4db1-8535-3c88a644c387" providerId="AD" clId="Web-{54C0891C-91D4-9248-D164-D2EDDCD15142}" dt="2023-06-15T15:13:25.593" v="44" actId="1076"/>
        <pc:sldMkLst>
          <pc:docMk/>
          <pc:sldMk cId="3054216349" sldId="261"/>
        </pc:sldMkLst>
        <pc:spChg chg="mod">
          <ac:chgData name="Veenis, Sierra" userId="S::sveenis@rti.org::200c9325-9a6d-4db1-8535-3c88a644c387" providerId="AD" clId="Web-{54C0891C-91D4-9248-D164-D2EDDCD15142}" dt="2023-06-15T15:13:06.749" v="42" actId="1076"/>
          <ac:spMkLst>
            <pc:docMk/>
            <pc:sldMk cId="3054216349" sldId="261"/>
            <ac:spMk id="4" creationId="{F8BAFE7B-549A-4E98-93BA-74C837CF231D}"/>
          </ac:spMkLst>
        </pc:spChg>
        <pc:spChg chg="add mod">
          <ac:chgData name="Veenis, Sierra" userId="S::sveenis@rti.org::200c9325-9a6d-4db1-8535-3c88a644c387" providerId="AD" clId="Web-{54C0891C-91D4-9248-D164-D2EDDCD15142}" dt="2023-06-15T15:12:52.280" v="40" actId="1076"/>
          <ac:spMkLst>
            <pc:docMk/>
            <pc:sldMk cId="3054216349" sldId="261"/>
            <ac:spMk id="5" creationId="{2D595098-AEE3-0A02-A4AF-EF7271A003E7}"/>
          </ac:spMkLst>
        </pc:spChg>
        <pc:graphicFrameChg chg="mod modGraphic">
          <ac:chgData name="Veenis, Sierra" userId="S::sveenis@rti.org::200c9325-9a6d-4db1-8535-3c88a644c387" providerId="AD" clId="Web-{54C0891C-91D4-9248-D164-D2EDDCD15142}" dt="2023-06-15T15:13:25.593" v="44" actId="1076"/>
          <ac:graphicFrameMkLst>
            <pc:docMk/>
            <pc:sldMk cId="3054216349" sldId="261"/>
            <ac:graphicFrameMk id="8" creationId="{AB3F5452-9CD9-4152-A0A3-3FD7672524F5}"/>
          </ac:graphicFrameMkLst>
        </pc:graphicFrameChg>
      </pc:sldChg>
      <pc:sldChg chg="addSp modSp">
        <pc:chgData name="Veenis, Sierra" userId="S::sveenis@rti.org::200c9325-9a6d-4db1-8535-3c88a644c387" providerId="AD" clId="Web-{54C0891C-91D4-9248-D164-D2EDDCD15142}" dt="2023-06-15T15:14:26.673" v="51" actId="1076"/>
        <pc:sldMkLst>
          <pc:docMk/>
          <pc:sldMk cId="4170921578" sldId="262"/>
        </pc:sldMkLst>
        <pc:spChg chg="mod">
          <ac:chgData name="Veenis, Sierra" userId="S::sveenis@rti.org::200c9325-9a6d-4db1-8535-3c88a644c387" providerId="AD" clId="Web-{54C0891C-91D4-9248-D164-D2EDDCD15142}" dt="2023-06-15T15:13:51.140" v="48" actId="14100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Veenis, Sierra" userId="S::sveenis@rti.org::200c9325-9a6d-4db1-8535-3c88a644c387" providerId="AD" clId="Web-{54C0891C-91D4-9248-D164-D2EDDCD15142}" dt="2023-06-15T15:14:26.673" v="51" actId="1076"/>
          <ac:spMkLst>
            <pc:docMk/>
            <pc:sldMk cId="4170921578" sldId="262"/>
            <ac:spMk id="4" creationId="{3E0C1FB4-016B-4122-B211-50411DB9BA9F}"/>
          </ac:spMkLst>
        </pc:spChg>
        <pc:spChg chg="add">
          <ac:chgData name="Veenis, Sierra" userId="S::sveenis@rti.org::200c9325-9a6d-4db1-8535-3c88a644c387" providerId="AD" clId="Web-{54C0891C-91D4-9248-D164-D2EDDCD15142}" dt="2023-06-15T15:10:38.683" v="25"/>
          <ac:spMkLst>
            <pc:docMk/>
            <pc:sldMk cId="4170921578" sldId="262"/>
            <ac:spMk id="5" creationId="{685672C6-A480-DF10-53E8-226DE0C72350}"/>
          </ac:spMkLst>
        </pc:spChg>
        <pc:graphicFrameChg chg="mod modGraphic">
          <ac:chgData name="Veenis, Sierra" userId="S::sveenis@rti.org::200c9325-9a6d-4db1-8535-3c88a644c387" providerId="AD" clId="Web-{54C0891C-91D4-9248-D164-D2EDDCD15142}" dt="2023-06-15T15:14:10.594" v="50"/>
          <ac:graphicFrameMkLst>
            <pc:docMk/>
            <pc:sldMk cId="4170921578" sldId="262"/>
            <ac:graphicFrameMk id="7" creationId="{169172DF-D0A3-403D-A1A9-8C0AAFE98BB2}"/>
          </ac:graphicFrameMkLst>
        </pc:graphicFrameChg>
      </pc:sldChg>
      <pc:sldChg chg="addSp modSp">
        <pc:chgData name="Veenis, Sierra" userId="S::sveenis@rti.org::200c9325-9a6d-4db1-8535-3c88a644c387" providerId="AD" clId="Web-{54C0891C-91D4-9248-D164-D2EDDCD15142}" dt="2023-06-15T15:14:39.173" v="52" actId="1076"/>
        <pc:sldMkLst>
          <pc:docMk/>
          <pc:sldMk cId="3493109116" sldId="264"/>
        </pc:sldMkLst>
        <pc:spChg chg="mod">
          <ac:chgData name="Veenis, Sierra" userId="S::sveenis@rti.org::200c9325-9a6d-4db1-8535-3c88a644c387" providerId="AD" clId="Web-{54C0891C-91D4-9248-D164-D2EDDCD15142}" dt="2023-06-15T15:14:39.173" v="52" actId="1076"/>
          <ac:spMkLst>
            <pc:docMk/>
            <pc:sldMk cId="3493109116" sldId="264"/>
            <ac:spMk id="4" creationId="{F767700B-954E-42AD-AD69-9CC1C5B510A5}"/>
          </ac:spMkLst>
        </pc:spChg>
        <pc:spChg chg="add">
          <ac:chgData name="Veenis, Sierra" userId="S::sveenis@rti.org::200c9325-9a6d-4db1-8535-3c88a644c387" providerId="AD" clId="Web-{54C0891C-91D4-9248-D164-D2EDDCD15142}" dt="2023-06-15T15:10:40.542" v="26"/>
          <ac:spMkLst>
            <pc:docMk/>
            <pc:sldMk cId="3493109116" sldId="264"/>
            <ac:spMk id="5" creationId="{798469FC-4697-0ED3-2F7C-0E112161D6A4}"/>
          </ac:spMkLst>
        </pc:spChg>
      </pc:sldChg>
      <pc:sldChg chg="addSp modSp">
        <pc:chgData name="Veenis, Sierra" userId="S::sveenis@rti.org::200c9325-9a6d-4db1-8535-3c88a644c387" providerId="AD" clId="Web-{54C0891C-91D4-9248-D164-D2EDDCD15142}" dt="2023-06-15T15:14:46.439" v="53" actId="1076"/>
        <pc:sldMkLst>
          <pc:docMk/>
          <pc:sldMk cId="1917078840" sldId="265"/>
        </pc:sldMkLst>
        <pc:spChg chg="add">
          <ac:chgData name="Veenis, Sierra" userId="S::sveenis@rti.org::200c9325-9a6d-4db1-8535-3c88a644c387" providerId="AD" clId="Web-{54C0891C-91D4-9248-D164-D2EDDCD15142}" dt="2023-06-15T15:10:43.464" v="27"/>
          <ac:spMkLst>
            <pc:docMk/>
            <pc:sldMk cId="1917078840" sldId="265"/>
            <ac:spMk id="3" creationId="{B95D1155-CE66-D77F-9080-14D4C1020A41}"/>
          </ac:spMkLst>
        </pc:spChg>
        <pc:spChg chg="mod">
          <ac:chgData name="Veenis, Sierra" userId="S::sveenis@rti.org::200c9325-9a6d-4db1-8535-3c88a644c387" providerId="AD" clId="Web-{54C0891C-91D4-9248-D164-D2EDDCD15142}" dt="2023-06-15T15:14:46.439" v="53" actId="1076"/>
          <ac:spMkLst>
            <pc:docMk/>
            <pc:sldMk cId="1917078840" sldId="265"/>
            <ac:spMk id="4" creationId="{3E0C1FB4-016B-4122-B211-50411DB9BA9F}"/>
          </ac:spMkLst>
        </pc:spChg>
      </pc:sldChg>
      <pc:sldChg chg="addSp modSp">
        <pc:chgData name="Veenis, Sierra" userId="S::sveenis@rti.org::200c9325-9a6d-4db1-8535-3c88a644c387" providerId="AD" clId="Web-{54C0891C-91D4-9248-D164-D2EDDCD15142}" dt="2023-06-15T15:15:11.924" v="56" actId="1076"/>
        <pc:sldMkLst>
          <pc:docMk/>
          <pc:sldMk cId="1936015983" sldId="266"/>
        </pc:sldMkLst>
        <pc:spChg chg="mod">
          <ac:chgData name="Veenis, Sierra" userId="S::sveenis@rti.org::200c9325-9a6d-4db1-8535-3c88a644c387" providerId="AD" clId="Web-{54C0891C-91D4-9248-D164-D2EDDCD15142}" dt="2023-06-15T15:15:11.924" v="56" actId="1076"/>
          <ac:spMkLst>
            <pc:docMk/>
            <pc:sldMk cId="1936015983" sldId="266"/>
            <ac:spMk id="4" creationId="{00210221-3F4A-4187-A674-5BB2A5218FDE}"/>
          </ac:spMkLst>
        </pc:spChg>
        <pc:spChg chg="add">
          <ac:chgData name="Veenis, Sierra" userId="S::sveenis@rti.org::200c9325-9a6d-4db1-8535-3c88a644c387" providerId="AD" clId="Web-{54C0891C-91D4-9248-D164-D2EDDCD15142}" dt="2023-06-15T15:10:50.949" v="31"/>
          <ac:spMkLst>
            <pc:docMk/>
            <pc:sldMk cId="1936015983" sldId="266"/>
            <ac:spMk id="6" creationId="{F494AA6F-2AAE-F1D8-1895-476C059BBC35}"/>
          </ac:spMkLst>
        </pc:spChg>
      </pc:sldChg>
      <pc:sldChg chg="addSp modSp">
        <pc:chgData name="Veenis, Sierra" userId="S::sveenis@rti.org::200c9325-9a6d-4db1-8535-3c88a644c387" providerId="AD" clId="Web-{54C0891C-91D4-9248-D164-D2EDDCD15142}" dt="2023-06-15T15:14:56.626" v="54" actId="1076"/>
        <pc:sldMkLst>
          <pc:docMk/>
          <pc:sldMk cId="3592994809" sldId="267"/>
        </pc:sldMkLst>
        <pc:spChg chg="add">
          <ac:chgData name="Veenis, Sierra" userId="S::sveenis@rti.org::200c9325-9a6d-4db1-8535-3c88a644c387" providerId="AD" clId="Web-{54C0891C-91D4-9248-D164-D2EDDCD15142}" dt="2023-06-15T15:10:45.042" v="28"/>
          <ac:spMkLst>
            <pc:docMk/>
            <pc:sldMk cId="3592994809" sldId="267"/>
            <ac:spMk id="3" creationId="{75656734-1C61-11A8-5BCC-88600A8BAC49}"/>
          </ac:spMkLst>
        </pc:spChg>
        <pc:spChg chg="mod">
          <ac:chgData name="Veenis, Sierra" userId="S::sveenis@rti.org::200c9325-9a6d-4db1-8535-3c88a644c387" providerId="AD" clId="Web-{54C0891C-91D4-9248-D164-D2EDDCD15142}" dt="2023-06-15T15:14:56.626" v="54" actId="1076"/>
          <ac:spMkLst>
            <pc:docMk/>
            <pc:sldMk cId="3592994809" sldId="267"/>
            <ac:spMk id="4" creationId="{3E0C1FB4-016B-4122-B211-50411DB9BA9F}"/>
          </ac:spMkLst>
        </pc:spChg>
      </pc:sldChg>
      <pc:sldChg chg="addSp modSp">
        <pc:chgData name="Veenis, Sierra" userId="S::sveenis@rti.org::200c9325-9a6d-4db1-8535-3c88a644c387" providerId="AD" clId="Web-{54C0891C-91D4-9248-D164-D2EDDCD15142}" dt="2023-06-15T15:11:15.387" v="34" actId="1076"/>
        <pc:sldMkLst>
          <pc:docMk/>
          <pc:sldMk cId="1486422056" sldId="268"/>
        </pc:sldMkLst>
        <pc:spChg chg="add">
          <ac:chgData name="Veenis, Sierra" userId="S::sveenis@rti.org::200c9325-9a6d-4db1-8535-3c88a644c387" providerId="AD" clId="Web-{54C0891C-91D4-9248-D164-D2EDDCD15142}" dt="2023-06-15T15:10:48.308" v="29"/>
          <ac:spMkLst>
            <pc:docMk/>
            <pc:sldMk cId="1486422056" sldId="268"/>
            <ac:spMk id="3" creationId="{A6A91AAB-42B1-04CF-71CA-0B6580B99BE1}"/>
          </ac:spMkLst>
        </pc:spChg>
        <pc:spChg chg="mod">
          <ac:chgData name="Veenis, Sierra" userId="S::sveenis@rti.org::200c9325-9a6d-4db1-8535-3c88a644c387" providerId="AD" clId="Web-{54C0891C-91D4-9248-D164-D2EDDCD15142}" dt="2023-06-15T15:11:15.387" v="34" actId="1076"/>
          <ac:spMkLst>
            <pc:docMk/>
            <pc:sldMk cId="1486422056" sldId="268"/>
            <ac:spMk id="4" creationId="{3E0C1FB4-016B-4122-B211-50411DB9BA9F}"/>
          </ac:spMkLst>
        </pc:spChg>
      </pc:sldChg>
      <pc:sldChg chg="addSp modSp">
        <pc:chgData name="Veenis, Sierra" userId="S::sveenis@rti.org::200c9325-9a6d-4db1-8535-3c88a644c387" providerId="AD" clId="Web-{54C0891C-91D4-9248-D164-D2EDDCD15142}" dt="2023-06-15T15:15:04.736" v="55" actId="1076"/>
        <pc:sldMkLst>
          <pc:docMk/>
          <pc:sldMk cId="1802586923" sldId="269"/>
        </pc:sldMkLst>
        <pc:spChg chg="add">
          <ac:chgData name="Veenis, Sierra" userId="S::sveenis@rti.org::200c9325-9a6d-4db1-8535-3c88a644c387" providerId="AD" clId="Web-{54C0891C-91D4-9248-D164-D2EDDCD15142}" dt="2023-06-15T15:10:49.495" v="30"/>
          <ac:spMkLst>
            <pc:docMk/>
            <pc:sldMk cId="1802586923" sldId="269"/>
            <ac:spMk id="3" creationId="{F18EB1D2-705C-1921-6569-23019F72EDC4}"/>
          </ac:spMkLst>
        </pc:spChg>
        <pc:spChg chg="mod">
          <ac:chgData name="Veenis, Sierra" userId="S::sveenis@rti.org::200c9325-9a6d-4db1-8535-3c88a644c387" providerId="AD" clId="Web-{54C0891C-91D4-9248-D164-D2EDDCD15142}" dt="2023-06-15T15:15:04.736" v="55" actId="1076"/>
          <ac:spMkLst>
            <pc:docMk/>
            <pc:sldMk cId="1802586923" sldId="269"/>
            <ac:spMk id="4" creationId="{3E0C1FB4-016B-4122-B211-50411DB9BA9F}"/>
          </ac:spMkLst>
        </pc:spChg>
      </pc:sldChg>
      <pc:sldMasterChg chg="mod modSldLayout">
        <pc:chgData name="Veenis, Sierra" userId="S::sveenis@rti.org::200c9325-9a6d-4db1-8535-3c88a644c387" providerId="AD" clId="Web-{54C0891C-91D4-9248-D164-D2EDDCD15142}" dt="2023-06-15T15:12:20.123" v="37"/>
        <pc:sldMasterMkLst>
          <pc:docMk/>
          <pc:sldMasterMk cId="3955077458" sldId="2147483648"/>
        </pc:sldMasterMkLst>
        <pc:sldLayoutChg chg="mod">
          <pc:chgData name="Veenis, Sierra" userId="S::sveenis@rti.org::200c9325-9a6d-4db1-8535-3c88a644c387" providerId="AD" clId="Web-{54C0891C-91D4-9248-D164-D2EDDCD15142}" dt="2023-06-15T15:12:20.123" v="37"/>
          <pc:sldLayoutMkLst>
            <pc:docMk/>
            <pc:sldMasterMk cId="3955077458" sldId="2147483648"/>
            <pc:sldLayoutMk cId="1960563727" sldId="2147483649"/>
          </pc:sldLayoutMkLst>
        </pc:sldLayoutChg>
        <pc:sldLayoutChg chg="mod">
          <pc:chgData name="Veenis, Sierra" userId="S::sveenis@rti.org::200c9325-9a6d-4db1-8535-3c88a644c387" providerId="AD" clId="Web-{54C0891C-91D4-9248-D164-D2EDDCD15142}" dt="2023-06-15T15:12:20.123" v="37"/>
          <pc:sldLayoutMkLst>
            <pc:docMk/>
            <pc:sldMasterMk cId="3955077458" sldId="2147483648"/>
            <pc:sldLayoutMk cId="866395689" sldId="2147483650"/>
          </pc:sldLayoutMkLst>
        </pc:sldLayoutChg>
        <pc:sldLayoutChg chg="mod">
          <pc:chgData name="Veenis, Sierra" userId="S::sveenis@rti.org::200c9325-9a6d-4db1-8535-3c88a644c387" providerId="AD" clId="Web-{54C0891C-91D4-9248-D164-D2EDDCD15142}" dt="2023-06-15T15:12:20.123" v="37"/>
          <pc:sldLayoutMkLst>
            <pc:docMk/>
            <pc:sldMasterMk cId="3955077458" sldId="2147483648"/>
            <pc:sldLayoutMk cId="6404041" sldId="2147483652"/>
          </pc:sldLayoutMkLst>
        </pc:sldLayoutChg>
        <pc:sldLayoutChg chg="mod">
          <pc:chgData name="Veenis, Sierra" userId="S::sveenis@rti.org::200c9325-9a6d-4db1-8535-3c88a644c387" providerId="AD" clId="Web-{54C0891C-91D4-9248-D164-D2EDDCD15142}" dt="2023-06-15T15:12:20.123" v="37"/>
          <pc:sldLayoutMkLst>
            <pc:docMk/>
            <pc:sldMasterMk cId="3955077458" sldId="2147483648"/>
            <pc:sldLayoutMk cId="2879760363" sldId="2147483654"/>
          </pc:sldLayoutMkLst>
        </pc:sldLayoutChg>
        <pc:sldLayoutChg chg="mod">
          <pc:chgData name="Veenis, Sierra" userId="S::sveenis@rti.org::200c9325-9a6d-4db1-8535-3c88a644c387" providerId="AD" clId="Web-{54C0891C-91D4-9248-D164-D2EDDCD15142}" dt="2023-06-15T15:12:20.123" v="37"/>
          <pc:sldLayoutMkLst>
            <pc:docMk/>
            <pc:sldMasterMk cId="3955077458" sldId="2147483648"/>
            <pc:sldLayoutMk cId="339149044" sldId="2147483656"/>
          </pc:sldLayoutMkLst>
        </pc:sldLayoutChg>
        <pc:sldLayoutChg chg="mod">
          <pc:chgData name="Veenis, Sierra" userId="S::sveenis@rti.org::200c9325-9a6d-4db1-8535-3c88a644c387" providerId="AD" clId="Web-{54C0891C-91D4-9248-D164-D2EDDCD15142}" dt="2023-06-15T15:12:20.123" v="37"/>
          <pc:sldLayoutMkLst>
            <pc:docMk/>
            <pc:sldMasterMk cId="3955077458" sldId="2147483648"/>
            <pc:sldLayoutMk cId="3819197707" sldId="2147483657"/>
          </pc:sldLayoutMkLst>
        </pc:sldLayoutChg>
      </pc:sldMasterChg>
    </pc:docChg>
  </pc:docChgLst>
  <pc:docChgLst>
    <pc:chgData name="Veenis, Sierra" userId="S::sveenis@rti.org::200c9325-9a6d-4db1-8535-3c88a644c387" providerId="AD" clId="Web-{326C0FCC-38A4-535E-11B7-8F34560459BD}"/>
    <pc:docChg chg="modSld">
      <pc:chgData name="Veenis, Sierra" userId="S::sveenis@rti.org::200c9325-9a6d-4db1-8535-3c88a644c387" providerId="AD" clId="Web-{326C0FCC-38A4-535E-11B7-8F34560459BD}" dt="2023-05-31T18:39:39.423" v="9" actId="20577"/>
      <pc:docMkLst>
        <pc:docMk/>
      </pc:docMkLst>
      <pc:sldChg chg="addSp modSp">
        <pc:chgData name="Veenis, Sierra" userId="S::sveenis@rti.org::200c9325-9a6d-4db1-8535-3c88a644c387" providerId="AD" clId="Web-{326C0FCC-38A4-535E-11B7-8F34560459BD}" dt="2023-05-31T18:00:26.690" v="7" actId="1076"/>
        <pc:sldMkLst>
          <pc:docMk/>
          <pc:sldMk cId="1482277026" sldId="256"/>
        </pc:sldMkLst>
        <pc:spChg chg="mod">
          <ac:chgData name="Veenis, Sierra" userId="S::sveenis@rti.org::200c9325-9a6d-4db1-8535-3c88a644c387" providerId="AD" clId="Web-{326C0FCC-38A4-535E-11B7-8F34560459BD}" dt="2023-05-31T18:00:04.548" v="0" actId="1076"/>
          <ac:spMkLst>
            <pc:docMk/>
            <pc:sldMk cId="1482277026" sldId="256"/>
            <ac:spMk id="2" creationId="{BFFCF5BD-F8FF-4A67-A8B6-EBB21E79279B}"/>
          </ac:spMkLst>
        </pc:spChg>
        <pc:spChg chg="add mod">
          <ac:chgData name="Veenis, Sierra" userId="S::sveenis@rti.org::200c9325-9a6d-4db1-8535-3c88a644c387" providerId="AD" clId="Web-{326C0FCC-38A4-535E-11B7-8F34560459BD}" dt="2023-05-31T18:00:26.690" v="7" actId="1076"/>
          <ac:spMkLst>
            <pc:docMk/>
            <pc:sldMk cId="1482277026" sldId="256"/>
            <ac:spMk id="4" creationId="{8A2FFDB0-0AB4-F6F3-7009-B322C00F275D}"/>
          </ac:spMkLst>
        </pc:spChg>
      </pc:sldChg>
      <pc:sldChg chg="modSp">
        <pc:chgData name="Veenis, Sierra" userId="S::sveenis@rti.org::200c9325-9a6d-4db1-8535-3c88a644c387" providerId="AD" clId="Web-{326C0FCC-38A4-535E-11B7-8F34560459BD}" dt="2023-05-31T18:39:39.423" v="9" actId="20577"/>
        <pc:sldMkLst>
          <pc:docMk/>
          <pc:sldMk cId="2772527113" sldId="259"/>
        </pc:sldMkLst>
        <pc:spChg chg="mod">
          <ac:chgData name="Veenis, Sierra" userId="S::sveenis@rti.org::200c9325-9a6d-4db1-8535-3c88a644c387" providerId="AD" clId="Web-{326C0FCC-38A4-535E-11B7-8F34560459BD}" dt="2023-05-31T18:39:39.423" v="9" actId="20577"/>
          <ac:spMkLst>
            <pc:docMk/>
            <pc:sldMk cId="2772527113" sldId="259"/>
            <ac:spMk id="3" creationId="{8CE08C7F-0286-423B-92F7-DEB89F31111A}"/>
          </ac:spMkLst>
        </pc:spChg>
      </pc:sldChg>
    </pc:docChg>
  </pc:docChgLst>
  <pc:docChgLst>
    <pc:chgData name="Veenis, Sierra" userId="S::sveenis@rti.org::200c9325-9a6d-4db1-8535-3c88a644c387" providerId="AD" clId="Web-{E32FBC6B-CC24-6904-CEBE-9AFE47AA31AB}"/>
    <pc:docChg chg="modSld">
      <pc:chgData name="Veenis, Sierra" userId="S::sveenis@rti.org::200c9325-9a6d-4db1-8535-3c88a644c387" providerId="AD" clId="Web-{E32FBC6B-CC24-6904-CEBE-9AFE47AA31AB}" dt="2023-06-15T18:28:05.190" v="2" actId="1076"/>
      <pc:docMkLst>
        <pc:docMk/>
      </pc:docMkLst>
      <pc:sldChg chg="modSp">
        <pc:chgData name="Veenis, Sierra" userId="S::sveenis@rti.org::200c9325-9a6d-4db1-8535-3c88a644c387" providerId="AD" clId="Web-{E32FBC6B-CC24-6904-CEBE-9AFE47AA31AB}" dt="2023-06-15T18:28:05.190" v="2" actId="1076"/>
        <pc:sldMkLst>
          <pc:docMk/>
          <pc:sldMk cId="1482277026" sldId="256"/>
        </pc:sldMkLst>
        <pc:spChg chg="mod">
          <ac:chgData name="Veenis, Sierra" userId="S::sveenis@rti.org::200c9325-9a6d-4db1-8535-3c88a644c387" providerId="AD" clId="Web-{E32FBC6B-CC24-6904-CEBE-9AFE47AA31AB}" dt="2023-06-15T18:28:05.190" v="2" actId="1076"/>
          <ac:spMkLst>
            <pc:docMk/>
            <pc:sldMk cId="1482277026" sldId="256"/>
            <ac:spMk id="4" creationId="{8A2FFDB0-0AB4-F6F3-7009-B322C00F275D}"/>
          </ac:spMkLst>
        </pc:spChg>
      </pc:sldChg>
    </pc:docChg>
  </pc:docChgLst>
  <pc:docChgLst>
    <pc:chgData name="White (she/her), Whitney" userId="65f39021-2f1d-4d8b-87dc-b123826f65bf" providerId="ADAL" clId="{AF060861-29D8-4E07-A6C0-35ED7DF16FD0}"/>
    <pc:docChg chg="modSld">
      <pc:chgData name="White (she/her), Whitney" userId="65f39021-2f1d-4d8b-87dc-b123826f65bf" providerId="ADAL" clId="{AF060861-29D8-4E07-A6C0-35ED7DF16FD0}" dt="2023-08-19T00:25:07.093" v="8" actId="2711"/>
      <pc:docMkLst>
        <pc:docMk/>
      </pc:docMkLst>
      <pc:sldChg chg="modSp mod">
        <pc:chgData name="White (she/her), Whitney" userId="65f39021-2f1d-4d8b-87dc-b123826f65bf" providerId="ADAL" clId="{AF060861-29D8-4E07-A6C0-35ED7DF16FD0}" dt="2023-08-19T00:25:07.093" v="8" actId="2711"/>
        <pc:sldMkLst>
          <pc:docMk/>
          <pc:sldMk cId="1482277026" sldId="256"/>
        </pc:sldMkLst>
        <pc:spChg chg="mod">
          <ac:chgData name="White (she/her), Whitney" userId="65f39021-2f1d-4d8b-87dc-b123826f65bf" providerId="ADAL" clId="{AF060861-29D8-4E07-A6C0-35ED7DF16FD0}" dt="2023-08-19T00:25:07.093" v="8" actId="2711"/>
          <ac:spMkLst>
            <pc:docMk/>
            <pc:sldMk cId="1482277026" sldId="256"/>
            <ac:spMk id="4" creationId="{8A2FFDB0-0AB4-F6F3-7009-B322C00F275D}"/>
          </ac:spMkLst>
        </pc:spChg>
      </pc:sldChg>
    </pc:docChg>
  </pc:docChgLst>
  <pc:docChgLst>
    <pc:chgData name="Mills, Nicole" userId="635ffad0-149b-4734-875d-ab8f60d68deb" providerId="ADAL" clId="{B835721A-3134-4E05-ACFA-8AF3722F79D8}"/>
    <pc:docChg chg="custSel addSld modSld">
      <pc:chgData name="Mills, Nicole" userId="635ffad0-149b-4734-875d-ab8f60d68deb" providerId="ADAL" clId="{B835721A-3134-4E05-ACFA-8AF3722F79D8}" dt="2022-12-02T19:30:39.628" v="41" actId="12"/>
      <pc:docMkLst>
        <pc:docMk/>
      </pc:docMkLst>
      <pc:sldChg chg="modSp mod">
        <pc:chgData name="Mills, Nicole" userId="635ffad0-149b-4734-875d-ab8f60d68deb" providerId="ADAL" clId="{B835721A-3134-4E05-ACFA-8AF3722F79D8}" dt="2022-12-02T19:27:35.216" v="4" actId="1076"/>
        <pc:sldMkLst>
          <pc:docMk/>
          <pc:sldMk cId="1482277026" sldId="256"/>
        </pc:sldMkLst>
        <pc:spChg chg="mod">
          <ac:chgData name="Mills, Nicole" userId="635ffad0-149b-4734-875d-ab8f60d68deb" providerId="ADAL" clId="{B835721A-3134-4E05-ACFA-8AF3722F79D8}" dt="2022-12-02T19:27:35.216" v="4" actId="10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Mills, Nicole" userId="635ffad0-149b-4734-875d-ab8f60d68deb" providerId="ADAL" clId="{B835721A-3134-4E05-ACFA-8AF3722F79D8}" dt="2022-12-02T19:27:12.343" v="1" actId="27636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Mills, Nicole" userId="635ffad0-149b-4734-875d-ab8f60d68deb" providerId="ADAL" clId="{B835721A-3134-4E05-ACFA-8AF3722F79D8}" dt="2022-12-02T19:28:03.501" v="8"/>
        <pc:sldMkLst>
          <pc:docMk/>
          <pc:sldMk cId="4071305681" sldId="258"/>
        </pc:sldMkLst>
        <pc:spChg chg="mod">
          <ac:chgData name="Mills, Nicole" userId="635ffad0-149b-4734-875d-ab8f60d68deb" providerId="ADAL" clId="{B835721A-3134-4E05-ACFA-8AF3722F79D8}" dt="2022-12-02T19:28:03.501" v="8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Mills, Nicole" userId="635ffad0-149b-4734-875d-ab8f60d68deb" providerId="ADAL" clId="{B835721A-3134-4E05-ACFA-8AF3722F79D8}" dt="2022-12-02T19:27:54.079" v="7" actId="12"/>
        <pc:sldMkLst>
          <pc:docMk/>
          <pc:sldMk cId="2772527113" sldId="259"/>
        </pc:sldMkLst>
        <pc:spChg chg="mod">
          <ac:chgData name="Mills, Nicole" userId="635ffad0-149b-4734-875d-ab8f60d68deb" providerId="ADAL" clId="{B835721A-3134-4E05-ACFA-8AF3722F79D8}" dt="2022-12-02T19:27:54.079" v="7" actId="12"/>
          <ac:spMkLst>
            <pc:docMk/>
            <pc:sldMk cId="2772527113" sldId="259"/>
            <ac:spMk id="3" creationId="{8CE08C7F-0286-423B-92F7-DEB89F31111A}"/>
          </ac:spMkLst>
        </pc:spChg>
      </pc:sldChg>
      <pc:sldChg chg="addSp delSp modSp mod">
        <pc:chgData name="Mills, Nicole" userId="635ffad0-149b-4734-875d-ab8f60d68deb" providerId="ADAL" clId="{B835721A-3134-4E05-ACFA-8AF3722F79D8}" dt="2022-12-02T19:28:18.110" v="11"/>
        <pc:sldMkLst>
          <pc:docMk/>
          <pc:sldMk cId="3054216349" sldId="261"/>
        </pc:sldMkLst>
        <pc:spChg chg="add del mod">
          <ac:chgData name="Mills, Nicole" userId="635ffad0-149b-4734-875d-ab8f60d68deb" providerId="ADAL" clId="{B835721A-3134-4E05-ACFA-8AF3722F79D8}" dt="2022-12-02T19:28:17.397" v="10" actId="478"/>
          <ac:spMkLst>
            <pc:docMk/>
            <pc:sldMk cId="3054216349" sldId="261"/>
            <ac:spMk id="5" creationId="{7E50DF1E-FC2E-4972-9B9D-040D3B7C0AAE}"/>
          </ac:spMkLst>
        </pc:spChg>
        <pc:graphicFrameChg chg="del">
          <ac:chgData name="Mills, Nicole" userId="635ffad0-149b-4734-875d-ab8f60d68deb" providerId="ADAL" clId="{B835721A-3134-4E05-ACFA-8AF3722F79D8}" dt="2022-12-02T19:28:15.793" v="9" actId="478"/>
          <ac:graphicFrameMkLst>
            <pc:docMk/>
            <pc:sldMk cId="3054216349" sldId="261"/>
            <ac:graphicFrameMk id="7" creationId="{088BDF80-0BF9-4470-BDD9-977C7BE704B5}"/>
          </ac:graphicFrameMkLst>
        </pc:graphicFrameChg>
        <pc:graphicFrameChg chg="add mod">
          <ac:chgData name="Mills, Nicole" userId="635ffad0-149b-4734-875d-ab8f60d68deb" providerId="ADAL" clId="{B835721A-3134-4E05-ACFA-8AF3722F79D8}" dt="2022-12-02T19:28:18.110" v="11"/>
          <ac:graphicFrameMkLst>
            <pc:docMk/>
            <pc:sldMk cId="3054216349" sldId="261"/>
            <ac:graphicFrameMk id="8" creationId="{AB3F5452-9CD9-4152-A0A3-3FD7672524F5}"/>
          </ac:graphicFrameMkLst>
        </pc:graphicFrameChg>
      </pc:sldChg>
      <pc:sldChg chg="addSp delSp modSp mod">
        <pc:chgData name="Mills, Nicole" userId="635ffad0-149b-4734-875d-ab8f60d68deb" providerId="ADAL" clId="{B835721A-3134-4E05-ACFA-8AF3722F79D8}" dt="2022-12-02T19:28:42.928" v="15"/>
        <pc:sldMkLst>
          <pc:docMk/>
          <pc:sldMk cId="4170921578" sldId="262"/>
        </pc:sldMkLst>
        <pc:spChg chg="mod">
          <ac:chgData name="Mills, Nicole" userId="635ffad0-149b-4734-875d-ab8f60d68deb" providerId="ADAL" clId="{B835721A-3134-4E05-ACFA-8AF3722F79D8}" dt="2022-12-02T19:28:30.890" v="12"/>
          <ac:spMkLst>
            <pc:docMk/>
            <pc:sldMk cId="4170921578" sldId="262"/>
            <ac:spMk id="2" creationId="{A7DAC820-49EE-4F41-8B1F-B9E33FF6BE24}"/>
          </ac:spMkLst>
        </pc:spChg>
        <pc:spChg chg="del">
          <ac:chgData name="Mills, Nicole" userId="635ffad0-149b-4734-875d-ab8f60d68deb" providerId="ADAL" clId="{B835721A-3134-4E05-ACFA-8AF3722F79D8}" dt="2022-12-02T19:28:39.905" v="13" actId="478"/>
          <ac:spMkLst>
            <pc:docMk/>
            <pc:sldMk cId="4170921578" sldId="262"/>
            <ac:spMk id="3" creationId="{79FFCA46-4155-4484-8350-F1E0B95F6088}"/>
          </ac:spMkLst>
        </pc:spChg>
        <pc:spChg chg="add del mod">
          <ac:chgData name="Mills, Nicole" userId="635ffad0-149b-4734-875d-ab8f60d68deb" providerId="ADAL" clId="{B835721A-3134-4E05-ACFA-8AF3722F79D8}" dt="2022-12-02T19:28:42.014" v="14" actId="478"/>
          <ac:spMkLst>
            <pc:docMk/>
            <pc:sldMk cId="4170921578" sldId="262"/>
            <ac:spMk id="6" creationId="{9A27255F-6EFB-4DAB-834A-3684106AAAD7}"/>
          </ac:spMkLst>
        </pc:spChg>
        <pc:graphicFrameChg chg="add mod">
          <ac:chgData name="Mills, Nicole" userId="635ffad0-149b-4734-875d-ab8f60d68deb" providerId="ADAL" clId="{B835721A-3134-4E05-ACFA-8AF3722F79D8}" dt="2022-12-02T19:28:42.928" v="15"/>
          <ac:graphicFrameMkLst>
            <pc:docMk/>
            <pc:sldMk cId="4170921578" sldId="262"/>
            <ac:graphicFrameMk id="7" creationId="{169172DF-D0A3-403D-A1A9-8C0AAFE98BB2}"/>
          </ac:graphicFrameMkLst>
        </pc:graphicFrameChg>
      </pc:sldChg>
      <pc:sldChg chg="addSp delSp modSp mod delAnim modAnim">
        <pc:chgData name="Mills, Nicole" userId="635ffad0-149b-4734-875d-ab8f60d68deb" providerId="ADAL" clId="{B835721A-3134-4E05-ACFA-8AF3722F79D8}" dt="2022-12-02T19:29:04.209" v="19"/>
        <pc:sldMkLst>
          <pc:docMk/>
          <pc:sldMk cId="3493109116" sldId="264"/>
        </pc:sldMkLst>
        <pc:spChg chg="mod">
          <ac:chgData name="Mills, Nicole" userId="635ffad0-149b-4734-875d-ab8f60d68deb" providerId="ADAL" clId="{B835721A-3134-4E05-ACFA-8AF3722F79D8}" dt="2022-12-02T19:28:56.138" v="16"/>
          <ac:spMkLst>
            <pc:docMk/>
            <pc:sldMk cId="3493109116" sldId="264"/>
            <ac:spMk id="2" creationId="{D7836664-70C0-47BA-9BFF-496A04EBBFDE}"/>
          </ac:spMkLst>
        </pc:spChg>
        <pc:spChg chg="add mod">
          <ac:chgData name="Mills, Nicole" userId="635ffad0-149b-4734-875d-ab8f60d68deb" providerId="ADAL" clId="{B835721A-3134-4E05-ACFA-8AF3722F79D8}" dt="2022-12-02T19:29:04.209" v="19"/>
          <ac:spMkLst>
            <pc:docMk/>
            <pc:sldMk cId="3493109116" sldId="264"/>
            <ac:spMk id="6" creationId="{C5C78547-95DE-4E20-954C-7BB34E773041}"/>
          </ac:spMkLst>
        </pc:spChg>
        <pc:spChg chg="del">
          <ac:chgData name="Mills, Nicole" userId="635ffad0-149b-4734-875d-ab8f60d68deb" providerId="ADAL" clId="{B835721A-3134-4E05-ACFA-8AF3722F79D8}" dt="2022-12-02T19:28:59.004" v="18" actId="478"/>
          <ac:spMkLst>
            <pc:docMk/>
            <pc:sldMk cId="3493109116" sldId="264"/>
            <ac:spMk id="7" creationId="{FAB5BBBB-C4E3-41C0-986E-94D73E3BB135}"/>
          </ac:spMkLst>
        </pc:spChg>
        <pc:picChg chg="del">
          <ac:chgData name="Mills, Nicole" userId="635ffad0-149b-4734-875d-ab8f60d68deb" providerId="ADAL" clId="{B835721A-3134-4E05-ACFA-8AF3722F79D8}" dt="2022-12-02T19:28:57.697" v="17" actId="478"/>
          <ac:picMkLst>
            <pc:docMk/>
            <pc:sldMk cId="3493109116" sldId="264"/>
            <ac:picMk id="5" creationId="{C4873A65-FA83-4AE4-93DC-BC14F64F5291}"/>
          </ac:picMkLst>
        </pc:picChg>
      </pc:sldChg>
      <pc:sldChg chg="addSp delSp modSp mod setBg">
        <pc:chgData name="Mills, Nicole" userId="635ffad0-149b-4734-875d-ab8f60d68deb" providerId="ADAL" clId="{B835721A-3134-4E05-ACFA-8AF3722F79D8}" dt="2022-12-02T19:29:22.336" v="25" actId="26606"/>
        <pc:sldMkLst>
          <pc:docMk/>
          <pc:sldMk cId="1917078840" sldId="265"/>
        </pc:sldMkLst>
        <pc:spChg chg="del">
          <ac:chgData name="Mills, Nicole" userId="635ffad0-149b-4734-875d-ab8f60d68deb" providerId="ADAL" clId="{B835721A-3134-4E05-ACFA-8AF3722F79D8}" dt="2022-12-02T19:29:15.855" v="20" actId="478"/>
          <ac:spMkLst>
            <pc:docMk/>
            <pc:sldMk cId="1917078840" sldId="265"/>
            <ac:spMk id="2" creationId="{A7DAC820-49EE-4F41-8B1F-B9E33FF6BE24}"/>
          </ac:spMkLst>
        </pc:spChg>
        <pc:spChg chg="del">
          <ac:chgData name="Mills, Nicole" userId="635ffad0-149b-4734-875d-ab8f60d68deb" providerId="ADAL" clId="{B835721A-3134-4E05-ACFA-8AF3722F79D8}" dt="2022-12-02T19:29:16.943" v="21" actId="478"/>
          <ac:spMkLst>
            <pc:docMk/>
            <pc:sldMk cId="1917078840" sldId="265"/>
            <ac:spMk id="3" creationId="{79FFCA46-4155-4484-8350-F1E0B95F6088}"/>
          </ac:spMkLst>
        </pc:spChg>
        <pc:spChg chg="mod ord">
          <ac:chgData name="Mills, Nicole" userId="635ffad0-149b-4734-875d-ab8f60d68deb" providerId="ADAL" clId="{B835721A-3134-4E05-ACFA-8AF3722F79D8}" dt="2022-12-02T19:29:22.336" v="25" actId="26606"/>
          <ac:spMkLst>
            <pc:docMk/>
            <pc:sldMk cId="1917078840" sldId="265"/>
            <ac:spMk id="4" creationId="{3E0C1FB4-016B-4122-B211-50411DB9BA9F}"/>
          </ac:spMkLst>
        </pc:spChg>
        <pc:spChg chg="add del mod">
          <ac:chgData name="Mills, Nicole" userId="635ffad0-149b-4734-875d-ab8f60d68deb" providerId="ADAL" clId="{B835721A-3134-4E05-ACFA-8AF3722F79D8}" dt="2022-12-02T19:29:18.108" v="22" actId="478"/>
          <ac:spMkLst>
            <pc:docMk/>
            <pc:sldMk cId="1917078840" sldId="265"/>
            <ac:spMk id="6" creationId="{706D7709-E3CD-4FC0-9766-DE21EAF664E7}"/>
          </ac:spMkLst>
        </pc:spChg>
        <pc:spChg chg="add del mod">
          <ac:chgData name="Mills, Nicole" userId="635ffad0-149b-4734-875d-ab8f60d68deb" providerId="ADAL" clId="{B835721A-3134-4E05-ACFA-8AF3722F79D8}" dt="2022-12-02T19:29:19.012" v="23" actId="478"/>
          <ac:spMkLst>
            <pc:docMk/>
            <pc:sldMk cId="1917078840" sldId="265"/>
            <ac:spMk id="8" creationId="{A3E6D0CC-0F4B-4A69-9C26-A11DD1D66065}"/>
          </ac:spMkLst>
        </pc:spChg>
        <pc:picChg chg="add mod">
          <ac:chgData name="Mills, Nicole" userId="635ffad0-149b-4734-875d-ab8f60d68deb" providerId="ADAL" clId="{B835721A-3134-4E05-ACFA-8AF3722F79D8}" dt="2022-12-02T19:29:19.931" v="24"/>
          <ac:picMkLst>
            <pc:docMk/>
            <pc:sldMk cId="1917078840" sldId="265"/>
            <ac:picMk id="9" creationId="{3DD5F28C-87F3-4360-AB9C-32F2828A4509}"/>
          </ac:picMkLst>
        </pc:picChg>
      </pc:sldChg>
      <pc:sldChg chg="modSp mod">
        <pc:chgData name="Mills, Nicole" userId="635ffad0-149b-4734-875d-ab8f60d68deb" providerId="ADAL" clId="{B835721A-3134-4E05-ACFA-8AF3722F79D8}" dt="2022-12-02T19:30:39.628" v="41" actId="12"/>
        <pc:sldMkLst>
          <pc:docMk/>
          <pc:sldMk cId="1936015983" sldId="266"/>
        </pc:sldMkLst>
        <pc:spChg chg="mod">
          <ac:chgData name="Mills, Nicole" userId="635ffad0-149b-4734-875d-ab8f60d68deb" providerId="ADAL" clId="{B835721A-3134-4E05-ACFA-8AF3722F79D8}" dt="2022-12-02T19:30:39.628" v="41" actId="12"/>
          <ac:spMkLst>
            <pc:docMk/>
            <pc:sldMk cId="1936015983" sldId="266"/>
            <ac:spMk id="3" creationId="{49F2A5AF-3C0B-4968-A438-E435325199EA}"/>
          </ac:spMkLst>
        </pc:spChg>
      </pc:sldChg>
      <pc:sldChg chg="addSp delSp modSp add mod">
        <pc:chgData name="Mills, Nicole" userId="635ffad0-149b-4734-875d-ab8f60d68deb" providerId="ADAL" clId="{B835721A-3134-4E05-ACFA-8AF3722F79D8}" dt="2022-12-02T19:29:36.378" v="29" actId="26606"/>
        <pc:sldMkLst>
          <pc:docMk/>
          <pc:sldMk cId="3592994809" sldId="267"/>
        </pc:sldMkLst>
        <pc:spChg chg="ord">
          <ac:chgData name="Mills, Nicole" userId="635ffad0-149b-4734-875d-ab8f60d68deb" providerId="ADAL" clId="{B835721A-3134-4E05-ACFA-8AF3722F79D8}" dt="2022-12-02T19:29:36.378" v="29" actId="26606"/>
          <ac:spMkLst>
            <pc:docMk/>
            <pc:sldMk cId="3592994809" sldId="267"/>
            <ac:spMk id="4" creationId="{3E0C1FB4-016B-4122-B211-50411DB9BA9F}"/>
          </ac:spMkLst>
        </pc:spChg>
        <pc:picChg chg="add mod">
          <ac:chgData name="Mills, Nicole" userId="635ffad0-149b-4734-875d-ab8f60d68deb" providerId="ADAL" clId="{B835721A-3134-4E05-ACFA-8AF3722F79D8}" dt="2022-12-02T19:29:34.483" v="28"/>
          <ac:picMkLst>
            <pc:docMk/>
            <pc:sldMk cId="3592994809" sldId="267"/>
            <ac:picMk id="5" creationId="{97545157-73A4-4098-97F7-3BCCAE683190}"/>
          </ac:picMkLst>
        </pc:picChg>
        <pc:picChg chg="del">
          <ac:chgData name="Mills, Nicole" userId="635ffad0-149b-4734-875d-ab8f60d68deb" providerId="ADAL" clId="{B835721A-3134-4E05-ACFA-8AF3722F79D8}" dt="2022-12-02T19:29:28.745" v="27" actId="478"/>
          <ac:picMkLst>
            <pc:docMk/>
            <pc:sldMk cId="3592994809" sldId="267"/>
            <ac:picMk id="9" creationId="{3DD5F28C-87F3-4360-AB9C-32F2828A4509}"/>
          </ac:picMkLst>
        </pc:picChg>
      </pc:sldChg>
      <pc:sldChg chg="addSp delSp modSp add mod">
        <pc:chgData name="Mills, Nicole" userId="635ffad0-149b-4734-875d-ab8f60d68deb" providerId="ADAL" clId="{B835721A-3134-4E05-ACFA-8AF3722F79D8}" dt="2022-12-02T19:29:52.233" v="33" actId="26606"/>
        <pc:sldMkLst>
          <pc:docMk/>
          <pc:sldMk cId="1486422056" sldId="268"/>
        </pc:sldMkLst>
        <pc:spChg chg="ord">
          <ac:chgData name="Mills, Nicole" userId="635ffad0-149b-4734-875d-ab8f60d68deb" providerId="ADAL" clId="{B835721A-3134-4E05-ACFA-8AF3722F79D8}" dt="2022-12-02T19:29:52.233" v="33" actId="26606"/>
          <ac:spMkLst>
            <pc:docMk/>
            <pc:sldMk cId="1486422056" sldId="268"/>
            <ac:spMk id="4" creationId="{3E0C1FB4-016B-4122-B211-50411DB9BA9F}"/>
          </ac:spMkLst>
        </pc:spChg>
        <pc:picChg chg="del">
          <ac:chgData name="Mills, Nicole" userId="635ffad0-149b-4734-875d-ab8f60d68deb" providerId="ADAL" clId="{B835721A-3134-4E05-ACFA-8AF3722F79D8}" dt="2022-12-02T19:29:41.853" v="31" actId="478"/>
          <ac:picMkLst>
            <pc:docMk/>
            <pc:sldMk cId="1486422056" sldId="268"/>
            <ac:picMk id="5" creationId="{97545157-73A4-4098-97F7-3BCCAE683190}"/>
          </ac:picMkLst>
        </pc:picChg>
        <pc:picChg chg="add mod">
          <ac:chgData name="Mills, Nicole" userId="635ffad0-149b-4734-875d-ab8f60d68deb" providerId="ADAL" clId="{B835721A-3134-4E05-ACFA-8AF3722F79D8}" dt="2022-12-02T19:29:48.985" v="32"/>
          <ac:picMkLst>
            <pc:docMk/>
            <pc:sldMk cId="1486422056" sldId="268"/>
            <ac:picMk id="6" creationId="{DC6C735C-2F7B-49B8-A9DF-6AE758D345EB}"/>
          </ac:picMkLst>
        </pc:picChg>
      </pc:sldChg>
      <pc:sldChg chg="addSp modSp add mod">
        <pc:chgData name="Mills, Nicole" userId="635ffad0-149b-4734-875d-ab8f60d68deb" providerId="ADAL" clId="{B835721A-3134-4E05-ACFA-8AF3722F79D8}" dt="2022-12-02T19:30:21.487" v="39" actId="1076"/>
        <pc:sldMkLst>
          <pc:docMk/>
          <pc:sldMk cId="1802586923" sldId="269"/>
        </pc:sldMkLst>
        <pc:picChg chg="add mod">
          <ac:chgData name="Mills, Nicole" userId="635ffad0-149b-4734-875d-ab8f60d68deb" providerId="ADAL" clId="{B835721A-3134-4E05-ACFA-8AF3722F79D8}" dt="2022-12-02T19:30:13.882" v="38"/>
          <ac:picMkLst>
            <pc:docMk/>
            <pc:sldMk cId="1802586923" sldId="269"/>
            <ac:picMk id="5" creationId="{BEC2DC90-C143-4F99-B3CC-FF6277AAEDF6}"/>
          </ac:picMkLst>
        </pc:picChg>
        <pc:picChg chg="mod">
          <ac:chgData name="Mills, Nicole" userId="635ffad0-149b-4734-875d-ab8f60d68deb" providerId="ADAL" clId="{B835721A-3134-4E05-ACFA-8AF3722F79D8}" dt="2022-12-02T19:30:21.487" v="39" actId="1076"/>
          <ac:picMkLst>
            <pc:docMk/>
            <pc:sldMk cId="1802586923" sldId="269"/>
            <ac:picMk id="6" creationId="{DC6C735C-2F7B-49B8-A9DF-6AE758D345E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8/18/2023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8/18/2023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8/18/2023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8/18/2023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8/18/2023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8/18/2023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8/18/2023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-nc-sa/4.0/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-nc-sa/4.0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-nc-sa/4.0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-sa/4.0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585" y="5996644"/>
            <a:ext cx="9144000" cy="370300"/>
          </a:xfrm>
        </p:spPr>
        <p:txBody>
          <a:bodyPr>
            <a:normAutofit fontScale="90000"/>
          </a:bodyPr>
          <a:lstStyle/>
          <a:p>
            <a:pPr algn="l"/>
            <a:r>
              <a:rPr lang="en-US" sz="1800" dirty="0"/>
              <a:t>Practicum| Unit 3: Research-Based Instructional Strategies (RBIS) Reading Language Arts (RLA)| Lesson 3.01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 fontScale="92500" lnSpcReduction="10000"/>
          </a:bodyPr>
          <a:lstStyle/>
          <a:p>
            <a:r>
              <a:rPr lang="en-US" sz="6000" dirty="0"/>
              <a:t>Intro to RBIS for Reading Language Arts &amp; the Science of Reading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2FFDB0-0AB4-F6F3-7009-B322C00F275D}"/>
              </a:ext>
            </a:extLst>
          </p:cNvPr>
          <p:cNvSpPr txBox="1"/>
          <p:nvPr/>
        </p:nvSpPr>
        <p:spPr>
          <a:xfrm>
            <a:off x="109585" y="6366944"/>
            <a:ext cx="998883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rgbClr val="464646"/>
                </a:solidFill>
                <a:latin typeface="+mj-lt"/>
                <a:cs typeface="Calibri"/>
              </a:rPr>
              <a:t>This work is licensed under a </a:t>
            </a:r>
            <a:r>
              <a:rPr lang="en-US" sz="1600" dirty="0">
                <a:solidFill>
                  <a:srgbClr val="0070C0"/>
                </a:solidFill>
                <a:latin typeface="+mj-lt"/>
                <a:cs typeface="Calibri"/>
                <a:hlinkClick r:id="rId2"/>
              </a:rPr>
              <a:t>Creative Commons Attribution-Noncommercial-Share Alike 4.0 International License</a:t>
            </a:r>
            <a:r>
              <a:rPr lang="en-US" sz="1600" dirty="0">
                <a:solidFill>
                  <a:srgbClr val="0070C0"/>
                </a:solidFill>
                <a:latin typeface="+mj-lt"/>
                <a:cs typeface="Calibri"/>
              </a:rPr>
              <a:t>.</a:t>
            </a:r>
            <a:endParaRPr lang="en-US" sz="3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TEKS 6A, 6D, 6F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will…</a:t>
            </a:r>
          </a:p>
          <a:p>
            <a:r>
              <a:rPr lang="en-US" dirty="0"/>
              <a:t>Describe the relationship between research-based practices and student achievement in reading and language arts</a:t>
            </a:r>
          </a:p>
          <a:p>
            <a:r>
              <a:rPr lang="en-US" dirty="0"/>
              <a:t>Use the simple view of reading to describe the relationship between decoding, language comprehension, and reading comprehension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4500" y="6442075"/>
            <a:ext cx="2743200" cy="365125"/>
          </a:xfrm>
        </p:spPr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0670092-F529-A89C-C064-CAE054810412}"/>
              </a:ext>
            </a:extLst>
          </p:cNvPr>
          <p:cNvSpPr txBox="1">
            <a:spLocks/>
          </p:cNvSpPr>
          <p:nvPr/>
        </p:nvSpPr>
        <p:spPr>
          <a:xfrm>
            <a:off x="81010" y="6482419"/>
            <a:ext cx="11353800" cy="303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900" dirty="0"/>
              <a:t>Practicum| Unit 3: Research-Based Instructional Strategies (RBIS) Reading Language Arts (RLA)| Lesson 3.01 |</a:t>
            </a:r>
            <a:r>
              <a:rPr lang="en-US" sz="900" dirty="0">
                <a:solidFill>
                  <a:srgbClr val="464646"/>
                </a:solidFill>
                <a:latin typeface="Calibri Light"/>
                <a:cs typeface="Calibri"/>
              </a:rPr>
              <a:t>This work is licensed under a </a:t>
            </a:r>
            <a:r>
              <a:rPr lang="en-US" sz="900" dirty="0">
                <a:solidFill>
                  <a:srgbClr val="0070C0"/>
                </a:solidFill>
                <a:latin typeface="Calibri Light"/>
                <a:cs typeface="Calibri"/>
                <a:hlinkClick r:id="rId2"/>
              </a:rPr>
              <a:t>Creative Commons Attribution-Noncommercial-Share Alike 4.0 International License</a:t>
            </a:r>
            <a:r>
              <a:rPr lang="en-US" sz="900" dirty="0">
                <a:solidFill>
                  <a:srgbClr val="0070C0"/>
                </a:solidFill>
                <a:latin typeface="Calibri Light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Complete the Anticipation Guide to self-assess your knowledge and understanding of foundational literacy skills.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4975" y="6442075"/>
            <a:ext cx="2743200" cy="365125"/>
          </a:xfrm>
        </p:spPr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767DAEF-0688-11A1-A2EE-A94E5A53F5F1}"/>
              </a:ext>
            </a:extLst>
          </p:cNvPr>
          <p:cNvSpPr txBox="1">
            <a:spLocks/>
          </p:cNvSpPr>
          <p:nvPr/>
        </p:nvSpPr>
        <p:spPr>
          <a:xfrm>
            <a:off x="81010" y="6482419"/>
            <a:ext cx="11353800" cy="303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900" dirty="0"/>
              <a:t>Practicum| Unit 3: Research-Based Instructional Strategies (RBIS) Reading Language Arts (RLA)| Lesson 3.01 |</a:t>
            </a:r>
            <a:r>
              <a:rPr lang="en-US" sz="900" dirty="0">
                <a:solidFill>
                  <a:srgbClr val="464646"/>
                </a:solidFill>
                <a:latin typeface="Calibri Light"/>
                <a:cs typeface="Calibri"/>
              </a:rPr>
              <a:t>This work is licensed under a </a:t>
            </a:r>
            <a:r>
              <a:rPr lang="en-US" sz="900" dirty="0">
                <a:solidFill>
                  <a:srgbClr val="0070C0"/>
                </a:solidFill>
                <a:latin typeface="Calibri Light"/>
                <a:cs typeface="Calibri"/>
                <a:hlinkClick r:id="rId2"/>
              </a:rPr>
              <a:t>Creative Commons Attribution-Noncommercial-Share Alike 4.0 International License</a:t>
            </a:r>
            <a:r>
              <a:rPr lang="en-US" sz="900" dirty="0">
                <a:solidFill>
                  <a:srgbClr val="0070C0"/>
                </a:solidFill>
                <a:latin typeface="Calibri Light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4975" y="6442075"/>
            <a:ext cx="2743200" cy="365125"/>
          </a:xfrm>
        </p:spPr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AB3F5452-9CD9-4152-A0A3-3FD7672524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9045315"/>
              </p:ext>
            </p:extLst>
          </p:nvPr>
        </p:nvGraphicFramePr>
        <p:xfrm>
          <a:off x="523875" y="1391573"/>
          <a:ext cx="10286995" cy="50245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8407">
                  <a:extLst>
                    <a:ext uri="{9D8B030D-6E8A-4147-A177-3AD203B41FA5}">
                      <a16:colId xmlns:a16="http://schemas.microsoft.com/office/drawing/2014/main" val="932298807"/>
                    </a:ext>
                  </a:extLst>
                </a:gridCol>
                <a:gridCol w="7788588">
                  <a:extLst>
                    <a:ext uri="{9D8B030D-6E8A-4147-A177-3AD203B41FA5}">
                      <a16:colId xmlns:a16="http://schemas.microsoft.com/office/drawing/2014/main" val="3150424584"/>
                    </a:ext>
                  </a:extLst>
                </a:gridCol>
              </a:tblGrid>
              <a:tr h="421404">
                <a:tc>
                  <a:txBody>
                    <a:bodyPr/>
                    <a:lstStyle/>
                    <a:p>
                      <a:r>
                        <a:rPr lang="en-US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630756"/>
                  </a:ext>
                </a:extLst>
              </a:tr>
              <a:tr h="692719">
                <a:tc>
                  <a:txBody>
                    <a:bodyPr/>
                    <a:lstStyle/>
                    <a:p>
                      <a:pPr marL="0" marR="0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dirty="0">
                          <a:effectLst/>
                          <a:latin typeface="Calibri"/>
                          <a:ea typeface="Calibri" panose="020F0502020204030204" pitchFamily="34" charset="0"/>
                          <a:cs typeface="Arial"/>
                        </a:rPr>
                        <a:t>Research-Based Instructional Strategies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dirty="0">
                          <a:effectLst/>
                          <a:latin typeface="Calibri"/>
                          <a:ea typeface="Calibri" panose="020F0502020204030204" pitchFamily="34" charset="0"/>
                          <a:cs typeface="Arial"/>
                        </a:rPr>
                        <a:t>A set of practices supported by research that should be present in classrooms, regardless of instructional materials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54092349"/>
                  </a:ext>
                </a:extLst>
              </a:tr>
              <a:tr h="421404">
                <a:tc>
                  <a:txBody>
                    <a:bodyPr/>
                    <a:lstStyle/>
                    <a:p>
                      <a:pPr marL="0" marR="0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dirty="0">
                          <a:effectLst/>
                          <a:latin typeface="Calibri"/>
                          <a:ea typeface="Calibri" panose="020F0502020204030204" pitchFamily="34" charset="0"/>
                          <a:cs typeface="Arial"/>
                        </a:rPr>
                        <a:t>Foundational Skills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 set of skills a student must master to become a skilled reader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12220632"/>
                  </a:ext>
                </a:extLst>
              </a:tr>
              <a:tr h="421404">
                <a:tc>
                  <a:txBody>
                    <a:bodyPr/>
                    <a:lstStyle/>
                    <a:p>
                      <a:pPr marL="0" marR="0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dirty="0">
                          <a:effectLst/>
                          <a:latin typeface="Calibri"/>
                          <a:ea typeface="Calibri" panose="020F0502020204030204" pitchFamily="34" charset="0"/>
                          <a:cs typeface="Arial"/>
                        </a:rPr>
                        <a:t>Science of Reading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dirty="0">
                          <a:effectLst/>
                          <a:latin typeface="Calibri"/>
                          <a:ea typeface="Calibri" panose="020F0502020204030204" pitchFamily="34" charset="0"/>
                          <a:cs typeface="Arial"/>
                        </a:rPr>
                        <a:t>Settled science about how people learn to read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85746016"/>
                  </a:ext>
                </a:extLst>
              </a:tr>
              <a:tr h="421404">
                <a:tc>
                  <a:txBody>
                    <a:bodyPr/>
                    <a:lstStyle/>
                    <a:p>
                      <a:pPr marL="0" marR="0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dirty="0">
                          <a:effectLst/>
                          <a:latin typeface="Calibri"/>
                          <a:ea typeface="Calibri" panose="020F0502020204030204" pitchFamily="34" charset="0"/>
                          <a:cs typeface="Arial"/>
                        </a:rPr>
                        <a:t>Structured Literacy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dirty="0">
                          <a:effectLst/>
                          <a:latin typeface="Calibri"/>
                          <a:ea typeface="Calibri" panose="020F0502020204030204" pitchFamily="34" charset="0"/>
                          <a:cs typeface="Arial"/>
                        </a:rPr>
                        <a:t>Evidence-based practices for teaching foundational literacy skills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04851288"/>
                  </a:ext>
                </a:extLst>
              </a:tr>
              <a:tr h="1039079">
                <a:tc>
                  <a:txBody>
                    <a:bodyPr/>
                    <a:lstStyle/>
                    <a:p>
                      <a:pPr marL="0" marR="0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dirty="0">
                          <a:effectLst/>
                          <a:latin typeface="Calibri"/>
                          <a:ea typeface="Calibri" panose="020F0502020204030204" pitchFamily="34" charset="0"/>
                          <a:cs typeface="Arial"/>
                        </a:rPr>
                        <a:t>Simple View of Reading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dirty="0">
                          <a:effectLst/>
                          <a:latin typeface="Calibri"/>
                          <a:ea typeface="Calibri" panose="020F0502020204030204" pitchFamily="34" charset="0"/>
                          <a:cs typeface="Arial"/>
                        </a:rPr>
                        <a:t>A formula demonstrating that to be a skilled reader, a learner must master two basic concepts: word recognition (decoding) and language compression (listening comprehension)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65006928"/>
                  </a:ext>
                </a:extLst>
              </a:tr>
              <a:tr h="692719">
                <a:tc>
                  <a:txBody>
                    <a:bodyPr/>
                    <a:lstStyle/>
                    <a:p>
                      <a:pPr marL="0" marR="0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dirty="0">
                          <a:effectLst/>
                          <a:latin typeface="Calibri"/>
                          <a:ea typeface="Calibri" panose="020F0502020204030204" pitchFamily="34" charset="0"/>
                          <a:cs typeface="Arial"/>
                        </a:rPr>
                        <a:t>Word Recognition (Decoding)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dirty="0">
                          <a:effectLst/>
                          <a:latin typeface="Calibri"/>
                          <a:ea typeface="Calibri" panose="020F0502020204030204" pitchFamily="34" charset="0"/>
                          <a:cs typeface="Arial"/>
                        </a:rPr>
                        <a:t>Ability to apply sound-symbol relationships to read words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10524553"/>
                  </a:ext>
                </a:extLst>
              </a:tr>
              <a:tr h="692719">
                <a:tc>
                  <a:txBody>
                    <a:bodyPr/>
                    <a:lstStyle/>
                    <a:p>
                      <a:pPr marL="0" marR="0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dirty="0">
                          <a:effectLst/>
                          <a:latin typeface="Calibri"/>
                          <a:ea typeface="Calibri" panose="020F0502020204030204" pitchFamily="34" charset="0"/>
                          <a:cs typeface="Arial"/>
                        </a:rPr>
                        <a:t>Language Comprehension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Ability to understand spoken words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61790371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2D595098-AEE3-0A02-A4AF-EF7271A003E7}"/>
              </a:ext>
            </a:extLst>
          </p:cNvPr>
          <p:cNvSpPr txBox="1">
            <a:spLocks/>
          </p:cNvSpPr>
          <p:nvPr/>
        </p:nvSpPr>
        <p:spPr>
          <a:xfrm>
            <a:off x="81010" y="6482419"/>
            <a:ext cx="11353800" cy="303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900" dirty="0"/>
              <a:t>Practicum| Unit 3: Research-Based Instructional Strategies (RBIS) Reading Language Arts (RLA)| Lesson 3.01 |</a:t>
            </a:r>
            <a:r>
              <a:rPr lang="en-US" sz="900" dirty="0">
                <a:solidFill>
                  <a:srgbClr val="464646"/>
                </a:solidFill>
                <a:latin typeface="Calibri Light"/>
                <a:cs typeface="Calibri"/>
              </a:rPr>
              <a:t>This work is licensed under a </a:t>
            </a:r>
            <a:r>
              <a:rPr lang="en-US" sz="900" dirty="0">
                <a:solidFill>
                  <a:srgbClr val="0070C0"/>
                </a:solidFill>
                <a:latin typeface="Calibri Light"/>
                <a:cs typeface="Calibri"/>
                <a:hlinkClick r:id="rId2"/>
              </a:rPr>
              <a:t>Creative Commons Attribution-Noncommercial-Share Alike 4.0 International License</a:t>
            </a:r>
            <a:r>
              <a:rPr lang="en-US" sz="900" dirty="0">
                <a:solidFill>
                  <a:srgbClr val="0070C0"/>
                </a:solidFill>
                <a:latin typeface="Calibri Light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5421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AC820-49EE-4F41-8B1F-B9E33FF6B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049338"/>
          </a:xfrm>
        </p:spPr>
        <p:txBody>
          <a:bodyPr/>
          <a:lstStyle/>
          <a:p>
            <a:r>
              <a:rPr lang="en-US" dirty="0"/>
              <a:t>Research-Based Instructional Strategies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C1FB4-016B-4122-B211-50411DB9B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53550" y="6442075"/>
            <a:ext cx="2743200" cy="365125"/>
          </a:xfrm>
        </p:spPr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169172DF-D0A3-403D-A1A9-8C0AAFE98B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4497920"/>
              </p:ext>
            </p:extLst>
          </p:nvPr>
        </p:nvGraphicFramePr>
        <p:xfrm>
          <a:off x="542925" y="1347121"/>
          <a:ext cx="10182223" cy="48689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9700">
                  <a:extLst>
                    <a:ext uri="{9D8B030D-6E8A-4147-A177-3AD203B41FA5}">
                      <a16:colId xmlns:a16="http://schemas.microsoft.com/office/drawing/2014/main" val="2196352830"/>
                    </a:ext>
                  </a:extLst>
                </a:gridCol>
                <a:gridCol w="4962523">
                  <a:extLst>
                    <a:ext uri="{9D8B030D-6E8A-4147-A177-3AD203B41FA5}">
                      <a16:colId xmlns:a16="http://schemas.microsoft.com/office/drawing/2014/main" val="1591217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RBIS are…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RBIS are not…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8495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  <a:tabLst>
                          <a:tab pos="1152525" algn="l"/>
                        </a:tabLs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 set of research-based practices that highlights misconceptions common in the 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Topics that are commonly agreed upon (e.g., materials should be aligned to the standards)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72484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  <a:tabLst>
                          <a:tab pos="1152525" algn="l"/>
                        </a:tabLs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Topics that require conceptual or philosophical shifts in approach to instruction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Topics not related to curriculum and instructional materials (e.g., classroom management best practices)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8391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  <a:tabLst>
                          <a:tab pos="1152525" algn="l"/>
                        </a:tabLs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 set of practices that are supported by research and should be present in classrooms, regardless of instructional materials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377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 set of practices that relate directly to the design of instructional materials AND/OR the approach required to implement them 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876737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685672C6-A480-DF10-53E8-226DE0C72350}"/>
              </a:ext>
            </a:extLst>
          </p:cNvPr>
          <p:cNvSpPr txBox="1">
            <a:spLocks/>
          </p:cNvSpPr>
          <p:nvPr/>
        </p:nvSpPr>
        <p:spPr>
          <a:xfrm>
            <a:off x="81010" y="6482419"/>
            <a:ext cx="11353800" cy="303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900" dirty="0"/>
              <a:t>Practicum| Unit 3: Research-Based Instructional Strategies (RBIS) Reading Language Arts (RLA)| Lesson 3.01 |</a:t>
            </a:r>
            <a:r>
              <a:rPr lang="en-US" sz="900" dirty="0">
                <a:solidFill>
                  <a:srgbClr val="464646"/>
                </a:solidFill>
                <a:latin typeface="Calibri Light"/>
                <a:cs typeface="Calibri"/>
              </a:rPr>
              <a:t>This work is licensed under a </a:t>
            </a:r>
            <a:r>
              <a:rPr lang="en-US" sz="900" dirty="0">
                <a:solidFill>
                  <a:srgbClr val="0070C0"/>
                </a:solidFill>
                <a:latin typeface="Calibri Light"/>
                <a:cs typeface="Calibri"/>
                <a:hlinkClick r:id="rId2"/>
              </a:rPr>
              <a:t>Creative Commons Attribution-Noncommercial-Share Alike 4.0 International License</a:t>
            </a:r>
            <a:r>
              <a:rPr lang="en-US" sz="900" dirty="0">
                <a:solidFill>
                  <a:srgbClr val="0070C0"/>
                </a:solidFill>
                <a:latin typeface="Calibri Light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70921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117269"/>
            <a:ext cx="10515600" cy="1325563"/>
          </a:xfrm>
        </p:spPr>
        <p:txBody>
          <a:bodyPr/>
          <a:lstStyle/>
          <a:p>
            <a:r>
              <a:rPr lang="en-US" dirty="0"/>
              <a:t>Content-Specific Practices for Reading Language Arts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4500" y="6442075"/>
            <a:ext cx="2743200" cy="365125"/>
          </a:xfrm>
        </p:spPr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5C78547-95DE-4E20-954C-7BB34E773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Foundational Skills: Explicit, systematic practice with literacy foundational skills</a:t>
            </a:r>
          </a:p>
          <a:p>
            <a:pPr lvl="0"/>
            <a:r>
              <a:rPr lang="en-US" dirty="0"/>
              <a:t>Text Complexity: Regular practice with grade-level, complex text and its academic language</a:t>
            </a:r>
          </a:p>
          <a:p>
            <a:pPr lvl="0"/>
            <a:r>
              <a:rPr lang="en-US" dirty="0"/>
              <a:t>Knowledge Coherence: Building knowledge and vocabulary through text in all content areas</a:t>
            </a:r>
          </a:p>
          <a:p>
            <a:pPr lvl="0"/>
            <a:r>
              <a:rPr lang="en-US" dirty="0"/>
              <a:t>Text-Based Responses: Reading, writing, and speaking grounded in evidence from text, both literary and informational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98469FC-4697-0ED3-2F7C-0E112161D6A4}"/>
              </a:ext>
            </a:extLst>
          </p:cNvPr>
          <p:cNvSpPr txBox="1">
            <a:spLocks/>
          </p:cNvSpPr>
          <p:nvPr/>
        </p:nvSpPr>
        <p:spPr>
          <a:xfrm>
            <a:off x="81010" y="6482419"/>
            <a:ext cx="11353800" cy="303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900" dirty="0"/>
              <a:t>Practicum| Unit 3: Research-Based Instructional Strategies (RBIS) Reading Language Arts (RLA)| Lesson 3.01 |</a:t>
            </a:r>
            <a:r>
              <a:rPr lang="en-US" sz="900" dirty="0">
                <a:solidFill>
                  <a:srgbClr val="464646"/>
                </a:solidFill>
                <a:latin typeface="Calibri Light"/>
                <a:cs typeface="Calibri"/>
              </a:rPr>
              <a:t>This work is licensed under a </a:t>
            </a:r>
            <a:r>
              <a:rPr lang="en-US" sz="900" dirty="0">
                <a:solidFill>
                  <a:srgbClr val="0070C0"/>
                </a:solidFill>
                <a:latin typeface="Calibri Light"/>
                <a:cs typeface="Calibri"/>
                <a:hlinkClick r:id="rId2"/>
              </a:rPr>
              <a:t>Creative Commons Attribution-Noncommercial-Share Alike 4.0 International License</a:t>
            </a:r>
            <a:r>
              <a:rPr lang="en-US" sz="900" dirty="0">
                <a:solidFill>
                  <a:srgbClr val="0070C0"/>
                </a:solidFill>
                <a:latin typeface="Calibri Light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iagram, text&#10;&#10;Description automatically generated">
            <a:extLst>
              <a:ext uri="{FF2B5EF4-FFF2-40B4-BE49-F238E27FC236}">
                <a16:creationId xmlns:a16="http://schemas.microsoft.com/office/drawing/2014/main" id="{3DD5F28C-87F3-4360-AB9C-32F2828A45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454780" y="643466"/>
            <a:ext cx="7282440" cy="5571067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C1FB4-016B-4122-B211-50411DB9B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53550" y="6442075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2D56C8B-F564-4051-AFED-A78F1C6A2F0E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95D1155-CE66-D77F-9080-14D4C1020A41}"/>
              </a:ext>
            </a:extLst>
          </p:cNvPr>
          <p:cNvSpPr txBox="1">
            <a:spLocks/>
          </p:cNvSpPr>
          <p:nvPr/>
        </p:nvSpPr>
        <p:spPr>
          <a:xfrm>
            <a:off x="81010" y="6482419"/>
            <a:ext cx="11353800" cy="303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900" dirty="0"/>
              <a:t>Practicum| Unit 3: Research-Based Instructional Strategies (RBIS) Reading Language Arts (RLA)| Lesson 3.01 |</a:t>
            </a:r>
            <a:r>
              <a:rPr lang="en-US" sz="900" dirty="0">
                <a:solidFill>
                  <a:srgbClr val="464646"/>
                </a:solidFill>
                <a:latin typeface="Calibri Light"/>
                <a:cs typeface="Calibri"/>
              </a:rPr>
              <a:t>This work is licensed under a </a:t>
            </a:r>
            <a:r>
              <a:rPr lang="en-US" sz="900" dirty="0">
                <a:solidFill>
                  <a:srgbClr val="0070C0"/>
                </a:solidFill>
                <a:latin typeface="Calibri Light"/>
                <a:cs typeface="Calibri"/>
                <a:hlinkClick r:id="rId3"/>
              </a:rPr>
              <a:t>Creative Commons Attribution-Noncommercial-Share Alike 4.0 International License</a:t>
            </a:r>
            <a:r>
              <a:rPr lang="en-US" sz="900" dirty="0">
                <a:solidFill>
                  <a:srgbClr val="0070C0"/>
                </a:solidFill>
                <a:latin typeface="Calibri Light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17078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honics and the Science of Reading">
            <a:extLst>
              <a:ext uri="{FF2B5EF4-FFF2-40B4-BE49-F238E27FC236}">
                <a16:creationId xmlns:a16="http://schemas.microsoft.com/office/drawing/2014/main" id="{97545157-73A4-4098-97F7-3BCCAE6831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1643295"/>
            <a:ext cx="10905066" cy="3571409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C1FB4-016B-4122-B211-50411DB9B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3075" y="6442075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2D56C8B-F564-4051-AFED-A78F1C6A2F0E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5656734-1C61-11A8-5BCC-88600A8BAC49}"/>
              </a:ext>
            </a:extLst>
          </p:cNvPr>
          <p:cNvSpPr txBox="1">
            <a:spLocks/>
          </p:cNvSpPr>
          <p:nvPr/>
        </p:nvSpPr>
        <p:spPr>
          <a:xfrm>
            <a:off x="81010" y="6482419"/>
            <a:ext cx="11353800" cy="303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900" dirty="0"/>
              <a:t>Practicum| Unit 3: Research-Based Instructional Strategies (RBIS) Reading Language Arts (RLA)| Lesson 3.01 |</a:t>
            </a:r>
            <a:r>
              <a:rPr lang="en-US" sz="900" dirty="0">
                <a:solidFill>
                  <a:srgbClr val="464646"/>
                </a:solidFill>
                <a:latin typeface="Calibri Light"/>
                <a:cs typeface="Calibri"/>
              </a:rPr>
              <a:t>This work is licensed under a </a:t>
            </a:r>
            <a:r>
              <a:rPr lang="en-US" sz="900" dirty="0">
                <a:solidFill>
                  <a:srgbClr val="0070C0"/>
                </a:solidFill>
                <a:latin typeface="Calibri Light"/>
                <a:cs typeface="Calibri"/>
                <a:hlinkClick r:id="rId3"/>
              </a:rPr>
              <a:t>Creative Commons Attribution-Noncommercial-Share Alike 4.0 International License</a:t>
            </a:r>
            <a:r>
              <a:rPr lang="en-US" sz="900" dirty="0">
                <a:solidFill>
                  <a:srgbClr val="0070C0"/>
                </a:solidFill>
                <a:latin typeface="Calibri Light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92994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DC6C735C-2F7B-49B8-A9DF-6AE758D34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549" y="643466"/>
            <a:ext cx="7096902" cy="557106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C1FB4-016B-4122-B211-50411DB9B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53825" y="6442075"/>
            <a:ext cx="51435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2D56C8B-F564-4051-AFED-A78F1C6A2F0E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6A91AAB-42B1-04CF-71CA-0B6580B99BE1}"/>
              </a:ext>
            </a:extLst>
          </p:cNvPr>
          <p:cNvSpPr txBox="1">
            <a:spLocks/>
          </p:cNvSpPr>
          <p:nvPr/>
        </p:nvSpPr>
        <p:spPr>
          <a:xfrm>
            <a:off x="81010" y="6482419"/>
            <a:ext cx="11353800" cy="303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900" dirty="0"/>
              <a:t>Practicum| Unit 3: Research-Based Instructional Strategies (RBIS) Reading Language Arts (RLA)| Lesson 3.01 |</a:t>
            </a:r>
            <a:r>
              <a:rPr lang="en-US" sz="900" dirty="0">
                <a:solidFill>
                  <a:srgbClr val="464646"/>
                </a:solidFill>
                <a:latin typeface="Calibri Light"/>
                <a:cs typeface="Calibri"/>
              </a:rPr>
              <a:t>This work is licensed under a </a:t>
            </a:r>
            <a:r>
              <a:rPr lang="en-US" sz="900" dirty="0">
                <a:solidFill>
                  <a:srgbClr val="0070C0"/>
                </a:solidFill>
                <a:latin typeface="Calibri Light"/>
                <a:cs typeface="Calibri"/>
                <a:hlinkClick r:id="rId3"/>
              </a:rPr>
              <a:t>Creative Commons Attribution-Noncommercial-Share Alike 4.0 International License</a:t>
            </a:r>
            <a:r>
              <a:rPr lang="en-US" sz="900" dirty="0">
                <a:solidFill>
                  <a:srgbClr val="0070C0"/>
                </a:solidFill>
                <a:latin typeface="Calibri Light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86422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DC6C735C-2F7B-49B8-A9DF-6AE758D34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0357" y="364791"/>
            <a:ext cx="6387445" cy="501414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C1FB4-016B-4122-B211-50411DB9B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2600" y="6442075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2D56C8B-F564-4051-AFED-A78F1C6A2F0E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C2DC90-C143-4F99-B3CC-FF6277AAE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2353" y="5604388"/>
            <a:ext cx="5987292" cy="99990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18EB1D2-705C-1921-6569-23019F72EDC4}"/>
              </a:ext>
            </a:extLst>
          </p:cNvPr>
          <p:cNvSpPr txBox="1">
            <a:spLocks/>
          </p:cNvSpPr>
          <p:nvPr/>
        </p:nvSpPr>
        <p:spPr>
          <a:xfrm>
            <a:off x="81010" y="6482419"/>
            <a:ext cx="11353800" cy="303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900" dirty="0"/>
              <a:t>Practicum| Unit 3: Research-Based Instructional Strategies (RBIS) Reading Language Arts (RLA)| Lesson 3.01 |</a:t>
            </a:r>
            <a:r>
              <a:rPr lang="en-US" sz="900" dirty="0">
                <a:solidFill>
                  <a:srgbClr val="464646"/>
                </a:solidFill>
                <a:latin typeface="Calibri Light"/>
                <a:cs typeface="Calibri"/>
              </a:rPr>
              <a:t>This work is licensed under a </a:t>
            </a:r>
            <a:r>
              <a:rPr lang="en-US" sz="900" dirty="0">
                <a:solidFill>
                  <a:srgbClr val="0070C0"/>
                </a:solidFill>
                <a:latin typeface="Calibri Light"/>
                <a:cs typeface="Calibri"/>
                <a:hlinkClick r:id="rId4"/>
              </a:rPr>
              <a:t>Creative Commons Attribution-Noncommercial-Share Alike 4.0 International License</a:t>
            </a:r>
            <a:r>
              <a:rPr lang="en-US" sz="900" dirty="0">
                <a:solidFill>
                  <a:srgbClr val="0070C0"/>
                </a:solidFill>
                <a:latin typeface="Calibri Light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02586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5440"/>
            <a:ext cx="10515600" cy="4877435"/>
          </a:xfrm>
        </p:spPr>
        <p:txBody>
          <a:bodyPr>
            <a:normAutofit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Answer the following questions:</a:t>
            </a: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Which of the following is an example of a research-based practice?</a:t>
            </a: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What are four research-based practices for RLA?</a:t>
            </a: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Which graphic below correctly shows the Simple View of Reading?</a:t>
            </a: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Why is it important for a student to have strong language comprehension skills and word recognition skills?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2600" y="6442075"/>
            <a:ext cx="2743200" cy="365125"/>
          </a:xfrm>
        </p:spPr>
        <p:txBody>
          <a:bodyPr/>
          <a:lstStyle/>
          <a:p>
            <a:fld id="{E2D56C8B-F564-4051-AFED-A78F1C6A2F0E}" type="slidenum">
              <a:rPr lang="en-US" dirty="0" smtClean="0"/>
              <a:pPr/>
              <a:t>11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494AA6F-2AAE-F1D8-1895-476C059BBC35}"/>
              </a:ext>
            </a:extLst>
          </p:cNvPr>
          <p:cNvSpPr txBox="1">
            <a:spLocks/>
          </p:cNvSpPr>
          <p:nvPr/>
        </p:nvSpPr>
        <p:spPr>
          <a:xfrm>
            <a:off x="81010" y="6482419"/>
            <a:ext cx="11353800" cy="303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900" dirty="0"/>
              <a:t>Practicum| Unit 3: Research-Based Instructional Strategies (RBIS) Reading Language Arts (RLA)| Lesson 3.01 |</a:t>
            </a:r>
            <a:r>
              <a:rPr lang="en-US" sz="900" dirty="0">
                <a:solidFill>
                  <a:srgbClr val="464646"/>
                </a:solidFill>
                <a:latin typeface="Calibri Light"/>
                <a:cs typeface="Calibri"/>
              </a:rPr>
              <a:t>This work is licensed under a </a:t>
            </a:r>
            <a:r>
              <a:rPr lang="en-US" sz="900" dirty="0">
                <a:solidFill>
                  <a:srgbClr val="0070C0"/>
                </a:solidFill>
                <a:latin typeface="Calibri Light"/>
                <a:cs typeface="Calibri"/>
                <a:hlinkClick r:id="rId2"/>
              </a:rPr>
              <a:t>Creative Commons Attribution-Noncommercial-Share Alike 4.0 International License</a:t>
            </a:r>
            <a:r>
              <a:rPr lang="en-US" sz="900" dirty="0">
                <a:solidFill>
                  <a:srgbClr val="0070C0"/>
                </a:solidFill>
                <a:latin typeface="Calibri Light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36015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</TotalTime>
  <Words>803</Words>
  <Application>Microsoft Office PowerPoint</Application>
  <PresentationFormat>Widescreen</PresentationFormat>
  <Paragraphs>68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Symbol</vt:lpstr>
      <vt:lpstr>Office Theme</vt:lpstr>
      <vt:lpstr>Practicum| Unit 3: Research-Based Instructional Strategies (RBIS) Reading Language Arts (RLA)| Lesson 3.01</vt:lpstr>
      <vt:lpstr>TEKS Standards &amp; Objectives</vt:lpstr>
      <vt:lpstr>Bellringer</vt:lpstr>
      <vt:lpstr>Vocabulary</vt:lpstr>
      <vt:lpstr>Research-Based Instructional Strategies</vt:lpstr>
      <vt:lpstr>Content-Specific Practices for Reading Language Arts</vt:lpstr>
      <vt:lpstr>PowerPoint Presentation</vt:lpstr>
      <vt:lpstr>PowerPoint Presentation</vt:lpstr>
      <vt:lpstr>PowerPoint Presentation</vt:lpstr>
      <vt:lpstr>PowerPoint Presentation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3.01: Intro to RBIS for Reading Language Arts &amp; the Science of Reading</dc:title>
  <dc:subject>Lesson 3.01: Intro to RBIS for Reading Language Arts &amp; the Science of Reading</dc:subject>
  <dc:creator>Texas Education Agency</dc:creator>
  <cp:lastModifiedBy>White (she/her), Whitney</cp:lastModifiedBy>
  <cp:revision>51</cp:revision>
  <dcterms:created xsi:type="dcterms:W3CDTF">2022-05-09T19:40:20Z</dcterms:created>
  <dcterms:modified xsi:type="dcterms:W3CDTF">2023-08-19T00:25:08Z</dcterms:modified>
</cp:coreProperties>
</file>
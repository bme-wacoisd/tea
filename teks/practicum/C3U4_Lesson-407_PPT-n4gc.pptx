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9" r:id="rId3"/>
    <p:sldId id="258" r:id="rId4"/>
    <p:sldId id="264" r:id="rId5"/>
    <p:sldId id="263" r:id="rId6"/>
    <p:sldId id="266"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3EA3A9-2940-4A56-A1F9-13A963F3232B}" v="9" dt="2023-08-19T02:51:56.0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3792" autoAdjust="0"/>
  </p:normalViewPr>
  <p:slideViewPr>
    <p:cSldViewPr snapToGrid="0">
      <p:cViewPr varScale="1">
        <p:scale>
          <a:sx n="62" d="100"/>
          <a:sy n="62" d="100"/>
        </p:scale>
        <p:origin x="7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B03EA3A9-2940-4A56-A1F9-13A963F3232B}"/>
    <pc:docChg chg="custSel modSld">
      <pc:chgData name="White (she/her), Whitney" userId="65f39021-2f1d-4d8b-87dc-b123826f65bf" providerId="ADAL" clId="{B03EA3A9-2940-4A56-A1F9-13A963F3232B}" dt="2023-08-19T02:51:56.034" v="21" actId="962"/>
      <pc:docMkLst>
        <pc:docMk/>
      </pc:docMkLst>
      <pc:sldChg chg="addSp modSp mod">
        <pc:chgData name="White (she/her), Whitney" userId="65f39021-2f1d-4d8b-87dc-b123826f65bf" providerId="ADAL" clId="{B03EA3A9-2940-4A56-A1F9-13A963F3232B}" dt="2023-08-19T02:21:46.532" v="3" actId="1076"/>
        <pc:sldMkLst>
          <pc:docMk/>
          <pc:sldMk cId="1482277026" sldId="256"/>
        </pc:sldMkLst>
        <pc:spChg chg="mod">
          <ac:chgData name="White (she/her), Whitney" userId="65f39021-2f1d-4d8b-87dc-b123826f65bf" providerId="ADAL" clId="{B03EA3A9-2940-4A56-A1F9-13A963F3232B}" dt="2023-08-19T02:21:42.225" v="0" actId="1076"/>
          <ac:spMkLst>
            <pc:docMk/>
            <pc:sldMk cId="1482277026" sldId="256"/>
            <ac:spMk id="2" creationId="{BFFCF5BD-F8FF-4A67-A8B6-EBB21E79279B}"/>
          </ac:spMkLst>
        </pc:spChg>
        <pc:spChg chg="mod">
          <ac:chgData name="White (she/her), Whitney" userId="65f39021-2f1d-4d8b-87dc-b123826f65bf" providerId="ADAL" clId="{B03EA3A9-2940-4A56-A1F9-13A963F3232B}" dt="2023-08-19T02:21:43.866" v="2" actId="27636"/>
          <ac:spMkLst>
            <pc:docMk/>
            <pc:sldMk cId="1482277026" sldId="256"/>
            <ac:spMk id="3" creationId="{E0FBD98F-3A67-498E-8174-652040DD7B60}"/>
          </ac:spMkLst>
        </pc:spChg>
        <pc:spChg chg="add mod">
          <ac:chgData name="White (she/her), Whitney" userId="65f39021-2f1d-4d8b-87dc-b123826f65bf" providerId="ADAL" clId="{B03EA3A9-2940-4A56-A1F9-13A963F3232B}" dt="2023-08-19T02:21:46.532" v="3" actId="1076"/>
          <ac:spMkLst>
            <pc:docMk/>
            <pc:sldMk cId="1482277026" sldId="256"/>
            <ac:spMk id="4" creationId="{E1AE6361-39DF-4DB2-AE50-F2DC08B01CA5}"/>
          </ac:spMkLst>
        </pc:spChg>
      </pc:sldChg>
      <pc:sldChg chg="modSp mod">
        <pc:chgData name="White (she/her), Whitney" userId="65f39021-2f1d-4d8b-87dc-b123826f65bf" providerId="ADAL" clId="{B03EA3A9-2940-4A56-A1F9-13A963F3232B}" dt="2023-08-19T02:21:50.412" v="4" actId="20577"/>
        <pc:sldMkLst>
          <pc:docMk/>
          <pc:sldMk cId="2772527113" sldId="259"/>
        </pc:sldMkLst>
        <pc:spChg chg="mod">
          <ac:chgData name="White (she/her), Whitney" userId="65f39021-2f1d-4d8b-87dc-b123826f65bf" providerId="ADAL" clId="{B03EA3A9-2940-4A56-A1F9-13A963F3232B}" dt="2023-08-19T02:21:50.412" v="4" actId="20577"/>
          <ac:spMkLst>
            <pc:docMk/>
            <pc:sldMk cId="2772527113" sldId="259"/>
            <ac:spMk id="3" creationId="{8CE08C7F-0286-423B-92F7-DEB89F31111A}"/>
          </ac:spMkLst>
        </pc:spChg>
      </pc:sldChg>
      <pc:sldChg chg="delSp modSp mod">
        <pc:chgData name="White (she/her), Whitney" userId="65f39021-2f1d-4d8b-87dc-b123826f65bf" providerId="ADAL" clId="{B03EA3A9-2940-4A56-A1F9-13A963F3232B}" dt="2023-08-19T02:51:56.034" v="21" actId="962"/>
        <pc:sldMkLst>
          <pc:docMk/>
          <pc:sldMk cId="2147408764" sldId="260"/>
        </pc:sldMkLst>
        <pc:spChg chg="del">
          <ac:chgData name="White (she/her), Whitney" userId="65f39021-2f1d-4d8b-87dc-b123826f65bf" providerId="ADAL" clId="{B03EA3A9-2940-4A56-A1F9-13A963F3232B}" dt="2023-08-19T02:22:51.109" v="7" actId="21"/>
          <ac:spMkLst>
            <pc:docMk/>
            <pc:sldMk cId="2147408764" sldId="260"/>
            <ac:spMk id="4" creationId="{00210221-3F4A-4187-A674-5BB2A5218FDE}"/>
          </ac:spMkLst>
        </pc:spChg>
        <pc:picChg chg="mod">
          <ac:chgData name="White (she/her), Whitney" userId="65f39021-2f1d-4d8b-87dc-b123826f65bf" providerId="ADAL" clId="{B03EA3A9-2940-4A56-A1F9-13A963F3232B}" dt="2023-08-19T02:51:56.034" v="21" actId="962"/>
          <ac:picMkLst>
            <pc:docMk/>
            <pc:sldMk cId="2147408764" sldId="260"/>
            <ac:picMk id="1031" creationId="{CD02C695-B416-4930-B751-CB46E7204EA0}"/>
          </ac:picMkLst>
        </pc:picChg>
      </pc:sldChg>
      <pc:sldChg chg="modSp mod">
        <pc:chgData name="White (she/her), Whitney" userId="65f39021-2f1d-4d8b-87dc-b123826f65bf" providerId="ADAL" clId="{B03EA3A9-2940-4A56-A1F9-13A963F3232B}" dt="2023-08-19T02:50:01.577" v="11" actId="962"/>
        <pc:sldMkLst>
          <pc:docMk/>
          <pc:sldMk cId="1163931679" sldId="263"/>
        </pc:sldMkLst>
        <pc:picChg chg="mod">
          <ac:chgData name="White (she/her), Whitney" userId="65f39021-2f1d-4d8b-87dc-b123826f65bf" providerId="ADAL" clId="{B03EA3A9-2940-4A56-A1F9-13A963F3232B}" dt="2023-08-19T02:50:01.577" v="11" actId="962"/>
          <ac:picMkLst>
            <pc:docMk/>
            <pc:sldMk cId="1163931679" sldId="263"/>
            <ac:picMk id="7" creationId="{416B7BEA-BE53-4ED7-8C72-389925ADA0C3}"/>
          </ac:picMkLst>
        </pc:picChg>
      </pc:sldChg>
      <pc:sldChg chg="delSp modSp mod">
        <pc:chgData name="White (she/her), Whitney" userId="65f39021-2f1d-4d8b-87dc-b123826f65bf" providerId="ADAL" clId="{B03EA3A9-2940-4A56-A1F9-13A963F3232B}" dt="2023-08-19T02:51:01.758" v="13" actId="962"/>
        <pc:sldMkLst>
          <pc:docMk/>
          <pc:sldMk cId="3366578860" sldId="266"/>
        </pc:sldMkLst>
        <pc:spChg chg="del">
          <ac:chgData name="White (she/her), Whitney" userId="65f39021-2f1d-4d8b-87dc-b123826f65bf" providerId="ADAL" clId="{B03EA3A9-2940-4A56-A1F9-13A963F3232B}" dt="2023-08-19T02:22:11.497" v="5" actId="21"/>
          <ac:spMkLst>
            <pc:docMk/>
            <pc:sldMk cId="3366578860" sldId="266"/>
            <ac:spMk id="4" creationId="{497159D5-CAC3-47F8-8492-7D28C15A3A58}"/>
          </ac:spMkLst>
        </pc:spChg>
        <pc:picChg chg="mod ord">
          <ac:chgData name="White (she/her), Whitney" userId="65f39021-2f1d-4d8b-87dc-b123826f65bf" providerId="ADAL" clId="{B03EA3A9-2940-4A56-A1F9-13A963F3232B}" dt="2023-08-19T02:51:01.758" v="13" actId="962"/>
          <ac:picMkLst>
            <pc:docMk/>
            <pc:sldMk cId="3366578860" sldId="266"/>
            <ac:picMk id="8" creationId="{33CFD5E3-B815-46F8-A369-AF5CF7CDAFED}"/>
          </ac:picMkLst>
        </pc:picChg>
      </pc:sldChg>
    </pc:docChg>
  </pc:docChgLst>
  <pc:docChgLst>
    <pc:chgData name="White, Whitney" userId="65f39021-2f1d-4d8b-87dc-b123826f65bf" providerId="ADAL" clId="{AF78A5FE-F389-4B3D-B9E0-43F597D00737}"/>
    <pc:docChg chg="custSel modSld">
      <pc:chgData name="White, Whitney" userId="65f39021-2f1d-4d8b-87dc-b123826f65bf" providerId="ADAL" clId="{AF78A5FE-F389-4B3D-B9E0-43F597D00737}" dt="2022-08-12T20:53:12.142" v="376"/>
      <pc:docMkLst>
        <pc:docMk/>
      </pc:docMkLst>
      <pc:sldChg chg="modSp mod">
        <pc:chgData name="White, Whitney" userId="65f39021-2f1d-4d8b-87dc-b123826f65bf" providerId="ADAL" clId="{AF78A5FE-F389-4B3D-B9E0-43F597D00737}" dt="2022-08-12T20:51:20.143" v="68" actId="13926"/>
        <pc:sldMkLst>
          <pc:docMk/>
          <pc:sldMk cId="1482277026" sldId="256"/>
        </pc:sldMkLst>
        <pc:spChg chg="mod">
          <ac:chgData name="White, Whitney" userId="65f39021-2f1d-4d8b-87dc-b123826f65bf" providerId="ADAL" clId="{AF78A5FE-F389-4B3D-B9E0-43F597D00737}" dt="2022-08-12T20:51:15.246" v="67" actId="13926"/>
          <ac:spMkLst>
            <pc:docMk/>
            <pc:sldMk cId="1482277026" sldId="256"/>
            <ac:spMk id="2" creationId="{BFFCF5BD-F8FF-4A67-A8B6-EBB21E79279B}"/>
          </ac:spMkLst>
        </pc:spChg>
        <pc:spChg chg="mod">
          <ac:chgData name="White, Whitney" userId="65f39021-2f1d-4d8b-87dc-b123826f65bf" providerId="ADAL" clId="{AF78A5FE-F389-4B3D-B9E0-43F597D00737}" dt="2022-08-12T20:51:20.143" v="68" actId="13926"/>
          <ac:spMkLst>
            <pc:docMk/>
            <pc:sldMk cId="1482277026" sldId="256"/>
            <ac:spMk id="3" creationId="{E0FBD98F-3A67-498E-8174-652040DD7B60}"/>
          </ac:spMkLst>
        </pc:spChg>
      </pc:sldChg>
      <pc:sldChg chg="modSp mod">
        <pc:chgData name="White, Whitney" userId="65f39021-2f1d-4d8b-87dc-b123826f65bf" providerId="ADAL" clId="{AF78A5FE-F389-4B3D-B9E0-43F597D00737}" dt="2022-08-12T20:51:57.663" v="164" actId="13926"/>
        <pc:sldMkLst>
          <pc:docMk/>
          <pc:sldMk cId="4071305681" sldId="258"/>
        </pc:sldMkLst>
        <pc:spChg chg="mod">
          <ac:chgData name="White, Whitney" userId="65f39021-2f1d-4d8b-87dc-b123826f65bf" providerId="ADAL" clId="{AF78A5FE-F389-4B3D-B9E0-43F597D00737}" dt="2022-08-12T20:51:57.663" v="164" actId="13926"/>
          <ac:spMkLst>
            <pc:docMk/>
            <pc:sldMk cId="4071305681" sldId="258"/>
            <ac:spMk id="3" creationId="{392BE286-77A6-49DD-B15D-7E4718D52FE7}"/>
          </ac:spMkLst>
        </pc:spChg>
      </pc:sldChg>
      <pc:sldChg chg="modSp mod">
        <pc:chgData name="White, Whitney" userId="65f39021-2f1d-4d8b-87dc-b123826f65bf" providerId="ADAL" clId="{AF78A5FE-F389-4B3D-B9E0-43F597D00737}" dt="2022-08-12T20:51:50.334" v="140" actId="13926"/>
        <pc:sldMkLst>
          <pc:docMk/>
          <pc:sldMk cId="2772527113" sldId="259"/>
        </pc:sldMkLst>
        <pc:spChg chg="mod">
          <ac:chgData name="White, Whitney" userId="65f39021-2f1d-4d8b-87dc-b123826f65bf" providerId="ADAL" clId="{AF78A5FE-F389-4B3D-B9E0-43F597D00737}" dt="2022-08-12T20:51:50.334" v="140" actId="13926"/>
          <ac:spMkLst>
            <pc:docMk/>
            <pc:sldMk cId="2772527113" sldId="259"/>
            <ac:spMk id="3" creationId="{8CE08C7F-0286-423B-92F7-DEB89F31111A}"/>
          </ac:spMkLst>
        </pc:spChg>
      </pc:sldChg>
      <pc:sldChg chg="modSp mod">
        <pc:chgData name="White, Whitney" userId="65f39021-2f1d-4d8b-87dc-b123826f65bf" providerId="ADAL" clId="{AF78A5FE-F389-4B3D-B9E0-43F597D00737}" dt="2022-08-12T20:53:00.536" v="374" actId="13926"/>
        <pc:sldMkLst>
          <pc:docMk/>
          <pc:sldMk cId="2147408764" sldId="260"/>
        </pc:sldMkLst>
        <pc:spChg chg="mod">
          <ac:chgData name="White, Whitney" userId="65f39021-2f1d-4d8b-87dc-b123826f65bf" providerId="ADAL" clId="{AF78A5FE-F389-4B3D-B9E0-43F597D00737}" dt="2022-08-12T20:53:00.536" v="374" actId="13926"/>
          <ac:spMkLst>
            <pc:docMk/>
            <pc:sldMk cId="2147408764" sldId="260"/>
            <ac:spMk id="3" creationId="{49F2A5AF-3C0B-4968-A438-E435325199EA}"/>
          </ac:spMkLst>
        </pc:spChg>
      </pc:sldChg>
      <pc:sldChg chg="modSp mod">
        <pc:chgData name="White, Whitney" userId="65f39021-2f1d-4d8b-87dc-b123826f65bf" providerId="ADAL" clId="{AF78A5FE-F389-4B3D-B9E0-43F597D00737}" dt="2022-08-12T20:52:31.947" v="289" actId="13926"/>
        <pc:sldMkLst>
          <pc:docMk/>
          <pc:sldMk cId="3054216349" sldId="261"/>
        </pc:sldMkLst>
        <pc:spChg chg="mod">
          <ac:chgData name="White, Whitney" userId="65f39021-2f1d-4d8b-87dc-b123826f65bf" providerId="ADAL" clId="{AF78A5FE-F389-4B3D-B9E0-43F597D00737}" dt="2022-08-12T20:52:31.947" v="289" actId="13926"/>
          <ac:spMkLst>
            <pc:docMk/>
            <pc:sldMk cId="3054216349" sldId="261"/>
            <ac:spMk id="3" creationId="{AE13FDB6-F093-4D9E-B14E-3D7DB894C34C}"/>
          </ac:spMkLst>
        </pc:spChg>
      </pc:sldChg>
      <pc:sldChg chg="modSp mod">
        <pc:chgData name="White, Whitney" userId="65f39021-2f1d-4d8b-87dc-b123826f65bf" providerId="ADAL" clId="{AF78A5FE-F389-4B3D-B9E0-43F597D00737}" dt="2022-08-12T20:53:12.142" v="376"/>
        <pc:sldMkLst>
          <pc:docMk/>
          <pc:sldMk cId="4170921578" sldId="262"/>
        </pc:sldMkLst>
        <pc:spChg chg="mod">
          <ac:chgData name="White, Whitney" userId="65f39021-2f1d-4d8b-87dc-b123826f65bf" providerId="ADAL" clId="{AF78A5FE-F389-4B3D-B9E0-43F597D00737}" dt="2022-08-12T20:53:12.142" v="376"/>
          <ac:spMkLst>
            <pc:docMk/>
            <pc:sldMk cId="4170921578" sldId="262"/>
            <ac:spMk id="2" creationId="{A7DAC820-49EE-4F41-8B1F-B9E33FF6BE24}"/>
          </ac:spMkLst>
        </pc:spChg>
      </pc:sldChg>
      <pc:sldChg chg="modSp mod">
        <pc:chgData name="White, Whitney" userId="65f39021-2f1d-4d8b-87dc-b123826f65bf" providerId="ADAL" clId="{AF78A5FE-F389-4B3D-B9E0-43F597D00737}" dt="2022-08-12T20:53:10.980" v="375"/>
        <pc:sldMkLst>
          <pc:docMk/>
          <pc:sldMk cId="1163931679" sldId="263"/>
        </pc:sldMkLst>
        <pc:spChg chg="mod">
          <ac:chgData name="White, Whitney" userId="65f39021-2f1d-4d8b-87dc-b123826f65bf" providerId="ADAL" clId="{AF78A5FE-F389-4B3D-B9E0-43F597D00737}" dt="2022-08-12T20:53:10.980" v="375"/>
          <ac:spMkLst>
            <pc:docMk/>
            <pc:sldMk cId="1163931679" sldId="263"/>
            <ac:spMk id="2" creationId="{531ECDB3-7F62-4124-A1E9-E48D699D2427}"/>
          </ac:spMkLst>
        </pc:spChg>
      </pc:sldChg>
      <pc:sldChg chg="modSp mod">
        <pc:chgData name="White, Whitney" userId="65f39021-2f1d-4d8b-87dc-b123826f65bf" providerId="ADAL" clId="{AF78A5FE-F389-4B3D-B9E0-43F597D00737}" dt="2022-08-12T20:52:42.719" v="331" actId="13926"/>
        <pc:sldMkLst>
          <pc:docMk/>
          <pc:sldMk cId="3493109116" sldId="264"/>
        </pc:sldMkLst>
        <pc:spChg chg="mod">
          <ac:chgData name="White, Whitney" userId="65f39021-2f1d-4d8b-87dc-b123826f65bf" providerId="ADAL" clId="{AF78A5FE-F389-4B3D-B9E0-43F597D00737}" dt="2022-08-12T20:52:42.719" v="331" actId="13926"/>
          <ac:spMkLst>
            <pc:docMk/>
            <pc:sldMk cId="3493109116" sldId="264"/>
            <ac:spMk id="2" creationId="{D7836664-70C0-47BA-9BFF-496A04EBBFDE}"/>
          </ac:spMkLst>
        </pc:spChg>
      </pc:sldChg>
    </pc:docChg>
  </pc:docChgLst>
  <pc:docChgLst>
    <pc:chgData name="Preston, Jennifer" userId="0406a4f8-ec61-4be9-b43b-10a5e470692b" providerId="ADAL" clId="{7E2DB593-C2C7-4B2D-815D-424FD3CC5137}"/>
    <pc:docChg chg="undo custSel addSld modSld">
      <pc:chgData name="Preston, Jennifer" userId="0406a4f8-ec61-4be9-b43b-10a5e470692b" providerId="ADAL" clId="{7E2DB593-C2C7-4B2D-815D-424FD3CC5137}" dt="2023-01-16T17:17:04.557" v="265" actId="255"/>
      <pc:docMkLst>
        <pc:docMk/>
      </pc:docMkLst>
      <pc:sldChg chg="modSp mod">
        <pc:chgData name="Preston, Jennifer" userId="0406a4f8-ec61-4be9-b43b-10a5e470692b" providerId="ADAL" clId="{7E2DB593-C2C7-4B2D-815D-424FD3CC5137}" dt="2023-01-16T17:07:23.734" v="33" actId="13926"/>
        <pc:sldMkLst>
          <pc:docMk/>
          <pc:sldMk cId="1482277026" sldId="256"/>
        </pc:sldMkLst>
        <pc:spChg chg="mod">
          <ac:chgData name="Preston, Jennifer" userId="0406a4f8-ec61-4be9-b43b-10a5e470692b" providerId="ADAL" clId="{7E2DB593-C2C7-4B2D-815D-424FD3CC5137}" dt="2023-01-16T17:07:03.700" v="30" actId="20577"/>
          <ac:spMkLst>
            <pc:docMk/>
            <pc:sldMk cId="1482277026" sldId="256"/>
            <ac:spMk id="2" creationId="{BFFCF5BD-F8FF-4A67-A8B6-EBB21E79279B}"/>
          </ac:spMkLst>
        </pc:spChg>
        <pc:spChg chg="mod">
          <ac:chgData name="Preston, Jennifer" userId="0406a4f8-ec61-4be9-b43b-10a5e470692b" providerId="ADAL" clId="{7E2DB593-C2C7-4B2D-815D-424FD3CC5137}" dt="2023-01-16T17:07:23.734" v="33" actId="13926"/>
          <ac:spMkLst>
            <pc:docMk/>
            <pc:sldMk cId="1482277026" sldId="256"/>
            <ac:spMk id="3" creationId="{E0FBD98F-3A67-498E-8174-652040DD7B60}"/>
          </ac:spMkLst>
        </pc:spChg>
      </pc:sldChg>
      <pc:sldChg chg="modSp mod">
        <pc:chgData name="Preston, Jennifer" userId="0406a4f8-ec61-4be9-b43b-10a5e470692b" providerId="ADAL" clId="{7E2DB593-C2C7-4B2D-815D-424FD3CC5137}" dt="2023-01-16T17:09:46.732" v="83" actId="13926"/>
        <pc:sldMkLst>
          <pc:docMk/>
          <pc:sldMk cId="4071305681" sldId="258"/>
        </pc:sldMkLst>
        <pc:spChg chg="mod">
          <ac:chgData name="Preston, Jennifer" userId="0406a4f8-ec61-4be9-b43b-10a5e470692b" providerId="ADAL" clId="{7E2DB593-C2C7-4B2D-815D-424FD3CC5137}" dt="2023-01-16T17:09:46.732" v="83" actId="13926"/>
          <ac:spMkLst>
            <pc:docMk/>
            <pc:sldMk cId="4071305681" sldId="258"/>
            <ac:spMk id="3" creationId="{392BE286-77A6-49DD-B15D-7E4718D52FE7}"/>
          </ac:spMkLst>
        </pc:spChg>
      </pc:sldChg>
      <pc:sldChg chg="modSp mod">
        <pc:chgData name="Preston, Jennifer" userId="0406a4f8-ec61-4be9-b43b-10a5e470692b" providerId="ADAL" clId="{7E2DB593-C2C7-4B2D-815D-424FD3CC5137}" dt="2023-01-16T17:08:19.746" v="81" actId="20577"/>
        <pc:sldMkLst>
          <pc:docMk/>
          <pc:sldMk cId="2772527113" sldId="259"/>
        </pc:sldMkLst>
        <pc:spChg chg="mod">
          <ac:chgData name="Preston, Jennifer" userId="0406a4f8-ec61-4be9-b43b-10a5e470692b" providerId="ADAL" clId="{7E2DB593-C2C7-4B2D-815D-424FD3CC5137}" dt="2023-01-16T17:08:19.746" v="81" actId="20577"/>
          <ac:spMkLst>
            <pc:docMk/>
            <pc:sldMk cId="2772527113" sldId="259"/>
            <ac:spMk id="3" creationId="{8CE08C7F-0286-423B-92F7-DEB89F31111A}"/>
          </ac:spMkLst>
        </pc:spChg>
      </pc:sldChg>
      <pc:sldChg chg="modSp mod">
        <pc:chgData name="Preston, Jennifer" userId="0406a4f8-ec61-4be9-b43b-10a5e470692b" providerId="ADAL" clId="{7E2DB593-C2C7-4B2D-815D-424FD3CC5137}" dt="2023-01-16T17:17:04.557" v="265" actId="255"/>
        <pc:sldMkLst>
          <pc:docMk/>
          <pc:sldMk cId="2147408764" sldId="260"/>
        </pc:sldMkLst>
        <pc:spChg chg="mod">
          <ac:chgData name="Preston, Jennifer" userId="0406a4f8-ec61-4be9-b43b-10a5e470692b" providerId="ADAL" clId="{7E2DB593-C2C7-4B2D-815D-424FD3CC5137}" dt="2023-01-16T17:17:04.557" v="265" actId="255"/>
          <ac:spMkLst>
            <pc:docMk/>
            <pc:sldMk cId="2147408764" sldId="260"/>
            <ac:spMk id="3" creationId="{49F2A5AF-3C0B-4968-A438-E435325199EA}"/>
          </ac:spMkLst>
        </pc:spChg>
      </pc:sldChg>
      <pc:sldChg chg="addSp delSp modSp mod">
        <pc:chgData name="Preston, Jennifer" userId="0406a4f8-ec61-4be9-b43b-10a5e470692b" providerId="ADAL" clId="{7E2DB593-C2C7-4B2D-815D-424FD3CC5137}" dt="2023-01-16T17:11:18.629" v="89" actId="14734"/>
        <pc:sldMkLst>
          <pc:docMk/>
          <pc:sldMk cId="3054216349" sldId="261"/>
        </pc:sldMkLst>
        <pc:spChg chg="del mod">
          <ac:chgData name="Preston, Jennifer" userId="0406a4f8-ec61-4be9-b43b-10a5e470692b" providerId="ADAL" clId="{7E2DB593-C2C7-4B2D-815D-424FD3CC5137}" dt="2023-01-16T17:10:52.222" v="85" actId="3680"/>
          <ac:spMkLst>
            <pc:docMk/>
            <pc:sldMk cId="3054216349" sldId="261"/>
            <ac:spMk id="3" creationId="{AE13FDB6-F093-4D9E-B14E-3D7DB894C34C}"/>
          </ac:spMkLst>
        </pc:spChg>
        <pc:graphicFrameChg chg="add mod ord modGraphic">
          <ac:chgData name="Preston, Jennifer" userId="0406a4f8-ec61-4be9-b43b-10a5e470692b" providerId="ADAL" clId="{7E2DB593-C2C7-4B2D-815D-424FD3CC5137}" dt="2023-01-16T17:11:18.629" v="89" actId="14734"/>
          <ac:graphicFrameMkLst>
            <pc:docMk/>
            <pc:sldMk cId="3054216349" sldId="261"/>
            <ac:graphicFrameMk id="5" creationId="{8D31F9C6-28EB-4419-B90D-7DE05C4C1D8A}"/>
          </ac:graphicFrameMkLst>
        </pc:graphicFrameChg>
      </pc:sldChg>
      <pc:sldChg chg="modSp mod">
        <pc:chgData name="Preston, Jennifer" userId="0406a4f8-ec61-4be9-b43b-10a5e470692b" providerId="ADAL" clId="{7E2DB593-C2C7-4B2D-815D-424FD3CC5137}" dt="2023-01-16T17:15:26.888" v="244" actId="255"/>
        <pc:sldMkLst>
          <pc:docMk/>
          <pc:sldMk cId="4170921578" sldId="262"/>
        </pc:sldMkLst>
        <pc:spChg chg="mod">
          <ac:chgData name="Preston, Jennifer" userId="0406a4f8-ec61-4be9-b43b-10a5e470692b" providerId="ADAL" clId="{7E2DB593-C2C7-4B2D-815D-424FD3CC5137}" dt="2023-01-16T17:14:52.445" v="235" actId="13926"/>
          <ac:spMkLst>
            <pc:docMk/>
            <pc:sldMk cId="4170921578" sldId="262"/>
            <ac:spMk id="2" creationId="{A7DAC820-49EE-4F41-8B1F-B9E33FF6BE24}"/>
          </ac:spMkLst>
        </pc:spChg>
        <pc:spChg chg="mod">
          <ac:chgData name="Preston, Jennifer" userId="0406a4f8-ec61-4be9-b43b-10a5e470692b" providerId="ADAL" clId="{7E2DB593-C2C7-4B2D-815D-424FD3CC5137}" dt="2023-01-16T17:15:26.888" v="244" actId="255"/>
          <ac:spMkLst>
            <pc:docMk/>
            <pc:sldMk cId="4170921578" sldId="262"/>
            <ac:spMk id="3" creationId="{79FFCA46-4155-4484-8350-F1E0B95F6088}"/>
          </ac:spMkLst>
        </pc:spChg>
      </pc:sldChg>
      <pc:sldChg chg="modSp mod">
        <pc:chgData name="Preston, Jennifer" userId="0406a4f8-ec61-4be9-b43b-10a5e470692b" providerId="ADAL" clId="{7E2DB593-C2C7-4B2D-815D-424FD3CC5137}" dt="2023-01-16T17:14:36.629" v="215" actId="255"/>
        <pc:sldMkLst>
          <pc:docMk/>
          <pc:sldMk cId="1163931679" sldId="263"/>
        </pc:sldMkLst>
        <pc:spChg chg="mod">
          <ac:chgData name="Preston, Jennifer" userId="0406a4f8-ec61-4be9-b43b-10a5e470692b" providerId="ADAL" clId="{7E2DB593-C2C7-4B2D-815D-424FD3CC5137}" dt="2023-01-16T17:13:42.190" v="189" actId="13926"/>
          <ac:spMkLst>
            <pc:docMk/>
            <pc:sldMk cId="1163931679" sldId="263"/>
            <ac:spMk id="2" creationId="{531ECDB3-7F62-4124-A1E9-E48D699D2427}"/>
          </ac:spMkLst>
        </pc:spChg>
        <pc:spChg chg="mod">
          <ac:chgData name="Preston, Jennifer" userId="0406a4f8-ec61-4be9-b43b-10a5e470692b" providerId="ADAL" clId="{7E2DB593-C2C7-4B2D-815D-424FD3CC5137}" dt="2023-01-16T17:14:36.629" v="215" actId="255"/>
          <ac:spMkLst>
            <pc:docMk/>
            <pc:sldMk cId="1163931679" sldId="263"/>
            <ac:spMk id="3" creationId="{012C84E3-4C09-4253-8964-13B9C34E5E48}"/>
          </ac:spMkLst>
        </pc:spChg>
      </pc:sldChg>
      <pc:sldChg chg="addSp delSp modSp mod">
        <pc:chgData name="Preston, Jennifer" userId="0406a4f8-ec61-4be9-b43b-10a5e470692b" providerId="ADAL" clId="{7E2DB593-C2C7-4B2D-815D-424FD3CC5137}" dt="2023-01-16T17:12:58.048" v="177" actId="13926"/>
        <pc:sldMkLst>
          <pc:docMk/>
          <pc:sldMk cId="3493109116" sldId="264"/>
        </pc:sldMkLst>
        <pc:spChg chg="mod">
          <ac:chgData name="Preston, Jennifer" userId="0406a4f8-ec61-4be9-b43b-10a5e470692b" providerId="ADAL" clId="{7E2DB593-C2C7-4B2D-815D-424FD3CC5137}" dt="2023-01-16T17:12:58.048" v="177" actId="13926"/>
          <ac:spMkLst>
            <pc:docMk/>
            <pc:sldMk cId="3493109116" sldId="264"/>
            <ac:spMk id="2" creationId="{D7836664-70C0-47BA-9BFF-496A04EBBFDE}"/>
          </ac:spMkLst>
        </pc:spChg>
        <pc:spChg chg="del mod">
          <ac:chgData name="Preston, Jennifer" userId="0406a4f8-ec61-4be9-b43b-10a5e470692b" providerId="ADAL" clId="{7E2DB593-C2C7-4B2D-815D-424FD3CC5137}" dt="2023-01-16T17:12:19.224" v="164" actId="3680"/>
          <ac:spMkLst>
            <pc:docMk/>
            <pc:sldMk cId="3493109116" sldId="264"/>
            <ac:spMk id="3" creationId="{F64339F5-2F5D-46B5-A25D-C197D73747BD}"/>
          </ac:spMkLst>
        </pc:spChg>
        <pc:graphicFrameChg chg="add mod ord modGraphic">
          <ac:chgData name="Preston, Jennifer" userId="0406a4f8-ec61-4be9-b43b-10a5e470692b" providerId="ADAL" clId="{7E2DB593-C2C7-4B2D-815D-424FD3CC5137}" dt="2023-01-16T17:12:55.307" v="176" actId="113"/>
          <ac:graphicFrameMkLst>
            <pc:docMk/>
            <pc:sldMk cId="3493109116" sldId="264"/>
            <ac:graphicFrameMk id="5" creationId="{5C543D04-921E-4C6A-AF4F-2BDE37415EFE}"/>
          </ac:graphicFrameMkLst>
        </pc:graphicFrameChg>
      </pc:sldChg>
      <pc:sldChg chg="modSp add mod">
        <pc:chgData name="Preston, Jennifer" userId="0406a4f8-ec61-4be9-b43b-10a5e470692b" providerId="ADAL" clId="{7E2DB593-C2C7-4B2D-815D-424FD3CC5137}" dt="2023-01-16T17:16:11.638" v="254" actId="255"/>
        <pc:sldMkLst>
          <pc:docMk/>
          <pc:sldMk cId="1754767038" sldId="265"/>
        </pc:sldMkLst>
        <pc:spChg chg="mod">
          <ac:chgData name="Preston, Jennifer" userId="0406a4f8-ec61-4be9-b43b-10a5e470692b" providerId="ADAL" clId="{7E2DB593-C2C7-4B2D-815D-424FD3CC5137}" dt="2023-01-16T17:15:33.538" v="247" actId="20577"/>
          <ac:spMkLst>
            <pc:docMk/>
            <pc:sldMk cId="1754767038" sldId="265"/>
            <ac:spMk id="2" creationId="{A7DAC820-49EE-4F41-8B1F-B9E33FF6BE24}"/>
          </ac:spMkLst>
        </pc:spChg>
        <pc:spChg chg="mod">
          <ac:chgData name="Preston, Jennifer" userId="0406a4f8-ec61-4be9-b43b-10a5e470692b" providerId="ADAL" clId="{7E2DB593-C2C7-4B2D-815D-424FD3CC5137}" dt="2023-01-16T17:16:11.638" v="254" actId="255"/>
          <ac:spMkLst>
            <pc:docMk/>
            <pc:sldMk cId="1754767038" sldId="265"/>
            <ac:spMk id="3" creationId="{79FFCA46-4155-4484-8350-F1E0B95F6088}"/>
          </ac:spMkLst>
        </pc:spChg>
      </pc:sldChg>
    </pc:docChg>
  </pc:docChgLst>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docChgLst>
    <pc:chgData name="Preston, Jennifer" userId="0406a4f8-ec61-4be9-b43b-10a5e470692b" providerId="ADAL" clId="{7E85EB37-46EE-4F5A-AD37-8BD7E639F4D8}"/>
    <pc:docChg chg="undo custSel addSld delSld modSld">
      <pc:chgData name="Preston, Jennifer" userId="0406a4f8-ec61-4be9-b43b-10a5e470692b" providerId="ADAL" clId="{7E85EB37-46EE-4F5A-AD37-8BD7E639F4D8}" dt="2023-01-16T17:38:36.944" v="190" actId="255"/>
      <pc:docMkLst>
        <pc:docMk/>
      </pc:docMkLst>
      <pc:sldChg chg="modSp mod">
        <pc:chgData name="Preston, Jennifer" userId="0406a4f8-ec61-4be9-b43b-10a5e470692b" providerId="ADAL" clId="{7E85EB37-46EE-4F5A-AD37-8BD7E639F4D8}" dt="2023-01-16T17:27:34.897" v="4"/>
        <pc:sldMkLst>
          <pc:docMk/>
          <pc:sldMk cId="1482277026" sldId="256"/>
        </pc:sldMkLst>
        <pc:spChg chg="mod">
          <ac:chgData name="Preston, Jennifer" userId="0406a4f8-ec61-4be9-b43b-10a5e470692b" providerId="ADAL" clId="{7E85EB37-46EE-4F5A-AD37-8BD7E639F4D8}" dt="2023-01-16T17:27:19.794" v="1" actId="20577"/>
          <ac:spMkLst>
            <pc:docMk/>
            <pc:sldMk cId="1482277026" sldId="256"/>
            <ac:spMk id="2" creationId="{BFFCF5BD-F8FF-4A67-A8B6-EBB21E79279B}"/>
          </ac:spMkLst>
        </pc:spChg>
        <pc:spChg chg="mod">
          <ac:chgData name="Preston, Jennifer" userId="0406a4f8-ec61-4be9-b43b-10a5e470692b" providerId="ADAL" clId="{7E85EB37-46EE-4F5A-AD37-8BD7E639F4D8}" dt="2023-01-16T17:27:34.897" v="4"/>
          <ac:spMkLst>
            <pc:docMk/>
            <pc:sldMk cId="1482277026" sldId="256"/>
            <ac:spMk id="3" creationId="{E0FBD98F-3A67-498E-8174-652040DD7B60}"/>
          </ac:spMkLst>
        </pc:spChg>
      </pc:sldChg>
      <pc:sldChg chg="modSp mod">
        <pc:chgData name="Preston, Jennifer" userId="0406a4f8-ec61-4be9-b43b-10a5e470692b" providerId="ADAL" clId="{7E85EB37-46EE-4F5A-AD37-8BD7E639F4D8}" dt="2023-01-16T17:29:09.887" v="7" actId="5793"/>
        <pc:sldMkLst>
          <pc:docMk/>
          <pc:sldMk cId="4071305681" sldId="258"/>
        </pc:sldMkLst>
        <pc:spChg chg="mod">
          <ac:chgData name="Preston, Jennifer" userId="0406a4f8-ec61-4be9-b43b-10a5e470692b" providerId="ADAL" clId="{7E85EB37-46EE-4F5A-AD37-8BD7E639F4D8}" dt="2023-01-16T17:29:09.887" v="7" actId="5793"/>
          <ac:spMkLst>
            <pc:docMk/>
            <pc:sldMk cId="4071305681" sldId="258"/>
            <ac:spMk id="3" creationId="{392BE286-77A6-49DD-B15D-7E4718D52FE7}"/>
          </ac:spMkLst>
        </pc:spChg>
      </pc:sldChg>
      <pc:sldChg chg="modSp mod">
        <pc:chgData name="Preston, Jennifer" userId="0406a4f8-ec61-4be9-b43b-10a5e470692b" providerId="ADAL" clId="{7E85EB37-46EE-4F5A-AD37-8BD7E639F4D8}" dt="2023-01-16T17:28:26.526" v="5"/>
        <pc:sldMkLst>
          <pc:docMk/>
          <pc:sldMk cId="2772527113" sldId="259"/>
        </pc:sldMkLst>
        <pc:spChg chg="mod">
          <ac:chgData name="Preston, Jennifer" userId="0406a4f8-ec61-4be9-b43b-10a5e470692b" providerId="ADAL" clId="{7E85EB37-46EE-4F5A-AD37-8BD7E639F4D8}" dt="2023-01-16T17:28:26.526" v="5"/>
          <ac:spMkLst>
            <pc:docMk/>
            <pc:sldMk cId="2772527113" sldId="259"/>
            <ac:spMk id="3" creationId="{8CE08C7F-0286-423B-92F7-DEB89F31111A}"/>
          </ac:spMkLst>
        </pc:spChg>
      </pc:sldChg>
      <pc:sldChg chg="addSp delSp modSp mod">
        <pc:chgData name="Preston, Jennifer" userId="0406a4f8-ec61-4be9-b43b-10a5e470692b" providerId="ADAL" clId="{7E85EB37-46EE-4F5A-AD37-8BD7E639F4D8}" dt="2023-01-16T17:38:36.944" v="190" actId="255"/>
        <pc:sldMkLst>
          <pc:docMk/>
          <pc:sldMk cId="2147408764" sldId="260"/>
        </pc:sldMkLst>
        <pc:spChg chg="add del mod">
          <ac:chgData name="Preston, Jennifer" userId="0406a4f8-ec61-4be9-b43b-10a5e470692b" providerId="ADAL" clId="{7E85EB37-46EE-4F5A-AD37-8BD7E639F4D8}" dt="2023-01-16T17:36:20.922" v="127" actId="478"/>
          <ac:spMkLst>
            <pc:docMk/>
            <pc:sldMk cId="2147408764" sldId="260"/>
            <ac:spMk id="3" creationId="{49F2A5AF-3C0B-4968-A438-E435325199EA}"/>
          </ac:spMkLst>
        </pc:spChg>
        <pc:spChg chg="add del mod">
          <ac:chgData name="Preston, Jennifer" userId="0406a4f8-ec61-4be9-b43b-10a5e470692b" providerId="ADAL" clId="{7E85EB37-46EE-4F5A-AD37-8BD7E639F4D8}" dt="2023-01-16T17:36:19.265" v="126"/>
          <ac:spMkLst>
            <pc:docMk/>
            <pc:sldMk cId="2147408764" sldId="260"/>
            <ac:spMk id="5" creationId="{726B7F54-BD29-4AB9-8EFA-7FF2BF453D34}"/>
          </ac:spMkLst>
        </pc:spChg>
        <pc:spChg chg="add del mod">
          <ac:chgData name="Preston, Jennifer" userId="0406a4f8-ec61-4be9-b43b-10a5e470692b" providerId="ADAL" clId="{7E85EB37-46EE-4F5A-AD37-8BD7E639F4D8}" dt="2023-01-16T17:36:19.265" v="126"/>
          <ac:spMkLst>
            <pc:docMk/>
            <pc:sldMk cId="2147408764" sldId="260"/>
            <ac:spMk id="6" creationId="{CEE3A7BA-23A1-45AC-80C7-035A967DB505}"/>
          </ac:spMkLst>
        </pc:spChg>
        <pc:spChg chg="add del">
          <ac:chgData name="Preston, Jennifer" userId="0406a4f8-ec61-4be9-b43b-10a5e470692b" providerId="ADAL" clId="{7E85EB37-46EE-4F5A-AD37-8BD7E639F4D8}" dt="2023-01-16T17:36:31.448" v="131"/>
          <ac:spMkLst>
            <pc:docMk/>
            <pc:sldMk cId="2147408764" sldId="260"/>
            <ac:spMk id="7" creationId="{DF062943-B0C2-4886-998F-0D18E5382648}"/>
          </ac:spMkLst>
        </pc:spChg>
        <pc:spChg chg="add del mod">
          <ac:chgData name="Preston, Jennifer" userId="0406a4f8-ec61-4be9-b43b-10a5e470692b" providerId="ADAL" clId="{7E85EB37-46EE-4F5A-AD37-8BD7E639F4D8}" dt="2023-01-16T17:36:31.448" v="131"/>
          <ac:spMkLst>
            <pc:docMk/>
            <pc:sldMk cId="2147408764" sldId="260"/>
            <ac:spMk id="8" creationId="{87648340-698A-411C-985D-2A31A0FE0577}"/>
          </ac:spMkLst>
        </pc:spChg>
        <pc:spChg chg="add mod">
          <ac:chgData name="Preston, Jennifer" userId="0406a4f8-ec61-4be9-b43b-10a5e470692b" providerId="ADAL" clId="{7E85EB37-46EE-4F5A-AD37-8BD7E639F4D8}" dt="2023-01-16T17:38:36.944" v="190" actId="255"/>
          <ac:spMkLst>
            <pc:docMk/>
            <pc:sldMk cId="2147408764" sldId="260"/>
            <ac:spMk id="9" creationId="{694E42E9-AF33-4423-9B19-6A9359B0D125}"/>
          </ac:spMkLst>
        </pc:spChg>
        <pc:spChg chg="add mod">
          <ac:chgData name="Preston, Jennifer" userId="0406a4f8-ec61-4be9-b43b-10a5e470692b" providerId="ADAL" clId="{7E85EB37-46EE-4F5A-AD37-8BD7E639F4D8}" dt="2023-01-16T17:38:31.135" v="189" actId="20577"/>
          <ac:spMkLst>
            <pc:docMk/>
            <pc:sldMk cId="2147408764" sldId="260"/>
            <ac:spMk id="10" creationId="{646ED6A5-DD61-4C3B-9FAF-9B167FDB100F}"/>
          </ac:spMkLst>
        </pc:spChg>
        <pc:picChg chg="add del mod">
          <ac:chgData name="Preston, Jennifer" userId="0406a4f8-ec61-4be9-b43b-10a5e470692b" providerId="ADAL" clId="{7E85EB37-46EE-4F5A-AD37-8BD7E639F4D8}" dt="2023-01-16T17:36:19.265" v="126"/>
          <ac:picMkLst>
            <pc:docMk/>
            <pc:sldMk cId="2147408764" sldId="260"/>
            <ac:picMk id="1025" creationId="{66431E87-D849-474E-9556-1E64FE2A4BCD}"/>
          </ac:picMkLst>
        </pc:picChg>
        <pc:picChg chg="add del">
          <ac:chgData name="Preston, Jennifer" userId="0406a4f8-ec61-4be9-b43b-10a5e470692b" providerId="ADAL" clId="{7E85EB37-46EE-4F5A-AD37-8BD7E639F4D8}" dt="2023-01-16T17:36:31.448" v="131"/>
          <ac:picMkLst>
            <pc:docMk/>
            <pc:sldMk cId="2147408764" sldId="260"/>
            <ac:picMk id="1028" creationId="{3A1CB7C5-9FDC-43E8-825A-156CE0FA59B4}"/>
          </ac:picMkLst>
        </pc:picChg>
        <pc:picChg chg="add mod">
          <ac:chgData name="Preston, Jennifer" userId="0406a4f8-ec61-4be9-b43b-10a5e470692b" providerId="ADAL" clId="{7E85EB37-46EE-4F5A-AD37-8BD7E639F4D8}" dt="2023-01-16T17:37:23.237" v="156" actId="1036"/>
          <ac:picMkLst>
            <pc:docMk/>
            <pc:sldMk cId="2147408764" sldId="260"/>
            <ac:picMk id="1031" creationId="{CD02C695-B416-4930-B751-CB46E7204EA0}"/>
          </ac:picMkLst>
        </pc:picChg>
      </pc:sldChg>
      <pc:sldChg chg="del">
        <pc:chgData name="Preston, Jennifer" userId="0406a4f8-ec61-4be9-b43b-10a5e470692b" providerId="ADAL" clId="{7E85EB37-46EE-4F5A-AD37-8BD7E639F4D8}" dt="2023-01-16T17:29:17.766" v="8" actId="47"/>
        <pc:sldMkLst>
          <pc:docMk/>
          <pc:sldMk cId="3054216349" sldId="261"/>
        </pc:sldMkLst>
      </pc:sldChg>
      <pc:sldChg chg="del">
        <pc:chgData name="Preston, Jennifer" userId="0406a4f8-ec61-4be9-b43b-10a5e470692b" providerId="ADAL" clId="{7E85EB37-46EE-4F5A-AD37-8BD7E639F4D8}" dt="2023-01-16T17:35:02.708" v="118" actId="47"/>
        <pc:sldMkLst>
          <pc:docMk/>
          <pc:sldMk cId="4170921578" sldId="262"/>
        </pc:sldMkLst>
      </pc:sldChg>
      <pc:sldChg chg="addSp delSp modSp mod">
        <pc:chgData name="Preston, Jennifer" userId="0406a4f8-ec61-4be9-b43b-10a5e470692b" providerId="ADAL" clId="{7E85EB37-46EE-4F5A-AD37-8BD7E639F4D8}" dt="2023-01-16T17:34:11.663" v="89" actId="20577"/>
        <pc:sldMkLst>
          <pc:docMk/>
          <pc:sldMk cId="1163931679" sldId="263"/>
        </pc:sldMkLst>
        <pc:spChg chg="mod">
          <ac:chgData name="Preston, Jennifer" userId="0406a4f8-ec61-4be9-b43b-10a5e470692b" providerId="ADAL" clId="{7E85EB37-46EE-4F5A-AD37-8BD7E639F4D8}" dt="2023-01-16T17:34:11.663" v="89" actId="20577"/>
          <ac:spMkLst>
            <pc:docMk/>
            <pc:sldMk cId="1163931679" sldId="263"/>
            <ac:spMk id="2" creationId="{531ECDB3-7F62-4124-A1E9-E48D699D2427}"/>
          </ac:spMkLst>
        </pc:spChg>
        <pc:spChg chg="del mod">
          <ac:chgData name="Preston, Jennifer" userId="0406a4f8-ec61-4be9-b43b-10a5e470692b" providerId="ADAL" clId="{7E85EB37-46EE-4F5A-AD37-8BD7E639F4D8}" dt="2023-01-16T17:32:02.833" v="50" actId="478"/>
          <ac:spMkLst>
            <pc:docMk/>
            <pc:sldMk cId="1163931679" sldId="263"/>
            <ac:spMk id="3" creationId="{012C84E3-4C09-4253-8964-13B9C34E5E48}"/>
          </ac:spMkLst>
        </pc:spChg>
        <pc:spChg chg="add del mod">
          <ac:chgData name="Preston, Jennifer" userId="0406a4f8-ec61-4be9-b43b-10a5e470692b" providerId="ADAL" clId="{7E85EB37-46EE-4F5A-AD37-8BD7E639F4D8}" dt="2023-01-16T17:32:05.738" v="52"/>
          <ac:spMkLst>
            <pc:docMk/>
            <pc:sldMk cId="1163931679" sldId="263"/>
            <ac:spMk id="6" creationId="{9DE7E22B-43A6-417F-B318-A47B54BB4160}"/>
          </ac:spMkLst>
        </pc:spChg>
        <pc:spChg chg="add mod">
          <ac:chgData name="Preston, Jennifer" userId="0406a4f8-ec61-4be9-b43b-10a5e470692b" providerId="ADAL" clId="{7E85EB37-46EE-4F5A-AD37-8BD7E639F4D8}" dt="2023-01-16T17:32:51.154" v="64" actId="255"/>
          <ac:spMkLst>
            <pc:docMk/>
            <pc:sldMk cId="1163931679" sldId="263"/>
            <ac:spMk id="9" creationId="{82CCDE9E-B185-49B5-9CA4-A96DF682BAA5}"/>
          </ac:spMkLst>
        </pc:spChg>
        <pc:picChg chg="add mod">
          <ac:chgData name="Preston, Jennifer" userId="0406a4f8-ec61-4be9-b43b-10a5e470692b" providerId="ADAL" clId="{7E85EB37-46EE-4F5A-AD37-8BD7E639F4D8}" dt="2023-01-16T17:32:14.390" v="56" actId="14100"/>
          <ac:picMkLst>
            <pc:docMk/>
            <pc:sldMk cId="1163931679" sldId="263"/>
            <ac:picMk id="7" creationId="{416B7BEA-BE53-4ED7-8C72-389925ADA0C3}"/>
          </ac:picMkLst>
        </pc:picChg>
      </pc:sldChg>
      <pc:sldChg chg="modSp mod">
        <pc:chgData name="Preston, Jennifer" userId="0406a4f8-ec61-4be9-b43b-10a5e470692b" providerId="ADAL" clId="{7E85EB37-46EE-4F5A-AD37-8BD7E639F4D8}" dt="2023-01-16T17:31:18.465" v="23" actId="255"/>
        <pc:sldMkLst>
          <pc:docMk/>
          <pc:sldMk cId="3493109116" sldId="264"/>
        </pc:sldMkLst>
        <pc:spChg chg="mod">
          <ac:chgData name="Preston, Jennifer" userId="0406a4f8-ec61-4be9-b43b-10a5e470692b" providerId="ADAL" clId="{7E85EB37-46EE-4F5A-AD37-8BD7E639F4D8}" dt="2023-01-16T17:30:05.073" v="14" actId="108"/>
          <ac:spMkLst>
            <pc:docMk/>
            <pc:sldMk cId="3493109116" sldId="264"/>
            <ac:spMk id="2" creationId="{D7836664-70C0-47BA-9BFF-496A04EBBFDE}"/>
          </ac:spMkLst>
        </pc:spChg>
        <pc:graphicFrameChg chg="mod modGraphic">
          <ac:chgData name="Preston, Jennifer" userId="0406a4f8-ec61-4be9-b43b-10a5e470692b" providerId="ADAL" clId="{7E85EB37-46EE-4F5A-AD37-8BD7E639F4D8}" dt="2023-01-16T17:31:18.465" v="23" actId="255"/>
          <ac:graphicFrameMkLst>
            <pc:docMk/>
            <pc:sldMk cId="3493109116" sldId="264"/>
            <ac:graphicFrameMk id="5" creationId="{5C543D04-921E-4C6A-AF4F-2BDE37415EFE}"/>
          </ac:graphicFrameMkLst>
        </pc:graphicFrameChg>
      </pc:sldChg>
      <pc:sldChg chg="del">
        <pc:chgData name="Preston, Jennifer" userId="0406a4f8-ec61-4be9-b43b-10a5e470692b" providerId="ADAL" clId="{7E85EB37-46EE-4F5A-AD37-8BD7E639F4D8}" dt="2023-01-16T17:35:05.281" v="119" actId="47"/>
        <pc:sldMkLst>
          <pc:docMk/>
          <pc:sldMk cId="1754767038" sldId="265"/>
        </pc:sldMkLst>
      </pc:sldChg>
      <pc:sldChg chg="addSp delSp modSp add mod">
        <pc:chgData name="Preston, Jennifer" userId="0406a4f8-ec61-4be9-b43b-10a5e470692b" providerId="ADAL" clId="{7E85EB37-46EE-4F5A-AD37-8BD7E639F4D8}" dt="2023-01-16T17:34:46.348" v="117" actId="14100"/>
        <pc:sldMkLst>
          <pc:docMk/>
          <pc:sldMk cId="3366578860" sldId="266"/>
        </pc:sldMkLst>
        <pc:spChg chg="mod">
          <ac:chgData name="Preston, Jennifer" userId="0406a4f8-ec61-4be9-b43b-10a5e470692b" providerId="ADAL" clId="{7E85EB37-46EE-4F5A-AD37-8BD7E639F4D8}" dt="2023-01-16T17:34:17.767" v="112" actId="20577"/>
          <ac:spMkLst>
            <pc:docMk/>
            <pc:sldMk cId="3366578860" sldId="266"/>
            <ac:spMk id="2" creationId="{531ECDB3-7F62-4124-A1E9-E48D699D2427}"/>
          </ac:spMkLst>
        </pc:spChg>
        <pc:spChg chg="add del mod">
          <ac:chgData name="Preston, Jennifer" userId="0406a4f8-ec61-4be9-b43b-10a5e470692b" providerId="ADAL" clId="{7E85EB37-46EE-4F5A-AD37-8BD7E639F4D8}" dt="2023-01-16T17:34:36.434" v="114"/>
          <ac:spMkLst>
            <pc:docMk/>
            <pc:sldMk cId="3366578860" sldId="266"/>
            <ac:spMk id="5" creationId="{9880AD2B-04F6-4BF1-8BAF-7B7FB3EB1EE0}"/>
          </ac:spMkLst>
        </pc:spChg>
        <pc:picChg chg="del">
          <ac:chgData name="Preston, Jennifer" userId="0406a4f8-ec61-4be9-b43b-10a5e470692b" providerId="ADAL" clId="{7E85EB37-46EE-4F5A-AD37-8BD7E639F4D8}" dt="2023-01-16T17:34:19.923" v="113" actId="478"/>
          <ac:picMkLst>
            <pc:docMk/>
            <pc:sldMk cId="3366578860" sldId="266"/>
            <ac:picMk id="7" creationId="{416B7BEA-BE53-4ED7-8C72-389925ADA0C3}"/>
          </ac:picMkLst>
        </pc:picChg>
        <pc:picChg chg="add mod">
          <ac:chgData name="Preston, Jennifer" userId="0406a4f8-ec61-4be9-b43b-10a5e470692b" providerId="ADAL" clId="{7E85EB37-46EE-4F5A-AD37-8BD7E639F4D8}" dt="2023-01-16T17:34:46.348" v="117" actId="14100"/>
          <ac:picMkLst>
            <pc:docMk/>
            <pc:sldMk cId="3366578860" sldId="266"/>
            <ac:picMk id="8" creationId="{33CFD5E3-B815-46F8-A369-AF5CF7CDAFE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8/18/2023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dirty="0"/>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8/18/2023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8/18/2023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8/18/2023</a:t>
            </a:fld>
            <a:endParaRPr lang="en-US" dirty="0"/>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8/18/2023</a:t>
            </a:fld>
            <a:endParaRPr lang="en-US" dirty="0"/>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8/18/2023</a:t>
            </a:fld>
            <a:endParaRPr lang="en-US" dirty="0"/>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8/18/2023</a:t>
            </a:fld>
            <a:endParaRPr lang="en-US" dirty="0"/>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8/18/2023</a:t>
            </a:fld>
            <a:endParaRPr lang="en-US" dirty="0"/>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dirty="0"/>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5982875"/>
            <a:ext cx="9144000" cy="370300"/>
          </a:xfrm>
        </p:spPr>
        <p:txBody>
          <a:bodyPr>
            <a:normAutofit/>
          </a:bodyPr>
          <a:lstStyle/>
          <a:p>
            <a:pPr algn="l"/>
            <a:r>
              <a:rPr lang="en-US" sz="1800" dirty="0"/>
              <a:t>Practicum| Unit 3: Research-Based Instructional Strategies (RBIS) Math | Lesson 4.07</a:t>
            </a:r>
            <a:endParaRPr lang="en-US" sz="1800" dirty="0">
              <a:highlight>
                <a:srgbClr val="FFFF00"/>
              </a:highlight>
            </a:endParaRP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fontScale="92500" lnSpcReduction="10000"/>
          </a:bodyPr>
          <a:lstStyle/>
          <a:p>
            <a:r>
              <a:rPr lang="en-US" sz="6000" dirty="0">
                <a:effectLst/>
                <a:latin typeface="Calibri" panose="020F0502020204030204" pitchFamily="34" charset="0"/>
                <a:ea typeface="Calibri" panose="020F0502020204030204" pitchFamily="34" charset="0"/>
                <a:cs typeface="Arial" panose="020B0604020202020204" pitchFamily="34" charset="0"/>
              </a:rPr>
              <a:t>Productive Struggle: Encouraging Productive Struggle in the Classroom</a:t>
            </a:r>
            <a:endParaRPr lang="en-US" sz="6000" dirty="0"/>
          </a:p>
        </p:txBody>
      </p:sp>
      <p:sp>
        <p:nvSpPr>
          <p:cNvPr id="4" name="TextBox 3">
            <a:extLst>
              <a:ext uri="{FF2B5EF4-FFF2-40B4-BE49-F238E27FC236}">
                <a16:creationId xmlns:a16="http://schemas.microsoft.com/office/drawing/2014/main" id="{E1AE6361-39DF-4DB2-AE50-F2DC08B01CA5}"/>
              </a:ext>
            </a:extLst>
          </p:cNvPr>
          <p:cNvSpPr txBox="1"/>
          <p:nvPr/>
        </p:nvSpPr>
        <p:spPr>
          <a:xfrm>
            <a:off x="0" y="6353175"/>
            <a:ext cx="109347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464646"/>
                </a:solidFill>
                <a:latin typeface="+mj-lt"/>
                <a:cs typeface="Calibri"/>
              </a:rPr>
              <a:t>This work is licensed under a </a:t>
            </a:r>
            <a:r>
              <a:rPr lang="en-US" dirty="0">
                <a:solidFill>
                  <a:srgbClr val="0070C0"/>
                </a:solidFill>
                <a:latin typeface="+mj-lt"/>
                <a:cs typeface="Calibri"/>
                <a:hlinkClick r:id="rId2"/>
              </a:rPr>
              <a:t>Creative Commons Attribution-Noncommercial-Share Alike 4.0 International License</a:t>
            </a:r>
            <a:r>
              <a:rPr lang="en-US" dirty="0">
                <a:solidFill>
                  <a:srgbClr val="0070C0"/>
                </a:solidFill>
                <a:latin typeface="+mj-lt"/>
                <a:cs typeface="Calibri"/>
              </a:rPr>
              <a:t>.</a:t>
            </a:r>
            <a:endParaRPr lang="en-US" dirty="0">
              <a:latin typeface="+mj-lt"/>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4B, 4C, 4D, 5B, 6E, 6F, 6G</a:t>
            </a:r>
          </a:p>
          <a:p>
            <a:pPr marL="0" indent="0">
              <a:buNone/>
            </a:pPr>
            <a:endParaRPr lang="en-US" dirty="0"/>
          </a:p>
          <a:p>
            <a:pPr marL="0" indent="0">
              <a:buNone/>
            </a:pPr>
            <a:r>
              <a:rPr lang="en-US" dirty="0"/>
              <a:t>The student will:</a:t>
            </a:r>
          </a:p>
          <a:p>
            <a:r>
              <a:rPr lang="en-US" sz="2800" dirty="0">
                <a:effectLst/>
                <a:latin typeface="Calibri" panose="020F0502020204030204" pitchFamily="34" charset="0"/>
                <a:ea typeface="Calibri" panose="020F0502020204030204" pitchFamily="34" charset="0"/>
                <a:cs typeface="Arial" panose="020B0604020202020204" pitchFamily="34" charset="0"/>
              </a:rPr>
              <a:t>Identify and apply strategies that encourage productive struggle in mathematics instruction</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lstStyle/>
          <a:p>
            <a:pPr marL="0" marR="0" indent="0">
              <a:spcBef>
                <a:spcPts val="600"/>
              </a:spcBef>
              <a:spcAft>
                <a:spcPts val="600"/>
              </a:spcAft>
              <a:buNone/>
            </a:pPr>
            <a:r>
              <a:rPr lang="en-US" sz="2800" dirty="0">
                <a:effectLst/>
                <a:latin typeface="Calibri" panose="020F0502020204030204" pitchFamily="34" charset="0"/>
                <a:ea typeface="Calibri" panose="020F0502020204030204" pitchFamily="34" charset="0"/>
                <a:cs typeface="Times New Roman" panose="02020603050405020304" pitchFamily="18" charset="0"/>
              </a:rPr>
              <a:t>Think about the strategies for productive struggle from the last lesson. Which of these strategies will be most difficult for you to use as a teacher? Why? Which strategy will be easiest to use? Why?</a:t>
            </a: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pPr marL="0" marR="0">
              <a:spcBef>
                <a:spcPts val="600"/>
              </a:spcBef>
              <a:spcAft>
                <a:spcPts val="600"/>
              </a:spcAft>
            </a:pPr>
            <a:r>
              <a:rPr lang="en-US" dirty="0"/>
              <a:t>Encouraging Productive Struggle through the Use of High-Quality Instructional Materials</a:t>
            </a:r>
          </a:p>
        </p:txBody>
      </p:sp>
      <p:graphicFrame>
        <p:nvGraphicFramePr>
          <p:cNvPr id="5" name="Table 5">
            <a:extLst>
              <a:ext uri="{FF2B5EF4-FFF2-40B4-BE49-F238E27FC236}">
                <a16:creationId xmlns:a16="http://schemas.microsoft.com/office/drawing/2014/main" id="{5C543D04-921E-4C6A-AF4F-2BDE37415EFE}"/>
              </a:ext>
            </a:extLst>
          </p:cNvPr>
          <p:cNvGraphicFramePr>
            <a:graphicFrameLocks noGrp="1"/>
          </p:cNvGraphicFramePr>
          <p:nvPr>
            <p:ph idx="1"/>
            <p:extLst>
              <p:ext uri="{D42A27DB-BD31-4B8C-83A1-F6EECF244321}">
                <p14:modId xmlns:p14="http://schemas.microsoft.com/office/powerpoint/2010/main" val="1847532895"/>
              </p:ext>
            </p:extLst>
          </p:nvPr>
        </p:nvGraphicFramePr>
        <p:xfrm>
          <a:off x="838200" y="2148840"/>
          <a:ext cx="10515600" cy="3048000"/>
        </p:xfrm>
        <a:graphic>
          <a:graphicData uri="http://schemas.openxmlformats.org/drawingml/2006/table">
            <a:tbl>
              <a:tblPr firstRow="1" bandRow="1">
                <a:tableStyleId>{5940675A-B579-460E-94D1-54222C63F5DA}</a:tableStyleId>
              </a:tblPr>
              <a:tblGrid>
                <a:gridCol w="2009775">
                  <a:extLst>
                    <a:ext uri="{9D8B030D-6E8A-4147-A177-3AD203B41FA5}">
                      <a16:colId xmlns:a16="http://schemas.microsoft.com/office/drawing/2014/main" val="492780784"/>
                    </a:ext>
                  </a:extLst>
                </a:gridCol>
                <a:gridCol w="8505825">
                  <a:extLst>
                    <a:ext uri="{9D8B030D-6E8A-4147-A177-3AD203B41FA5}">
                      <a16:colId xmlns:a16="http://schemas.microsoft.com/office/drawing/2014/main" val="372344941"/>
                    </a:ext>
                  </a:extLst>
                </a:gridCol>
              </a:tblGrid>
              <a:tr h="370840">
                <a:tc>
                  <a:txBody>
                    <a:bodyPr/>
                    <a:lstStyle/>
                    <a:p>
                      <a:pPr marL="0" marR="0" algn="ctr">
                        <a:spcBef>
                          <a:spcPts val="600"/>
                        </a:spcBef>
                        <a:spcAft>
                          <a:spcPts val="600"/>
                        </a:spcAft>
                      </a:pPr>
                      <a:r>
                        <a:rPr lang="en-US" sz="2000" kern="1200" dirty="0">
                          <a:solidFill>
                            <a:schemeClr val="tx1"/>
                          </a:solidFill>
                          <a:effectLst/>
                          <a:latin typeface="Calibri" panose="020F0502020204030204" pitchFamily="34" charset="0"/>
                          <a:ea typeface="Calibri" panose="020F0502020204030204" pitchFamily="34" charset="0"/>
                          <a:cs typeface="Arial" panose="020B0604020202020204" pitchFamily="34" charset="0"/>
                        </a:rPr>
                        <a:t>1</a:t>
                      </a:r>
                    </a:p>
                  </a:txBody>
                  <a:tcPr marL="68580" marR="68580" marT="0" marB="0" anchor="ctr"/>
                </a:tc>
                <a:tc>
                  <a:txBody>
                    <a:bodyPr/>
                    <a:lstStyle/>
                    <a:p>
                      <a:pPr marL="0" marR="0">
                        <a:spcBef>
                          <a:spcPts val="600"/>
                        </a:spcBef>
                        <a:spcAft>
                          <a:spcPts val="600"/>
                        </a:spcAft>
                      </a:pPr>
                      <a:r>
                        <a:rPr lang="en-US" sz="2000" kern="1200" dirty="0">
                          <a:solidFill>
                            <a:schemeClr val="tx1"/>
                          </a:solidFill>
                          <a:effectLst/>
                          <a:latin typeface="Calibri" panose="020F0502020204030204" pitchFamily="34" charset="0"/>
                          <a:ea typeface="Calibri" panose="020F0502020204030204" pitchFamily="34" charset="0"/>
                          <a:cs typeface="Arial" panose="020B0604020202020204" pitchFamily="34" charset="0"/>
                        </a:rPr>
                        <a:t>High-quality instructional materials ask students to engage with grade-level content, which ensures that there are high expectations for students to meet.</a:t>
                      </a:r>
                    </a:p>
                  </a:txBody>
                  <a:tcPr marL="68580" marR="68580" marT="0" marB="0"/>
                </a:tc>
                <a:extLst>
                  <a:ext uri="{0D108BD9-81ED-4DB2-BD59-A6C34878D82A}">
                    <a16:rowId xmlns:a16="http://schemas.microsoft.com/office/drawing/2014/main" val="756510958"/>
                  </a:ext>
                </a:extLst>
              </a:tr>
              <a:tr h="370840">
                <a:tc>
                  <a:txBody>
                    <a:bodyPr/>
                    <a:lstStyle/>
                    <a:p>
                      <a:pPr marL="0" marR="0" algn="ctr">
                        <a:spcBef>
                          <a:spcPts val="600"/>
                        </a:spcBef>
                        <a:spcAft>
                          <a:spcPts val="600"/>
                        </a:spcAft>
                      </a:pPr>
                      <a:r>
                        <a:rPr lang="en-US" sz="2000" kern="1200" dirty="0">
                          <a:solidFill>
                            <a:schemeClr val="tx1"/>
                          </a:solidFill>
                          <a:effectLst/>
                          <a:latin typeface="Calibri" panose="020F0502020204030204" pitchFamily="34" charset="0"/>
                          <a:ea typeface="Calibri" panose="020F0502020204030204" pitchFamily="34" charset="0"/>
                          <a:cs typeface="Arial" panose="020B0604020202020204" pitchFamily="34" charset="0"/>
                        </a:rPr>
                        <a:t>2</a:t>
                      </a:r>
                    </a:p>
                  </a:txBody>
                  <a:tcPr marL="68580" marR="68580" marT="0" marB="0" anchor="ctr"/>
                </a:tc>
                <a:tc>
                  <a:txBody>
                    <a:bodyPr/>
                    <a:lstStyle/>
                    <a:p>
                      <a:pPr marL="0" marR="0">
                        <a:spcBef>
                          <a:spcPts val="600"/>
                        </a:spcBef>
                        <a:spcAft>
                          <a:spcPts val="600"/>
                        </a:spcAft>
                      </a:pPr>
                      <a:r>
                        <a:rPr lang="en-US" sz="2000" kern="1200" dirty="0">
                          <a:solidFill>
                            <a:schemeClr val="tx1"/>
                          </a:solidFill>
                          <a:effectLst/>
                          <a:latin typeface="Calibri" panose="020F0502020204030204" pitchFamily="34" charset="0"/>
                          <a:ea typeface="Calibri" panose="020F0502020204030204" pitchFamily="34" charset="0"/>
                          <a:cs typeface="Arial" panose="020B0604020202020204" pitchFamily="34" charset="0"/>
                        </a:rPr>
                        <a:t>High-quality instructional materials also give students opportunities to engage with the content in different ways. As we discussed in the previous lessons, one of the ways that students can struggle productively is by trying to solve problems in different ways.</a:t>
                      </a:r>
                    </a:p>
                  </a:txBody>
                  <a:tcPr marL="68580" marR="68580" marT="0" marB="0"/>
                </a:tc>
                <a:extLst>
                  <a:ext uri="{0D108BD9-81ED-4DB2-BD59-A6C34878D82A}">
                    <a16:rowId xmlns:a16="http://schemas.microsoft.com/office/drawing/2014/main" val="355627859"/>
                  </a:ext>
                </a:extLst>
              </a:tr>
              <a:tr h="370840">
                <a:tc>
                  <a:txBody>
                    <a:bodyPr/>
                    <a:lstStyle/>
                    <a:p>
                      <a:pPr marL="0" marR="0" algn="ctr">
                        <a:spcBef>
                          <a:spcPts val="600"/>
                        </a:spcBef>
                        <a:spcAft>
                          <a:spcPts val="600"/>
                        </a:spcAft>
                      </a:pPr>
                      <a:r>
                        <a:rPr lang="en-US" sz="2000" kern="1200" dirty="0">
                          <a:solidFill>
                            <a:schemeClr val="tx1"/>
                          </a:solidFill>
                          <a:effectLst/>
                          <a:latin typeface="Calibri" panose="020F0502020204030204" pitchFamily="34" charset="0"/>
                          <a:ea typeface="Calibri" panose="020F0502020204030204" pitchFamily="34" charset="0"/>
                          <a:cs typeface="Arial" panose="020B0604020202020204" pitchFamily="34" charset="0"/>
                        </a:rPr>
                        <a:t>3</a:t>
                      </a:r>
                    </a:p>
                  </a:txBody>
                  <a:tcPr marL="68580" marR="68580" marT="0" marB="0" anchor="ctr"/>
                </a:tc>
                <a:tc>
                  <a:txBody>
                    <a:bodyPr/>
                    <a:lstStyle/>
                    <a:p>
                      <a:pPr marL="0" marR="0">
                        <a:spcBef>
                          <a:spcPts val="600"/>
                        </a:spcBef>
                        <a:spcAft>
                          <a:spcPts val="600"/>
                        </a:spcAft>
                      </a:pPr>
                      <a:r>
                        <a:rPr lang="en-US" sz="2000" kern="1200" dirty="0">
                          <a:solidFill>
                            <a:schemeClr val="tx1"/>
                          </a:solidFill>
                          <a:effectLst/>
                          <a:latin typeface="Calibri" panose="020F0502020204030204" pitchFamily="34" charset="0"/>
                          <a:ea typeface="Calibri" panose="020F0502020204030204" pitchFamily="34" charset="0"/>
                          <a:cs typeface="Arial" panose="020B0604020202020204" pitchFamily="34" charset="0"/>
                        </a:rPr>
                        <a:t>When a teacher plans to use high-quality instructional materials, part of the planning process can focus on identifying the misconceptions that students might have and how they can support them with struggling productively through those misconceptions.</a:t>
                      </a:r>
                    </a:p>
                  </a:txBody>
                  <a:tcPr marL="68580" marR="68580" marT="0" marB="0"/>
                </a:tc>
                <a:extLst>
                  <a:ext uri="{0D108BD9-81ED-4DB2-BD59-A6C34878D82A}">
                    <a16:rowId xmlns:a16="http://schemas.microsoft.com/office/drawing/2014/main" val="3165126638"/>
                  </a:ext>
                </a:extLst>
              </a:tr>
            </a:tbl>
          </a:graphicData>
        </a:graphic>
      </p:graphicFrame>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ECDB3-7F62-4124-A1E9-E48D699D2427}"/>
              </a:ext>
            </a:extLst>
          </p:cNvPr>
          <p:cNvSpPr>
            <a:spLocks noGrp="1"/>
          </p:cNvSpPr>
          <p:nvPr>
            <p:ph type="title"/>
          </p:nvPr>
        </p:nvSpPr>
        <p:spPr>
          <a:xfrm>
            <a:off x="838200" y="500062"/>
            <a:ext cx="10515600" cy="1325563"/>
          </a:xfrm>
        </p:spPr>
        <p:txBody>
          <a:bodyPr/>
          <a:lstStyle/>
          <a:p>
            <a:r>
              <a:rPr lang="en-US" dirty="0"/>
              <a:t>Modeling: Problem 1</a:t>
            </a:r>
          </a:p>
        </p:txBody>
      </p:sp>
      <p:sp>
        <p:nvSpPr>
          <p:cNvPr id="4" name="Slide Number Placeholder 3">
            <a:extLst>
              <a:ext uri="{FF2B5EF4-FFF2-40B4-BE49-F238E27FC236}">
                <a16:creationId xmlns:a16="http://schemas.microsoft.com/office/drawing/2014/main" id="{497159D5-CAC3-47F8-8492-7D28C15A3A58}"/>
              </a:ext>
            </a:extLst>
          </p:cNvPr>
          <p:cNvSpPr>
            <a:spLocks noGrp="1"/>
          </p:cNvSpPr>
          <p:nvPr>
            <p:ph type="sldNum" sz="quarter" idx="12"/>
          </p:nvPr>
        </p:nvSpPr>
        <p:spPr/>
        <p:txBody>
          <a:bodyPr/>
          <a:lstStyle/>
          <a:p>
            <a:fld id="{E2D56C8B-F564-4051-AFED-A78F1C6A2F0E}" type="slidenum">
              <a:rPr lang="en-US" smtClean="0"/>
              <a:pPr/>
              <a:t>5</a:t>
            </a:fld>
            <a:endParaRPr lang="en-US" dirty="0"/>
          </a:p>
        </p:txBody>
      </p:sp>
      <p:pic>
        <p:nvPicPr>
          <p:cNvPr id="7" name="Content Placeholder 6" descr="A sample math problem that states, &quot;The picture below shows two groups of apples. Does the picture show 2 x 3? Explain why or why not.&quot; There are two groups of apples depicted, one group has three apples and the other has two apples.&#10;&#10;Below the apples is a second math problem, stating &quot;Draw a picture to show 2 x 3 =6.&quot;">
            <a:extLst>
              <a:ext uri="{FF2B5EF4-FFF2-40B4-BE49-F238E27FC236}">
                <a16:creationId xmlns:a16="http://schemas.microsoft.com/office/drawing/2014/main" id="{416B7BEA-BE53-4ED7-8C72-389925ADA0C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2928" y="1475509"/>
            <a:ext cx="9031357" cy="5063403"/>
          </a:xfrm>
          <a:prstGeom prst="rect">
            <a:avLst/>
          </a:prstGeom>
        </p:spPr>
      </p:pic>
      <p:sp>
        <p:nvSpPr>
          <p:cNvPr id="9" name="TextBox 8">
            <a:extLst>
              <a:ext uri="{FF2B5EF4-FFF2-40B4-BE49-F238E27FC236}">
                <a16:creationId xmlns:a16="http://schemas.microsoft.com/office/drawing/2014/main" id="{82CCDE9E-B185-49B5-9CA4-A96DF682BAA5}"/>
              </a:ext>
            </a:extLst>
          </p:cNvPr>
          <p:cNvSpPr txBox="1"/>
          <p:nvPr/>
        </p:nvSpPr>
        <p:spPr>
          <a:xfrm>
            <a:off x="952928" y="5892581"/>
            <a:ext cx="7852025" cy="307777"/>
          </a:xfrm>
          <a:prstGeom prst="rect">
            <a:avLst/>
          </a:prstGeom>
          <a:noFill/>
        </p:spPr>
        <p:txBody>
          <a:bodyPr wrap="square">
            <a:spAutoFit/>
          </a:bodyPr>
          <a:lstStyle/>
          <a:p>
            <a:r>
              <a:rPr lang="en-US" sz="1400" dirty="0">
                <a:effectLst/>
                <a:latin typeface="Calibri" panose="020F0502020204030204" pitchFamily="34" charset="0"/>
                <a:ea typeface="Calibri" panose="020F0502020204030204" pitchFamily="34" charset="0"/>
                <a:cs typeface="Arial" panose="020B0604020202020204" pitchFamily="34" charset="0"/>
              </a:rPr>
              <a:t>(Question from Eureka Math: TEKS Edition, Grade 3, Modules 1 &amp; 2. Learn Book)</a:t>
            </a:r>
            <a:endParaRPr lang="en-US" sz="1400" dirty="0"/>
          </a:p>
        </p:txBody>
      </p:sp>
    </p:spTree>
    <p:extLst>
      <p:ext uri="{BB962C8B-B14F-4D97-AF65-F5344CB8AC3E}">
        <p14:creationId xmlns:p14="http://schemas.microsoft.com/office/powerpoint/2010/main" val="1163931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ECDB3-7F62-4124-A1E9-E48D699D2427}"/>
              </a:ext>
            </a:extLst>
          </p:cNvPr>
          <p:cNvSpPr>
            <a:spLocks noGrp="1"/>
          </p:cNvSpPr>
          <p:nvPr>
            <p:ph type="title"/>
          </p:nvPr>
        </p:nvSpPr>
        <p:spPr>
          <a:xfrm>
            <a:off x="838200" y="500062"/>
            <a:ext cx="10515600" cy="1325563"/>
          </a:xfrm>
        </p:spPr>
        <p:txBody>
          <a:bodyPr/>
          <a:lstStyle/>
          <a:p>
            <a:r>
              <a:rPr lang="en-US" dirty="0"/>
              <a:t>Modeling: Problem 2</a:t>
            </a:r>
          </a:p>
        </p:txBody>
      </p:sp>
      <p:pic>
        <p:nvPicPr>
          <p:cNvPr id="8" name="Content Placeholder 7" descr="A sample word problem showing four groups of two slices of watermelon each. The text reads, &quot;The picture below shows 4 groups of 2 slices of watermelon. Fill in the blanks to make true repeated addition and multiplication sentences that represent the picture.&quot;">
            <a:extLst>
              <a:ext uri="{FF2B5EF4-FFF2-40B4-BE49-F238E27FC236}">
                <a16:creationId xmlns:a16="http://schemas.microsoft.com/office/drawing/2014/main" id="{33CFD5E3-B815-46F8-A369-AF5CF7CDAFE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7760" y="1553014"/>
            <a:ext cx="10012039" cy="3479361"/>
          </a:xfrm>
          <a:prstGeom prst="rect">
            <a:avLst/>
          </a:prstGeom>
        </p:spPr>
      </p:pic>
      <p:sp>
        <p:nvSpPr>
          <p:cNvPr id="9" name="TextBox 8">
            <a:extLst>
              <a:ext uri="{FF2B5EF4-FFF2-40B4-BE49-F238E27FC236}">
                <a16:creationId xmlns:a16="http://schemas.microsoft.com/office/drawing/2014/main" id="{82CCDE9E-B185-49B5-9CA4-A96DF682BAA5}"/>
              </a:ext>
            </a:extLst>
          </p:cNvPr>
          <p:cNvSpPr txBox="1"/>
          <p:nvPr/>
        </p:nvSpPr>
        <p:spPr>
          <a:xfrm>
            <a:off x="952928" y="5892581"/>
            <a:ext cx="7852025" cy="307777"/>
          </a:xfrm>
          <a:prstGeom prst="rect">
            <a:avLst/>
          </a:prstGeom>
          <a:noFill/>
        </p:spPr>
        <p:txBody>
          <a:bodyPr wrap="square">
            <a:spAutoFit/>
          </a:bodyPr>
          <a:lstStyle/>
          <a:p>
            <a:r>
              <a:rPr lang="en-US" sz="1400" dirty="0">
                <a:effectLst/>
                <a:latin typeface="Calibri" panose="020F0502020204030204" pitchFamily="34" charset="0"/>
                <a:ea typeface="Calibri" panose="020F0502020204030204" pitchFamily="34" charset="0"/>
                <a:cs typeface="Arial" panose="020B0604020202020204" pitchFamily="34" charset="0"/>
              </a:rPr>
              <a:t>(Question from Eureka Math: TEKS Edition, Grade 3, Modules 1 &amp; 2. Learn Book)</a:t>
            </a:r>
            <a:endParaRPr lang="en-US" sz="1400" dirty="0"/>
          </a:p>
        </p:txBody>
      </p:sp>
    </p:spTree>
    <p:extLst>
      <p:ext uri="{BB962C8B-B14F-4D97-AF65-F5344CB8AC3E}">
        <p14:creationId xmlns:p14="http://schemas.microsoft.com/office/powerpoint/2010/main" val="3366578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9" name="Rectangle 8">
            <a:extLst>
              <a:ext uri="{FF2B5EF4-FFF2-40B4-BE49-F238E27FC236}">
                <a16:creationId xmlns:a16="http://schemas.microsoft.com/office/drawing/2014/main" id="{694E42E9-AF33-4423-9B19-6A9359B0D125}"/>
              </a:ext>
            </a:extLst>
          </p:cNvPr>
          <p:cNvSpPr>
            <a:spLocks noChangeArrowheads="1"/>
          </p:cNvSpPr>
          <p:nvPr/>
        </p:nvSpPr>
        <p:spPr bwMode="auto">
          <a:xfrm>
            <a:off x="838200" y="1752243"/>
            <a:ext cx="10086226"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ea typeface="Calibri" panose="020F0502020204030204" pitchFamily="34" charset="0"/>
                <a:cs typeface="Arial" panose="020B0604020202020204" pitchFamily="34" charset="0"/>
              </a:rPr>
              <a:t>Review the mathematics questions below and respond to the questions that follow.</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31" name="Picture 1" descr="A sample of mathematics addition and multiplication problems. One sample shows three hands, the phrase &quot;three groups of five equals blank&quot;, the statement, &quot;three fives equals blank,&quot; and lastly, &quot;three times five equals blank.&quot; &#10;&#10;The second image is of five groups of three bananas with the addition problem &quot;3+3+3+3+3 equals blank,&quot; the statement &quot;five groups of three equals blank,&quot; and lastly the multiplication problem &quot;five times three equals blank.&quot;">
            <a:extLst>
              <a:ext uri="{FF2B5EF4-FFF2-40B4-BE49-F238E27FC236}">
                <a16:creationId xmlns:a16="http://schemas.microsoft.com/office/drawing/2014/main" id="{CD02C695-B416-4930-B751-CB46E7204E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4674" y="2655888"/>
            <a:ext cx="4559300" cy="169545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646ED6A5-DD61-4C3B-9FAF-9B167FDB100F}"/>
              </a:ext>
            </a:extLst>
          </p:cNvPr>
          <p:cNvSpPr>
            <a:spLocks noChangeArrowheads="1"/>
          </p:cNvSpPr>
          <p:nvPr/>
        </p:nvSpPr>
        <p:spPr bwMode="auto">
          <a:xfrm>
            <a:off x="924675" y="4405196"/>
            <a:ext cx="9999752" cy="2154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ea typeface="Calibri" panose="020F0502020204030204" pitchFamily="34" charset="0"/>
                <a:cs typeface="Arial" panose="020B0604020202020204" pitchFamily="34" charset="0"/>
              </a:rPr>
              <a:t>(Question from Eureka Math: TEKS Edition, Grade 3, Modules 1 &amp; 2. Learn Book)</a:t>
            </a:r>
            <a:endParaRPr kumimoji="0" lang="en-US" altLang="en-US" sz="2800" b="0" i="0" u="none" strike="noStrike" cap="none" normalizeH="0" baseline="0" dirty="0">
              <a:ln>
                <a:noFill/>
              </a:ln>
              <a:solidFill>
                <a:schemeClr val="tx1"/>
              </a:solidFill>
              <a:effectLst/>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ea typeface="Calibri" panose="020F0502020204030204" pitchFamily="34" charset="0"/>
                <a:cs typeface="Arial" panose="020B0604020202020204" pitchFamily="34" charset="0"/>
              </a:rPr>
              <a:t>Do these questions align with the mathematics TEKS for third grade that we reviewed in class?</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ea typeface="Calibri" panose="020F0502020204030204" pitchFamily="34" charset="0"/>
                <a:cs typeface="Arial" panose="020B0604020202020204" pitchFamily="34" charset="0"/>
              </a:rPr>
              <a:t>Do these questions provide multiple entry points for a student? If so, how?</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ea typeface="Calibri" panose="020F0502020204030204" pitchFamily="34" charset="0"/>
                <a:cs typeface="Arial" panose="020B0604020202020204" pitchFamily="34" charset="0"/>
              </a:rPr>
              <a:t>How might students struggle with these questions? How would you help struggle productively through those challenges?</a:t>
            </a:r>
            <a:endParaRPr kumimoji="0" lang="en-US" altLang="en-US"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129</TotalTime>
  <Words>367</Words>
  <Application>Microsoft Office PowerPoint</Application>
  <PresentationFormat>Widescreen</PresentationFormat>
  <Paragraphs>31</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Practicum| Unit 3: Research-Based Instructional Strategies (RBIS) Math | Lesson 4.07</vt:lpstr>
      <vt:lpstr>TEKS Standards &amp; Objectives</vt:lpstr>
      <vt:lpstr>Bellringer</vt:lpstr>
      <vt:lpstr>Encouraging Productive Struggle through the Use of High-Quality Instructional Materials</vt:lpstr>
      <vt:lpstr>Modeling: Problem 1</vt:lpstr>
      <vt:lpstr>Modeling: Problem 2</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4.07: Productive Struggle: Encouraging Productive Struggle in the Classroom</dc:title>
  <dc:subject>Lesson 4.07: Productive Struggle: Encouraging Productive Struggle in the Classroom</dc:subject>
  <dc:creator>Texas Education Agency</dc:creator>
  <cp:lastModifiedBy>White (she/her), Whitney</cp:lastModifiedBy>
  <cp:revision>3</cp:revision>
  <dcterms:created xsi:type="dcterms:W3CDTF">2022-05-09T19:40:20Z</dcterms:created>
  <dcterms:modified xsi:type="dcterms:W3CDTF">2023-08-19T02:52:03Z</dcterms:modified>
</cp:coreProperties>
</file>
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58" r:id="rId4"/>
    <p:sldId id="261" r:id="rId5"/>
    <p:sldId id="264" r:id="rId6"/>
    <p:sldId id="263" r:id="rId7"/>
    <p:sldId id="262" r:id="rId8"/>
    <p:sldId id="265" r:id="rId9"/>
    <p:sldId id="266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68B153-BCDB-4221-B8CF-8303F51662F1}" v="1" dt="2023-08-31T19:43:28.4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6542D6E9-441A-4A4B-8630-46B6E94029E2}"/>
    <pc:docChg chg="custSel addSld modSld">
      <pc:chgData name="White, Whitney" userId="65f39021-2f1d-4d8b-87dc-b123826f65bf" providerId="ADAL" clId="{6542D6E9-441A-4A4B-8630-46B6E94029E2}" dt="2022-08-04T15:49:07.595" v="807" actId="403"/>
      <pc:docMkLst>
        <pc:docMk/>
      </pc:docMkLst>
      <pc:sldChg chg="modSp mod">
        <pc:chgData name="White, Whitney" userId="65f39021-2f1d-4d8b-87dc-b123826f65bf" providerId="ADAL" clId="{6542D6E9-441A-4A4B-8630-46B6E94029E2}" dt="2022-08-04T15:43:16.855" v="40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6542D6E9-441A-4A4B-8630-46B6E94029E2}" dt="2022-08-04T15:43:16.855" v="40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6542D6E9-441A-4A4B-8630-46B6E94029E2}" dt="2022-08-04T15:43:12.935" v="36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addSp delSp modSp mod">
        <pc:chgData name="White, Whitney" userId="65f39021-2f1d-4d8b-87dc-b123826f65bf" providerId="ADAL" clId="{6542D6E9-441A-4A4B-8630-46B6E94029E2}" dt="2022-08-04T15:44:53.720" v="233" actId="20577"/>
        <pc:sldMkLst>
          <pc:docMk/>
          <pc:sldMk cId="4071305681" sldId="258"/>
        </pc:sldMkLst>
        <pc:spChg chg="add del mod">
          <ac:chgData name="White, Whitney" userId="65f39021-2f1d-4d8b-87dc-b123826f65bf" providerId="ADAL" clId="{6542D6E9-441A-4A4B-8630-46B6E94029E2}" dt="2022-08-04T15:44:53.720" v="233" actId="20577"/>
          <ac:spMkLst>
            <pc:docMk/>
            <pc:sldMk cId="4071305681" sldId="258"/>
            <ac:spMk id="3" creationId="{392BE286-77A6-49DD-B15D-7E4718D52FE7}"/>
          </ac:spMkLst>
        </pc:spChg>
        <pc:spChg chg="add del">
          <ac:chgData name="White, Whitney" userId="65f39021-2f1d-4d8b-87dc-b123826f65bf" providerId="ADAL" clId="{6542D6E9-441A-4A4B-8630-46B6E94029E2}" dt="2022-08-04T15:44:21.530" v="70"/>
          <ac:spMkLst>
            <pc:docMk/>
            <pc:sldMk cId="4071305681" sldId="258"/>
            <ac:spMk id="6" creationId="{9A104028-DE9A-4306-BC00-18A96A5BB3B0}"/>
          </ac:spMkLst>
        </pc:spChg>
        <pc:graphicFrameChg chg="add del mod">
          <ac:chgData name="White, Whitney" userId="65f39021-2f1d-4d8b-87dc-b123826f65bf" providerId="ADAL" clId="{6542D6E9-441A-4A4B-8630-46B6E94029E2}" dt="2022-08-04T15:44:21.530" v="70"/>
          <ac:graphicFrameMkLst>
            <pc:docMk/>
            <pc:sldMk cId="4071305681" sldId="258"/>
            <ac:graphicFrameMk id="5" creationId="{C95340C4-E268-49DE-8DEE-CC07FC226DB3}"/>
          </ac:graphicFrameMkLst>
        </pc:graphicFrameChg>
        <pc:graphicFrameChg chg="add del mod">
          <ac:chgData name="White, Whitney" userId="65f39021-2f1d-4d8b-87dc-b123826f65bf" providerId="ADAL" clId="{6542D6E9-441A-4A4B-8630-46B6E94029E2}" dt="2022-08-04T15:44:30.587" v="72"/>
          <ac:graphicFrameMkLst>
            <pc:docMk/>
            <pc:sldMk cId="4071305681" sldId="258"/>
            <ac:graphicFrameMk id="7" creationId="{FF90FA7B-39A1-46A3-9B5F-BB59DFA810F0}"/>
          </ac:graphicFrameMkLst>
        </pc:graphicFrameChg>
      </pc:sldChg>
      <pc:sldChg chg="modSp mod">
        <pc:chgData name="White, Whitney" userId="65f39021-2f1d-4d8b-87dc-b123826f65bf" providerId="ADAL" clId="{6542D6E9-441A-4A4B-8630-46B6E94029E2}" dt="2022-08-04T15:44:07.395" v="68" actId="403"/>
        <pc:sldMkLst>
          <pc:docMk/>
          <pc:sldMk cId="2772527113" sldId="259"/>
        </pc:sldMkLst>
        <pc:spChg chg="mod">
          <ac:chgData name="White, Whitney" userId="65f39021-2f1d-4d8b-87dc-b123826f65bf" providerId="ADAL" clId="{6542D6E9-441A-4A4B-8630-46B6E94029E2}" dt="2022-08-04T15:44:07.395" v="68" actId="403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6542D6E9-441A-4A4B-8630-46B6E94029E2}" dt="2022-08-04T15:49:07.595" v="807" actId="403"/>
        <pc:sldMkLst>
          <pc:docMk/>
          <pc:sldMk cId="2147408764" sldId="260"/>
        </pc:sldMkLst>
        <pc:spChg chg="mod">
          <ac:chgData name="White, Whitney" userId="65f39021-2f1d-4d8b-87dc-b123826f65bf" providerId="ADAL" clId="{6542D6E9-441A-4A4B-8630-46B6E94029E2}" dt="2022-08-04T15:49:07.595" v="807" actId="403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6542D6E9-441A-4A4B-8630-46B6E94029E2}" dt="2022-08-04T15:45:52.639" v="500" actId="20577"/>
        <pc:sldMkLst>
          <pc:docMk/>
          <pc:sldMk cId="3054216349" sldId="261"/>
        </pc:sldMkLst>
        <pc:spChg chg="mod">
          <ac:chgData name="White, Whitney" userId="65f39021-2f1d-4d8b-87dc-b123826f65bf" providerId="ADAL" clId="{6542D6E9-441A-4A4B-8630-46B6E94029E2}" dt="2022-08-04T15:45:52.639" v="500" actId="20577"/>
          <ac:spMkLst>
            <pc:docMk/>
            <pc:sldMk cId="3054216349" sldId="261"/>
            <ac:spMk id="3" creationId="{AE13FDB6-F093-4D9E-B14E-3D7DB894C34C}"/>
          </ac:spMkLst>
        </pc:spChg>
      </pc:sldChg>
      <pc:sldChg chg="addSp delSp modSp mod">
        <pc:chgData name="White, Whitney" userId="65f39021-2f1d-4d8b-87dc-b123826f65bf" providerId="ADAL" clId="{6542D6E9-441A-4A4B-8630-46B6E94029E2}" dt="2022-08-04T15:47:41.894" v="689" actId="114"/>
        <pc:sldMkLst>
          <pc:docMk/>
          <pc:sldMk cId="4170921578" sldId="262"/>
        </pc:sldMkLst>
        <pc:spChg chg="mod">
          <ac:chgData name="White, Whitney" userId="65f39021-2f1d-4d8b-87dc-b123826f65bf" providerId="ADAL" clId="{6542D6E9-441A-4A4B-8630-46B6E94029E2}" dt="2022-08-04T15:47:23.663" v="660" actId="20577"/>
          <ac:spMkLst>
            <pc:docMk/>
            <pc:sldMk cId="4170921578" sldId="262"/>
            <ac:spMk id="2" creationId="{A7DAC820-49EE-4F41-8B1F-B9E33FF6BE24}"/>
          </ac:spMkLst>
        </pc:spChg>
        <pc:spChg chg="add del mod">
          <ac:chgData name="White, Whitney" userId="65f39021-2f1d-4d8b-87dc-b123826f65bf" providerId="ADAL" clId="{6542D6E9-441A-4A4B-8630-46B6E94029E2}" dt="2022-08-04T15:47:41.894" v="689" actId="114"/>
          <ac:spMkLst>
            <pc:docMk/>
            <pc:sldMk cId="4170921578" sldId="262"/>
            <ac:spMk id="3" creationId="{79FFCA46-4155-4484-8350-F1E0B95F6088}"/>
          </ac:spMkLst>
        </pc:spChg>
        <pc:graphicFrameChg chg="add del mod">
          <ac:chgData name="White, Whitney" userId="65f39021-2f1d-4d8b-87dc-b123826f65bf" providerId="ADAL" clId="{6542D6E9-441A-4A4B-8630-46B6E94029E2}" dt="2022-08-04T15:47:31.051" v="662"/>
          <ac:graphicFrameMkLst>
            <pc:docMk/>
            <pc:sldMk cId="4170921578" sldId="262"/>
            <ac:graphicFrameMk id="5" creationId="{EAC7B3CA-44E0-491B-9974-A40E6DB55FC8}"/>
          </ac:graphicFrameMkLst>
        </pc:graphicFrameChg>
      </pc:sldChg>
      <pc:sldChg chg="modSp mod">
        <pc:chgData name="White, Whitney" userId="65f39021-2f1d-4d8b-87dc-b123826f65bf" providerId="ADAL" clId="{6542D6E9-441A-4A4B-8630-46B6E94029E2}" dt="2022-08-04T15:47:12.112" v="600" actId="403"/>
        <pc:sldMkLst>
          <pc:docMk/>
          <pc:sldMk cId="1163931679" sldId="263"/>
        </pc:sldMkLst>
        <pc:spChg chg="mod">
          <ac:chgData name="White, Whitney" userId="65f39021-2f1d-4d8b-87dc-b123826f65bf" providerId="ADAL" clId="{6542D6E9-441A-4A4B-8630-46B6E94029E2}" dt="2022-08-04T15:47:00.905" v="595" actId="20577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6542D6E9-441A-4A4B-8630-46B6E94029E2}" dt="2022-08-04T15:47:12.112" v="600" actId="403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">
        <pc:chgData name="White, Whitney" userId="65f39021-2f1d-4d8b-87dc-b123826f65bf" providerId="ADAL" clId="{6542D6E9-441A-4A4B-8630-46B6E94029E2}" dt="2022-08-04T15:46:46.650" v="552" actId="403"/>
        <pc:sldMkLst>
          <pc:docMk/>
          <pc:sldMk cId="3493109116" sldId="264"/>
        </pc:sldMkLst>
        <pc:spChg chg="mod">
          <ac:chgData name="White, Whitney" userId="65f39021-2f1d-4d8b-87dc-b123826f65bf" providerId="ADAL" clId="{6542D6E9-441A-4A4B-8630-46B6E94029E2}" dt="2022-08-04T15:46:32.561" v="547" actId="20577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6542D6E9-441A-4A4B-8630-46B6E94029E2}" dt="2022-08-04T15:46:46.650" v="552" actId="403"/>
          <ac:spMkLst>
            <pc:docMk/>
            <pc:sldMk cId="3493109116" sldId="264"/>
            <ac:spMk id="3" creationId="{F64339F5-2F5D-46B5-A25D-C197D73747BD}"/>
          </ac:spMkLst>
        </pc:spChg>
      </pc:sldChg>
      <pc:sldChg chg="modSp new mod">
        <pc:chgData name="White, Whitney" userId="65f39021-2f1d-4d8b-87dc-b123826f65bf" providerId="ADAL" clId="{6542D6E9-441A-4A4B-8630-46B6E94029E2}" dt="2022-08-04T15:48:20.392" v="741" actId="207"/>
        <pc:sldMkLst>
          <pc:docMk/>
          <pc:sldMk cId="237987495" sldId="265"/>
        </pc:sldMkLst>
        <pc:spChg chg="mod">
          <ac:chgData name="White, Whitney" userId="65f39021-2f1d-4d8b-87dc-b123826f65bf" providerId="ADAL" clId="{6542D6E9-441A-4A4B-8630-46B6E94029E2}" dt="2022-08-04T15:48:03.295" v="731" actId="20577"/>
          <ac:spMkLst>
            <pc:docMk/>
            <pc:sldMk cId="237987495" sldId="265"/>
            <ac:spMk id="2" creationId="{076DA000-41E4-450E-A8EE-3B79D43F2445}"/>
          </ac:spMkLst>
        </pc:spChg>
        <pc:spChg chg="mod">
          <ac:chgData name="White, Whitney" userId="65f39021-2f1d-4d8b-87dc-b123826f65bf" providerId="ADAL" clId="{6542D6E9-441A-4A4B-8630-46B6E94029E2}" dt="2022-08-04T15:48:20.392" v="741" actId="207"/>
          <ac:spMkLst>
            <pc:docMk/>
            <pc:sldMk cId="237987495" sldId="265"/>
            <ac:spMk id="3" creationId="{45D91ACE-9E51-4B6C-8A01-94096132D5D9}"/>
          </ac:spMkLst>
        </pc:spChg>
      </pc:sldChg>
      <pc:sldChg chg="modSp new mod">
        <pc:chgData name="White, Whitney" userId="65f39021-2f1d-4d8b-87dc-b123826f65bf" providerId="ADAL" clId="{6542D6E9-441A-4A4B-8630-46B6E94029E2}" dt="2022-08-04T15:48:48.778" v="803" actId="207"/>
        <pc:sldMkLst>
          <pc:docMk/>
          <pc:sldMk cId="4080711716" sldId="266"/>
        </pc:sldMkLst>
        <pc:spChg chg="mod">
          <ac:chgData name="White, Whitney" userId="65f39021-2f1d-4d8b-87dc-b123826f65bf" providerId="ADAL" clId="{6542D6E9-441A-4A4B-8630-46B6E94029E2}" dt="2022-08-04T15:48:34.087" v="797" actId="20577"/>
          <ac:spMkLst>
            <pc:docMk/>
            <pc:sldMk cId="4080711716" sldId="266"/>
            <ac:spMk id="2" creationId="{4A229F92-A751-4F8A-A1C4-B14C6751A78D}"/>
          </ac:spMkLst>
        </pc:spChg>
        <pc:spChg chg="mod">
          <ac:chgData name="White, Whitney" userId="65f39021-2f1d-4d8b-87dc-b123826f65bf" providerId="ADAL" clId="{6542D6E9-441A-4A4B-8630-46B6E94029E2}" dt="2022-08-04T15:48:48.778" v="803" actId="207"/>
          <ac:spMkLst>
            <pc:docMk/>
            <pc:sldMk cId="4080711716" sldId="266"/>
            <ac:spMk id="3" creationId="{A38B7D4A-32EE-49F0-887E-95B8A368DD38}"/>
          </ac:spMkLst>
        </pc:spChg>
      </pc:sldChg>
    </pc:docChg>
  </pc:docChgLst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BF4B8836-0A11-4AA0-9E90-D808237E7929}"/>
    <pc:docChg chg="custSel modSld">
      <pc:chgData name="White, Whitney" userId="65f39021-2f1d-4d8b-87dc-b123826f65bf" providerId="ADAL" clId="{BF4B8836-0A11-4AA0-9E90-D808237E7929}" dt="2022-07-30T15:11:00.548" v="131" actId="20577"/>
      <pc:docMkLst>
        <pc:docMk/>
      </pc:docMkLst>
      <pc:sldChg chg="modSp mod">
        <pc:chgData name="White, Whitney" userId="65f39021-2f1d-4d8b-87dc-b123826f65bf" providerId="ADAL" clId="{BF4B8836-0A11-4AA0-9E90-D808237E7929}" dt="2022-07-30T15:11:00.548" v="13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BF4B8836-0A11-4AA0-9E90-D808237E7929}" dt="2022-07-30T15:11:00.548" v="13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 (she/her), Whitney" userId="65f39021-2f1d-4d8b-87dc-b123826f65bf" providerId="ADAL" clId="{DD68B153-BCDB-4221-B8CF-8303F51662F1}"/>
    <pc:docChg chg="modSld">
      <pc:chgData name="White (she/her), Whitney" userId="65f39021-2f1d-4d8b-87dc-b123826f65bf" providerId="ADAL" clId="{DD68B153-BCDB-4221-B8CF-8303F51662F1}" dt="2023-08-31T19:43:30.231" v="2" actId="1076"/>
      <pc:docMkLst>
        <pc:docMk/>
      </pc:docMkLst>
      <pc:sldChg chg="addSp modSp mod">
        <pc:chgData name="White (she/her), Whitney" userId="65f39021-2f1d-4d8b-87dc-b123826f65bf" providerId="ADAL" clId="{DD68B153-BCDB-4221-B8CF-8303F51662F1}" dt="2023-08-31T19:43:30.231" v="2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DD68B153-BCDB-4221-B8CF-8303F51662F1}" dt="2023-08-31T19:43:30.231" v="2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DD68B153-BCDB-4221-B8CF-8303F51662F1}" dt="2023-08-31T19:43:28.473" v="1"/>
          <ac:spMkLst>
            <pc:docMk/>
            <pc:sldMk cId="1482277026" sldId="256"/>
            <ac:spMk id="4" creationId="{9E9B64E2-A4FC-CB70-B2DD-F5ABC942535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59861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Practicum in Education and Training| Unit 2: The Professional Educator | Lesson 2.19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Opportunities for Professional Growth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B64E2-A4FC-CB70-B2DD-F5ABC9425357}"/>
              </a:ext>
            </a:extLst>
          </p:cNvPr>
          <p:cNvSpPr txBox="1"/>
          <p:nvPr/>
        </p:nvSpPr>
        <p:spPr>
          <a:xfrm>
            <a:off x="0" y="6430161"/>
            <a:ext cx="11954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8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TEKS 12A, 12B, 12C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esearch national, state, and local organizations that promote and provide professional learning for educators.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dentify opportunities for long-term professional growth and recognition as an educator (advanced degrees, National Board, Teach Plus Fellowship, TNTP, Fulbright, etc.)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Using your notes from yesterday, how does continuing education support teacher success?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are some ways teachers receive continuing education courses?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3FDB6-F093-4D9E-B14E-3D7DB894C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Long-term Professional Growth: The process by which educators gain new skills, seek opportunities and career experiences to continuously improve their practice and knowledge to benefit both their short and long-term goals.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What are Professional Learning Organizations?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Organizations that provide courses or training to help teachers develop the necessary knowledge and skills to be successful practitioners. They </a:t>
            </a:r>
            <a:r>
              <a:rPr lang="en-US" b="1" i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promote long-term professional growth by providing growth opportunities.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CDB3-7F62-4124-A1E9-E48D699D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What are Professional Growth Opportunities?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C84E3-4C09-4253-8964-13B9C34E5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various modalities teachers can receive long-term professional growth including coursework, advanced degrees, certifications, workshops, career exchanges, scholarships, research 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931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AC820-49EE-4F41-8B1F-B9E33FF6B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Where are Professional Learning Organizations?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FCA46-4155-4484-8350-F1E0B95F6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/>
              <a:t>Local, State, and National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C1FB4-016B-4122-B211-50411DB9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921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DA000-41E4-450E-A8EE-3B79D43F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Teachers Use/Seek Them?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91ACE-9E51-4B6C-8A01-94096132D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Continue developing skills and knowledge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Maintain required hours necessary for licensing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Increase earning potential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Long-term professional growth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Acknowledgement as a teacher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A50C3-7508-4783-9467-F0EA7AA4B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87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29F92-A751-4F8A-A1C4-B14C6751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Some Examples of Organizations &amp; Opportunities?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B7D4A-32EE-49F0-887E-95B8A368D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Local: Higher education institutions (universities, colleges, community colleges), museums, centers of education, art institutes.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State: Teacher associations, TEA, Education Nonprofits.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National: Fulbright, National Board Certification, Teacher Plus Scholarship, TNTP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DFA15-BD53-4E9B-AABA-9C3188252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711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Based upon your research, which of the opportunities for long-term professional growth are of most interest to you?  How will this opportunity best support your goals and improvement as an educator?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</TotalTime>
  <Words>359</Words>
  <Application>Microsoft Office PowerPoint</Application>
  <PresentationFormat>Widescreen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Symbol</vt:lpstr>
      <vt:lpstr>Office Theme</vt:lpstr>
      <vt:lpstr>Practicum in Education and Training| Unit 2: The Professional Educator | Lesson 2.19</vt:lpstr>
      <vt:lpstr>TEKS Standards &amp; Objectives</vt:lpstr>
      <vt:lpstr>Bellringer</vt:lpstr>
      <vt:lpstr>Vocabulary</vt:lpstr>
      <vt:lpstr>What are Professional Learning Organizations?</vt:lpstr>
      <vt:lpstr>What are Professional Growth Opportunities?</vt:lpstr>
      <vt:lpstr>Where are Professional Learning Organizations?</vt:lpstr>
      <vt:lpstr>Why Do Teachers Use/Seek Them?</vt:lpstr>
      <vt:lpstr>What are Some Examples of Organizations &amp; Opportunities?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2.19: Opportunities for Professional Growth</dc:title>
  <dc:subject>Lesson 2.19: Opportunities for Professional Growth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2023-08-31T19:43:33Z</dcterms:modified>
</cp:coreProperties>
</file>
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4DC8F7-213F-4B6F-A874-1B2DC7C9CB61}" v="1" dt="2023-08-31T19:37:51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26163B50-B5B8-4F34-9371-5835BEDBA270}"/>
    <pc:docChg chg="custSel delSld modSld">
      <pc:chgData name="White, Whitney" userId="65f39021-2f1d-4d8b-87dc-b123826f65bf" providerId="ADAL" clId="{26163B50-B5B8-4F34-9371-5835BEDBA270}" dt="2022-08-04T14:38:42.528" v="487" actId="404"/>
      <pc:docMkLst>
        <pc:docMk/>
      </pc:docMkLst>
      <pc:sldChg chg="modSp mod">
        <pc:chgData name="White, Whitney" userId="65f39021-2f1d-4d8b-87dc-b123826f65bf" providerId="ADAL" clId="{26163B50-B5B8-4F34-9371-5835BEDBA270}" dt="2022-08-04T14:22:44.408" v="6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26163B50-B5B8-4F34-9371-5835BEDBA270}" dt="2022-07-31T03:18:22.571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26163B50-B5B8-4F34-9371-5835BEDBA270}" dt="2022-08-04T14:22:44.408" v="6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26163B50-B5B8-4F34-9371-5835BEDBA270}" dt="2022-08-04T14:23:25.343" v="87" actId="403"/>
        <pc:sldMkLst>
          <pc:docMk/>
          <pc:sldMk cId="4071305681" sldId="258"/>
        </pc:sldMkLst>
        <pc:spChg chg="mod">
          <ac:chgData name="White, Whitney" userId="65f39021-2f1d-4d8b-87dc-b123826f65bf" providerId="ADAL" clId="{26163B50-B5B8-4F34-9371-5835BEDBA270}" dt="2022-08-04T14:23:25.343" v="87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26163B50-B5B8-4F34-9371-5835BEDBA270}" dt="2022-08-04T14:23:13.089" v="82" actId="255"/>
        <pc:sldMkLst>
          <pc:docMk/>
          <pc:sldMk cId="2772527113" sldId="259"/>
        </pc:sldMkLst>
        <pc:spChg chg="mod">
          <ac:chgData name="White, Whitney" userId="65f39021-2f1d-4d8b-87dc-b123826f65bf" providerId="ADAL" clId="{26163B50-B5B8-4F34-9371-5835BEDBA270}" dt="2022-08-04T14:23:13.089" v="8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26163B50-B5B8-4F34-9371-5835BEDBA270}" dt="2022-08-04T14:38:42.528" v="487" actId="404"/>
        <pc:sldMkLst>
          <pc:docMk/>
          <pc:sldMk cId="2147408764" sldId="260"/>
        </pc:sldMkLst>
        <pc:spChg chg="mod">
          <ac:chgData name="White, Whitney" userId="65f39021-2f1d-4d8b-87dc-b123826f65bf" providerId="ADAL" clId="{26163B50-B5B8-4F34-9371-5835BEDBA270}" dt="2022-08-04T14:38:42.528" v="487" actId="404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26163B50-B5B8-4F34-9371-5835BEDBA270}" dt="2022-08-04T14:23:49.807" v="235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26163B50-B5B8-4F34-9371-5835BEDBA270}" dt="2022-08-04T14:23:49.807" v="235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26163B50-B5B8-4F34-9371-5835BEDBA270}" dt="2022-08-04T14:38:23.246" v="481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26163B50-B5B8-4F34-9371-5835BEDBA270}" dt="2022-08-04T14:38:23.099" v="480" actId="47"/>
        <pc:sldMkLst>
          <pc:docMk/>
          <pc:sldMk cId="1163931679" sldId="263"/>
        </pc:sldMkLst>
      </pc:sldChg>
      <pc:sldChg chg="modSp mod modAnim">
        <pc:chgData name="White, Whitney" userId="65f39021-2f1d-4d8b-87dc-b123826f65bf" providerId="ADAL" clId="{26163B50-B5B8-4F34-9371-5835BEDBA270}" dt="2022-08-04T14:37:42.493" v="479"/>
        <pc:sldMkLst>
          <pc:docMk/>
          <pc:sldMk cId="3493109116" sldId="264"/>
        </pc:sldMkLst>
        <pc:spChg chg="mod">
          <ac:chgData name="White, Whitney" userId="65f39021-2f1d-4d8b-87dc-b123826f65bf" providerId="ADAL" clId="{26163B50-B5B8-4F34-9371-5835BEDBA270}" dt="2022-08-04T14:25:01.878" v="282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26163B50-B5B8-4F34-9371-5835BEDBA270}" dt="2022-08-04T14:37:25.693" v="473" actId="403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 (she/her), Whitney" userId="65f39021-2f1d-4d8b-87dc-b123826f65bf" providerId="ADAL" clId="{AC4DC8F7-213F-4B6F-A874-1B2DC7C9CB61}"/>
    <pc:docChg chg="modSld">
      <pc:chgData name="White (she/her), Whitney" userId="65f39021-2f1d-4d8b-87dc-b123826f65bf" providerId="ADAL" clId="{AC4DC8F7-213F-4B6F-A874-1B2DC7C9CB61}" dt="2023-08-31T19:37:53.545" v="2" actId="1076"/>
      <pc:docMkLst>
        <pc:docMk/>
      </pc:docMkLst>
      <pc:sldChg chg="addSp modSp mod">
        <pc:chgData name="White (she/her), Whitney" userId="65f39021-2f1d-4d8b-87dc-b123826f65bf" providerId="ADAL" clId="{AC4DC8F7-213F-4B6F-A874-1B2DC7C9CB61}" dt="2023-08-31T19:37:53.545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AC4DC8F7-213F-4B6F-A874-1B2DC7C9CB61}" dt="2023-08-31T19:37:53.545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AC4DC8F7-213F-4B6F-A874-1B2DC7C9CB61}" dt="2023-08-31T19:37:51.069" v="1"/>
          <ac:spMkLst>
            <pc:docMk/>
            <pc:sldMk cId="1482277026" sldId="256"/>
            <ac:spMk id="4" creationId="{2CBB6C2E-27F9-565F-9C01-666C9A59ADD6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Professional Communication with Parents and Families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B6C2E-27F9-565F-9C01-666C9A59ADD6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1C, 1E, 1I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ea typeface="Times New Roman" panose="02020603050405020304" pitchFamily="18" charset="0"/>
              </a:rPr>
              <a:t>pply tenets of professional conduct and communication to plan and roleplay a conference with parents</a:t>
            </a: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ea typeface="Calibri" panose="020F0502020204030204" pitchFamily="34" charset="0"/>
              </a:rPr>
              <a:t>interview a field site teacher to discuss how they plan for, conduct, and follow up after parent conferences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our previous lesson we discussed how to be professional in communication during conflict.  What are two specific characteristics of professional communication during conflict?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Parent Teacher Conference: Short meeting between the teacher and families to discuss a student’s academic progress and experience at school.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Steps of a Productive Parent Teacher Conference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Greet the parents and establish a common purpose for the conference.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Invite the parents to share their thoughts on how the student is doing.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hare positive feedback about the student.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hare no more than 2 areas for improvement.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Setting a goal for the student with the parents.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sk parents if they have any questions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you reflect on your experience as a teacher leading a conference with parents, rate yourself on a scale of 1-5 (1-I didn’t do this well at all, 5-I did this exceptionally well) on following each of the steps of holding a parent conference? What feedback would you give yourself to improve the experience for next time?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271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Office Theme</vt:lpstr>
      <vt:lpstr>Practicum in Education and Training| Unit 2: The Professional Educator | Lesson 2.06</vt:lpstr>
      <vt:lpstr>TEKS Standards &amp; Objectives</vt:lpstr>
      <vt:lpstr>Bellringer</vt:lpstr>
      <vt:lpstr>Vocabulary</vt:lpstr>
      <vt:lpstr>Steps of a Productive Parent Teacher Conference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2.06: Professional Communication with Parents and Families</dc:title>
  <dc:subject>Lesson 2.06: Professional Communication with Parents and Families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2023-08-31T19:37:54Z</dcterms:modified>
</cp:coreProperties>
</file>
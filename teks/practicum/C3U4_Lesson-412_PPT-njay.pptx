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9" r:id="rId3"/>
    <p:sldId id="258" r:id="rId4"/>
    <p:sldId id="264" r:id="rId5"/>
    <p:sldId id="292" r:id="rId6"/>
    <p:sldId id="293" r:id="rId7"/>
    <p:sldId id="294" r:id="rId8"/>
    <p:sldId id="283" r:id="rId9"/>
    <p:sldId id="295" r:id="rId10"/>
    <p:sldId id="296" r:id="rId11"/>
    <p:sldId id="297" r:id="rId12"/>
    <p:sldId id="288"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FED315-DDBD-4FA4-83EF-454A1FFE7917}" v="170" dt="2023-08-19T02:38:36.0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p:scale>
          <a:sx n="66" d="100"/>
          <a:sy n="66" d="100"/>
        </p:scale>
        <p:origin x="3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C2FED315-DDBD-4FA4-83EF-454A1FFE7917}"/>
    <pc:docChg chg="undo custSel modSld">
      <pc:chgData name="White (she/her), Whitney" userId="65f39021-2f1d-4d8b-87dc-b123826f65bf" providerId="ADAL" clId="{C2FED315-DDBD-4FA4-83EF-454A1FFE7917}" dt="2023-08-19T02:38:57.376" v="347" actId="13244"/>
      <pc:docMkLst>
        <pc:docMk/>
      </pc:docMkLst>
      <pc:sldChg chg="addSp modSp mod">
        <pc:chgData name="White (she/her), Whitney" userId="65f39021-2f1d-4d8b-87dc-b123826f65bf" providerId="ADAL" clId="{C2FED315-DDBD-4FA4-83EF-454A1FFE7917}" dt="2023-08-19T02:32:56.815" v="16" actId="1076"/>
        <pc:sldMkLst>
          <pc:docMk/>
          <pc:sldMk cId="1482277026" sldId="256"/>
        </pc:sldMkLst>
        <pc:spChg chg="mod">
          <ac:chgData name="White (she/her), Whitney" userId="65f39021-2f1d-4d8b-87dc-b123826f65bf" providerId="ADAL" clId="{C2FED315-DDBD-4FA4-83EF-454A1FFE7917}" dt="2023-08-19T02:32:56.815" v="16" actId="1076"/>
          <ac:spMkLst>
            <pc:docMk/>
            <pc:sldMk cId="1482277026" sldId="256"/>
            <ac:spMk id="2" creationId="{BFFCF5BD-F8FF-4A67-A8B6-EBB21E79279B}"/>
          </ac:spMkLst>
        </pc:spChg>
        <pc:spChg chg="add mod">
          <ac:chgData name="White (she/her), Whitney" userId="65f39021-2f1d-4d8b-87dc-b123826f65bf" providerId="ADAL" clId="{C2FED315-DDBD-4FA4-83EF-454A1FFE7917}" dt="2023-08-19T02:32:47.826" v="15" actId="1076"/>
          <ac:spMkLst>
            <pc:docMk/>
            <pc:sldMk cId="1482277026" sldId="256"/>
            <ac:spMk id="4" creationId="{78A409A3-2C10-77EA-E672-CA7D53976131}"/>
          </ac:spMkLst>
        </pc:spChg>
      </pc:sldChg>
      <pc:sldChg chg="modSp mod">
        <pc:chgData name="White (she/her), Whitney" userId="65f39021-2f1d-4d8b-87dc-b123826f65bf" providerId="ADAL" clId="{C2FED315-DDBD-4FA4-83EF-454A1FFE7917}" dt="2023-08-19T01:54:18.578" v="12" actId="20577"/>
        <pc:sldMkLst>
          <pc:docMk/>
          <pc:sldMk cId="2772527113" sldId="259"/>
        </pc:sldMkLst>
        <pc:spChg chg="mod">
          <ac:chgData name="White (she/her), Whitney" userId="65f39021-2f1d-4d8b-87dc-b123826f65bf" providerId="ADAL" clId="{C2FED315-DDBD-4FA4-83EF-454A1FFE7917}" dt="2023-08-19T01:54:18.578" v="12" actId="20577"/>
          <ac:spMkLst>
            <pc:docMk/>
            <pc:sldMk cId="2772527113" sldId="259"/>
            <ac:spMk id="3" creationId="{8CE08C7F-0286-423B-92F7-DEB89F31111A}"/>
          </ac:spMkLst>
        </pc:spChg>
      </pc:sldChg>
      <pc:sldChg chg="modSp mod">
        <pc:chgData name="White (she/her), Whitney" userId="65f39021-2f1d-4d8b-87dc-b123826f65bf" providerId="ADAL" clId="{C2FED315-DDBD-4FA4-83EF-454A1FFE7917}" dt="2023-08-19T02:38:05.242" v="341" actId="13244"/>
        <pc:sldMkLst>
          <pc:docMk/>
          <pc:sldMk cId="3493109116" sldId="264"/>
        </pc:sldMkLst>
        <pc:spChg chg="mod">
          <ac:chgData name="White (she/her), Whitney" userId="65f39021-2f1d-4d8b-87dc-b123826f65bf" providerId="ADAL" clId="{C2FED315-DDBD-4FA4-83EF-454A1FFE7917}" dt="2023-08-19T02:35:13.866" v="232" actId="404"/>
          <ac:spMkLst>
            <pc:docMk/>
            <pc:sldMk cId="3493109116" sldId="264"/>
            <ac:spMk id="2" creationId="{D7836664-70C0-47BA-9BFF-496A04EBBFDE}"/>
          </ac:spMkLst>
        </pc:spChg>
        <pc:spChg chg="ord">
          <ac:chgData name="White (she/her), Whitney" userId="65f39021-2f1d-4d8b-87dc-b123826f65bf" providerId="ADAL" clId="{C2FED315-DDBD-4FA4-83EF-454A1FFE7917}" dt="2023-08-19T02:38:05.242" v="341" actId="13244"/>
          <ac:spMkLst>
            <pc:docMk/>
            <pc:sldMk cId="3493109116" sldId="264"/>
            <ac:spMk id="4" creationId="{F767700B-954E-42AD-AD69-9CC1C5B510A5}"/>
          </ac:spMkLst>
        </pc:spChg>
      </pc:sldChg>
      <pc:sldChg chg="modSp mod">
        <pc:chgData name="White (she/her), Whitney" userId="65f39021-2f1d-4d8b-87dc-b123826f65bf" providerId="ADAL" clId="{C2FED315-DDBD-4FA4-83EF-454A1FFE7917}" dt="2023-08-19T02:38:57.376" v="347" actId="13244"/>
        <pc:sldMkLst>
          <pc:docMk/>
          <pc:sldMk cId="2313533111" sldId="267"/>
        </pc:sldMkLst>
        <pc:spChg chg="ord">
          <ac:chgData name="White (she/her), Whitney" userId="65f39021-2f1d-4d8b-87dc-b123826f65bf" providerId="ADAL" clId="{C2FED315-DDBD-4FA4-83EF-454A1FFE7917}" dt="2023-08-19T02:38:53.897" v="346" actId="13244"/>
          <ac:spMkLst>
            <pc:docMk/>
            <pc:sldMk cId="2313533111" sldId="267"/>
            <ac:spMk id="3" creationId="{49F2A5AF-3C0B-4968-A438-E435325199EA}"/>
          </ac:spMkLst>
        </pc:spChg>
        <pc:spChg chg="ord">
          <ac:chgData name="White (she/her), Whitney" userId="65f39021-2f1d-4d8b-87dc-b123826f65bf" providerId="ADAL" clId="{C2FED315-DDBD-4FA4-83EF-454A1FFE7917}" dt="2023-08-19T02:38:57.376" v="347" actId="13244"/>
          <ac:spMkLst>
            <pc:docMk/>
            <pc:sldMk cId="2313533111" sldId="267"/>
            <ac:spMk id="4" creationId="{00210221-3F4A-4187-A674-5BB2A5218FDE}"/>
          </ac:spMkLst>
        </pc:spChg>
        <pc:graphicFrameChg chg="modGraphic">
          <ac:chgData name="White (she/her), Whitney" userId="65f39021-2f1d-4d8b-87dc-b123826f65bf" providerId="ADAL" clId="{C2FED315-DDBD-4FA4-83EF-454A1FFE7917}" dt="2023-08-19T02:34:22.130" v="193" actId="13238"/>
          <ac:graphicFrameMkLst>
            <pc:docMk/>
            <pc:sldMk cId="2313533111" sldId="267"/>
            <ac:graphicFrameMk id="5" creationId="{7C29EB69-21D8-1C15-0435-CBCA5FE35ECC}"/>
          </ac:graphicFrameMkLst>
        </pc:graphicFrameChg>
      </pc:sldChg>
      <pc:sldChg chg="modSp mod">
        <pc:chgData name="White (she/her), Whitney" userId="65f39021-2f1d-4d8b-87dc-b123826f65bf" providerId="ADAL" clId="{C2FED315-DDBD-4FA4-83EF-454A1FFE7917}" dt="2023-08-19T02:36:30.694" v="281" actId="20577"/>
        <pc:sldMkLst>
          <pc:docMk/>
          <pc:sldMk cId="3267428124" sldId="283"/>
        </pc:sldMkLst>
        <pc:spChg chg="mod">
          <ac:chgData name="White (she/her), Whitney" userId="65f39021-2f1d-4d8b-87dc-b123826f65bf" providerId="ADAL" clId="{C2FED315-DDBD-4FA4-83EF-454A1FFE7917}" dt="2023-08-19T02:36:30.694" v="281" actId="20577"/>
          <ac:spMkLst>
            <pc:docMk/>
            <pc:sldMk cId="3267428124" sldId="283"/>
            <ac:spMk id="2" creationId="{9AFB837C-3E07-4129-B371-9F5CA97D5605}"/>
          </ac:spMkLst>
        </pc:spChg>
      </pc:sldChg>
      <pc:sldChg chg="modSp mod">
        <pc:chgData name="White (she/her), Whitney" userId="65f39021-2f1d-4d8b-87dc-b123826f65bf" providerId="ADAL" clId="{C2FED315-DDBD-4FA4-83EF-454A1FFE7917}" dt="2023-08-19T02:38:19.888" v="342" actId="13244"/>
        <pc:sldMkLst>
          <pc:docMk/>
          <pc:sldMk cId="2469825802" sldId="292"/>
        </pc:sldMkLst>
        <pc:spChg chg="mod">
          <ac:chgData name="White (she/her), Whitney" userId="65f39021-2f1d-4d8b-87dc-b123826f65bf" providerId="ADAL" clId="{C2FED315-DDBD-4FA4-83EF-454A1FFE7917}" dt="2023-08-19T02:35:31.745" v="235" actId="403"/>
          <ac:spMkLst>
            <pc:docMk/>
            <pc:sldMk cId="2469825802" sldId="292"/>
            <ac:spMk id="2" creationId="{D7836664-70C0-47BA-9BFF-496A04EBBFDE}"/>
          </ac:spMkLst>
        </pc:spChg>
        <pc:spChg chg="ord">
          <ac:chgData name="White (she/her), Whitney" userId="65f39021-2f1d-4d8b-87dc-b123826f65bf" providerId="ADAL" clId="{C2FED315-DDBD-4FA4-83EF-454A1FFE7917}" dt="2023-08-19T02:38:19.888" v="342" actId="13244"/>
          <ac:spMkLst>
            <pc:docMk/>
            <pc:sldMk cId="2469825802" sldId="292"/>
            <ac:spMk id="4" creationId="{F767700B-954E-42AD-AD69-9CC1C5B510A5}"/>
          </ac:spMkLst>
        </pc:spChg>
        <pc:cxnChg chg="mod">
          <ac:chgData name="White (she/her), Whitney" userId="65f39021-2f1d-4d8b-87dc-b123826f65bf" providerId="ADAL" clId="{C2FED315-DDBD-4FA4-83EF-454A1FFE7917}" dt="2023-08-19T02:33:16.087" v="17" actId="962"/>
          <ac:cxnSpMkLst>
            <pc:docMk/>
            <pc:sldMk cId="2469825802" sldId="292"/>
            <ac:cxnSpMk id="10" creationId="{4A24834E-5E47-9DCC-F551-68A3A809D99D}"/>
          </ac:cxnSpMkLst>
        </pc:cxnChg>
        <pc:cxnChg chg="mod">
          <ac:chgData name="White (she/her), Whitney" userId="65f39021-2f1d-4d8b-87dc-b123826f65bf" providerId="ADAL" clId="{C2FED315-DDBD-4FA4-83EF-454A1FFE7917}" dt="2023-08-19T02:33:18.505" v="18" actId="962"/>
          <ac:cxnSpMkLst>
            <pc:docMk/>
            <pc:sldMk cId="2469825802" sldId="292"/>
            <ac:cxnSpMk id="11" creationId="{169E66AB-BA61-D612-A932-83331178B15F}"/>
          </ac:cxnSpMkLst>
        </pc:cxnChg>
        <pc:cxnChg chg="mod">
          <ac:chgData name="White (she/her), Whitney" userId="65f39021-2f1d-4d8b-87dc-b123826f65bf" providerId="ADAL" clId="{C2FED315-DDBD-4FA4-83EF-454A1FFE7917}" dt="2023-08-19T02:33:20.457" v="19" actId="962"/>
          <ac:cxnSpMkLst>
            <pc:docMk/>
            <pc:sldMk cId="2469825802" sldId="292"/>
            <ac:cxnSpMk id="14" creationId="{0FEA1EB6-006C-0287-7265-C3FBB73D92EA}"/>
          </ac:cxnSpMkLst>
        </pc:cxnChg>
        <pc:cxnChg chg="mod">
          <ac:chgData name="White (she/her), Whitney" userId="65f39021-2f1d-4d8b-87dc-b123826f65bf" providerId="ADAL" clId="{C2FED315-DDBD-4FA4-83EF-454A1FFE7917}" dt="2023-08-19T02:33:22.681" v="20" actId="962"/>
          <ac:cxnSpMkLst>
            <pc:docMk/>
            <pc:sldMk cId="2469825802" sldId="292"/>
            <ac:cxnSpMk id="15" creationId="{89857D6D-0ED2-D8A1-CB6A-CF2335CB3D91}"/>
          </ac:cxnSpMkLst>
        </pc:cxnChg>
        <pc:cxnChg chg="mod">
          <ac:chgData name="White (she/her), Whitney" userId="65f39021-2f1d-4d8b-87dc-b123826f65bf" providerId="ADAL" clId="{C2FED315-DDBD-4FA4-83EF-454A1FFE7917}" dt="2023-08-19T02:33:24.763" v="21" actId="962"/>
          <ac:cxnSpMkLst>
            <pc:docMk/>
            <pc:sldMk cId="2469825802" sldId="292"/>
            <ac:cxnSpMk id="16" creationId="{CFC068B8-AF3D-C6C5-D3FA-971A270F32F6}"/>
          </ac:cxnSpMkLst>
        </pc:cxnChg>
        <pc:cxnChg chg="mod">
          <ac:chgData name="White (she/her), Whitney" userId="65f39021-2f1d-4d8b-87dc-b123826f65bf" providerId="ADAL" clId="{C2FED315-DDBD-4FA4-83EF-454A1FFE7917}" dt="2023-08-19T02:33:27.765" v="22" actId="962"/>
          <ac:cxnSpMkLst>
            <pc:docMk/>
            <pc:sldMk cId="2469825802" sldId="292"/>
            <ac:cxnSpMk id="17" creationId="{AE0DB788-12D5-63FE-D007-4B8674E18284}"/>
          </ac:cxnSpMkLst>
        </pc:cxnChg>
      </pc:sldChg>
      <pc:sldChg chg="modSp mod">
        <pc:chgData name="White (she/her), Whitney" userId="65f39021-2f1d-4d8b-87dc-b123826f65bf" providerId="ADAL" clId="{C2FED315-DDBD-4FA4-83EF-454A1FFE7917}" dt="2023-08-19T02:38:36.078" v="344" actId="962"/>
        <pc:sldMkLst>
          <pc:docMk/>
          <pc:sldMk cId="3144339147" sldId="293"/>
        </pc:sldMkLst>
        <pc:spChg chg="mod">
          <ac:chgData name="White (she/her), Whitney" userId="65f39021-2f1d-4d8b-87dc-b123826f65bf" providerId="ADAL" clId="{C2FED315-DDBD-4FA4-83EF-454A1FFE7917}" dt="2023-08-19T02:35:44.553" v="241" actId="20577"/>
          <ac:spMkLst>
            <pc:docMk/>
            <pc:sldMk cId="3144339147" sldId="293"/>
            <ac:spMk id="2" creationId="{D7836664-70C0-47BA-9BFF-496A04EBBFDE}"/>
          </ac:spMkLst>
        </pc:spChg>
        <pc:spChg chg="ord">
          <ac:chgData name="White (she/her), Whitney" userId="65f39021-2f1d-4d8b-87dc-b123826f65bf" providerId="ADAL" clId="{C2FED315-DDBD-4FA4-83EF-454A1FFE7917}" dt="2023-08-19T02:38:31.335" v="343" actId="13244"/>
          <ac:spMkLst>
            <pc:docMk/>
            <pc:sldMk cId="3144339147" sldId="293"/>
            <ac:spMk id="4" creationId="{F767700B-954E-42AD-AD69-9CC1C5B510A5}"/>
          </ac:spMkLst>
        </pc:spChg>
        <pc:grpChg chg="mod">
          <ac:chgData name="White (she/her), Whitney" userId="65f39021-2f1d-4d8b-87dc-b123826f65bf" providerId="ADAL" clId="{C2FED315-DDBD-4FA4-83EF-454A1FFE7917}" dt="2023-08-19T02:38:36.078" v="344" actId="962"/>
          <ac:grpSpMkLst>
            <pc:docMk/>
            <pc:sldMk cId="3144339147" sldId="293"/>
            <ac:grpSpMk id="5" creationId="{4AD03778-C433-A773-2C03-044587DE38AB}"/>
          </ac:grpSpMkLst>
        </pc:grpChg>
      </pc:sldChg>
      <pc:sldChg chg="modSp mod">
        <pc:chgData name="White (she/her), Whitney" userId="65f39021-2f1d-4d8b-87dc-b123826f65bf" providerId="ADAL" clId="{C2FED315-DDBD-4FA4-83EF-454A1FFE7917}" dt="2023-08-19T02:38:43.474" v="345" actId="13244"/>
        <pc:sldMkLst>
          <pc:docMk/>
          <pc:sldMk cId="2314695008" sldId="294"/>
        </pc:sldMkLst>
        <pc:spChg chg="mod">
          <ac:chgData name="White (she/her), Whitney" userId="65f39021-2f1d-4d8b-87dc-b123826f65bf" providerId="ADAL" clId="{C2FED315-DDBD-4FA4-83EF-454A1FFE7917}" dt="2023-08-19T02:36:00.689" v="255" actId="20577"/>
          <ac:spMkLst>
            <pc:docMk/>
            <pc:sldMk cId="2314695008" sldId="294"/>
            <ac:spMk id="2" creationId="{D7836664-70C0-47BA-9BFF-496A04EBBFDE}"/>
          </ac:spMkLst>
        </pc:spChg>
        <pc:spChg chg="ord">
          <ac:chgData name="White (she/her), Whitney" userId="65f39021-2f1d-4d8b-87dc-b123826f65bf" providerId="ADAL" clId="{C2FED315-DDBD-4FA4-83EF-454A1FFE7917}" dt="2023-08-19T02:38:43.474" v="345" actId="13244"/>
          <ac:spMkLst>
            <pc:docMk/>
            <pc:sldMk cId="2314695008" sldId="294"/>
            <ac:spMk id="4" creationId="{F767700B-954E-42AD-AD69-9CC1C5B510A5}"/>
          </ac:spMkLst>
        </pc:spChg>
      </pc:sldChg>
      <pc:sldChg chg="modSp mod">
        <pc:chgData name="White (she/her), Whitney" userId="65f39021-2f1d-4d8b-87dc-b123826f65bf" providerId="ADAL" clId="{C2FED315-DDBD-4FA4-83EF-454A1FFE7917}" dt="2023-08-19T02:36:38.768" v="301" actId="20577"/>
        <pc:sldMkLst>
          <pc:docMk/>
          <pc:sldMk cId="2485258161" sldId="295"/>
        </pc:sldMkLst>
        <pc:spChg chg="mod">
          <ac:chgData name="White (she/her), Whitney" userId="65f39021-2f1d-4d8b-87dc-b123826f65bf" providerId="ADAL" clId="{C2FED315-DDBD-4FA4-83EF-454A1FFE7917}" dt="2023-08-19T02:36:38.768" v="301" actId="20577"/>
          <ac:spMkLst>
            <pc:docMk/>
            <pc:sldMk cId="2485258161" sldId="295"/>
            <ac:spMk id="2" creationId="{9AFB837C-3E07-4129-B371-9F5CA97D5605}"/>
          </ac:spMkLst>
        </pc:spChg>
      </pc:sldChg>
      <pc:sldChg chg="modSp mod">
        <pc:chgData name="White (she/her), Whitney" userId="65f39021-2f1d-4d8b-87dc-b123826f65bf" providerId="ADAL" clId="{C2FED315-DDBD-4FA4-83EF-454A1FFE7917}" dt="2023-08-19T02:36:45.225" v="317" actId="20577"/>
        <pc:sldMkLst>
          <pc:docMk/>
          <pc:sldMk cId="1035521790" sldId="296"/>
        </pc:sldMkLst>
        <pc:spChg chg="mod">
          <ac:chgData name="White (she/her), Whitney" userId="65f39021-2f1d-4d8b-87dc-b123826f65bf" providerId="ADAL" clId="{C2FED315-DDBD-4FA4-83EF-454A1FFE7917}" dt="2023-08-19T02:36:45.225" v="317" actId="20577"/>
          <ac:spMkLst>
            <pc:docMk/>
            <pc:sldMk cId="1035521790" sldId="296"/>
            <ac:spMk id="2" creationId="{9AFB837C-3E07-4129-B371-9F5CA97D5605}"/>
          </ac:spMkLst>
        </pc:spChg>
      </pc:sldChg>
      <pc:sldChg chg="modSp mod">
        <pc:chgData name="White (she/her), Whitney" userId="65f39021-2f1d-4d8b-87dc-b123826f65bf" providerId="ADAL" clId="{C2FED315-DDBD-4FA4-83EF-454A1FFE7917}" dt="2023-08-19T02:37:20.470" v="340" actId="20577"/>
        <pc:sldMkLst>
          <pc:docMk/>
          <pc:sldMk cId="1187053021" sldId="297"/>
        </pc:sldMkLst>
        <pc:spChg chg="mod">
          <ac:chgData name="White (she/her), Whitney" userId="65f39021-2f1d-4d8b-87dc-b123826f65bf" providerId="ADAL" clId="{C2FED315-DDBD-4FA4-83EF-454A1FFE7917}" dt="2023-08-19T02:37:20.470" v="340" actId="20577"/>
          <ac:spMkLst>
            <pc:docMk/>
            <pc:sldMk cId="1187053021" sldId="297"/>
            <ac:spMk id="2" creationId="{9AFB837C-3E07-4129-B371-9F5CA97D5605}"/>
          </ac:spMkLst>
        </pc:spChg>
      </pc:sldChg>
    </pc:docChg>
  </pc:docChgLst>
  <pc:docChgLst>
    <pc:chgData name="Canuette, W. Kyle" userId="c82f62dc-52dc-4188-bd8e-647bc9b55d9e" providerId="ADAL" clId="{D9F0D740-C616-43F4-AB30-05FE90DB88D3}"/>
    <pc:docChg chg="undo custSel addSld delSld modSld">
      <pc:chgData name="Canuette, W. Kyle" userId="c82f62dc-52dc-4188-bd8e-647bc9b55d9e" providerId="ADAL" clId="{D9F0D740-C616-43F4-AB30-05FE90DB88D3}" dt="2023-03-15T18:15:05.449" v="390" actId="20577"/>
      <pc:docMkLst>
        <pc:docMk/>
      </pc:docMkLst>
      <pc:sldChg chg="modSp mod">
        <pc:chgData name="Canuette, W. Kyle" userId="c82f62dc-52dc-4188-bd8e-647bc9b55d9e" providerId="ADAL" clId="{D9F0D740-C616-43F4-AB30-05FE90DB88D3}" dt="2023-03-15T17:53:25.969" v="2" actId="20577"/>
        <pc:sldMkLst>
          <pc:docMk/>
          <pc:sldMk cId="1482277026" sldId="256"/>
        </pc:sldMkLst>
        <pc:spChg chg="mod">
          <ac:chgData name="Canuette, W. Kyle" userId="c82f62dc-52dc-4188-bd8e-647bc9b55d9e" providerId="ADAL" clId="{D9F0D740-C616-43F4-AB30-05FE90DB88D3}" dt="2023-03-15T17:53:25.969" v="2" actId="20577"/>
          <ac:spMkLst>
            <pc:docMk/>
            <pc:sldMk cId="1482277026" sldId="256"/>
            <ac:spMk id="2" creationId="{BFFCF5BD-F8FF-4A67-A8B6-EBB21E79279B}"/>
          </ac:spMkLst>
        </pc:spChg>
        <pc:spChg chg="mod">
          <ac:chgData name="Canuette, W. Kyle" userId="c82f62dc-52dc-4188-bd8e-647bc9b55d9e" providerId="ADAL" clId="{D9F0D740-C616-43F4-AB30-05FE90DB88D3}" dt="2023-03-15T17:53:23.530" v="0"/>
          <ac:spMkLst>
            <pc:docMk/>
            <pc:sldMk cId="1482277026" sldId="256"/>
            <ac:spMk id="3" creationId="{E0FBD98F-3A67-498E-8174-652040DD7B60}"/>
          </ac:spMkLst>
        </pc:spChg>
      </pc:sldChg>
      <pc:sldChg chg="modSp mod">
        <pc:chgData name="Canuette, W. Kyle" userId="c82f62dc-52dc-4188-bd8e-647bc9b55d9e" providerId="ADAL" clId="{D9F0D740-C616-43F4-AB30-05FE90DB88D3}" dt="2023-03-15T17:54:50.922" v="41" actId="948"/>
        <pc:sldMkLst>
          <pc:docMk/>
          <pc:sldMk cId="4071305681" sldId="258"/>
        </pc:sldMkLst>
        <pc:spChg chg="mod">
          <ac:chgData name="Canuette, W. Kyle" userId="c82f62dc-52dc-4188-bd8e-647bc9b55d9e" providerId="ADAL" clId="{D9F0D740-C616-43F4-AB30-05FE90DB88D3}" dt="2023-03-15T17:54:50.922" v="41" actId="948"/>
          <ac:spMkLst>
            <pc:docMk/>
            <pc:sldMk cId="4071305681" sldId="258"/>
            <ac:spMk id="3" creationId="{392BE286-77A6-49DD-B15D-7E4718D52FE7}"/>
          </ac:spMkLst>
        </pc:spChg>
      </pc:sldChg>
      <pc:sldChg chg="modSp mod">
        <pc:chgData name="Canuette, W. Kyle" userId="c82f62dc-52dc-4188-bd8e-647bc9b55d9e" providerId="ADAL" clId="{D9F0D740-C616-43F4-AB30-05FE90DB88D3}" dt="2023-03-15T17:54:16.158" v="22" actId="6549"/>
        <pc:sldMkLst>
          <pc:docMk/>
          <pc:sldMk cId="2772527113" sldId="259"/>
        </pc:sldMkLst>
        <pc:spChg chg="mod">
          <ac:chgData name="Canuette, W. Kyle" userId="c82f62dc-52dc-4188-bd8e-647bc9b55d9e" providerId="ADAL" clId="{D9F0D740-C616-43F4-AB30-05FE90DB88D3}" dt="2023-03-15T17:54:16.158" v="22" actId="6549"/>
          <ac:spMkLst>
            <pc:docMk/>
            <pc:sldMk cId="2772527113" sldId="259"/>
            <ac:spMk id="3" creationId="{8CE08C7F-0286-423B-92F7-DEB89F31111A}"/>
          </ac:spMkLst>
        </pc:spChg>
      </pc:sldChg>
      <pc:sldChg chg="addSp modSp mod">
        <pc:chgData name="Canuette, W. Kyle" userId="c82f62dc-52dc-4188-bd8e-647bc9b55d9e" providerId="ADAL" clId="{D9F0D740-C616-43F4-AB30-05FE90DB88D3}" dt="2023-03-15T18:08:17.728" v="280" actId="1076"/>
        <pc:sldMkLst>
          <pc:docMk/>
          <pc:sldMk cId="3493109116" sldId="264"/>
        </pc:sldMkLst>
        <pc:spChg chg="mod">
          <ac:chgData name="Canuette, W. Kyle" userId="c82f62dc-52dc-4188-bd8e-647bc9b55d9e" providerId="ADAL" clId="{D9F0D740-C616-43F4-AB30-05FE90DB88D3}" dt="2023-03-15T17:55:31.438" v="42"/>
          <ac:spMkLst>
            <pc:docMk/>
            <pc:sldMk cId="3493109116" sldId="264"/>
            <ac:spMk id="2" creationId="{D7836664-70C0-47BA-9BFF-496A04EBBFDE}"/>
          </ac:spMkLst>
        </pc:spChg>
        <pc:graphicFrameChg chg="mod modGraphic">
          <ac:chgData name="Canuette, W. Kyle" userId="c82f62dc-52dc-4188-bd8e-647bc9b55d9e" providerId="ADAL" clId="{D9F0D740-C616-43F4-AB30-05FE90DB88D3}" dt="2023-03-15T18:08:17.728" v="280" actId="1076"/>
          <ac:graphicFrameMkLst>
            <pc:docMk/>
            <pc:sldMk cId="3493109116" sldId="264"/>
            <ac:graphicFrameMk id="3" creationId="{F2860C0F-BA53-412B-8826-DAA9A1B29BA9}"/>
          </ac:graphicFrameMkLst>
        </pc:graphicFrameChg>
        <pc:picChg chg="add mod">
          <ac:chgData name="Canuette, W. Kyle" userId="c82f62dc-52dc-4188-bd8e-647bc9b55d9e" providerId="ADAL" clId="{D9F0D740-C616-43F4-AB30-05FE90DB88D3}" dt="2023-03-15T18:08:13.342" v="279" actId="207"/>
          <ac:picMkLst>
            <pc:docMk/>
            <pc:sldMk cId="3493109116" sldId="264"/>
            <ac:picMk id="6" creationId="{F0D9FFC4-4B46-5605-BC12-160D69DFD83B}"/>
          </ac:picMkLst>
        </pc:picChg>
      </pc:sldChg>
      <pc:sldChg chg="addSp modSp mod">
        <pc:chgData name="Canuette, W. Kyle" userId="c82f62dc-52dc-4188-bd8e-647bc9b55d9e" providerId="ADAL" clId="{D9F0D740-C616-43F4-AB30-05FE90DB88D3}" dt="2023-03-15T18:15:05.449" v="390" actId="20577"/>
        <pc:sldMkLst>
          <pc:docMk/>
          <pc:sldMk cId="2313533111" sldId="267"/>
        </pc:sldMkLst>
        <pc:spChg chg="mod">
          <ac:chgData name="Canuette, W. Kyle" userId="c82f62dc-52dc-4188-bd8e-647bc9b55d9e" providerId="ADAL" clId="{D9F0D740-C616-43F4-AB30-05FE90DB88D3}" dt="2023-03-15T18:13:51.267" v="387" actId="1076"/>
          <ac:spMkLst>
            <pc:docMk/>
            <pc:sldMk cId="2313533111" sldId="267"/>
            <ac:spMk id="2" creationId="{9AFB837C-3E07-4129-B371-9F5CA97D5605}"/>
          </ac:spMkLst>
        </pc:spChg>
        <pc:spChg chg="mod">
          <ac:chgData name="Canuette, W. Kyle" userId="c82f62dc-52dc-4188-bd8e-647bc9b55d9e" providerId="ADAL" clId="{D9F0D740-C616-43F4-AB30-05FE90DB88D3}" dt="2023-03-15T18:15:05.449" v="390" actId="20577"/>
          <ac:spMkLst>
            <pc:docMk/>
            <pc:sldMk cId="2313533111" sldId="267"/>
            <ac:spMk id="3" creationId="{49F2A5AF-3C0B-4968-A438-E435325199EA}"/>
          </ac:spMkLst>
        </pc:spChg>
        <pc:graphicFrameChg chg="add mod modGraphic">
          <ac:chgData name="Canuette, W. Kyle" userId="c82f62dc-52dc-4188-bd8e-647bc9b55d9e" providerId="ADAL" clId="{D9F0D740-C616-43F4-AB30-05FE90DB88D3}" dt="2023-03-15T18:13:30.945" v="384" actId="1076"/>
          <ac:graphicFrameMkLst>
            <pc:docMk/>
            <pc:sldMk cId="2313533111" sldId="267"/>
            <ac:graphicFrameMk id="5" creationId="{7C29EB69-21D8-1C15-0435-CBCA5FE35ECC}"/>
          </ac:graphicFrameMkLst>
        </pc:graphicFrameChg>
      </pc:sldChg>
      <pc:sldChg chg="del">
        <pc:chgData name="Canuette, W. Kyle" userId="c82f62dc-52dc-4188-bd8e-647bc9b55d9e" providerId="ADAL" clId="{D9F0D740-C616-43F4-AB30-05FE90DB88D3}" dt="2023-03-15T18:08:39.816" v="283" actId="47"/>
        <pc:sldMkLst>
          <pc:docMk/>
          <pc:sldMk cId="1815750250" sldId="268"/>
        </pc:sldMkLst>
      </pc:sldChg>
      <pc:sldChg chg="del">
        <pc:chgData name="Canuette, W. Kyle" userId="c82f62dc-52dc-4188-bd8e-647bc9b55d9e" providerId="ADAL" clId="{D9F0D740-C616-43F4-AB30-05FE90DB88D3}" dt="2023-03-15T18:08:41.050" v="284" actId="47"/>
        <pc:sldMkLst>
          <pc:docMk/>
          <pc:sldMk cId="424346239" sldId="281"/>
        </pc:sldMkLst>
      </pc:sldChg>
      <pc:sldChg chg="del">
        <pc:chgData name="Canuette, W. Kyle" userId="c82f62dc-52dc-4188-bd8e-647bc9b55d9e" providerId="ADAL" clId="{D9F0D740-C616-43F4-AB30-05FE90DB88D3}" dt="2023-03-15T18:08:41.912" v="285" actId="47"/>
        <pc:sldMkLst>
          <pc:docMk/>
          <pc:sldMk cId="2153716025" sldId="282"/>
        </pc:sldMkLst>
      </pc:sldChg>
      <pc:sldChg chg="modSp mod">
        <pc:chgData name="Canuette, W. Kyle" userId="c82f62dc-52dc-4188-bd8e-647bc9b55d9e" providerId="ADAL" clId="{D9F0D740-C616-43F4-AB30-05FE90DB88D3}" dt="2023-03-15T18:09:23.307" v="311" actId="1076"/>
        <pc:sldMkLst>
          <pc:docMk/>
          <pc:sldMk cId="3267428124" sldId="283"/>
        </pc:sldMkLst>
        <pc:spChg chg="mod">
          <ac:chgData name="Canuette, W. Kyle" userId="c82f62dc-52dc-4188-bd8e-647bc9b55d9e" providerId="ADAL" clId="{D9F0D740-C616-43F4-AB30-05FE90DB88D3}" dt="2023-03-15T18:09:00.040" v="300" actId="404"/>
          <ac:spMkLst>
            <pc:docMk/>
            <pc:sldMk cId="3267428124" sldId="283"/>
            <ac:spMk id="2" creationId="{9AFB837C-3E07-4129-B371-9F5CA97D5605}"/>
          </ac:spMkLst>
        </pc:spChg>
        <pc:spChg chg="mod">
          <ac:chgData name="Canuette, W. Kyle" userId="c82f62dc-52dc-4188-bd8e-647bc9b55d9e" providerId="ADAL" clId="{D9F0D740-C616-43F4-AB30-05FE90DB88D3}" dt="2023-03-15T18:09:23.307" v="311" actId="1076"/>
          <ac:spMkLst>
            <pc:docMk/>
            <pc:sldMk cId="3267428124" sldId="283"/>
            <ac:spMk id="6" creationId="{C15470E5-2FA3-E09F-59A5-4402F0E7B4E3}"/>
          </ac:spMkLst>
        </pc:spChg>
      </pc:sldChg>
      <pc:sldChg chg="del">
        <pc:chgData name="Canuette, W. Kyle" userId="c82f62dc-52dc-4188-bd8e-647bc9b55d9e" providerId="ADAL" clId="{D9F0D740-C616-43F4-AB30-05FE90DB88D3}" dt="2023-03-15T18:11:13.311" v="341" actId="2696"/>
        <pc:sldMkLst>
          <pc:docMk/>
          <pc:sldMk cId="1925853315" sldId="284"/>
        </pc:sldMkLst>
      </pc:sldChg>
      <pc:sldChg chg="modSp mod">
        <pc:chgData name="Canuette, W. Kyle" userId="c82f62dc-52dc-4188-bd8e-647bc9b55d9e" providerId="ADAL" clId="{D9F0D740-C616-43F4-AB30-05FE90DB88D3}" dt="2023-03-15T18:11:19.728" v="342"/>
        <pc:sldMkLst>
          <pc:docMk/>
          <pc:sldMk cId="54087533" sldId="288"/>
        </pc:sldMkLst>
        <pc:spChg chg="mod">
          <ac:chgData name="Canuette, W. Kyle" userId="c82f62dc-52dc-4188-bd8e-647bc9b55d9e" providerId="ADAL" clId="{D9F0D740-C616-43F4-AB30-05FE90DB88D3}" dt="2023-03-15T18:11:19.728" v="342"/>
          <ac:spMkLst>
            <pc:docMk/>
            <pc:sldMk cId="54087533" sldId="288"/>
            <ac:spMk id="2" creationId="{9AFB837C-3E07-4129-B371-9F5CA97D5605}"/>
          </ac:spMkLst>
        </pc:spChg>
        <pc:spChg chg="mod">
          <ac:chgData name="Canuette, W. Kyle" userId="c82f62dc-52dc-4188-bd8e-647bc9b55d9e" providerId="ADAL" clId="{D9F0D740-C616-43F4-AB30-05FE90DB88D3}" dt="2023-03-15T18:11:08.534" v="340" actId="20577"/>
          <ac:spMkLst>
            <pc:docMk/>
            <pc:sldMk cId="54087533" sldId="288"/>
            <ac:spMk id="6" creationId="{C15470E5-2FA3-E09F-59A5-4402F0E7B4E3}"/>
          </ac:spMkLst>
        </pc:spChg>
      </pc:sldChg>
      <pc:sldChg chg="del">
        <pc:chgData name="Canuette, W. Kyle" userId="c82f62dc-52dc-4188-bd8e-647bc9b55d9e" providerId="ADAL" clId="{D9F0D740-C616-43F4-AB30-05FE90DB88D3}" dt="2023-03-15T18:11:25.527" v="343" actId="47"/>
        <pc:sldMkLst>
          <pc:docMk/>
          <pc:sldMk cId="2926120619" sldId="289"/>
        </pc:sldMkLst>
      </pc:sldChg>
      <pc:sldChg chg="del">
        <pc:chgData name="Canuette, W. Kyle" userId="c82f62dc-52dc-4188-bd8e-647bc9b55d9e" providerId="ADAL" clId="{D9F0D740-C616-43F4-AB30-05FE90DB88D3}" dt="2023-03-15T18:11:26.943" v="344" actId="47"/>
        <pc:sldMkLst>
          <pc:docMk/>
          <pc:sldMk cId="846968311" sldId="290"/>
        </pc:sldMkLst>
      </pc:sldChg>
      <pc:sldChg chg="del">
        <pc:chgData name="Canuette, W. Kyle" userId="c82f62dc-52dc-4188-bd8e-647bc9b55d9e" providerId="ADAL" clId="{D9F0D740-C616-43F4-AB30-05FE90DB88D3}" dt="2023-03-15T18:11:28.070" v="345" actId="47"/>
        <pc:sldMkLst>
          <pc:docMk/>
          <pc:sldMk cId="2468878646" sldId="291"/>
        </pc:sldMkLst>
      </pc:sldChg>
      <pc:sldChg chg="addSp delSp modSp add mod">
        <pc:chgData name="Canuette, W. Kyle" userId="c82f62dc-52dc-4188-bd8e-647bc9b55d9e" providerId="ADAL" clId="{D9F0D740-C616-43F4-AB30-05FE90DB88D3}" dt="2023-03-15T18:08:23.269" v="281" actId="1076"/>
        <pc:sldMkLst>
          <pc:docMk/>
          <pc:sldMk cId="2469825802" sldId="292"/>
        </pc:sldMkLst>
        <pc:spChg chg="add del mod">
          <ac:chgData name="Canuette, W. Kyle" userId="c82f62dc-52dc-4188-bd8e-647bc9b55d9e" providerId="ADAL" clId="{D9F0D740-C616-43F4-AB30-05FE90DB88D3}" dt="2023-03-15T17:59:21.268" v="149" actId="478"/>
          <ac:spMkLst>
            <pc:docMk/>
            <pc:sldMk cId="2469825802" sldId="292"/>
            <ac:spMk id="5" creationId="{E7D4DF47-141F-6E52-366E-F16ED505B39A}"/>
          </ac:spMkLst>
        </pc:spChg>
        <pc:spChg chg="add del mod">
          <ac:chgData name="Canuette, W. Kyle" userId="c82f62dc-52dc-4188-bd8e-647bc9b55d9e" providerId="ADAL" clId="{D9F0D740-C616-43F4-AB30-05FE90DB88D3}" dt="2023-03-15T17:59:24.205" v="150" actId="478"/>
          <ac:spMkLst>
            <pc:docMk/>
            <pc:sldMk cId="2469825802" sldId="292"/>
            <ac:spMk id="7" creationId="{91EF6E44-7BE0-4FA9-971E-6AAF247E7F89}"/>
          </ac:spMkLst>
        </pc:spChg>
        <pc:graphicFrameChg chg="mod modGraphic">
          <ac:chgData name="Canuette, W. Kyle" userId="c82f62dc-52dc-4188-bd8e-647bc9b55d9e" providerId="ADAL" clId="{D9F0D740-C616-43F4-AB30-05FE90DB88D3}" dt="2023-03-15T18:08:23.269" v="281" actId="1076"/>
          <ac:graphicFrameMkLst>
            <pc:docMk/>
            <pc:sldMk cId="2469825802" sldId="292"/>
            <ac:graphicFrameMk id="3" creationId="{F2860C0F-BA53-412B-8826-DAA9A1B29BA9}"/>
          </ac:graphicFrameMkLst>
        </pc:graphicFrameChg>
        <pc:graphicFrameChg chg="add mod modGraphic">
          <ac:chgData name="Canuette, W. Kyle" userId="c82f62dc-52dc-4188-bd8e-647bc9b55d9e" providerId="ADAL" clId="{D9F0D740-C616-43F4-AB30-05FE90DB88D3}" dt="2023-03-15T18:02:03.250" v="213" actId="20577"/>
          <ac:graphicFrameMkLst>
            <pc:docMk/>
            <pc:sldMk cId="2469825802" sldId="292"/>
            <ac:graphicFrameMk id="8" creationId="{218DDA45-4555-5BD4-BB31-63F93F6652A9}"/>
          </ac:graphicFrameMkLst>
        </pc:graphicFrameChg>
        <pc:inkChg chg="add del">
          <ac:chgData name="Canuette, W. Kyle" userId="c82f62dc-52dc-4188-bd8e-647bc9b55d9e" providerId="ADAL" clId="{D9F0D740-C616-43F4-AB30-05FE90DB88D3}" dt="2023-03-15T18:02:11.964" v="215" actId="9405"/>
          <ac:inkMkLst>
            <pc:docMk/>
            <pc:sldMk cId="2469825802" sldId="292"/>
            <ac:inkMk id="12" creationId="{473ED3B1-A393-653D-B3AF-DECC84DF5979}"/>
          </ac:inkMkLst>
        </pc:inkChg>
        <pc:cxnChg chg="add del mod">
          <ac:chgData name="Canuette, W. Kyle" userId="c82f62dc-52dc-4188-bd8e-647bc9b55d9e" providerId="ADAL" clId="{D9F0D740-C616-43F4-AB30-05FE90DB88D3}" dt="2023-03-15T17:59:25.647" v="151" actId="478"/>
          <ac:cxnSpMkLst>
            <pc:docMk/>
            <pc:sldMk cId="2469825802" sldId="292"/>
            <ac:cxnSpMk id="6" creationId="{CB050D60-186B-5C84-4C4D-F81C378461DE}"/>
          </ac:cxnSpMkLst>
        </pc:cxnChg>
        <pc:cxnChg chg="add mod">
          <ac:chgData name="Canuette, W. Kyle" userId="c82f62dc-52dc-4188-bd8e-647bc9b55d9e" providerId="ADAL" clId="{D9F0D740-C616-43F4-AB30-05FE90DB88D3}" dt="2023-03-15T18:01:52.677" v="210" actId="1582"/>
          <ac:cxnSpMkLst>
            <pc:docMk/>
            <pc:sldMk cId="2469825802" sldId="292"/>
            <ac:cxnSpMk id="10" creationId="{4A24834E-5E47-9DCC-F551-68A3A809D99D}"/>
          </ac:cxnSpMkLst>
        </pc:cxnChg>
        <pc:cxnChg chg="add mod">
          <ac:chgData name="Canuette, W. Kyle" userId="c82f62dc-52dc-4188-bd8e-647bc9b55d9e" providerId="ADAL" clId="{D9F0D740-C616-43F4-AB30-05FE90DB88D3}" dt="2023-03-15T18:02:00.690" v="212" actId="1076"/>
          <ac:cxnSpMkLst>
            <pc:docMk/>
            <pc:sldMk cId="2469825802" sldId="292"/>
            <ac:cxnSpMk id="11" creationId="{169E66AB-BA61-D612-A932-83331178B15F}"/>
          </ac:cxnSpMkLst>
        </pc:cxnChg>
        <pc:cxnChg chg="add mod">
          <ac:chgData name="Canuette, W. Kyle" userId="c82f62dc-52dc-4188-bd8e-647bc9b55d9e" providerId="ADAL" clId="{D9F0D740-C616-43F4-AB30-05FE90DB88D3}" dt="2023-03-15T18:02:35.731" v="219" actId="1582"/>
          <ac:cxnSpMkLst>
            <pc:docMk/>
            <pc:sldMk cId="2469825802" sldId="292"/>
            <ac:cxnSpMk id="14" creationId="{0FEA1EB6-006C-0287-7265-C3FBB73D92EA}"/>
          </ac:cxnSpMkLst>
        </pc:cxnChg>
        <pc:cxnChg chg="add mod">
          <ac:chgData name="Canuette, W. Kyle" userId="c82f62dc-52dc-4188-bd8e-647bc9b55d9e" providerId="ADAL" clId="{D9F0D740-C616-43F4-AB30-05FE90DB88D3}" dt="2023-03-15T18:02:42.250" v="221" actId="1076"/>
          <ac:cxnSpMkLst>
            <pc:docMk/>
            <pc:sldMk cId="2469825802" sldId="292"/>
            <ac:cxnSpMk id="15" creationId="{89857D6D-0ED2-D8A1-CB6A-CF2335CB3D91}"/>
          </ac:cxnSpMkLst>
        </pc:cxnChg>
        <pc:cxnChg chg="add mod">
          <ac:chgData name="Canuette, W. Kyle" userId="c82f62dc-52dc-4188-bd8e-647bc9b55d9e" providerId="ADAL" clId="{D9F0D740-C616-43F4-AB30-05FE90DB88D3}" dt="2023-03-15T18:02:57.691" v="226" actId="1076"/>
          <ac:cxnSpMkLst>
            <pc:docMk/>
            <pc:sldMk cId="2469825802" sldId="292"/>
            <ac:cxnSpMk id="16" creationId="{CFC068B8-AF3D-C6C5-D3FA-971A270F32F6}"/>
          </ac:cxnSpMkLst>
        </pc:cxnChg>
        <pc:cxnChg chg="add mod">
          <ac:chgData name="Canuette, W. Kyle" userId="c82f62dc-52dc-4188-bd8e-647bc9b55d9e" providerId="ADAL" clId="{D9F0D740-C616-43F4-AB30-05FE90DB88D3}" dt="2023-03-15T18:02:55.400" v="225" actId="1076"/>
          <ac:cxnSpMkLst>
            <pc:docMk/>
            <pc:sldMk cId="2469825802" sldId="292"/>
            <ac:cxnSpMk id="17" creationId="{AE0DB788-12D5-63FE-D007-4B8674E18284}"/>
          </ac:cxnSpMkLst>
        </pc:cxnChg>
      </pc:sldChg>
      <pc:sldChg chg="addSp modSp add mod">
        <pc:chgData name="Canuette, W. Kyle" userId="c82f62dc-52dc-4188-bd8e-647bc9b55d9e" providerId="ADAL" clId="{D9F0D740-C616-43F4-AB30-05FE90DB88D3}" dt="2023-03-15T18:08:33.524" v="282" actId="1076"/>
        <pc:sldMkLst>
          <pc:docMk/>
          <pc:sldMk cId="3144339147" sldId="293"/>
        </pc:sldMkLst>
        <pc:grpChg chg="add mod">
          <ac:chgData name="Canuette, W. Kyle" userId="c82f62dc-52dc-4188-bd8e-647bc9b55d9e" providerId="ADAL" clId="{D9F0D740-C616-43F4-AB30-05FE90DB88D3}" dt="2023-03-15T18:05:29.438" v="251" actId="1076"/>
          <ac:grpSpMkLst>
            <pc:docMk/>
            <pc:sldMk cId="3144339147" sldId="293"/>
            <ac:grpSpMk id="5" creationId="{4AD03778-C433-A773-2C03-044587DE38AB}"/>
          </ac:grpSpMkLst>
        </pc:grpChg>
        <pc:graphicFrameChg chg="mod modGraphic">
          <ac:chgData name="Canuette, W. Kyle" userId="c82f62dc-52dc-4188-bd8e-647bc9b55d9e" providerId="ADAL" clId="{D9F0D740-C616-43F4-AB30-05FE90DB88D3}" dt="2023-03-15T18:08:33.524" v="282" actId="1076"/>
          <ac:graphicFrameMkLst>
            <pc:docMk/>
            <pc:sldMk cId="3144339147" sldId="293"/>
            <ac:graphicFrameMk id="3" creationId="{F2860C0F-BA53-412B-8826-DAA9A1B29BA9}"/>
          </ac:graphicFrameMkLst>
        </pc:graphicFrameChg>
        <pc:picChg chg="add mod">
          <ac:chgData name="Canuette, W. Kyle" userId="c82f62dc-52dc-4188-bd8e-647bc9b55d9e" providerId="ADAL" clId="{D9F0D740-C616-43F4-AB30-05FE90DB88D3}" dt="2023-03-15T18:05:29.438" v="251" actId="1076"/>
          <ac:picMkLst>
            <pc:docMk/>
            <pc:sldMk cId="3144339147" sldId="293"/>
            <ac:picMk id="3074" creationId="{E9D52312-A2B4-D10B-39FE-EFDC063474DF}"/>
          </ac:picMkLst>
        </pc:picChg>
        <pc:picChg chg="add mod">
          <ac:chgData name="Canuette, W. Kyle" userId="c82f62dc-52dc-4188-bd8e-647bc9b55d9e" providerId="ADAL" clId="{D9F0D740-C616-43F4-AB30-05FE90DB88D3}" dt="2023-03-15T18:05:29.438" v="251" actId="1076"/>
          <ac:picMkLst>
            <pc:docMk/>
            <pc:sldMk cId="3144339147" sldId="293"/>
            <ac:picMk id="3076" creationId="{01387AFE-FD07-8DF9-9021-D4BEA248B64B}"/>
          </ac:picMkLst>
        </pc:picChg>
        <pc:picChg chg="add mod">
          <ac:chgData name="Canuette, W. Kyle" userId="c82f62dc-52dc-4188-bd8e-647bc9b55d9e" providerId="ADAL" clId="{D9F0D740-C616-43F4-AB30-05FE90DB88D3}" dt="2023-03-15T18:05:29.438" v="251" actId="1076"/>
          <ac:picMkLst>
            <pc:docMk/>
            <pc:sldMk cId="3144339147" sldId="293"/>
            <ac:picMk id="3078" creationId="{88587BDE-AB4D-25FA-A82E-FCFF8EF394F3}"/>
          </ac:picMkLst>
        </pc:picChg>
        <pc:picChg chg="add mod">
          <ac:chgData name="Canuette, W. Kyle" userId="c82f62dc-52dc-4188-bd8e-647bc9b55d9e" providerId="ADAL" clId="{D9F0D740-C616-43F4-AB30-05FE90DB88D3}" dt="2023-03-15T18:05:29.438" v="251" actId="1076"/>
          <ac:picMkLst>
            <pc:docMk/>
            <pc:sldMk cId="3144339147" sldId="293"/>
            <ac:picMk id="3080" creationId="{794E0DA9-DA3A-5C0F-44B2-87415FBAA850}"/>
          </ac:picMkLst>
        </pc:picChg>
      </pc:sldChg>
      <pc:sldChg chg="addSp modSp add mod">
        <pc:chgData name="Canuette, W. Kyle" userId="c82f62dc-52dc-4188-bd8e-647bc9b55d9e" providerId="ADAL" clId="{D9F0D740-C616-43F4-AB30-05FE90DB88D3}" dt="2023-03-15T18:07:32.826" v="272" actId="207"/>
        <pc:sldMkLst>
          <pc:docMk/>
          <pc:sldMk cId="2314695008" sldId="294"/>
        </pc:sldMkLst>
        <pc:graphicFrameChg chg="mod modGraphic">
          <ac:chgData name="Canuette, W. Kyle" userId="c82f62dc-52dc-4188-bd8e-647bc9b55d9e" providerId="ADAL" clId="{D9F0D740-C616-43F4-AB30-05FE90DB88D3}" dt="2023-03-15T18:06:20.993" v="259" actId="1076"/>
          <ac:graphicFrameMkLst>
            <pc:docMk/>
            <pc:sldMk cId="2314695008" sldId="294"/>
            <ac:graphicFrameMk id="3" creationId="{F2860C0F-BA53-412B-8826-DAA9A1B29BA9}"/>
          </ac:graphicFrameMkLst>
        </pc:graphicFrameChg>
        <pc:picChg chg="add mod">
          <ac:chgData name="Canuette, W. Kyle" userId="c82f62dc-52dc-4188-bd8e-647bc9b55d9e" providerId="ADAL" clId="{D9F0D740-C616-43F4-AB30-05FE90DB88D3}" dt="2023-03-15T18:07:32.826" v="272" actId="207"/>
          <ac:picMkLst>
            <pc:docMk/>
            <pc:sldMk cId="2314695008" sldId="294"/>
            <ac:picMk id="6" creationId="{A436F149-B254-A109-3B00-8983C5D5BA5D}"/>
          </ac:picMkLst>
        </pc:picChg>
      </pc:sldChg>
      <pc:sldChg chg="modSp add mod">
        <pc:chgData name="Canuette, W. Kyle" userId="c82f62dc-52dc-4188-bd8e-647bc9b55d9e" providerId="ADAL" clId="{D9F0D740-C616-43F4-AB30-05FE90DB88D3}" dt="2023-03-15T18:10:19.480" v="318" actId="20577"/>
        <pc:sldMkLst>
          <pc:docMk/>
          <pc:sldMk cId="2485258161" sldId="295"/>
        </pc:sldMkLst>
        <pc:spChg chg="mod">
          <ac:chgData name="Canuette, W. Kyle" userId="c82f62dc-52dc-4188-bd8e-647bc9b55d9e" providerId="ADAL" clId="{D9F0D740-C616-43F4-AB30-05FE90DB88D3}" dt="2023-03-15T18:10:19.480" v="318" actId="20577"/>
          <ac:spMkLst>
            <pc:docMk/>
            <pc:sldMk cId="2485258161" sldId="295"/>
            <ac:spMk id="6" creationId="{C15470E5-2FA3-E09F-59A5-4402F0E7B4E3}"/>
          </ac:spMkLst>
        </pc:spChg>
      </pc:sldChg>
      <pc:sldChg chg="modSp add mod">
        <pc:chgData name="Canuette, W. Kyle" userId="c82f62dc-52dc-4188-bd8e-647bc9b55d9e" providerId="ADAL" clId="{D9F0D740-C616-43F4-AB30-05FE90DB88D3}" dt="2023-03-15T18:10:32.582" v="322"/>
        <pc:sldMkLst>
          <pc:docMk/>
          <pc:sldMk cId="1035521790" sldId="296"/>
        </pc:sldMkLst>
        <pc:spChg chg="mod">
          <ac:chgData name="Canuette, W. Kyle" userId="c82f62dc-52dc-4188-bd8e-647bc9b55d9e" providerId="ADAL" clId="{D9F0D740-C616-43F4-AB30-05FE90DB88D3}" dt="2023-03-15T18:10:32.582" v="322"/>
          <ac:spMkLst>
            <pc:docMk/>
            <pc:sldMk cId="1035521790" sldId="296"/>
            <ac:spMk id="6" creationId="{C15470E5-2FA3-E09F-59A5-4402F0E7B4E3}"/>
          </ac:spMkLst>
        </pc:spChg>
      </pc:sldChg>
      <pc:sldChg chg="modSp add mod">
        <pc:chgData name="Canuette, W. Kyle" userId="c82f62dc-52dc-4188-bd8e-647bc9b55d9e" providerId="ADAL" clId="{D9F0D740-C616-43F4-AB30-05FE90DB88D3}" dt="2023-03-15T18:10:43.488" v="326"/>
        <pc:sldMkLst>
          <pc:docMk/>
          <pc:sldMk cId="1187053021" sldId="297"/>
        </pc:sldMkLst>
        <pc:spChg chg="mod">
          <ac:chgData name="Canuette, W. Kyle" userId="c82f62dc-52dc-4188-bd8e-647bc9b55d9e" providerId="ADAL" clId="{D9F0D740-C616-43F4-AB30-05FE90DB88D3}" dt="2023-03-15T18:10:43.488" v="326"/>
          <ac:spMkLst>
            <pc:docMk/>
            <pc:sldMk cId="1187053021" sldId="297"/>
            <ac:spMk id="6" creationId="{C15470E5-2FA3-E09F-59A5-4402F0E7B4E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8/18/2023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dirty="0"/>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8/18/2023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8/18/2023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8/18/2023</a:t>
            </a:fld>
            <a:endParaRPr lang="en-US" dirty="0"/>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8/18/2023</a:t>
            </a:fld>
            <a:endParaRPr lang="en-US" dirty="0"/>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8/18/2023</a:t>
            </a:fld>
            <a:endParaRPr lang="en-US" dirty="0"/>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8/18/2023</a:t>
            </a:fld>
            <a:endParaRPr lang="en-US" dirty="0"/>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8/18/2023</a:t>
            </a:fld>
            <a:endParaRPr lang="en-US" dirty="0"/>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dirty="0"/>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05248"/>
            <a:ext cx="9144000" cy="370300"/>
          </a:xfrm>
        </p:spPr>
        <p:txBody>
          <a:bodyPr>
            <a:normAutofit/>
          </a:bodyPr>
          <a:lstStyle/>
          <a:p>
            <a:pPr algn="l"/>
            <a:r>
              <a:rPr lang="en-US" sz="1800" dirty="0"/>
              <a:t>Practicum| Unit 4: Research Based Instructional Strategies (RBIS) Math | Lesson 4.12</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Common Pitfalls in Math Instruction </a:t>
            </a:r>
          </a:p>
        </p:txBody>
      </p:sp>
      <p:sp>
        <p:nvSpPr>
          <p:cNvPr id="4" name="TextBox 3">
            <a:extLst>
              <a:ext uri="{FF2B5EF4-FFF2-40B4-BE49-F238E27FC236}">
                <a16:creationId xmlns:a16="http://schemas.microsoft.com/office/drawing/2014/main" id="{78A409A3-2C10-77EA-E672-CA7D53976131}"/>
              </a:ext>
            </a:extLst>
          </p:cNvPr>
          <p:cNvSpPr txBox="1"/>
          <p:nvPr/>
        </p:nvSpPr>
        <p:spPr>
          <a:xfrm>
            <a:off x="0" y="6375548"/>
            <a:ext cx="11565732" cy="369332"/>
          </a:xfrm>
          <a:prstGeom prst="rect">
            <a:avLst/>
          </a:prstGeom>
          <a:noFill/>
        </p:spPr>
        <p:txBody>
          <a:bodyPr wrap="square">
            <a:spAutoFit/>
          </a:bodyPr>
          <a:lstStyle/>
          <a:p>
            <a:r>
              <a:rPr lang="en-US" dirty="0">
                <a:solidFill>
                  <a:srgbClr val="464646"/>
                </a:solidFill>
                <a:latin typeface="+mj-lt"/>
                <a:cs typeface="Calibri"/>
              </a:rPr>
              <a:t>This work is licensed under a </a:t>
            </a:r>
            <a:r>
              <a:rPr lang="en-US" dirty="0">
                <a:solidFill>
                  <a:srgbClr val="0070C0"/>
                </a:solidFill>
                <a:latin typeface="+mj-lt"/>
                <a:cs typeface="Calibri"/>
                <a:hlinkClick r:id="rId2"/>
              </a:rPr>
              <a:t>Creative Commons Attribution-Noncommercial-Share Alike 4.0 International License</a:t>
            </a:r>
            <a:r>
              <a:rPr lang="en-US" dirty="0">
                <a:solidFill>
                  <a:srgbClr val="0070C0"/>
                </a:solidFill>
                <a:latin typeface="+mj-lt"/>
                <a:cs typeface="Calibri"/>
              </a:rPr>
              <a:t>.</a:t>
            </a:r>
            <a:endParaRPr lang="en-US" dirty="0">
              <a:latin typeface="+mj-lt"/>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normAutofit/>
          </a:bodyPr>
          <a:lstStyle/>
          <a:p>
            <a:pPr marL="0" indent="0">
              <a:buNone/>
            </a:pPr>
            <a:r>
              <a:rPr lang="en-US" dirty="0"/>
              <a:t>TEKS 4E, 6A, 6F, 6H</a:t>
            </a:r>
          </a:p>
          <a:p>
            <a:pPr marL="0" indent="0">
              <a:buNone/>
            </a:pPr>
            <a:endParaRPr lang="en-US" dirty="0"/>
          </a:p>
          <a:p>
            <a:pPr marL="0" indent="0">
              <a:buNone/>
            </a:pPr>
            <a:r>
              <a:rPr lang="en-US" dirty="0"/>
              <a:t>The student will…</a:t>
            </a:r>
          </a:p>
          <a:p>
            <a:pPr lvl="1"/>
            <a:r>
              <a:rPr lang="en-US" dirty="0"/>
              <a:t>Describe and give examples of common math intervention pitfalls.</a:t>
            </a:r>
          </a:p>
          <a:p>
            <a:pPr lvl="1"/>
            <a:r>
              <a:rPr lang="en-US" dirty="0"/>
              <a:t>Identify and apply strategies to avoid common math intervention pitfalls</a:t>
            </a: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a:xfrm>
            <a:off x="464975" y="18255"/>
            <a:ext cx="10515600" cy="1325563"/>
          </a:xfrm>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a:xfrm>
            <a:off x="606490" y="1520890"/>
            <a:ext cx="10747310" cy="5001208"/>
          </a:xfrm>
        </p:spPr>
        <p:txBody>
          <a:bodyPr>
            <a:normAutofit/>
          </a:bodyPr>
          <a:lstStyle/>
          <a:p>
            <a:pPr marL="0" marR="0" indent="0">
              <a:spcBef>
                <a:spcPts val="600"/>
              </a:spcBef>
              <a:spcAft>
                <a:spcPts val="1200"/>
              </a:spcAft>
              <a:buNone/>
            </a:pPr>
            <a:r>
              <a:rPr lang="en-US" sz="2400" dirty="0">
                <a:effectLst/>
                <a:latin typeface="Calibri" panose="020F0502020204030204" pitchFamily="34" charset="0"/>
                <a:ea typeface="Calibri" panose="020F0502020204030204" pitchFamily="34" charset="0"/>
                <a:cs typeface="Arial" panose="020B0604020202020204" pitchFamily="34" charset="0"/>
              </a:rPr>
              <a:t>Mark the following as true or false. </a:t>
            </a:r>
          </a:p>
          <a:p>
            <a:pPr marL="342900" marR="0" lvl="0" indent="-342900">
              <a:spcBef>
                <a:spcPts val="600"/>
              </a:spcBef>
              <a:spcAft>
                <a:spcPts val="1200"/>
              </a:spcAft>
              <a:buFont typeface="+mj-lt"/>
              <a:buAutoNum type="arabicPeriod"/>
            </a:pPr>
            <a:r>
              <a:rPr lang="en-US" sz="2400" dirty="0">
                <a:effectLst/>
                <a:latin typeface="Calibri" panose="020F0502020204030204" pitchFamily="34" charset="0"/>
                <a:ea typeface="Calibri" panose="020F0502020204030204" pitchFamily="34" charset="0"/>
                <a:cs typeface="Arial" panose="020B0604020202020204" pitchFamily="34" charset="0"/>
              </a:rPr>
              <a:t>_______ Teachers must balance procedural and conceptual math instruction to build greater understanding of math concepts.</a:t>
            </a:r>
          </a:p>
          <a:p>
            <a:pPr marL="342900" marR="0" lvl="0" indent="-342900">
              <a:spcBef>
                <a:spcPts val="600"/>
              </a:spcBef>
              <a:spcAft>
                <a:spcPts val="1200"/>
              </a:spcAft>
              <a:buFont typeface="+mj-lt"/>
              <a:buAutoNum type="arabicPeriod"/>
            </a:pPr>
            <a:r>
              <a:rPr lang="en-US" sz="2400" dirty="0">
                <a:effectLst/>
                <a:latin typeface="Calibri" panose="020F0502020204030204" pitchFamily="34" charset="0"/>
                <a:ea typeface="Calibri" panose="020F0502020204030204" pitchFamily="34" charset="0"/>
                <a:cs typeface="Arial" panose="020B0604020202020204" pitchFamily="34" charset="0"/>
              </a:rPr>
              <a:t>_______ If students can’t perform addition, subtraction, multiplication, and division from memory, they cannot be successful with more advanced math concepts.</a:t>
            </a:r>
          </a:p>
          <a:p>
            <a:pPr marL="342900" marR="0" lvl="0" indent="-342900">
              <a:spcBef>
                <a:spcPts val="600"/>
              </a:spcBef>
              <a:spcAft>
                <a:spcPts val="1200"/>
              </a:spcAft>
              <a:buFont typeface="+mj-lt"/>
              <a:buAutoNum type="arabicPeriod"/>
            </a:pPr>
            <a:r>
              <a:rPr lang="en-US" sz="2400" dirty="0">
                <a:effectLst/>
                <a:latin typeface="Calibri" panose="020F0502020204030204" pitchFamily="34" charset="0"/>
                <a:ea typeface="Calibri" panose="020F0502020204030204" pitchFamily="34" charset="0"/>
                <a:cs typeface="Arial" panose="020B0604020202020204" pitchFamily="34" charset="0"/>
              </a:rPr>
              <a:t>_______ When students don’t understand a lesson, it is best to reteach that lesson the next day to give students more “at-bats.”</a:t>
            </a:r>
          </a:p>
          <a:p>
            <a:pPr marL="342900" marR="0" lvl="0" indent="-342900">
              <a:spcBef>
                <a:spcPts val="600"/>
              </a:spcBef>
              <a:spcAft>
                <a:spcPts val="1200"/>
              </a:spcAft>
              <a:buFont typeface="+mj-lt"/>
              <a:buAutoNum type="arabicPeriod"/>
            </a:pPr>
            <a:r>
              <a:rPr lang="en-US" sz="2400" dirty="0">
                <a:effectLst/>
                <a:latin typeface="Calibri" panose="020F0502020204030204" pitchFamily="34" charset="0"/>
                <a:ea typeface="Calibri" panose="020F0502020204030204" pitchFamily="34" charset="0"/>
                <a:cs typeface="Arial" panose="020B0604020202020204" pitchFamily="34" charset="0"/>
              </a:rPr>
              <a:t>_______ The most effective math interventions tie review of foundational skills into grade-level content.</a:t>
            </a:r>
          </a:p>
          <a:p>
            <a:pPr marL="0" marR="0" indent="0">
              <a:spcBef>
                <a:spcPts val="600"/>
              </a:spcBef>
              <a:spcAft>
                <a:spcPts val="600"/>
              </a:spcAft>
              <a:buNone/>
            </a:pP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482379" y="266356"/>
            <a:ext cx="10515600" cy="1325563"/>
          </a:xfrm>
        </p:spPr>
        <p:txBody>
          <a:bodyPr>
            <a:normAutofit/>
          </a:bodyPr>
          <a:lstStyle/>
          <a:p>
            <a:r>
              <a:rPr lang="en-US" sz="4000" dirty="0"/>
              <a:t>Common Pitfalls in Math Instruction Notes pg.1</a:t>
            </a:r>
          </a:p>
        </p:txBody>
      </p:sp>
      <p:graphicFrame>
        <p:nvGraphicFramePr>
          <p:cNvPr id="3" name="Table 4">
            <a:extLst>
              <a:ext uri="{FF2B5EF4-FFF2-40B4-BE49-F238E27FC236}">
                <a16:creationId xmlns:a16="http://schemas.microsoft.com/office/drawing/2014/main" id="{F2860C0F-BA53-412B-8826-DAA9A1B29BA9}"/>
              </a:ext>
            </a:extLst>
          </p:cNvPr>
          <p:cNvGraphicFramePr>
            <a:graphicFrameLocks noGrp="1"/>
          </p:cNvGraphicFramePr>
          <p:nvPr>
            <p:extLst>
              <p:ext uri="{D42A27DB-BD31-4B8C-83A1-F6EECF244321}">
                <p14:modId xmlns:p14="http://schemas.microsoft.com/office/powerpoint/2010/main" val="3243212533"/>
              </p:ext>
            </p:extLst>
          </p:nvPr>
        </p:nvGraphicFramePr>
        <p:xfrm>
          <a:off x="838200" y="1723624"/>
          <a:ext cx="10515600" cy="2076850"/>
        </p:xfrm>
        <a:graphic>
          <a:graphicData uri="http://schemas.openxmlformats.org/drawingml/2006/table">
            <a:tbl>
              <a:tblPr firstRow="1" bandRow="1">
                <a:tableStyleId>{5C22544A-7EE6-4342-B048-85BDC9FD1C3A}</a:tableStyleId>
              </a:tblPr>
              <a:tblGrid>
                <a:gridCol w="2108834">
                  <a:extLst>
                    <a:ext uri="{9D8B030D-6E8A-4147-A177-3AD203B41FA5}">
                      <a16:colId xmlns:a16="http://schemas.microsoft.com/office/drawing/2014/main" val="1922918179"/>
                    </a:ext>
                  </a:extLst>
                </a:gridCol>
                <a:gridCol w="3954921">
                  <a:extLst>
                    <a:ext uri="{9D8B030D-6E8A-4147-A177-3AD203B41FA5}">
                      <a16:colId xmlns:a16="http://schemas.microsoft.com/office/drawing/2014/main" val="3619535809"/>
                    </a:ext>
                  </a:extLst>
                </a:gridCol>
                <a:gridCol w="4451845">
                  <a:extLst>
                    <a:ext uri="{9D8B030D-6E8A-4147-A177-3AD203B41FA5}">
                      <a16:colId xmlns:a16="http://schemas.microsoft.com/office/drawing/2014/main" val="3460598978"/>
                    </a:ext>
                  </a:extLst>
                </a:gridCol>
              </a:tblGrid>
              <a:tr h="305559">
                <a:tc>
                  <a:txBody>
                    <a:bodyPr/>
                    <a:lstStyle/>
                    <a:p>
                      <a:pPr algn="ctr"/>
                      <a:r>
                        <a:rPr lang="en-US" sz="2000" dirty="0"/>
                        <a:t>Pitfall</a:t>
                      </a:r>
                    </a:p>
                  </a:txBody>
                  <a:tcPr/>
                </a:tc>
                <a:tc>
                  <a:txBody>
                    <a:bodyPr/>
                    <a:lstStyle/>
                    <a:p>
                      <a:pPr algn="ctr"/>
                      <a:r>
                        <a:rPr lang="en-US" sz="2000" dirty="0"/>
                        <a:t>Description</a:t>
                      </a:r>
                    </a:p>
                  </a:txBody>
                  <a:tcPr/>
                </a:tc>
                <a:tc>
                  <a:txBody>
                    <a:bodyPr/>
                    <a:lstStyle/>
                    <a:p>
                      <a:pPr algn="ctr"/>
                      <a:r>
                        <a:rPr lang="en-US" sz="2000" dirty="0"/>
                        <a:t>Challenge it Presents</a:t>
                      </a:r>
                    </a:p>
                  </a:txBody>
                  <a:tcPr/>
                </a:tc>
                <a:extLst>
                  <a:ext uri="{0D108BD9-81ED-4DB2-BD59-A6C34878D82A}">
                    <a16:rowId xmlns:a16="http://schemas.microsoft.com/office/drawing/2014/main" val="886189608"/>
                  </a:ext>
                </a:extLst>
              </a:tr>
              <a:tr h="1680610">
                <a:tc>
                  <a:txBody>
                    <a:bodyPr/>
                    <a:lstStyle/>
                    <a:p>
                      <a:pPr marL="0" marR="0">
                        <a:spcBef>
                          <a:spcPts val="600"/>
                        </a:spcBef>
                        <a:spcAft>
                          <a:spcPts val="600"/>
                        </a:spcAft>
                      </a:pPr>
                      <a:r>
                        <a:rPr lang="en-US" sz="1800" dirty="0"/>
                        <a:t>Too much Remediation</a:t>
                      </a:r>
                    </a:p>
                  </a:txBody>
                  <a:tcPr marL="137160" marR="137160" marT="137160" marB="137160" anchor="ctr"/>
                </a:tc>
                <a:tc>
                  <a:txBody>
                    <a:bodyPr/>
                    <a:lstStyle/>
                    <a:p>
                      <a:pPr marL="0" marR="0">
                        <a:spcBef>
                          <a:spcPts val="600"/>
                        </a:spcBef>
                        <a:spcAft>
                          <a:spcPts val="600"/>
                        </a:spcAft>
                      </a:pPr>
                      <a:r>
                        <a:rPr lang="en-US" sz="1800" dirty="0"/>
                        <a:t>Prioritizing below grade-level content </a:t>
                      </a:r>
                    </a:p>
                  </a:txBody>
                  <a:tcPr marL="137160" marR="137160" marT="137160" marB="137160" anchor="ctr"/>
                </a:tc>
                <a:tc>
                  <a:txBody>
                    <a:bodyPr/>
                    <a:lstStyle/>
                    <a:p>
                      <a:pPr marL="0" marR="0">
                        <a:spcBef>
                          <a:spcPts val="600"/>
                        </a:spcBef>
                        <a:spcAft>
                          <a:spcPts val="600"/>
                        </a:spcAft>
                      </a:pPr>
                      <a:r>
                        <a:rPr lang="en-US" sz="1800" dirty="0"/>
                        <a:t>Prevents students from accessing grade-level content and may lead students to have a negative association with Math. </a:t>
                      </a:r>
                    </a:p>
                  </a:txBody>
                  <a:tcPr marL="137160" marR="137160" marT="137160" marB="137160" anchor="ctr"/>
                </a:tc>
                <a:extLst>
                  <a:ext uri="{0D108BD9-81ED-4DB2-BD59-A6C34878D82A}">
                    <a16:rowId xmlns:a16="http://schemas.microsoft.com/office/drawing/2014/main" val="2589762599"/>
                  </a:ext>
                </a:extLst>
              </a:tr>
            </a:tbl>
          </a:graphicData>
        </a:graphic>
      </p:graphicFrame>
      <p:pic>
        <p:nvPicPr>
          <p:cNvPr id="6" name="Graphic 5" descr="Rewind with solid fill">
            <a:extLst>
              <a:ext uri="{FF2B5EF4-FFF2-40B4-BE49-F238E27FC236}">
                <a16:creationId xmlns:a16="http://schemas.microsoft.com/office/drawing/2014/main" id="{F0D9FFC4-4B46-5605-BC12-160D69DFD83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33874" y="3800474"/>
            <a:ext cx="2447925" cy="2447925"/>
          </a:xfrm>
          <a:prstGeom prst="rect">
            <a:avLst/>
          </a:prstGeom>
        </p:spPr>
      </p:pic>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472440" y="117269"/>
            <a:ext cx="10515600" cy="1325563"/>
          </a:xfrm>
        </p:spPr>
        <p:txBody>
          <a:bodyPr>
            <a:normAutofit/>
          </a:bodyPr>
          <a:lstStyle/>
          <a:p>
            <a:r>
              <a:rPr lang="en-US" sz="4000" dirty="0"/>
              <a:t>Common Pitfalls in Math Instruction Notes pg. 2</a:t>
            </a:r>
          </a:p>
        </p:txBody>
      </p:sp>
      <p:graphicFrame>
        <p:nvGraphicFramePr>
          <p:cNvPr id="3" name="Table 4">
            <a:extLst>
              <a:ext uri="{FF2B5EF4-FFF2-40B4-BE49-F238E27FC236}">
                <a16:creationId xmlns:a16="http://schemas.microsoft.com/office/drawing/2014/main" id="{F2860C0F-BA53-412B-8826-DAA9A1B29BA9}"/>
              </a:ext>
            </a:extLst>
          </p:cNvPr>
          <p:cNvGraphicFramePr>
            <a:graphicFrameLocks noGrp="1"/>
          </p:cNvGraphicFramePr>
          <p:nvPr>
            <p:extLst>
              <p:ext uri="{D42A27DB-BD31-4B8C-83A1-F6EECF244321}">
                <p14:modId xmlns:p14="http://schemas.microsoft.com/office/powerpoint/2010/main" val="3974109655"/>
              </p:ext>
            </p:extLst>
          </p:nvPr>
        </p:nvGraphicFramePr>
        <p:xfrm>
          <a:off x="838200" y="1298449"/>
          <a:ext cx="10515600" cy="2213102"/>
        </p:xfrm>
        <a:graphic>
          <a:graphicData uri="http://schemas.openxmlformats.org/drawingml/2006/table">
            <a:tbl>
              <a:tblPr firstRow="1" bandRow="1">
                <a:tableStyleId>{5C22544A-7EE6-4342-B048-85BDC9FD1C3A}</a:tableStyleId>
              </a:tblPr>
              <a:tblGrid>
                <a:gridCol w="1611910">
                  <a:extLst>
                    <a:ext uri="{9D8B030D-6E8A-4147-A177-3AD203B41FA5}">
                      <a16:colId xmlns:a16="http://schemas.microsoft.com/office/drawing/2014/main" val="1922918179"/>
                    </a:ext>
                  </a:extLst>
                </a:gridCol>
                <a:gridCol w="4451845">
                  <a:extLst>
                    <a:ext uri="{9D8B030D-6E8A-4147-A177-3AD203B41FA5}">
                      <a16:colId xmlns:a16="http://schemas.microsoft.com/office/drawing/2014/main" val="3619535809"/>
                    </a:ext>
                  </a:extLst>
                </a:gridCol>
                <a:gridCol w="4451845">
                  <a:extLst>
                    <a:ext uri="{9D8B030D-6E8A-4147-A177-3AD203B41FA5}">
                      <a16:colId xmlns:a16="http://schemas.microsoft.com/office/drawing/2014/main" val="3460598978"/>
                    </a:ext>
                  </a:extLst>
                </a:gridCol>
              </a:tblGrid>
              <a:tr h="567182">
                <a:tc>
                  <a:txBody>
                    <a:bodyPr/>
                    <a:lstStyle/>
                    <a:p>
                      <a:pPr algn="ctr"/>
                      <a:r>
                        <a:rPr lang="en-US" sz="2000" dirty="0"/>
                        <a:t>Pitfall</a:t>
                      </a:r>
                    </a:p>
                  </a:txBody>
                  <a:tcPr anchor="ctr"/>
                </a:tc>
                <a:tc>
                  <a:txBody>
                    <a:bodyPr/>
                    <a:lstStyle/>
                    <a:p>
                      <a:pPr algn="ctr"/>
                      <a:r>
                        <a:rPr lang="en-US" sz="2000" dirty="0"/>
                        <a:t>Description</a:t>
                      </a:r>
                    </a:p>
                  </a:txBody>
                  <a:tcPr anchor="ctr"/>
                </a:tc>
                <a:tc>
                  <a:txBody>
                    <a:bodyPr/>
                    <a:lstStyle/>
                    <a:p>
                      <a:pPr algn="ctr"/>
                      <a:r>
                        <a:rPr lang="en-US" sz="2000" dirty="0"/>
                        <a:t>Challenge it Presents</a:t>
                      </a:r>
                    </a:p>
                  </a:txBody>
                  <a:tcPr anchor="ctr"/>
                </a:tc>
                <a:extLst>
                  <a:ext uri="{0D108BD9-81ED-4DB2-BD59-A6C34878D82A}">
                    <a16:rowId xmlns:a16="http://schemas.microsoft.com/office/drawing/2014/main" val="886189608"/>
                  </a:ext>
                </a:extLst>
              </a:tr>
              <a:tr h="1085439">
                <a:tc>
                  <a:txBody>
                    <a:bodyPr/>
                    <a:lstStyle/>
                    <a:p>
                      <a:pPr marL="0" marR="0">
                        <a:spcBef>
                          <a:spcPts val="600"/>
                        </a:spcBef>
                        <a:spcAft>
                          <a:spcPts val="600"/>
                        </a:spcAft>
                      </a:pPr>
                      <a:r>
                        <a:rPr lang="en-US" dirty="0"/>
                        <a:t>Procedural Instruction</a:t>
                      </a:r>
                    </a:p>
                  </a:txBody>
                  <a:tcPr marL="137160" marR="137160" marT="137160" marB="137160" anchor="ctr"/>
                </a:tc>
                <a:tc>
                  <a:txBody>
                    <a:bodyPr/>
                    <a:lstStyle/>
                    <a:p>
                      <a:pPr marL="0" marR="0">
                        <a:spcBef>
                          <a:spcPts val="600"/>
                        </a:spcBef>
                        <a:spcAft>
                          <a:spcPts val="600"/>
                        </a:spcAft>
                      </a:pPr>
                      <a:r>
                        <a:rPr lang="en-US" dirty="0"/>
                        <a:t>Focusing on procedures to speed up instruction.</a:t>
                      </a:r>
                    </a:p>
                  </a:txBody>
                  <a:tcPr marL="137160" marR="137160" marT="137160" marB="137160" anchor="ctr"/>
                </a:tc>
                <a:tc>
                  <a:txBody>
                    <a:bodyPr/>
                    <a:lstStyle/>
                    <a:p>
                      <a:pPr marL="0" marR="0">
                        <a:spcBef>
                          <a:spcPts val="600"/>
                        </a:spcBef>
                        <a:spcAft>
                          <a:spcPts val="600"/>
                        </a:spcAft>
                      </a:pPr>
                      <a:r>
                        <a:rPr lang="en-US" dirty="0"/>
                        <a:t>When students only have procedural knowledge of math concepts, they lack a true understanding of WHY these procedures work, limiting their ability to apply this knowledge in different contexts.</a:t>
                      </a:r>
                    </a:p>
                  </a:txBody>
                  <a:tcPr marL="137160" marR="137160" marT="137160" marB="137160" anchor="ctr"/>
                </a:tc>
                <a:extLst>
                  <a:ext uri="{0D108BD9-81ED-4DB2-BD59-A6C34878D82A}">
                    <a16:rowId xmlns:a16="http://schemas.microsoft.com/office/drawing/2014/main" val="2589762599"/>
                  </a:ext>
                </a:extLst>
              </a:tr>
            </a:tbl>
          </a:graphicData>
        </a:graphic>
      </p:graphicFrame>
      <p:graphicFrame>
        <p:nvGraphicFramePr>
          <p:cNvPr id="8" name="Table 8">
            <a:extLst>
              <a:ext uri="{FF2B5EF4-FFF2-40B4-BE49-F238E27FC236}">
                <a16:creationId xmlns:a16="http://schemas.microsoft.com/office/drawing/2014/main" id="{218DDA45-4555-5BD4-BB31-63F93F6652A9}"/>
              </a:ext>
            </a:extLst>
          </p:cNvPr>
          <p:cNvGraphicFramePr>
            <a:graphicFrameLocks noGrp="1"/>
          </p:cNvGraphicFramePr>
          <p:nvPr>
            <p:extLst>
              <p:ext uri="{D42A27DB-BD31-4B8C-83A1-F6EECF244321}">
                <p14:modId xmlns:p14="http://schemas.microsoft.com/office/powerpoint/2010/main" val="82150807"/>
              </p:ext>
            </p:extLst>
          </p:nvPr>
        </p:nvGraphicFramePr>
        <p:xfrm>
          <a:off x="609600" y="3638550"/>
          <a:ext cx="10378440" cy="3383280"/>
        </p:xfrm>
        <a:graphic>
          <a:graphicData uri="http://schemas.openxmlformats.org/drawingml/2006/table">
            <a:tbl>
              <a:tblPr firstRow="1" bandRow="1">
                <a:tableStyleId>{2D5ABB26-0587-4C30-8999-92F81FD0307C}</a:tableStyleId>
              </a:tblPr>
              <a:tblGrid>
                <a:gridCol w="5189220">
                  <a:extLst>
                    <a:ext uri="{9D8B030D-6E8A-4147-A177-3AD203B41FA5}">
                      <a16:colId xmlns:a16="http://schemas.microsoft.com/office/drawing/2014/main" val="733987251"/>
                    </a:ext>
                  </a:extLst>
                </a:gridCol>
                <a:gridCol w="5189220">
                  <a:extLst>
                    <a:ext uri="{9D8B030D-6E8A-4147-A177-3AD203B41FA5}">
                      <a16:colId xmlns:a16="http://schemas.microsoft.com/office/drawing/2014/main" val="3205592843"/>
                    </a:ext>
                  </a:extLst>
                </a:gridCol>
              </a:tblGrid>
              <a:tr h="2779831">
                <a:tc>
                  <a:txBody>
                    <a:bodyPr/>
                    <a:lstStyle/>
                    <a:p>
                      <a:r>
                        <a:rPr lang="en-US" sz="1800" kern="1200" dirty="0">
                          <a:solidFill>
                            <a:schemeClr val="tx1"/>
                          </a:solidFill>
                          <a:effectLst/>
                          <a:latin typeface="+mn-lt"/>
                          <a:ea typeface="+mn-ea"/>
                          <a:cs typeface="+mn-cs"/>
                        </a:rPr>
                        <a:t>If students have a procedural understanding of subtraction, they know that you can borrow from the tens place when subtracting from two-digit numbers:</a:t>
                      </a:r>
                    </a:p>
                    <a:p>
                      <a:endParaRPr lang="en-US" sz="1800" kern="1200" dirty="0">
                        <a:solidFill>
                          <a:schemeClr val="tx1"/>
                        </a:solidFill>
                        <a:effectLst/>
                        <a:latin typeface="+mn-lt"/>
                        <a:ea typeface="+mn-ea"/>
                        <a:cs typeface="+mn-cs"/>
                      </a:endParaRPr>
                    </a:p>
                    <a:p>
                      <a:pPr algn="ctr"/>
                      <a:r>
                        <a:rPr lang="en-US" sz="2400" kern="1200" dirty="0">
                          <a:solidFill>
                            <a:schemeClr val="tx1"/>
                          </a:solidFill>
                          <a:effectLst/>
                          <a:latin typeface="+mn-lt"/>
                          <a:ea typeface="+mn-ea"/>
                          <a:cs typeface="+mn-cs"/>
                        </a:rPr>
                        <a:t>1   15</a:t>
                      </a:r>
                    </a:p>
                    <a:p>
                      <a:pPr algn="ctr"/>
                      <a:r>
                        <a:rPr lang="en-US" sz="2400" kern="1200" dirty="0">
                          <a:solidFill>
                            <a:schemeClr val="tx1"/>
                          </a:solidFill>
                          <a:effectLst/>
                          <a:latin typeface="+mn-lt"/>
                          <a:ea typeface="+mn-ea"/>
                          <a:cs typeface="+mn-cs"/>
                        </a:rPr>
                        <a:t>25</a:t>
                      </a:r>
                    </a:p>
                    <a:p>
                      <a:pPr algn="ctr"/>
                      <a:r>
                        <a:rPr lang="en-US" sz="2400" kern="1200" dirty="0">
                          <a:solidFill>
                            <a:schemeClr val="tx1"/>
                          </a:solidFill>
                          <a:effectLst/>
                          <a:latin typeface="+mn-lt"/>
                          <a:ea typeface="+mn-ea"/>
                          <a:cs typeface="+mn-cs"/>
                        </a:rPr>
                        <a:t>- 8</a:t>
                      </a:r>
                    </a:p>
                    <a:p>
                      <a:pPr algn="ctr"/>
                      <a:r>
                        <a:rPr lang="en-US" sz="2400" kern="1200" dirty="0">
                          <a:solidFill>
                            <a:schemeClr val="tx1"/>
                          </a:solidFill>
                          <a:effectLst/>
                          <a:latin typeface="+mn-lt"/>
                          <a:ea typeface="+mn-ea"/>
                          <a:cs typeface="+mn-cs"/>
                        </a:rPr>
                        <a:t>17</a:t>
                      </a:r>
                    </a:p>
                    <a:p>
                      <a:endParaRPr lang="en-US" dirty="0"/>
                    </a:p>
                  </a:txBody>
                  <a:tcPr marL="137160" marR="137160" marT="137160" marB="137160"/>
                </a:tc>
                <a:tc>
                  <a:txBody>
                    <a:bodyPr/>
                    <a:lstStyle/>
                    <a:p>
                      <a:r>
                        <a:rPr lang="en-US" sz="1800" b="1" kern="1200" dirty="0">
                          <a:solidFill>
                            <a:schemeClr val="tx1"/>
                          </a:solidFill>
                          <a:effectLst/>
                          <a:latin typeface="+mn-lt"/>
                          <a:ea typeface="+mn-ea"/>
                          <a:cs typeface="+mn-cs"/>
                        </a:rPr>
                        <a:t>BUT </a:t>
                      </a:r>
                      <a:r>
                        <a:rPr lang="en-US" sz="1800" b="0" kern="1200" dirty="0">
                          <a:solidFill>
                            <a:schemeClr val="tx1"/>
                          </a:solidFill>
                          <a:effectLst/>
                          <a:latin typeface="+mn-lt"/>
                          <a:ea typeface="+mn-ea"/>
                          <a:cs typeface="+mn-cs"/>
                        </a:rPr>
                        <a:t>w</a:t>
                      </a:r>
                      <a:r>
                        <a:rPr lang="en-US" sz="1800" kern="1200" dirty="0">
                          <a:solidFill>
                            <a:schemeClr val="tx1"/>
                          </a:solidFill>
                          <a:effectLst/>
                          <a:latin typeface="+mn-lt"/>
                          <a:ea typeface="+mn-ea"/>
                          <a:cs typeface="+mn-cs"/>
                        </a:rPr>
                        <a:t>ithout a conceptual understanding of subtraction, they may struggle to know what to do when they are introduced to problem where borrowing does not work</a:t>
                      </a:r>
                    </a:p>
                    <a:p>
                      <a:endParaRPr lang="en-US" sz="1800" kern="1200" dirty="0">
                        <a:solidFill>
                          <a:schemeClr val="tx1"/>
                        </a:solidFill>
                        <a:effectLst/>
                        <a:latin typeface="+mn-lt"/>
                        <a:ea typeface="+mn-ea"/>
                        <a:cs typeface="+mn-cs"/>
                      </a:endParaRPr>
                    </a:p>
                    <a:p>
                      <a:pPr algn="ctr"/>
                      <a:r>
                        <a:rPr lang="en-US" sz="2400" kern="1200" dirty="0">
                          <a:solidFill>
                            <a:schemeClr val="tx1"/>
                          </a:solidFill>
                          <a:effectLst/>
                          <a:latin typeface="+mn-lt"/>
                          <a:ea typeface="+mn-ea"/>
                          <a:cs typeface="+mn-cs"/>
                        </a:rPr>
                        <a:t>0    13</a:t>
                      </a:r>
                    </a:p>
                    <a:p>
                      <a:pPr algn="ctr"/>
                      <a:r>
                        <a:rPr lang="en-US" sz="2400" strike="noStrike" kern="1200" dirty="0">
                          <a:solidFill>
                            <a:schemeClr val="tx1"/>
                          </a:solidFill>
                          <a:effectLst/>
                          <a:latin typeface="+mn-lt"/>
                          <a:ea typeface="+mn-ea"/>
                          <a:cs typeface="+mn-cs"/>
                        </a:rPr>
                        <a:t>1</a:t>
                      </a:r>
                      <a:r>
                        <a:rPr lang="en-US" sz="2400" kern="1200" dirty="0">
                          <a:solidFill>
                            <a:schemeClr val="tx1"/>
                          </a:solidFill>
                          <a:effectLst/>
                          <a:latin typeface="+mn-lt"/>
                          <a:ea typeface="+mn-ea"/>
                          <a:cs typeface="+mn-cs"/>
                        </a:rPr>
                        <a:t>3</a:t>
                      </a:r>
                    </a:p>
                    <a:p>
                      <a:pPr algn="ctr"/>
                      <a:r>
                        <a:rPr lang="en-US" sz="2400" kern="1200" dirty="0">
                          <a:solidFill>
                            <a:schemeClr val="tx1"/>
                          </a:solidFill>
                          <a:effectLst/>
                          <a:latin typeface="+mn-lt"/>
                          <a:ea typeface="+mn-ea"/>
                          <a:cs typeface="+mn-cs"/>
                        </a:rPr>
                        <a:t>- 8</a:t>
                      </a:r>
                    </a:p>
                    <a:p>
                      <a:pPr algn="ctr"/>
                      <a:r>
                        <a:rPr lang="en-US" sz="2400" kern="1200" dirty="0">
                          <a:solidFill>
                            <a:schemeClr val="tx1"/>
                          </a:solidFill>
                          <a:effectLst/>
                          <a:latin typeface="+mn-lt"/>
                          <a:ea typeface="+mn-ea"/>
                          <a:cs typeface="+mn-cs"/>
                        </a:rPr>
                        <a:t>?</a:t>
                      </a:r>
                    </a:p>
                    <a:p>
                      <a:endParaRPr lang="en-US" dirty="0"/>
                    </a:p>
                  </a:txBody>
                  <a:tcPr marL="137160" marR="137160" marT="137160" marB="137160"/>
                </a:tc>
                <a:extLst>
                  <a:ext uri="{0D108BD9-81ED-4DB2-BD59-A6C34878D82A}">
                    <a16:rowId xmlns:a16="http://schemas.microsoft.com/office/drawing/2014/main" val="4036992935"/>
                  </a:ext>
                </a:extLst>
              </a:tr>
            </a:tbl>
          </a:graphicData>
        </a:graphic>
      </p:graphicFrame>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cxnSp>
        <p:nvCxnSpPr>
          <p:cNvPr id="10" name="Straight Connector 9">
            <a:extLst>
              <a:ext uri="{FF2B5EF4-FFF2-40B4-BE49-F238E27FC236}">
                <a16:creationId xmlns:a16="http://schemas.microsoft.com/office/drawing/2014/main" id="{4A24834E-5E47-9DCC-F551-68A3A809D99D}"/>
              </a:ext>
              <a:ext uri="{C183D7F6-B498-43B3-948B-1728B52AA6E4}">
                <adec:decorative xmlns:adec="http://schemas.microsoft.com/office/drawing/2017/decorative" val="1"/>
              </a:ext>
            </a:extLst>
          </p:cNvPr>
          <p:cNvCxnSpPr/>
          <p:nvPr/>
        </p:nvCxnSpPr>
        <p:spPr>
          <a:xfrm>
            <a:off x="2819400" y="6229350"/>
            <a:ext cx="8763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9E66AB-BA61-D612-A932-83331178B15F}"/>
              </a:ext>
              <a:ext uri="{C183D7F6-B498-43B3-948B-1728B52AA6E4}">
                <adec:decorative xmlns:adec="http://schemas.microsoft.com/office/drawing/2017/decorative" val="1"/>
              </a:ext>
            </a:extLst>
          </p:cNvPr>
          <p:cNvCxnSpPr/>
          <p:nvPr/>
        </p:nvCxnSpPr>
        <p:spPr>
          <a:xfrm>
            <a:off x="7924800" y="6229350"/>
            <a:ext cx="8763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FEA1EB6-006C-0287-7265-C3FBB73D92EA}"/>
              </a:ext>
              <a:ext uri="{C183D7F6-B498-43B3-948B-1728B52AA6E4}">
                <adec:decorative xmlns:adec="http://schemas.microsoft.com/office/drawing/2017/decorative" val="1"/>
              </a:ext>
            </a:extLst>
          </p:cNvPr>
          <p:cNvCxnSpPr/>
          <p:nvPr/>
        </p:nvCxnSpPr>
        <p:spPr>
          <a:xfrm>
            <a:off x="3019425" y="5562600"/>
            <a:ext cx="209550" cy="3238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9857D6D-0ED2-D8A1-CB6A-CF2335CB3D91}"/>
              </a:ext>
              <a:ext uri="{C183D7F6-B498-43B3-948B-1728B52AA6E4}">
                <adec:decorative xmlns:adec="http://schemas.microsoft.com/office/drawing/2017/decorative" val="1"/>
              </a:ext>
            </a:extLst>
          </p:cNvPr>
          <p:cNvCxnSpPr/>
          <p:nvPr/>
        </p:nvCxnSpPr>
        <p:spPr>
          <a:xfrm>
            <a:off x="3202305" y="5562600"/>
            <a:ext cx="209550" cy="3238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FC068B8-AF3D-C6C5-D3FA-971A270F32F6}"/>
              </a:ext>
              <a:ext uri="{C183D7F6-B498-43B3-948B-1728B52AA6E4}">
                <adec:decorative xmlns:adec="http://schemas.microsoft.com/office/drawing/2017/decorative" val="1"/>
              </a:ext>
            </a:extLst>
          </p:cNvPr>
          <p:cNvCxnSpPr/>
          <p:nvPr/>
        </p:nvCxnSpPr>
        <p:spPr>
          <a:xfrm>
            <a:off x="8210550" y="5556250"/>
            <a:ext cx="209550" cy="3238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E0DB788-12D5-63FE-D007-4B8674E18284}"/>
              </a:ext>
              <a:ext uri="{C183D7F6-B498-43B3-948B-1728B52AA6E4}">
                <adec:decorative xmlns:adec="http://schemas.microsoft.com/office/drawing/2017/decorative" val="1"/>
              </a:ext>
            </a:extLst>
          </p:cNvPr>
          <p:cNvCxnSpPr/>
          <p:nvPr/>
        </p:nvCxnSpPr>
        <p:spPr>
          <a:xfrm>
            <a:off x="8362950" y="5511800"/>
            <a:ext cx="209550" cy="3238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9825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472440" y="117269"/>
            <a:ext cx="10515600" cy="1325563"/>
          </a:xfrm>
        </p:spPr>
        <p:txBody>
          <a:bodyPr>
            <a:normAutofit/>
          </a:bodyPr>
          <a:lstStyle/>
          <a:p>
            <a:r>
              <a:rPr lang="en-US" sz="4000" dirty="0"/>
              <a:t>Common Pitfalls in Math Instruction Notes p. 3</a:t>
            </a:r>
          </a:p>
        </p:txBody>
      </p:sp>
      <p:graphicFrame>
        <p:nvGraphicFramePr>
          <p:cNvPr id="3" name="Table 4">
            <a:extLst>
              <a:ext uri="{FF2B5EF4-FFF2-40B4-BE49-F238E27FC236}">
                <a16:creationId xmlns:a16="http://schemas.microsoft.com/office/drawing/2014/main" id="{F2860C0F-BA53-412B-8826-DAA9A1B29BA9}"/>
              </a:ext>
            </a:extLst>
          </p:cNvPr>
          <p:cNvGraphicFramePr>
            <a:graphicFrameLocks noGrp="1"/>
          </p:cNvGraphicFramePr>
          <p:nvPr>
            <p:extLst>
              <p:ext uri="{D42A27DB-BD31-4B8C-83A1-F6EECF244321}">
                <p14:modId xmlns:p14="http://schemas.microsoft.com/office/powerpoint/2010/main" val="2688739795"/>
              </p:ext>
            </p:extLst>
          </p:nvPr>
        </p:nvGraphicFramePr>
        <p:xfrm>
          <a:off x="838200" y="1471446"/>
          <a:ext cx="10515600" cy="1950720"/>
        </p:xfrm>
        <a:graphic>
          <a:graphicData uri="http://schemas.openxmlformats.org/drawingml/2006/table">
            <a:tbl>
              <a:tblPr firstRow="1" bandRow="1">
                <a:tableStyleId>{5C22544A-7EE6-4342-B048-85BDC9FD1C3A}</a:tableStyleId>
              </a:tblPr>
              <a:tblGrid>
                <a:gridCol w="1611910">
                  <a:extLst>
                    <a:ext uri="{9D8B030D-6E8A-4147-A177-3AD203B41FA5}">
                      <a16:colId xmlns:a16="http://schemas.microsoft.com/office/drawing/2014/main" val="1922918179"/>
                    </a:ext>
                  </a:extLst>
                </a:gridCol>
                <a:gridCol w="4451845">
                  <a:extLst>
                    <a:ext uri="{9D8B030D-6E8A-4147-A177-3AD203B41FA5}">
                      <a16:colId xmlns:a16="http://schemas.microsoft.com/office/drawing/2014/main" val="3619535809"/>
                    </a:ext>
                  </a:extLst>
                </a:gridCol>
                <a:gridCol w="4451845">
                  <a:extLst>
                    <a:ext uri="{9D8B030D-6E8A-4147-A177-3AD203B41FA5}">
                      <a16:colId xmlns:a16="http://schemas.microsoft.com/office/drawing/2014/main" val="3460598978"/>
                    </a:ext>
                  </a:extLst>
                </a:gridCol>
              </a:tblGrid>
              <a:tr h="567182">
                <a:tc>
                  <a:txBody>
                    <a:bodyPr/>
                    <a:lstStyle/>
                    <a:p>
                      <a:pPr algn="ctr"/>
                      <a:r>
                        <a:rPr lang="en-US" sz="2000" dirty="0"/>
                        <a:t>Pitfall</a:t>
                      </a:r>
                    </a:p>
                  </a:txBody>
                  <a:tcPr marL="137160" marR="137160" marT="137160" marB="137160" anchor="ctr"/>
                </a:tc>
                <a:tc>
                  <a:txBody>
                    <a:bodyPr/>
                    <a:lstStyle/>
                    <a:p>
                      <a:pPr algn="ctr"/>
                      <a:r>
                        <a:rPr lang="en-US" sz="2000" dirty="0"/>
                        <a:t>Description</a:t>
                      </a:r>
                    </a:p>
                  </a:txBody>
                  <a:tcPr marL="137160" marR="137160" marT="137160" marB="137160" anchor="ctr"/>
                </a:tc>
                <a:tc>
                  <a:txBody>
                    <a:bodyPr/>
                    <a:lstStyle/>
                    <a:p>
                      <a:pPr algn="ctr"/>
                      <a:r>
                        <a:rPr lang="en-US" sz="2000" dirty="0"/>
                        <a:t>Challenge it Presents</a:t>
                      </a:r>
                    </a:p>
                  </a:txBody>
                  <a:tcPr marL="137160" marR="137160" marT="137160" marB="137160" anchor="ctr"/>
                </a:tc>
                <a:extLst>
                  <a:ext uri="{0D108BD9-81ED-4DB2-BD59-A6C34878D82A}">
                    <a16:rowId xmlns:a16="http://schemas.microsoft.com/office/drawing/2014/main" val="886189608"/>
                  </a:ext>
                </a:extLst>
              </a:tr>
              <a:tr h="1085439">
                <a:tc>
                  <a:txBody>
                    <a:bodyPr/>
                    <a:lstStyle/>
                    <a:p>
                      <a:pPr marL="0" marR="0">
                        <a:spcBef>
                          <a:spcPts val="600"/>
                        </a:spcBef>
                        <a:spcAft>
                          <a:spcPts val="600"/>
                        </a:spcAft>
                      </a:pPr>
                      <a:r>
                        <a:rPr lang="en-US" dirty="0"/>
                        <a:t>Prioritizing Fluency Practice</a:t>
                      </a:r>
                    </a:p>
                  </a:txBody>
                  <a:tcPr marL="137160" marR="137160" marT="137160" marB="137160"/>
                </a:tc>
                <a:tc>
                  <a:txBody>
                    <a:bodyPr/>
                    <a:lstStyle/>
                    <a:p>
                      <a:pPr marL="0" marR="0">
                        <a:spcBef>
                          <a:spcPts val="600"/>
                        </a:spcBef>
                        <a:spcAft>
                          <a:spcPts val="600"/>
                        </a:spcAft>
                      </a:pPr>
                      <a:r>
                        <a:rPr lang="en-US" dirty="0"/>
                        <a:t>Focusing on student understanding of addition, subtraction, multiplication, and division at the expense of grade level content. </a:t>
                      </a:r>
                    </a:p>
                  </a:txBody>
                  <a:tcPr marL="137160" marR="137160" marT="137160" marB="137160"/>
                </a:tc>
                <a:tc>
                  <a:txBody>
                    <a:bodyPr/>
                    <a:lstStyle/>
                    <a:p>
                      <a:pPr marL="0" marR="0">
                        <a:spcBef>
                          <a:spcPts val="600"/>
                        </a:spcBef>
                        <a:spcAft>
                          <a:spcPts val="600"/>
                        </a:spcAft>
                      </a:pPr>
                      <a:r>
                        <a:rPr lang="en-US" dirty="0"/>
                        <a:t>Pulls students away from deeper conceptual knowledge and grade-level content.</a:t>
                      </a:r>
                    </a:p>
                  </a:txBody>
                  <a:tcPr marL="137160" marR="137160" marT="137160" marB="137160"/>
                </a:tc>
                <a:extLst>
                  <a:ext uri="{0D108BD9-81ED-4DB2-BD59-A6C34878D82A}">
                    <a16:rowId xmlns:a16="http://schemas.microsoft.com/office/drawing/2014/main" val="2589762599"/>
                  </a:ext>
                </a:extLst>
              </a:tr>
            </a:tbl>
          </a:graphicData>
        </a:graphic>
      </p:graphicFrame>
      <p:grpSp>
        <p:nvGrpSpPr>
          <p:cNvPr id="5" name="Group 4" descr="A decorative picture of math facts worksheets spread out in a fan shape (4 sheets)">
            <a:extLst>
              <a:ext uri="{FF2B5EF4-FFF2-40B4-BE49-F238E27FC236}">
                <a16:creationId xmlns:a16="http://schemas.microsoft.com/office/drawing/2014/main" id="{4AD03778-C433-A773-2C03-044587DE38AB}"/>
              </a:ext>
            </a:extLst>
          </p:cNvPr>
          <p:cNvGrpSpPr/>
          <p:nvPr/>
        </p:nvGrpSpPr>
        <p:grpSpPr>
          <a:xfrm rot="20792731">
            <a:off x="4198334" y="3788957"/>
            <a:ext cx="3229737" cy="2900253"/>
            <a:chOff x="3358516" y="3334330"/>
            <a:chExt cx="4214151" cy="4190795"/>
          </a:xfrm>
        </p:grpSpPr>
        <p:pic>
          <p:nvPicPr>
            <p:cNvPr id="3074" name="Picture 2" descr="Math Facts Practice - FREEBIE - Addition Sums 0 to 20 | Made By Teachers">
              <a:extLst>
                <a:ext uri="{FF2B5EF4-FFF2-40B4-BE49-F238E27FC236}">
                  <a16:creationId xmlns:a16="http://schemas.microsoft.com/office/drawing/2014/main" id="{E9D52312-A2B4-D10B-39FE-EFDC063474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9576821">
              <a:off x="3358516" y="3504962"/>
              <a:ext cx="2342789" cy="304823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Math Facts Practice - FREEBIE - Addition Sums 0 to 20 | Made By Teachers">
              <a:extLst>
                <a:ext uri="{FF2B5EF4-FFF2-40B4-BE49-F238E27FC236}">
                  <a16:creationId xmlns:a16="http://schemas.microsoft.com/office/drawing/2014/main" id="{01387AFE-FD07-8DF9-9021-D4BEA248B6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0681940">
              <a:off x="3890962" y="3334330"/>
              <a:ext cx="2562225" cy="333375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Math Facts Practice - FREEBIE - Addition Sums 0 to 20 | Made By Teachers">
              <a:extLst>
                <a:ext uri="{FF2B5EF4-FFF2-40B4-BE49-F238E27FC236}">
                  <a16:creationId xmlns:a16="http://schemas.microsoft.com/office/drawing/2014/main" id="{88587BDE-AB4D-25FA-A82E-FCFF8EF394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9127" y="3596879"/>
              <a:ext cx="2562225" cy="333375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Math Facts Practice - FREEBIE - Addition Sums 0 to 20 | Made By Teachers">
              <a:extLst>
                <a:ext uri="{FF2B5EF4-FFF2-40B4-BE49-F238E27FC236}">
                  <a16:creationId xmlns:a16="http://schemas.microsoft.com/office/drawing/2014/main" id="{794E0DA9-DA3A-5C0F-44B2-87415FBAA8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19838">
              <a:off x="5010442" y="4191375"/>
              <a:ext cx="2562225" cy="333375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3144339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472440" y="117269"/>
            <a:ext cx="10515600" cy="1325563"/>
          </a:xfrm>
        </p:spPr>
        <p:txBody>
          <a:bodyPr>
            <a:normAutofit/>
          </a:bodyPr>
          <a:lstStyle/>
          <a:p>
            <a:r>
              <a:rPr lang="en-US" sz="4000" dirty="0"/>
              <a:t>Common Pitfalls in Math Instruction Notes p. 4</a:t>
            </a:r>
          </a:p>
        </p:txBody>
      </p:sp>
      <p:graphicFrame>
        <p:nvGraphicFramePr>
          <p:cNvPr id="3" name="Table 4">
            <a:extLst>
              <a:ext uri="{FF2B5EF4-FFF2-40B4-BE49-F238E27FC236}">
                <a16:creationId xmlns:a16="http://schemas.microsoft.com/office/drawing/2014/main" id="{F2860C0F-BA53-412B-8826-DAA9A1B29BA9}"/>
              </a:ext>
            </a:extLst>
          </p:cNvPr>
          <p:cNvGraphicFramePr>
            <a:graphicFrameLocks noGrp="1"/>
          </p:cNvGraphicFramePr>
          <p:nvPr>
            <p:extLst>
              <p:ext uri="{D42A27DB-BD31-4B8C-83A1-F6EECF244321}">
                <p14:modId xmlns:p14="http://schemas.microsoft.com/office/powerpoint/2010/main" val="3876614889"/>
              </p:ext>
            </p:extLst>
          </p:nvPr>
        </p:nvGraphicFramePr>
        <p:xfrm>
          <a:off x="838200" y="1418814"/>
          <a:ext cx="10515600" cy="1664462"/>
        </p:xfrm>
        <a:graphic>
          <a:graphicData uri="http://schemas.openxmlformats.org/drawingml/2006/table">
            <a:tbl>
              <a:tblPr firstRow="1" bandRow="1">
                <a:tableStyleId>{5C22544A-7EE6-4342-B048-85BDC9FD1C3A}</a:tableStyleId>
              </a:tblPr>
              <a:tblGrid>
                <a:gridCol w="1611910">
                  <a:extLst>
                    <a:ext uri="{9D8B030D-6E8A-4147-A177-3AD203B41FA5}">
                      <a16:colId xmlns:a16="http://schemas.microsoft.com/office/drawing/2014/main" val="1922918179"/>
                    </a:ext>
                  </a:extLst>
                </a:gridCol>
                <a:gridCol w="4451845">
                  <a:extLst>
                    <a:ext uri="{9D8B030D-6E8A-4147-A177-3AD203B41FA5}">
                      <a16:colId xmlns:a16="http://schemas.microsoft.com/office/drawing/2014/main" val="3619535809"/>
                    </a:ext>
                  </a:extLst>
                </a:gridCol>
                <a:gridCol w="4451845">
                  <a:extLst>
                    <a:ext uri="{9D8B030D-6E8A-4147-A177-3AD203B41FA5}">
                      <a16:colId xmlns:a16="http://schemas.microsoft.com/office/drawing/2014/main" val="3460598978"/>
                    </a:ext>
                  </a:extLst>
                </a:gridCol>
              </a:tblGrid>
              <a:tr h="567182">
                <a:tc>
                  <a:txBody>
                    <a:bodyPr/>
                    <a:lstStyle/>
                    <a:p>
                      <a:pPr algn="ctr"/>
                      <a:r>
                        <a:rPr lang="en-US" sz="2000" dirty="0"/>
                        <a:t>Pitfall</a:t>
                      </a:r>
                    </a:p>
                  </a:txBody>
                  <a:tcPr anchor="ctr"/>
                </a:tc>
                <a:tc>
                  <a:txBody>
                    <a:bodyPr/>
                    <a:lstStyle/>
                    <a:p>
                      <a:pPr algn="ctr"/>
                      <a:r>
                        <a:rPr lang="en-US" sz="2000" dirty="0"/>
                        <a:t>Description</a:t>
                      </a:r>
                    </a:p>
                  </a:txBody>
                  <a:tcPr anchor="ctr"/>
                </a:tc>
                <a:tc>
                  <a:txBody>
                    <a:bodyPr/>
                    <a:lstStyle/>
                    <a:p>
                      <a:pPr algn="ctr"/>
                      <a:r>
                        <a:rPr lang="en-US" sz="2000" dirty="0"/>
                        <a:t>Challenge it Presents</a:t>
                      </a:r>
                    </a:p>
                  </a:txBody>
                  <a:tcPr anchor="ctr"/>
                </a:tc>
                <a:extLst>
                  <a:ext uri="{0D108BD9-81ED-4DB2-BD59-A6C34878D82A}">
                    <a16:rowId xmlns:a16="http://schemas.microsoft.com/office/drawing/2014/main" val="886189608"/>
                  </a:ext>
                </a:extLst>
              </a:tr>
              <a:tr h="1085439">
                <a:tc>
                  <a:txBody>
                    <a:bodyPr/>
                    <a:lstStyle/>
                    <a:p>
                      <a:pPr marL="0" marR="0">
                        <a:spcBef>
                          <a:spcPts val="600"/>
                        </a:spcBef>
                        <a:spcAft>
                          <a:spcPts val="600"/>
                        </a:spcAft>
                      </a:pPr>
                      <a:r>
                        <a:rPr lang="en-US" dirty="0"/>
                        <a:t>Repeating the First Teach</a:t>
                      </a:r>
                    </a:p>
                  </a:txBody>
                  <a:tcPr marL="137160" marR="137160" marT="137160" marB="137160" anchor="ctr"/>
                </a:tc>
                <a:tc>
                  <a:txBody>
                    <a:bodyPr/>
                    <a:lstStyle/>
                    <a:p>
                      <a:pPr marL="0" marR="0">
                        <a:spcBef>
                          <a:spcPts val="600"/>
                        </a:spcBef>
                        <a:spcAft>
                          <a:spcPts val="600"/>
                        </a:spcAft>
                      </a:pPr>
                      <a:r>
                        <a:rPr lang="en-US" dirty="0"/>
                        <a:t>Reteaching content the same way again to provide more “at-bats.”</a:t>
                      </a:r>
                    </a:p>
                  </a:txBody>
                  <a:tcPr marL="137160" marR="137160" marT="137160" marB="137160" anchor="ctr"/>
                </a:tc>
                <a:tc>
                  <a:txBody>
                    <a:bodyPr/>
                    <a:lstStyle/>
                    <a:p>
                      <a:pPr marL="0" marR="0">
                        <a:spcBef>
                          <a:spcPts val="600"/>
                        </a:spcBef>
                        <a:spcAft>
                          <a:spcPts val="600"/>
                        </a:spcAft>
                      </a:pPr>
                      <a:r>
                        <a:rPr lang="en-US" dirty="0"/>
                        <a:t>Does not directly address student misconceptions and does not allow for multiple methods of engagement. </a:t>
                      </a:r>
                    </a:p>
                  </a:txBody>
                  <a:tcPr marL="137160" marR="137160" marT="137160" marB="137160" anchor="ctr"/>
                </a:tc>
                <a:extLst>
                  <a:ext uri="{0D108BD9-81ED-4DB2-BD59-A6C34878D82A}">
                    <a16:rowId xmlns:a16="http://schemas.microsoft.com/office/drawing/2014/main" val="2589762599"/>
                  </a:ext>
                </a:extLst>
              </a:tr>
            </a:tbl>
          </a:graphicData>
        </a:graphic>
      </p:graphicFrame>
      <p:pic>
        <p:nvPicPr>
          <p:cNvPr id="6" name="Graphic 5" descr="Repeat with solid fill">
            <a:extLst>
              <a:ext uri="{FF2B5EF4-FFF2-40B4-BE49-F238E27FC236}">
                <a16:creationId xmlns:a16="http://schemas.microsoft.com/office/drawing/2014/main" id="{A436F149-B254-A109-3B00-8983C5D5BA5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57725" y="3581400"/>
            <a:ext cx="2343150" cy="2343150"/>
          </a:xfrm>
          <a:prstGeom prst="rect">
            <a:avLst/>
          </a:prstGeom>
        </p:spPr>
      </p:pic>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2314695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noAutofit/>
          </a:bodyPr>
          <a:lstStyle/>
          <a:p>
            <a:r>
              <a:rPr lang="en-US" sz="3600" dirty="0"/>
              <a:t>Practice: Identifying Strategies to Overcome Instructional Pitfalls: Ms. A Scenario</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
        <p:nvSpPr>
          <p:cNvPr id="6" name="TextBox 5">
            <a:extLst>
              <a:ext uri="{FF2B5EF4-FFF2-40B4-BE49-F238E27FC236}">
                <a16:creationId xmlns:a16="http://schemas.microsoft.com/office/drawing/2014/main" id="{C15470E5-2FA3-E09F-59A5-4402F0E7B4E3}"/>
              </a:ext>
            </a:extLst>
          </p:cNvPr>
          <p:cNvSpPr txBox="1"/>
          <p:nvPr/>
        </p:nvSpPr>
        <p:spPr>
          <a:xfrm>
            <a:off x="945113" y="2015287"/>
            <a:ext cx="10301774" cy="3046988"/>
          </a:xfrm>
          <a:prstGeom prst="rect">
            <a:avLst/>
          </a:prstGeom>
          <a:noFill/>
        </p:spPr>
        <p:txBody>
          <a:bodyPr wrap="square">
            <a:spAutoFit/>
          </a:bodyPr>
          <a:lstStyle/>
          <a:p>
            <a:pPr marR="0" lvl="0">
              <a:spcBef>
                <a:spcPts val="600"/>
              </a:spcBef>
              <a:spcAft>
                <a:spcPts val="600"/>
              </a:spcAft>
            </a:pPr>
            <a:r>
              <a:rPr lang="en-US" sz="3200" dirty="0">
                <a:effectLst/>
                <a:latin typeface="Calibri" panose="020F0502020204030204" pitchFamily="34" charset="0"/>
                <a:ea typeface="Calibri" panose="020F0502020204030204" pitchFamily="34" charset="0"/>
                <a:cs typeface="Arial" panose="020B0604020202020204" pitchFamily="34" charset="0"/>
              </a:rPr>
              <a:t>Ms. A’s students are struggling to quickly and accurately complete multi-step equations because they don’t have their multiplication and division facts memorized. She decides to dedicate in-class time for students to just practice memorizing multiplication and division every day for the next two weeks.</a:t>
            </a:r>
            <a:endParaRPr lang="en-US" sz="4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267428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noAutofit/>
          </a:bodyPr>
          <a:lstStyle/>
          <a:p>
            <a:r>
              <a:rPr lang="en-US" sz="3600" dirty="0"/>
              <a:t>Practice: Identifying Strategies to Overcome Instructional Pitfalls: Ms. L Scenario</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
        <p:nvSpPr>
          <p:cNvPr id="6" name="TextBox 5">
            <a:extLst>
              <a:ext uri="{FF2B5EF4-FFF2-40B4-BE49-F238E27FC236}">
                <a16:creationId xmlns:a16="http://schemas.microsoft.com/office/drawing/2014/main" id="{C15470E5-2FA3-E09F-59A5-4402F0E7B4E3}"/>
              </a:ext>
            </a:extLst>
          </p:cNvPr>
          <p:cNvSpPr txBox="1"/>
          <p:nvPr/>
        </p:nvSpPr>
        <p:spPr>
          <a:xfrm>
            <a:off x="945113" y="2015287"/>
            <a:ext cx="10301774" cy="2062103"/>
          </a:xfrm>
          <a:prstGeom prst="rect">
            <a:avLst/>
          </a:prstGeom>
          <a:noFill/>
        </p:spPr>
        <p:txBody>
          <a:bodyPr wrap="square">
            <a:spAutoFit/>
          </a:bodyPr>
          <a:lstStyle/>
          <a:p>
            <a:pPr marR="0" lvl="0">
              <a:spcBef>
                <a:spcPts val="600"/>
              </a:spcBef>
              <a:spcAft>
                <a:spcPts val="600"/>
              </a:spcAft>
            </a:pPr>
            <a:r>
              <a:rPr lang="en-US" sz="3200" dirty="0">
                <a:effectLst/>
                <a:latin typeface="Calibri" panose="020F0502020204030204" pitchFamily="34" charset="0"/>
                <a:ea typeface="Calibri" panose="020F0502020204030204" pitchFamily="34" charset="0"/>
                <a:cs typeface="Arial" panose="020B0604020202020204" pitchFamily="34" charset="0"/>
              </a:rPr>
              <a:t>Ms. L decided to focus on teaching her students step-by-step instructions for subtracting two- and three-digit numbers because that is how she learned, and it is faster than the way her curriculum explains the concept. </a:t>
            </a:r>
            <a:endParaRPr lang="en-US" sz="4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485258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noAutofit/>
          </a:bodyPr>
          <a:lstStyle/>
          <a:p>
            <a:r>
              <a:rPr lang="en-US" sz="3600" dirty="0"/>
              <a:t>Practice: Identifying Strategies to Overcome Instructional Pitfalls: Ms. Q Scenario</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10</a:t>
            </a:fld>
            <a:endParaRPr lang="en-US" dirty="0"/>
          </a:p>
        </p:txBody>
      </p:sp>
      <p:sp>
        <p:nvSpPr>
          <p:cNvPr id="6" name="TextBox 5">
            <a:extLst>
              <a:ext uri="{FF2B5EF4-FFF2-40B4-BE49-F238E27FC236}">
                <a16:creationId xmlns:a16="http://schemas.microsoft.com/office/drawing/2014/main" id="{C15470E5-2FA3-E09F-59A5-4402F0E7B4E3}"/>
              </a:ext>
            </a:extLst>
          </p:cNvPr>
          <p:cNvSpPr txBox="1"/>
          <p:nvPr/>
        </p:nvSpPr>
        <p:spPr>
          <a:xfrm>
            <a:off x="945113" y="2015287"/>
            <a:ext cx="10301774" cy="2062103"/>
          </a:xfrm>
          <a:prstGeom prst="rect">
            <a:avLst/>
          </a:prstGeom>
          <a:noFill/>
        </p:spPr>
        <p:txBody>
          <a:bodyPr wrap="square">
            <a:spAutoFit/>
          </a:bodyPr>
          <a:lstStyle/>
          <a:p>
            <a:pPr marR="0" lvl="0">
              <a:spcBef>
                <a:spcPts val="600"/>
              </a:spcBef>
              <a:spcAft>
                <a:spcPts val="600"/>
              </a:spcAft>
            </a:pPr>
            <a:r>
              <a:rPr lang="en-US" sz="3200" dirty="0">
                <a:effectLst/>
                <a:latin typeface="Calibri" panose="020F0502020204030204" pitchFamily="34" charset="0"/>
                <a:ea typeface="Calibri" panose="020F0502020204030204" pitchFamily="34" charset="0"/>
                <a:cs typeface="Arial" panose="020B0604020202020204" pitchFamily="34" charset="0"/>
              </a:rPr>
              <a:t>When Ms. Q’s students did not master her lesson on multiplying fractions, she decided to use the same lesson the next day (with switching out the numbers in the practice problems) and teach it again. </a:t>
            </a:r>
            <a:endParaRPr lang="en-US" sz="4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035521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noAutofit/>
          </a:bodyPr>
          <a:lstStyle/>
          <a:p>
            <a:r>
              <a:rPr lang="en-US" sz="3600" dirty="0"/>
              <a:t>Practice: Identifying Strategies to Overcome Instructional Pitfalls: Mr. E. Scenario</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11</a:t>
            </a:fld>
            <a:endParaRPr lang="en-US" dirty="0"/>
          </a:p>
        </p:txBody>
      </p:sp>
      <p:sp>
        <p:nvSpPr>
          <p:cNvPr id="6" name="TextBox 5">
            <a:extLst>
              <a:ext uri="{FF2B5EF4-FFF2-40B4-BE49-F238E27FC236}">
                <a16:creationId xmlns:a16="http://schemas.microsoft.com/office/drawing/2014/main" id="{C15470E5-2FA3-E09F-59A5-4402F0E7B4E3}"/>
              </a:ext>
            </a:extLst>
          </p:cNvPr>
          <p:cNvSpPr txBox="1"/>
          <p:nvPr/>
        </p:nvSpPr>
        <p:spPr>
          <a:xfrm>
            <a:off x="945113" y="2015287"/>
            <a:ext cx="10301774" cy="2062103"/>
          </a:xfrm>
          <a:prstGeom prst="rect">
            <a:avLst/>
          </a:prstGeom>
          <a:noFill/>
        </p:spPr>
        <p:txBody>
          <a:bodyPr wrap="square">
            <a:spAutoFit/>
          </a:bodyPr>
          <a:lstStyle/>
          <a:p>
            <a:pPr marR="0" lvl="0">
              <a:spcBef>
                <a:spcPts val="600"/>
              </a:spcBef>
              <a:spcAft>
                <a:spcPts val="600"/>
              </a:spcAft>
            </a:pPr>
            <a:r>
              <a:rPr lang="en-US" sz="3200" dirty="0">
                <a:effectLst/>
                <a:latin typeface="Calibri" panose="020F0502020204030204" pitchFamily="34" charset="0"/>
                <a:ea typeface="Calibri" panose="020F0502020204030204" pitchFamily="34" charset="0"/>
                <a:cs typeface="Arial" panose="020B0604020202020204" pitchFamily="34" charset="0"/>
              </a:rPr>
              <a:t>Based on pre-test data, Mr. E noticed that his class has not mastered the third grade TEKS necessary to succeed in his next unit, so he decides to cover those standards before he moves to grade level content.</a:t>
            </a:r>
            <a:endParaRPr lang="en-US" sz="4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187053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normAutofit fontScale="90000"/>
          </a:bodyPr>
          <a:lstStyle/>
          <a:p>
            <a:r>
              <a:rPr lang="en-US" sz="4400" dirty="0"/>
              <a:t>Practice: Identifying Strategies to Overcome Instructional Pitfalls</a:t>
            </a: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12</a:t>
            </a:fld>
            <a:endParaRPr lang="en-US" dirty="0"/>
          </a:p>
        </p:txBody>
      </p:sp>
      <p:sp>
        <p:nvSpPr>
          <p:cNvPr id="6" name="TextBox 5">
            <a:extLst>
              <a:ext uri="{FF2B5EF4-FFF2-40B4-BE49-F238E27FC236}">
                <a16:creationId xmlns:a16="http://schemas.microsoft.com/office/drawing/2014/main" id="{C15470E5-2FA3-E09F-59A5-4402F0E7B4E3}"/>
              </a:ext>
            </a:extLst>
          </p:cNvPr>
          <p:cNvSpPr txBox="1"/>
          <p:nvPr/>
        </p:nvSpPr>
        <p:spPr>
          <a:xfrm>
            <a:off x="876300" y="1786687"/>
            <a:ext cx="10301774" cy="2554545"/>
          </a:xfrm>
          <a:prstGeom prst="rect">
            <a:avLst/>
          </a:prstGeom>
          <a:noFill/>
        </p:spPr>
        <p:txBody>
          <a:bodyPr wrap="square">
            <a:spAutoFit/>
          </a:bodyPr>
          <a:lstStyle/>
          <a:p>
            <a:pPr marL="971550" lvl="1" indent="-514350">
              <a:spcBef>
                <a:spcPts val="600"/>
              </a:spcBef>
              <a:spcAft>
                <a:spcPts val="600"/>
              </a:spcAft>
              <a:buFont typeface="+mj-lt"/>
              <a:buAutoNum type="arabicPeriod"/>
            </a:pPr>
            <a:r>
              <a:rPr lang="en-US" sz="2800" dirty="0">
                <a:effectLst/>
                <a:latin typeface="Calibri" panose="020F0502020204030204" pitchFamily="34" charset="0"/>
                <a:ea typeface="Calibri" panose="020F0502020204030204" pitchFamily="34" charset="0"/>
                <a:cs typeface="Arial" panose="020B0604020202020204" pitchFamily="34" charset="0"/>
              </a:rPr>
              <a:t>Consider the intervention you are planning within your internship class. What pitfall are you most concerned about falling into with your planning? Why?</a:t>
            </a:r>
          </a:p>
          <a:p>
            <a:pPr marL="971550" lvl="1" indent="-514350">
              <a:spcBef>
                <a:spcPts val="600"/>
              </a:spcBef>
              <a:spcAft>
                <a:spcPts val="600"/>
              </a:spcAft>
              <a:buFont typeface="+mj-lt"/>
              <a:buAutoNum type="arabicPeriod"/>
            </a:pPr>
            <a:endParaRPr lang="en-US" sz="2800" dirty="0">
              <a:latin typeface="Calibri" panose="020F0502020204030204" pitchFamily="34" charset="0"/>
              <a:ea typeface="Calibri" panose="020F0502020204030204" pitchFamily="34" charset="0"/>
              <a:cs typeface="Arial" panose="020B0604020202020204" pitchFamily="34" charset="0"/>
            </a:endParaRPr>
          </a:p>
          <a:p>
            <a:pPr marL="971550" lvl="1" indent="-514350">
              <a:spcBef>
                <a:spcPts val="600"/>
              </a:spcBef>
              <a:spcAft>
                <a:spcPts val="600"/>
              </a:spcAft>
              <a:buFont typeface="+mj-lt"/>
              <a:buAutoNum type="arabicPeriod"/>
            </a:pPr>
            <a:r>
              <a:rPr lang="en-US" sz="2800" dirty="0">
                <a:effectLst/>
                <a:latin typeface="Calibri" panose="020F0502020204030204" pitchFamily="34" charset="0"/>
                <a:ea typeface="Calibri" panose="020F0502020204030204" pitchFamily="34" charset="0"/>
                <a:cs typeface="Arial" panose="020B0604020202020204" pitchFamily="34" charset="0"/>
              </a:rPr>
              <a:t>How might you address this pitfall?</a:t>
            </a:r>
          </a:p>
        </p:txBody>
      </p:sp>
    </p:spTree>
    <p:extLst>
      <p:ext uri="{BB962C8B-B14F-4D97-AF65-F5344CB8AC3E}">
        <p14:creationId xmlns:p14="http://schemas.microsoft.com/office/powerpoint/2010/main" val="54087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838199" y="158752"/>
            <a:ext cx="10515600" cy="1325563"/>
          </a:xfrm>
        </p:spPr>
        <p:txBody>
          <a:bodyPr/>
          <a:lstStyle/>
          <a:p>
            <a:r>
              <a:rPr lang="en-US" dirty="0"/>
              <a:t>Exit Ticket</a:t>
            </a:r>
          </a:p>
        </p:txBody>
      </p:sp>
      <p:graphicFrame>
        <p:nvGraphicFramePr>
          <p:cNvPr id="5" name="Table 4">
            <a:extLst>
              <a:ext uri="{FF2B5EF4-FFF2-40B4-BE49-F238E27FC236}">
                <a16:creationId xmlns:a16="http://schemas.microsoft.com/office/drawing/2014/main" id="{7C29EB69-21D8-1C15-0435-CBCA5FE35ECC}"/>
              </a:ext>
            </a:extLst>
          </p:cNvPr>
          <p:cNvGraphicFramePr>
            <a:graphicFrameLocks noGrp="1"/>
          </p:cNvGraphicFramePr>
          <p:nvPr>
            <p:extLst>
              <p:ext uri="{D42A27DB-BD31-4B8C-83A1-F6EECF244321}">
                <p14:modId xmlns:p14="http://schemas.microsoft.com/office/powerpoint/2010/main" val="4107449327"/>
              </p:ext>
            </p:extLst>
          </p:nvPr>
        </p:nvGraphicFramePr>
        <p:xfrm>
          <a:off x="927617" y="1455643"/>
          <a:ext cx="10336765" cy="3946713"/>
        </p:xfrm>
        <a:graphic>
          <a:graphicData uri="http://schemas.openxmlformats.org/drawingml/2006/table">
            <a:tbl>
              <a:tblPr firstRow="1" bandRow="1">
                <a:tableStyleId>{2D5ABB26-0587-4C30-8999-92F81FD0307C}</a:tableStyleId>
              </a:tblPr>
              <a:tblGrid>
                <a:gridCol w="989648">
                  <a:extLst>
                    <a:ext uri="{9D8B030D-6E8A-4147-A177-3AD203B41FA5}">
                      <a16:colId xmlns:a16="http://schemas.microsoft.com/office/drawing/2014/main" val="3697928304"/>
                    </a:ext>
                  </a:extLst>
                </a:gridCol>
                <a:gridCol w="3597241">
                  <a:extLst>
                    <a:ext uri="{9D8B030D-6E8A-4147-A177-3AD203B41FA5}">
                      <a16:colId xmlns:a16="http://schemas.microsoft.com/office/drawing/2014/main" val="1107474863"/>
                    </a:ext>
                  </a:extLst>
                </a:gridCol>
                <a:gridCol w="5749876">
                  <a:extLst>
                    <a:ext uri="{9D8B030D-6E8A-4147-A177-3AD203B41FA5}">
                      <a16:colId xmlns:a16="http://schemas.microsoft.com/office/drawing/2014/main" val="978662392"/>
                    </a:ext>
                  </a:extLst>
                </a:gridCol>
              </a:tblGrid>
              <a:tr h="1050794">
                <a:tc>
                  <a:txBody>
                    <a:bodyPr/>
                    <a:lstStyle/>
                    <a:p>
                      <a:pPr marL="342900" marR="0" lvl="0" indent="-342900">
                        <a:lnSpc>
                          <a:spcPct val="107000"/>
                        </a:lnSpc>
                        <a:spcBef>
                          <a:spcPts val="0"/>
                        </a:spcBef>
                        <a:spcAft>
                          <a:spcPts val="0"/>
                        </a:spcAft>
                        <a:buFont typeface="+mj-lt"/>
                        <a:buAutoNum type="arabicPeriod"/>
                      </a:pPr>
                      <a:r>
                        <a:rPr lang="en-US" sz="1800" dirty="0">
                          <a:effectLst/>
                        </a:rPr>
                        <a:t>____</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dirty="0">
                          <a:effectLst/>
                        </a:rPr>
                        <a:t>Too Much Remediation</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342900" marR="0" lvl="0" indent="-342900">
                        <a:lnSpc>
                          <a:spcPct val="107000"/>
                        </a:lnSpc>
                        <a:spcBef>
                          <a:spcPts val="0"/>
                        </a:spcBef>
                        <a:spcAft>
                          <a:spcPts val="0"/>
                        </a:spcAft>
                        <a:buFont typeface="+mj-lt"/>
                        <a:buAutoNum type="alphaLcPeriod"/>
                      </a:pPr>
                      <a:r>
                        <a:rPr lang="en-US" sz="1800" dirty="0">
                          <a:effectLst/>
                        </a:rPr>
                        <a:t>“Students did not quite master the previous lesson. If I reteach that lesson and provide more at-bats, students will achieve mastery and then we can move on."</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645290214"/>
                  </a:ext>
                </a:extLst>
              </a:tr>
              <a:tr h="785150">
                <a:tc>
                  <a:txBody>
                    <a:bodyPr/>
                    <a:lstStyle/>
                    <a:p>
                      <a:pPr marL="342900" marR="0" lvl="0" indent="-342900">
                        <a:lnSpc>
                          <a:spcPct val="107000"/>
                        </a:lnSpc>
                        <a:spcBef>
                          <a:spcPts val="0"/>
                        </a:spcBef>
                        <a:spcAft>
                          <a:spcPts val="0"/>
                        </a:spcAft>
                        <a:buFont typeface="+mj-lt"/>
                        <a:buAutoNum type="arabicPeriod" startAt="2"/>
                      </a:pPr>
                      <a:r>
                        <a:rPr lang="en-US" sz="1800" dirty="0">
                          <a:effectLst/>
                        </a:rPr>
                        <a:t>____</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dirty="0">
                          <a:effectLst/>
                        </a:rPr>
                        <a:t>Procedural Instruction</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342900" marR="0" lvl="0" indent="-342900">
                        <a:lnSpc>
                          <a:spcPct val="107000"/>
                        </a:lnSpc>
                        <a:spcBef>
                          <a:spcPts val="0"/>
                        </a:spcBef>
                        <a:spcAft>
                          <a:spcPts val="0"/>
                        </a:spcAft>
                        <a:buFont typeface="+mj-lt"/>
                        <a:buAutoNum type="alphaLcPeriod"/>
                      </a:pPr>
                      <a:r>
                        <a:rPr lang="en-US" sz="1800" dirty="0">
                          <a:effectLst/>
                        </a:rPr>
                        <a:t>“I can’t teach this third-grade lesson until I know my students have mastered all of the second-grade content.”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470476508"/>
                  </a:ext>
                </a:extLst>
              </a:tr>
              <a:tr h="1050794">
                <a:tc>
                  <a:txBody>
                    <a:bodyPr/>
                    <a:lstStyle/>
                    <a:p>
                      <a:pPr marL="342900" marR="0" lvl="0" indent="-342900">
                        <a:lnSpc>
                          <a:spcPct val="107000"/>
                        </a:lnSpc>
                        <a:spcBef>
                          <a:spcPts val="0"/>
                        </a:spcBef>
                        <a:spcAft>
                          <a:spcPts val="0"/>
                        </a:spcAft>
                        <a:buFont typeface="+mj-lt"/>
                        <a:buAutoNum type="arabicPeriod" startAt="3"/>
                      </a:pPr>
                      <a:r>
                        <a:rPr lang="en-US" sz="1800" dirty="0">
                          <a:effectLst/>
                        </a:rPr>
                        <a:t>____</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dirty="0">
                          <a:effectLst/>
                        </a:rPr>
                        <a:t>Prioritizing Fluency Practice</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342900" marR="0" lvl="0" indent="-342900">
                        <a:lnSpc>
                          <a:spcPct val="107000"/>
                        </a:lnSpc>
                        <a:spcBef>
                          <a:spcPts val="0"/>
                        </a:spcBef>
                        <a:spcAft>
                          <a:spcPts val="0"/>
                        </a:spcAft>
                        <a:buFont typeface="+mj-lt"/>
                        <a:buAutoNum type="alphaLcPeriod"/>
                      </a:pPr>
                      <a:r>
                        <a:rPr lang="en-US" sz="1800" dirty="0">
                          <a:effectLst/>
                        </a:rPr>
                        <a:t>Students don’t know their math facts yet, so they’re not ready for this grade-level instruction. We need to get caught up on math facts so we can prevent mistakes and get to grade level content.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452489861"/>
                  </a:ext>
                </a:extLst>
              </a:tr>
              <a:tr h="785150">
                <a:tc>
                  <a:txBody>
                    <a:bodyPr/>
                    <a:lstStyle/>
                    <a:p>
                      <a:pPr marL="342900" marR="0" lvl="0" indent="-342900">
                        <a:lnSpc>
                          <a:spcPct val="107000"/>
                        </a:lnSpc>
                        <a:spcBef>
                          <a:spcPts val="0"/>
                        </a:spcBef>
                        <a:spcAft>
                          <a:spcPts val="0"/>
                        </a:spcAft>
                        <a:buFont typeface="+mj-lt"/>
                        <a:buAutoNum type="arabicPeriod" startAt="4"/>
                      </a:pPr>
                      <a:r>
                        <a:rPr lang="en-US" sz="1800" dirty="0">
                          <a:effectLst/>
                        </a:rPr>
                        <a:t>____</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dirty="0">
                          <a:effectLst/>
                        </a:rPr>
                        <a:t>Repeating the First Teach</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342900" marR="0" lvl="0" indent="-342900">
                        <a:lnSpc>
                          <a:spcPct val="107000"/>
                        </a:lnSpc>
                        <a:spcBef>
                          <a:spcPts val="0"/>
                        </a:spcBef>
                        <a:spcAft>
                          <a:spcPts val="0"/>
                        </a:spcAft>
                        <a:buFont typeface="+mj-lt"/>
                        <a:buAutoNum type="alphaLcPeriod"/>
                      </a:pPr>
                      <a:r>
                        <a:rPr lang="en-US" sz="1800" dirty="0">
                          <a:effectLst/>
                        </a:rPr>
                        <a:t>I don’t have enough time to teach conceptually. I need to model the quickest, easiest way to complete the problem so we can get through the content.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390746343"/>
                  </a:ext>
                </a:extLst>
              </a:tr>
            </a:tbl>
          </a:graphicData>
        </a:graphic>
      </p:graphicFrame>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927617" y="5580063"/>
            <a:ext cx="10239375" cy="958849"/>
          </a:xfrm>
        </p:spPr>
        <p:txBody>
          <a:bodyPr>
            <a:normAutofit lnSpcReduction="10000"/>
          </a:bodyPr>
          <a:lstStyle/>
          <a:p>
            <a:pPr marL="342900" marR="0" lvl="0" indent="-342900">
              <a:lnSpc>
                <a:spcPct val="107000"/>
              </a:lnSpc>
              <a:spcBef>
                <a:spcPts val="0"/>
              </a:spcBef>
              <a:spcAft>
                <a:spcPts val="800"/>
              </a:spcAft>
              <a:buFont typeface="+mj-lt"/>
              <a:buAutoNum type="arabicPeriod" startAt="5"/>
            </a:pPr>
            <a:r>
              <a:rPr lang="en-US" sz="1800" dirty="0">
                <a:effectLst/>
                <a:latin typeface="Calibri" panose="020F0502020204030204" pitchFamily="34" charset="0"/>
                <a:ea typeface="Calibri" panose="020F0502020204030204" pitchFamily="34" charset="0"/>
                <a:cs typeface="Arial" panose="020B0604020202020204" pitchFamily="34" charset="0"/>
              </a:rPr>
              <a:t>Select one of the teacher comments from the table above and explain why the pitfall they are expressing can negative impact student success. Then, provide an alternative for how they can still address these needs while providing grade-level instruction.</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13</a:t>
            </a:fld>
            <a:endParaRPr lang="en-US" dirty="0"/>
          </a:p>
        </p:txBody>
      </p:sp>
    </p:spTree>
    <p:extLst>
      <p:ext uri="{BB962C8B-B14F-4D97-AF65-F5344CB8AC3E}">
        <p14:creationId xmlns:p14="http://schemas.microsoft.com/office/powerpoint/2010/main" val="2313533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351</TotalTime>
  <Words>869</Words>
  <Application>Microsoft Office PowerPoint</Application>
  <PresentationFormat>Widescreen</PresentationFormat>
  <Paragraphs>93</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Practicum| Unit 4: Research Based Instructional Strategies (RBIS) Math | Lesson 4.12</vt:lpstr>
      <vt:lpstr>TEKS Standards &amp; Objectives</vt:lpstr>
      <vt:lpstr>Bellringer</vt:lpstr>
      <vt:lpstr>Common Pitfalls in Math Instruction Notes pg.1</vt:lpstr>
      <vt:lpstr>Common Pitfalls in Math Instruction Notes pg. 2</vt:lpstr>
      <vt:lpstr>Common Pitfalls in Math Instruction Notes p. 3</vt:lpstr>
      <vt:lpstr>Common Pitfalls in Math Instruction Notes p. 4</vt:lpstr>
      <vt:lpstr>Practice: Identifying Strategies to Overcome Instructional Pitfalls: Ms. A Scenario</vt:lpstr>
      <vt:lpstr>Practice: Identifying Strategies to Overcome Instructional Pitfalls: Ms. L Scenario</vt:lpstr>
      <vt:lpstr>Practice: Identifying Strategies to Overcome Instructional Pitfalls: Ms. Q Scenario</vt:lpstr>
      <vt:lpstr>Practice: Identifying Strategies to Overcome Instructional Pitfalls: Mr. E. Scenario</vt:lpstr>
      <vt:lpstr>Practice: Identifying Strategies to Overcome Instructional Pitfalls</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4.12: Common Pitfalls in Math Instruction </dc:title>
  <dc:subject>Lesson 4.12: Common Pitfalls in Math Instruction </dc:subject>
  <dc:creator>Texas Education Agency</dc:creator>
  <cp:lastModifiedBy>White (she/her), Whitney</cp:lastModifiedBy>
  <cp:revision>11</cp:revision>
  <dcterms:created xsi:type="dcterms:W3CDTF">2022-05-09T19:40:20Z</dcterms:created>
  <dcterms:modified xsi:type="dcterms:W3CDTF">2023-08-19T02:39:04Z</dcterms:modified>
</cp:coreProperties>
</file>
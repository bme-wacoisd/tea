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948B2063-2475-4187-B304-5889A87451E2}"/>
    <pc:docChg chg="modSld">
      <pc:chgData name="White, Whitney" userId="65f39021-2f1d-4d8b-87dc-b123826f65bf" providerId="ADAL" clId="{948B2063-2475-4187-B304-5889A87451E2}" dt="2022-07-27T17:20:08.539" v="50" actId="20577"/>
      <pc:docMkLst>
        <pc:docMk/>
      </pc:docMkLst>
      <pc:sldChg chg="modSp mod">
        <pc:chgData name="White, Whitney" userId="65f39021-2f1d-4d8b-87dc-b123826f65bf" providerId="ADAL" clId="{948B2063-2475-4187-B304-5889A87451E2}" dt="2022-07-27T17:20:08.539" v="50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948B2063-2475-4187-B304-5889A87451E2}" dt="2022-07-27T17:20:08.539" v="50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 (she/her), Whitney" userId="65f39021-2f1d-4d8b-87dc-b123826f65bf" providerId="ADAL" clId="{C41ACCFB-76CE-4620-A4EC-4E15E2596A14}"/>
    <pc:docChg chg="modSld">
      <pc:chgData name="White (she/her), Whitney" userId="65f39021-2f1d-4d8b-87dc-b123826f65bf" providerId="ADAL" clId="{C41ACCFB-76CE-4620-A4EC-4E15E2596A14}" dt="2023-08-18T20:24:59.844" v="11" actId="1076"/>
      <pc:docMkLst>
        <pc:docMk/>
      </pc:docMkLst>
      <pc:sldChg chg="addSp modSp mod">
        <pc:chgData name="White (she/her), Whitney" userId="65f39021-2f1d-4d8b-87dc-b123826f65bf" providerId="ADAL" clId="{C41ACCFB-76CE-4620-A4EC-4E15E2596A14}" dt="2023-08-18T20:24:59.844" v="11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C41ACCFB-76CE-4620-A4EC-4E15E2596A14}" dt="2023-08-18T20:24:48.539" v="3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C41ACCFB-76CE-4620-A4EC-4E15E2596A14}" dt="2023-08-18T20:24:59.844" v="11" actId="1076"/>
          <ac:spMkLst>
            <pc:docMk/>
            <pc:sldMk cId="1482277026" sldId="256"/>
            <ac:spMk id="5" creationId="{A4D55761-27A7-6D4F-7B62-315535EAB72E}"/>
          </ac:spMkLst>
        </pc:spChg>
      </pc:sldChg>
      <pc:sldChg chg="modSp mod">
        <pc:chgData name="White (she/her), Whitney" userId="65f39021-2f1d-4d8b-87dc-b123826f65bf" providerId="ADAL" clId="{C41ACCFB-76CE-4620-A4EC-4E15E2596A14}" dt="2023-08-18T20:24:41.135" v="1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C41ACCFB-76CE-4620-A4EC-4E15E2596A14}" dt="2023-08-18T20:24:41.135" v="1" actId="20577"/>
          <ac:spMkLst>
            <pc:docMk/>
            <pc:sldMk cId="2772527113" sldId="259"/>
            <ac:spMk id="3" creationId="{8CE08C7F-0286-423B-92F7-DEB89F31111A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C3A79DFD-8780-4274-9C78-5297F12F25BF}"/>
    <pc:docChg chg="undo custSel delSld modSld">
      <pc:chgData name="White, Whitney" userId="65f39021-2f1d-4d8b-87dc-b123826f65bf" providerId="ADAL" clId="{C3A79DFD-8780-4274-9C78-5297F12F25BF}" dt="2022-07-27T19:03:20.562" v="166" actId="47"/>
      <pc:docMkLst>
        <pc:docMk/>
      </pc:docMkLst>
      <pc:sldChg chg="modSp mod">
        <pc:chgData name="White, Whitney" userId="65f39021-2f1d-4d8b-87dc-b123826f65bf" providerId="ADAL" clId="{C3A79DFD-8780-4274-9C78-5297F12F25BF}" dt="2022-07-27T18:58:59.903" v="37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C3A79DFD-8780-4274-9C78-5297F12F25BF}" dt="2022-07-27T18:58:59.903" v="37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C3A79DFD-8780-4274-9C78-5297F12F25BF}" dt="2022-07-27T18:58:57.055" v="3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C3A79DFD-8780-4274-9C78-5297F12F25BF}" dt="2022-07-27T18:59:55.626" v="58" actId="403"/>
        <pc:sldMkLst>
          <pc:docMk/>
          <pc:sldMk cId="4071305681" sldId="258"/>
        </pc:sldMkLst>
        <pc:spChg chg="mod">
          <ac:chgData name="White, Whitney" userId="65f39021-2f1d-4d8b-87dc-b123826f65bf" providerId="ADAL" clId="{C3A79DFD-8780-4274-9C78-5297F12F25BF}" dt="2022-07-27T18:59:55.626" v="58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addSp delSp modSp mod">
        <pc:chgData name="White, Whitney" userId="65f39021-2f1d-4d8b-87dc-b123826f65bf" providerId="ADAL" clId="{C3A79DFD-8780-4274-9C78-5297F12F25BF}" dt="2022-07-27T18:59:34.148" v="53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C3A79DFD-8780-4274-9C78-5297F12F25BF}" dt="2022-07-27T18:59:34.148" v="53" actId="20577"/>
          <ac:spMkLst>
            <pc:docMk/>
            <pc:sldMk cId="2772527113" sldId="259"/>
            <ac:spMk id="3" creationId="{8CE08C7F-0286-423B-92F7-DEB89F31111A}"/>
          </ac:spMkLst>
        </pc:spChg>
        <pc:graphicFrameChg chg="add del mod">
          <ac:chgData name="White, Whitney" userId="65f39021-2f1d-4d8b-87dc-b123826f65bf" providerId="ADAL" clId="{C3A79DFD-8780-4274-9C78-5297F12F25BF}" dt="2022-07-27T18:59:17.556" v="42"/>
          <ac:graphicFrameMkLst>
            <pc:docMk/>
            <pc:sldMk cId="2772527113" sldId="259"/>
            <ac:graphicFrameMk id="5" creationId="{3063AE72-9A7F-41F8-8238-AC15DE570B99}"/>
          </ac:graphicFrameMkLst>
        </pc:graphicFrameChg>
      </pc:sldChg>
      <pc:sldChg chg="modSp mod">
        <pc:chgData name="White, Whitney" userId="65f39021-2f1d-4d8b-87dc-b123826f65bf" providerId="ADAL" clId="{C3A79DFD-8780-4274-9C78-5297F12F25BF}" dt="2022-07-27T19:03:16.953" v="163" actId="255"/>
        <pc:sldMkLst>
          <pc:docMk/>
          <pc:sldMk cId="2147408764" sldId="260"/>
        </pc:sldMkLst>
        <pc:spChg chg="mod">
          <ac:chgData name="White, Whitney" userId="65f39021-2f1d-4d8b-87dc-b123826f65bf" providerId="ADAL" clId="{C3A79DFD-8780-4274-9C78-5297F12F25BF}" dt="2022-07-27T19:03:16.953" v="163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C3A79DFD-8780-4274-9C78-5297F12F25BF}" dt="2022-07-27T19:02:30.598" v="158" actId="1076"/>
        <pc:sldMkLst>
          <pc:docMk/>
          <pc:sldMk cId="3054216349" sldId="261"/>
        </pc:sldMkLst>
        <pc:spChg chg="mod">
          <ac:chgData name="White, Whitney" userId="65f39021-2f1d-4d8b-87dc-b123826f65bf" providerId="ADAL" clId="{C3A79DFD-8780-4274-9C78-5297F12F25BF}" dt="2022-07-27T19:02:30.598" v="158" actId="1076"/>
          <ac:spMkLst>
            <pc:docMk/>
            <pc:sldMk cId="3054216349" sldId="261"/>
            <ac:spMk id="3" creationId="{AE13FDB6-F093-4D9E-B14E-3D7DB894C34C}"/>
          </ac:spMkLst>
        </pc:spChg>
      </pc:sldChg>
      <pc:sldChg chg="del">
        <pc:chgData name="White, Whitney" userId="65f39021-2f1d-4d8b-87dc-b123826f65bf" providerId="ADAL" clId="{C3A79DFD-8780-4274-9C78-5297F12F25BF}" dt="2022-07-27T19:03:20.562" v="166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C3A79DFD-8780-4274-9C78-5297F12F25BF}" dt="2022-07-27T19:03:19.990" v="165" actId="47"/>
        <pc:sldMkLst>
          <pc:docMk/>
          <pc:sldMk cId="1163931679" sldId="263"/>
        </pc:sldMkLst>
      </pc:sldChg>
      <pc:sldChg chg="del">
        <pc:chgData name="White, Whitney" userId="65f39021-2f1d-4d8b-87dc-b123826f65bf" providerId="ADAL" clId="{C3A79DFD-8780-4274-9C78-5297F12F25BF}" dt="2022-07-27T19:03:19.674" v="164" actId="47"/>
        <pc:sldMkLst>
          <pc:docMk/>
          <pc:sldMk cId="3493109116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8/18/2023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8/18/2023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76639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Practicum in Education and Training | Unit 1: Career Exploration and Awareness? | Lesson 1.09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Hard to Staff Teaching Positions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D55761-27A7-6D4F-7B62-315535EAB72E}"/>
              </a:ext>
            </a:extLst>
          </p:cNvPr>
          <p:cNvSpPr txBox="1"/>
          <p:nvPr/>
        </p:nvSpPr>
        <p:spPr>
          <a:xfrm>
            <a:off x="0" y="6446939"/>
            <a:ext cx="118721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64646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identify high-need areas with teacher shortage</a:t>
            </a:r>
          </a:p>
          <a:p>
            <a:r>
              <a:rPr lang="en-US" dirty="0"/>
              <a:t>identify ways in which districts are addressing teacher shortages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Think about why teachers might leave the field of education. Write down 3-5 reasons. </a:t>
            </a: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045"/>
            <a:ext cx="10929730" cy="48909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Hard to Staff: </a:t>
            </a:r>
            <a:r>
              <a:rPr lang="en-US" sz="2400" dirty="0">
                <a:effectLst/>
                <a:ea typeface="Calibri" panose="020F0502020204030204" pitchFamily="34" charset="0"/>
              </a:rPr>
              <a:t>Teaching category (such as special education, bilingual education, mathematics, or science) in which there is an indication of multi-year data to indicate a teacher shortage in the area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Teacher Shortage: </a:t>
            </a:r>
            <a:r>
              <a:rPr lang="en-US" sz="2400" dirty="0">
                <a:effectLst/>
                <a:ea typeface="Calibri" panose="020F0502020204030204" pitchFamily="34" charset="0"/>
              </a:rPr>
              <a:t>Occurs when there are not enough teachers to staff open positions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Teacher Attrition: </a:t>
            </a:r>
            <a:r>
              <a:rPr lang="en-US" sz="2400" dirty="0">
                <a:effectLst/>
                <a:ea typeface="Calibri" panose="020F0502020204030204" pitchFamily="34" charset="0"/>
              </a:rPr>
              <a:t>The rate at which teachers are exiting the field of education each year 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Teacher Recruitment: </a:t>
            </a:r>
            <a:r>
              <a:rPr lang="en-US" sz="2400" dirty="0">
                <a:effectLst/>
                <a:ea typeface="Calibri" panose="020F0502020204030204" pitchFamily="34" charset="0"/>
              </a:rPr>
              <a:t>Efforts by schools and districts to attract qualified individuals to the field of education.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Respond to the prompts below: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Teacher shortages are a complex problem. Name at least two causes of teacher shortages.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Some teaching areas are disproportionally impacted by teacher shortages. Identify at least two areas that would be considered hard to staff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Name at least two short-term solutions and at least one long-term solution to address teacher shortages.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232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Practicum in Education and Training | Unit 1: Career Exploration and Awareness? | Lesson 1.09</vt:lpstr>
      <vt:lpstr>TEKS Standards &amp; Objectives</vt:lpstr>
      <vt:lpstr>Bellringer</vt:lpstr>
      <vt:lpstr>Vocabulary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1.09 Hard to Staff Teaching Positions </dc:title>
  <dc:subject>Lesson 1.09 Hard to Staff Teaching Positions 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2023-08-18T20:25:04Z</dcterms:modified>
</cp:coreProperties>
</file>
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8" r:id="rId4"/>
    <p:sldId id="262"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62"/>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5490C0-EC31-4D5A-857D-B30248D704AD}" v="11" dt="2023-01-25T15:42:11.181"/>
    <p1510:client id="{590480D1-D213-43E9-96E8-8D9EE0D4E4AE}" v="3" dt="2023-01-25T16:09:48.576"/>
    <p1510:client id="{97A8789F-27EC-493A-B13E-DB853CC06DF7}" v="4" dt="2023-01-25T15:58:05.898"/>
    <p1510:client id="{C224D9D5-F6E3-4FDE-841D-C5BBF75BF8A0}" v="1" dt="2023-01-25T20:31:46.0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63" autoAdjust="0"/>
    <p:restoredTop sz="96370" autoAdjust="0"/>
  </p:normalViewPr>
  <p:slideViewPr>
    <p:cSldViewPr snapToGrid="0">
      <p:cViewPr varScale="1">
        <p:scale>
          <a:sx n="110" d="100"/>
          <a:sy n="110" d="100"/>
        </p:scale>
        <p:origin x="426" y="10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7DC62D2F-EE24-4487-9929-02D1D00D3CE9}"/>
    <pc:docChg chg="custSel addSld modSld modSection">
      <pc:chgData name="White (she/her), Whitney" userId="65f39021-2f1d-4d8b-87dc-b123826f65bf" providerId="ADAL" clId="{7DC62D2F-EE24-4487-9929-02D1D00D3CE9}" dt="2023-01-17T18:31:53.332" v="185" actId="1076"/>
      <pc:docMkLst>
        <pc:docMk/>
      </pc:docMkLst>
      <pc:sldChg chg="modSp mod">
        <pc:chgData name="White (she/her), Whitney" userId="65f39021-2f1d-4d8b-87dc-b123826f65bf" providerId="ADAL" clId="{7DC62D2F-EE24-4487-9929-02D1D00D3CE9}" dt="2023-01-17T18:26:04.583" v="86" actId="20577"/>
        <pc:sldMkLst>
          <pc:docMk/>
          <pc:sldMk cId="1482277026" sldId="256"/>
        </pc:sldMkLst>
        <pc:spChg chg="mod">
          <ac:chgData name="White (she/her), Whitney" userId="65f39021-2f1d-4d8b-87dc-b123826f65bf" providerId="ADAL" clId="{7DC62D2F-EE24-4487-9929-02D1D00D3CE9}" dt="2023-01-17T18:26:04.583" v="86" actId="20577"/>
          <ac:spMkLst>
            <pc:docMk/>
            <pc:sldMk cId="1482277026" sldId="256"/>
            <ac:spMk id="2" creationId="{BFFCF5BD-F8FF-4A67-A8B6-EBB21E79279B}"/>
          </ac:spMkLst>
        </pc:spChg>
        <pc:spChg chg="mod">
          <ac:chgData name="White (she/her), Whitney" userId="65f39021-2f1d-4d8b-87dc-b123826f65bf" providerId="ADAL" clId="{7DC62D2F-EE24-4487-9929-02D1D00D3CE9}" dt="2023-01-17T18:25:34.332" v="46" actId="20577"/>
          <ac:spMkLst>
            <pc:docMk/>
            <pc:sldMk cId="1482277026" sldId="256"/>
            <ac:spMk id="3" creationId="{E0FBD98F-3A67-498E-8174-652040DD7B60}"/>
          </ac:spMkLst>
        </pc:spChg>
      </pc:sldChg>
      <pc:sldChg chg="modSp mod">
        <pc:chgData name="White (she/her), Whitney" userId="65f39021-2f1d-4d8b-87dc-b123826f65bf" providerId="ADAL" clId="{7DC62D2F-EE24-4487-9929-02D1D00D3CE9}" dt="2023-01-17T18:29:06.181" v="116" actId="403"/>
        <pc:sldMkLst>
          <pc:docMk/>
          <pc:sldMk cId="4071305681" sldId="258"/>
        </pc:sldMkLst>
        <pc:spChg chg="mod">
          <ac:chgData name="White (she/her), Whitney" userId="65f39021-2f1d-4d8b-87dc-b123826f65bf" providerId="ADAL" clId="{7DC62D2F-EE24-4487-9929-02D1D00D3CE9}" dt="2023-01-17T18:29:06.181" v="116" actId="403"/>
          <ac:spMkLst>
            <pc:docMk/>
            <pc:sldMk cId="4071305681" sldId="258"/>
            <ac:spMk id="3" creationId="{392BE286-77A6-49DD-B15D-7E4718D52FE7}"/>
          </ac:spMkLst>
        </pc:spChg>
      </pc:sldChg>
      <pc:sldChg chg="modSp mod">
        <pc:chgData name="White (she/her), Whitney" userId="65f39021-2f1d-4d8b-87dc-b123826f65bf" providerId="ADAL" clId="{7DC62D2F-EE24-4487-9929-02D1D00D3CE9}" dt="2023-01-17T18:27:35.195" v="106" actId="403"/>
        <pc:sldMkLst>
          <pc:docMk/>
          <pc:sldMk cId="2772527113" sldId="259"/>
        </pc:sldMkLst>
        <pc:spChg chg="mod">
          <ac:chgData name="White (she/her), Whitney" userId="65f39021-2f1d-4d8b-87dc-b123826f65bf" providerId="ADAL" clId="{7DC62D2F-EE24-4487-9929-02D1D00D3CE9}" dt="2023-01-17T18:27:35.195" v="106" actId="403"/>
          <ac:spMkLst>
            <pc:docMk/>
            <pc:sldMk cId="2772527113" sldId="259"/>
            <ac:spMk id="3" creationId="{8CE08C7F-0286-423B-92F7-DEB89F31111A}"/>
          </ac:spMkLst>
        </pc:spChg>
      </pc:sldChg>
      <pc:sldChg chg="modSp mod">
        <pc:chgData name="White (she/her), Whitney" userId="65f39021-2f1d-4d8b-87dc-b123826f65bf" providerId="ADAL" clId="{7DC62D2F-EE24-4487-9929-02D1D00D3CE9}" dt="2023-01-17T18:28:20.545" v="111" actId="403"/>
        <pc:sldMkLst>
          <pc:docMk/>
          <pc:sldMk cId="2147408764" sldId="260"/>
        </pc:sldMkLst>
        <pc:spChg chg="mod">
          <ac:chgData name="White (she/her), Whitney" userId="65f39021-2f1d-4d8b-87dc-b123826f65bf" providerId="ADAL" clId="{7DC62D2F-EE24-4487-9929-02D1D00D3CE9}" dt="2023-01-17T18:28:20.545" v="111" actId="403"/>
          <ac:spMkLst>
            <pc:docMk/>
            <pc:sldMk cId="2147408764" sldId="260"/>
            <ac:spMk id="3" creationId="{49F2A5AF-3C0B-4968-A438-E435325199EA}"/>
          </ac:spMkLst>
        </pc:spChg>
      </pc:sldChg>
      <pc:sldChg chg="modSp mod">
        <pc:chgData name="White (she/her), Whitney" userId="65f39021-2f1d-4d8b-87dc-b123826f65bf" providerId="ADAL" clId="{7DC62D2F-EE24-4487-9929-02D1D00D3CE9}" dt="2023-01-17T18:29:51.513" v="125" actId="403"/>
        <pc:sldMkLst>
          <pc:docMk/>
          <pc:sldMk cId="3054216349" sldId="261"/>
        </pc:sldMkLst>
        <pc:spChg chg="mod">
          <ac:chgData name="White (she/her), Whitney" userId="65f39021-2f1d-4d8b-87dc-b123826f65bf" providerId="ADAL" clId="{7DC62D2F-EE24-4487-9929-02D1D00D3CE9}" dt="2023-01-17T18:29:51.513" v="125" actId="403"/>
          <ac:spMkLst>
            <pc:docMk/>
            <pc:sldMk cId="3054216349" sldId="261"/>
            <ac:spMk id="3" creationId="{AE13FDB6-F093-4D9E-B14E-3D7DB894C34C}"/>
          </ac:spMkLst>
        </pc:spChg>
      </pc:sldChg>
      <pc:sldChg chg="modSp new mod">
        <pc:chgData name="White (she/her), Whitney" userId="65f39021-2f1d-4d8b-87dc-b123826f65bf" providerId="ADAL" clId="{7DC62D2F-EE24-4487-9929-02D1D00D3CE9}" dt="2023-01-17T18:30:49.902" v="142" actId="403"/>
        <pc:sldMkLst>
          <pc:docMk/>
          <pc:sldMk cId="258332572" sldId="262"/>
        </pc:sldMkLst>
        <pc:spChg chg="mod">
          <ac:chgData name="White (she/her), Whitney" userId="65f39021-2f1d-4d8b-87dc-b123826f65bf" providerId="ADAL" clId="{7DC62D2F-EE24-4487-9929-02D1D00D3CE9}" dt="2023-01-17T18:30:39.016" v="136" actId="20577"/>
          <ac:spMkLst>
            <pc:docMk/>
            <pc:sldMk cId="258332572" sldId="262"/>
            <ac:spMk id="2" creationId="{570D72F3-79E4-4001-9748-B7FC67079A57}"/>
          </ac:spMkLst>
        </pc:spChg>
        <pc:spChg chg="mod">
          <ac:chgData name="White (she/her), Whitney" userId="65f39021-2f1d-4d8b-87dc-b123826f65bf" providerId="ADAL" clId="{7DC62D2F-EE24-4487-9929-02D1D00D3CE9}" dt="2023-01-17T18:30:49.902" v="142" actId="403"/>
          <ac:spMkLst>
            <pc:docMk/>
            <pc:sldMk cId="258332572" sldId="262"/>
            <ac:spMk id="3" creationId="{0E82C669-9955-4209-B20C-3F3A754CDA3C}"/>
          </ac:spMkLst>
        </pc:spChg>
      </pc:sldChg>
      <pc:sldChg chg="addSp delSp modSp new mod">
        <pc:chgData name="White (she/her), Whitney" userId="65f39021-2f1d-4d8b-87dc-b123826f65bf" providerId="ADAL" clId="{7DC62D2F-EE24-4487-9929-02D1D00D3CE9}" dt="2023-01-17T18:31:53.332" v="185" actId="1076"/>
        <pc:sldMkLst>
          <pc:docMk/>
          <pc:sldMk cId="498985592" sldId="263"/>
        </pc:sldMkLst>
        <pc:spChg chg="mod">
          <ac:chgData name="White (she/her), Whitney" userId="65f39021-2f1d-4d8b-87dc-b123826f65bf" providerId="ADAL" clId="{7DC62D2F-EE24-4487-9929-02D1D00D3CE9}" dt="2023-01-17T18:31:53.332" v="185" actId="1076"/>
          <ac:spMkLst>
            <pc:docMk/>
            <pc:sldMk cId="498985592" sldId="263"/>
            <ac:spMk id="2" creationId="{67E8180B-6498-44E5-AD81-0674C51652BA}"/>
          </ac:spMkLst>
        </pc:spChg>
        <pc:spChg chg="del mod">
          <ac:chgData name="White (she/her), Whitney" userId="65f39021-2f1d-4d8b-87dc-b123826f65bf" providerId="ADAL" clId="{7DC62D2F-EE24-4487-9929-02D1D00D3CE9}" dt="2023-01-17T18:31:12.625" v="145"/>
          <ac:spMkLst>
            <pc:docMk/>
            <pc:sldMk cId="498985592" sldId="263"/>
            <ac:spMk id="3" creationId="{B5D47964-DA24-4793-B602-9850F1CB377F}"/>
          </ac:spMkLst>
        </pc:spChg>
        <pc:spChg chg="mod ord">
          <ac:chgData name="White (she/her), Whitney" userId="65f39021-2f1d-4d8b-87dc-b123826f65bf" providerId="ADAL" clId="{7DC62D2F-EE24-4487-9929-02D1D00D3CE9}" dt="2023-01-17T18:31:29.183" v="177" actId="26606"/>
          <ac:spMkLst>
            <pc:docMk/>
            <pc:sldMk cId="498985592" sldId="263"/>
            <ac:spMk id="4" creationId="{AE9B95AA-02D0-4645-A751-287261502606}"/>
          </ac:spMkLst>
        </pc:spChg>
        <pc:picChg chg="add mod">
          <ac:chgData name="White (she/her), Whitney" userId="65f39021-2f1d-4d8b-87dc-b123826f65bf" providerId="ADAL" clId="{7DC62D2F-EE24-4487-9929-02D1D00D3CE9}" dt="2023-01-17T18:31:47.521" v="184" actId="1076"/>
          <ac:picMkLst>
            <pc:docMk/>
            <pc:sldMk cId="498985592" sldId="263"/>
            <ac:picMk id="5" creationId="{63239C00-4576-4356-885C-80F8C6E20940}"/>
          </ac:picMkLst>
        </pc:picChg>
      </pc:sldChg>
    </pc:docChg>
  </pc:docChgLst>
  <pc:docChgLst>
    <pc:chgData name="White (she/her), Whitney" userId="65f39021-2f1d-4d8b-87dc-b123826f65bf" providerId="ADAL" clId="{590480D1-D213-43E9-96E8-8D9EE0D4E4AE}"/>
    <pc:docChg chg="modSld">
      <pc:chgData name="White (she/her), Whitney" userId="65f39021-2f1d-4d8b-87dc-b123826f65bf" providerId="ADAL" clId="{590480D1-D213-43E9-96E8-8D9EE0D4E4AE}" dt="2023-01-25T16:06:28.426" v="1" actId="20577"/>
      <pc:docMkLst>
        <pc:docMk/>
      </pc:docMkLst>
      <pc:sldChg chg="modSp mod">
        <pc:chgData name="White (she/her), Whitney" userId="65f39021-2f1d-4d8b-87dc-b123826f65bf" providerId="ADAL" clId="{590480D1-D213-43E9-96E8-8D9EE0D4E4AE}" dt="2023-01-25T16:06:28.426" v="1" actId="20577"/>
        <pc:sldMkLst>
          <pc:docMk/>
          <pc:sldMk cId="1482277026" sldId="256"/>
        </pc:sldMkLst>
        <pc:spChg chg="mod">
          <ac:chgData name="White (she/her), Whitney" userId="65f39021-2f1d-4d8b-87dc-b123826f65bf" providerId="ADAL" clId="{590480D1-D213-43E9-96E8-8D9EE0D4E4AE}" dt="2023-01-25T16:06:25.208" v="0" actId="20577"/>
          <ac:spMkLst>
            <pc:docMk/>
            <pc:sldMk cId="1482277026" sldId="256"/>
            <ac:spMk id="2" creationId="{BFFCF5BD-F8FF-4A67-A8B6-EBB21E79279B}"/>
          </ac:spMkLst>
        </pc:spChg>
        <pc:spChg chg="mod">
          <ac:chgData name="White (she/her), Whitney" userId="65f39021-2f1d-4d8b-87dc-b123826f65bf" providerId="ADAL" clId="{590480D1-D213-43E9-96E8-8D9EE0D4E4AE}" dt="2023-01-25T16:06:28.426" v="1" actId="20577"/>
          <ac:spMkLst>
            <pc:docMk/>
            <pc:sldMk cId="1482277026" sldId="256"/>
            <ac:spMk id="3" creationId="{E0FBD98F-3A67-498E-8174-652040DD7B60}"/>
          </ac:spMkLst>
        </pc:spChg>
      </pc:sldChg>
    </pc:docChg>
  </pc:docChgLst>
  <pc:docChgLst>
    <pc:chgData name="White (she/her), Whitney" userId="65f39021-2f1d-4d8b-87dc-b123826f65bf" providerId="ADAL" clId="{2C5490C0-EC31-4D5A-857D-B30248D704AD}"/>
    <pc:docChg chg="undo custSel addSld delSld modSld modSection">
      <pc:chgData name="White (she/her), Whitney" userId="65f39021-2f1d-4d8b-87dc-b123826f65bf" providerId="ADAL" clId="{2C5490C0-EC31-4D5A-857D-B30248D704AD}" dt="2023-01-25T15:41:36.742" v="244" actId="20577"/>
      <pc:docMkLst>
        <pc:docMk/>
      </pc:docMkLst>
      <pc:sldChg chg="modSp mod">
        <pc:chgData name="White (she/her), Whitney" userId="65f39021-2f1d-4d8b-87dc-b123826f65bf" providerId="ADAL" clId="{2C5490C0-EC31-4D5A-857D-B30248D704AD}" dt="2023-01-25T15:18:55.560" v="33" actId="20577"/>
        <pc:sldMkLst>
          <pc:docMk/>
          <pc:sldMk cId="1482277026" sldId="256"/>
        </pc:sldMkLst>
        <pc:spChg chg="mod">
          <ac:chgData name="White (she/her), Whitney" userId="65f39021-2f1d-4d8b-87dc-b123826f65bf" providerId="ADAL" clId="{2C5490C0-EC31-4D5A-857D-B30248D704AD}" dt="2023-01-25T15:18:37.032" v="5" actId="20577"/>
          <ac:spMkLst>
            <pc:docMk/>
            <pc:sldMk cId="1482277026" sldId="256"/>
            <ac:spMk id="2" creationId="{BFFCF5BD-F8FF-4A67-A8B6-EBB21E79279B}"/>
          </ac:spMkLst>
        </pc:spChg>
        <pc:spChg chg="mod">
          <ac:chgData name="White (she/her), Whitney" userId="65f39021-2f1d-4d8b-87dc-b123826f65bf" providerId="ADAL" clId="{2C5490C0-EC31-4D5A-857D-B30248D704AD}" dt="2023-01-25T15:18:55.560" v="33" actId="20577"/>
          <ac:spMkLst>
            <pc:docMk/>
            <pc:sldMk cId="1482277026" sldId="256"/>
            <ac:spMk id="3" creationId="{E0FBD98F-3A67-498E-8174-652040DD7B60}"/>
          </ac:spMkLst>
        </pc:spChg>
      </pc:sldChg>
      <pc:sldChg chg="modSp mod">
        <pc:chgData name="White (she/her), Whitney" userId="65f39021-2f1d-4d8b-87dc-b123826f65bf" providerId="ADAL" clId="{2C5490C0-EC31-4D5A-857D-B30248D704AD}" dt="2023-01-25T15:21:20.149" v="59" actId="20577"/>
        <pc:sldMkLst>
          <pc:docMk/>
          <pc:sldMk cId="4071305681" sldId="258"/>
        </pc:sldMkLst>
        <pc:spChg chg="mod">
          <ac:chgData name="White (she/her), Whitney" userId="65f39021-2f1d-4d8b-87dc-b123826f65bf" providerId="ADAL" clId="{2C5490C0-EC31-4D5A-857D-B30248D704AD}" dt="2023-01-25T15:21:20.149" v="59" actId="20577"/>
          <ac:spMkLst>
            <pc:docMk/>
            <pc:sldMk cId="4071305681" sldId="258"/>
            <ac:spMk id="3" creationId="{392BE286-77A6-49DD-B15D-7E4718D52FE7}"/>
          </ac:spMkLst>
        </pc:spChg>
      </pc:sldChg>
      <pc:sldChg chg="modSp mod">
        <pc:chgData name="White (she/her), Whitney" userId="65f39021-2f1d-4d8b-87dc-b123826f65bf" providerId="ADAL" clId="{2C5490C0-EC31-4D5A-857D-B30248D704AD}" dt="2023-01-25T15:19:21.934" v="42" actId="255"/>
        <pc:sldMkLst>
          <pc:docMk/>
          <pc:sldMk cId="2772527113" sldId="259"/>
        </pc:sldMkLst>
        <pc:spChg chg="mod">
          <ac:chgData name="White (she/her), Whitney" userId="65f39021-2f1d-4d8b-87dc-b123826f65bf" providerId="ADAL" clId="{2C5490C0-EC31-4D5A-857D-B30248D704AD}" dt="2023-01-25T15:19:21.934" v="42" actId="255"/>
          <ac:spMkLst>
            <pc:docMk/>
            <pc:sldMk cId="2772527113" sldId="259"/>
            <ac:spMk id="3" creationId="{8CE08C7F-0286-423B-92F7-DEB89F31111A}"/>
          </ac:spMkLst>
        </pc:spChg>
      </pc:sldChg>
      <pc:sldChg chg="modSp mod">
        <pc:chgData name="White (she/her), Whitney" userId="65f39021-2f1d-4d8b-87dc-b123826f65bf" providerId="ADAL" clId="{2C5490C0-EC31-4D5A-857D-B30248D704AD}" dt="2023-01-25T15:41:36.742" v="244" actId="20577"/>
        <pc:sldMkLst>
          <pc:docMk/>
          <pc:sldMk cId="2147408764" sldId="260"/>
        </pc:sldMkLst>
        <pc:spChg chg="mod">
          <ac:chgData name="White (she/her), Whitney" userId="65f39021-2f1d-4d8b-87dc-b123826f65bf" providerId="ADAL" clId="{2C5490C0-EC31-4D5A-857D-B30248D704AD}" dt="2023-01-25T15:41:36.742" v="244" actId="20577"/>
          <ac:spMkLst>
            <pc:docMk/>
            <pc:sldMk cId="2147408764" sldId="260"/>
            <ac:spMk id="3" creationId="{49F2A5AF-3C0B-4968-A438-E435325199EA}"/>
          </ac:spMkLst>
        </pc:spChg>
      </pc:sldChg>
      <pc:sldChg chg="addSp delSp modSp mod">
        <pc:chgData name="White (she/her), Whitney" userId="65f39021-2f1d-4d8b-87dc-b123826f65bf" providerId="ADAL" clId="{2C5490C0-EC31-4D5A-857D-B30248D704AD}" dt="2023-01-25T15:25:43.300" v="71" actId="14100"/>
        <pc:sldMkLst>
          <pc:docMk/>
          <pc:sldMk cId="3054216349" sldId="261"/>
        </pc:sldMkLst>
        <pc:spChg chg="del mod">
          <ac:chgData name="White (she/her), Whitney" userId="65f39021-2f1d-4d8b-87dc-b123826f65bf" providerId="ADAL" clId="{2C5490C0-EC31-4D5A-857D-B30248D704AD}" dt="2023-01-25T15:25:15.998" v="61"/>
          <ac:spMkLst>
            <pc:docMk/>
            <pc:sldMk cId="3054216349" sldId="261"/>
            <ac:spMk id="3" creationId="{AE13FDB6-F093-4D9E-B14E-3D7DB894C34C}"/>
          </ac:spMkLst>
        </pc:spChg>
        <pc:graphicFrameChg chg="add mod modGraphic">
          <ac:chgData name="White (she/her), Whitney" userId="65f39021-2f1d-4d8b-87dc-b123826f65bf" providerId="ADAL" clId="{2C5490C0-EC31-4D5A-857D-B30248D704AD}" dt="2023-01-25T15:25:43.300" v="71" actId="14100"/>
          <ac:graphicFrameMkLst>
            <pc:docMk/>
            <pc:sldMk cId="3054216349" sldId="261"/>
            <ac:graphicFrameMk id="5" creationId="{A4957574-645A-47DA-BD7C-77BE31A01943}"/>
          </ac:graphicFrameMkLst>
        </pc:graphicFrameChg>
      </pc:sldChg>
      <pc:sldChg chg="addSp delSp modSp mod">
        <pc:chgData name="White (she/her), Whitney" userId="65f39021-2f1d-4d8b-87dc-b123826f65bf" providerId="ADAL" clId="{2C5490C0-EC31-4D5A-857D-B30248D704AD}" dt="2023-01-25T15:26:48.440" v="81" actId="1076"/>
        <pc:sldMkLst>
          <pc:docMk/>
          <pc:sldMk cId="258332572" sldId="262"/>
        </pc:sldMkLst>
        <pc:spChg chg="del mod">
          <ac:chgData name="White (she/her), Whitney" userId="65f39021-2f1d-4d8b-87dc-b123826f65bf" providerId="ADAL" clId="{2C5490C0-EC31-4D5A-857D-B30248D704AD}" dt="2023-01-25T15:26:46.398" v="80" actId="21"/>
          <ac:spMkLst>
            <pc:docMk/>
            <pc:sldMk cId="258332572" sldId="262"/>
            <ac:spMk id="2" creationId="{570D72F3-79E4-4001-9748-B7FC67079A57}"/>
          </ac:spMkLst>
        </pc:spChg>
        <pc:spChg chg="del mod">
          <ac:chgData name="White (she/her), Whitney" userId="65f39021-2f1d-4d8b-87dc-b123826f65bf" providerId="ADAL" clId="{2C5490C0-EC31-4D5A-857D-B30248D704AD}" dt="2023-01-25T15:26:14.533" v="73"/>
          <ac:spMkLst>
            <pc:docMk/>
            <pc:sldMk cId="258332572" sldId="262"/>
            <ac:spMk id="3" creationId="{0E82C669-9955-4209-B20C-3F3A754CDA3C}"/>
          </ac:spMkLst>
        </pc:spChg>
        <pc:picChg chg="add mod">
          <ac:chgData name="White (she/her), Whitney" userId="65f39021-2f1d-4d8b-87dc-b123826f65bf" providerId="ADAL" clId="{2C5490C0-EC31-4D5A-857D-B30248D704AD}" dt="2023-01-25T15:26:48.440" v="81" actId="1076"/>
          <ac:picMkLst>
            <pc:docMk/>
            <pc:sldMk cId="258332572" sldId="262"/>
            <ac:picMk id="5" creationId="{DC7D3B62-46B2-43FE-B87C-3AED60C836B8}"/>
          </ac:picMkLst>
        </pc:picChg>
      </pc:sldChg>
      <pc:sldChg chg="addSp delSp modSp mod">
        <pc:chgData name="White (she/her), Whitney" userId="65f39021-2f1d-4d8b-87dc-b123826f65bf" providerId="ADAL" clId="{2C5490C0-EC31-4D5A-857D-B30248D704AD}" dt="2023-01-25T15:28:56.060" v="133" actId="403"/>
        <pc:sldMkLst>
          <pc:docMk/>
          <pc:sldMk cId="498985592" sldId="263"/>
        </pc:sldMkLst>
        <pc:spChg chg="mod">
          <ac:chgData name="White (she/her), Whitney" userId="65f39021-2f1d-4d8b-87dc-b123826f65bf" providerId="ADAL" clId="{2C5490C0-EC31-4D5A-857D-B30248D704AD}" dt="2023-01-25T15:28:00.254" v="118" actId="1076"/>
          <ac:spMkLst>
            <pc:docMk/>
            <pc:sldMk cId="498985592" sldId="263"/>
            <ac:spMk id="2" creationId="{67E8180B-6498-44E5-AD81-0674C51652BA}"/>
          </ac:spMkLst>
        </pc:spChg>
        <pc:spChg chg="add del mod">
          <ac:chgData name="White (she/her), Whitney" userId="65f39021-2f1d-4d8b-87dc-b123826f65bf" providerId="ADAL" clId="{2C5490C0-EC31-4D5A-857D-B30248D704AD}" dt="2023-01-25T15:28:07.039" v="120"/>
          <ac:spMkLst>
            <pc:docMk/>
            <pc:sldMk cId="498985592" sldId="263"/>
            <ac:spMk id="6" creationId="{60CC13CC-9F80-4130-81D3-549F69C61675}"/>
          </ac:spMkLst>
        </pc:spChg>
        <pc:graphicFrameChg chg="add mod modGraphic">
          <ac:chgData name="White (she/her), Whitney" userId="65f39021-2f1d-4d8b-87dc-b123826f65bf" providerId="ADAL" clId="{2C5490C0-EC31-4D5A-857D-B30248D704AD}" dt="2023-01-25T15:28:56.060" v="133" actId="403"/>
          <ac:graphicFrameMkLst>
            <pc:docMk/>
            <pc:sldMk cId="498985592" sldId="263"/>
            <ac:graphicFrameMk id="7" creationId="{5FDD475B-C6CC-4B8A-BF1E-CC6CB3E6FF61}"/>
          </ac:graphicFrameMkLst>
        </pc:graphicFrameChg>
        <pc:picChg chg="del">
          <ac:chgData name="White (she/her), Whitney" userId="65f39021-2f1d-4d8b-87dc-b123826f65bf" providerId="ADAL" clId="{2C5490C0-EC31-4D5A-857D-B30248D704AD}" dt="2023-01-25T15:27:27.959" v="83" actId="21"/>
          <ac:picMkLst>
            <pc:docMk/>
            <pc:sldMk cId="498985592" sldId="263"/>
            <ac:picMk id="5" creationId="{63239C00-4576-4356-885C-80F8C6E20940}"/>
          </ac:picMkLst>
        </pc:picChg>
      </pc:sldChg>
      <pc:sldChg chg="modSp add mod">
        <pc:chgData name="White (she/her), Whitney" userId="65f39021-2f1d-4d8b-87dc-b123826f65bf" providerId="ADAL" clId="{2C5490C0-EC31-4D5A-857D-B30248D704AD}" dt="2023-01-25T15:29:21.296" v="136" actId="255"/>
        <pc:sldMkLst>
          <pc:docMk/>
          <pc:sldMk cId="2234076779" sldId="264"/>
        </pc:sldMkLst>
        <pc:graphicFrameChg chg="mod modGraphic">
          <ac:chgData name="White (she/her), Whitney" userId="65f39021-2f1d-4d8b-87dc-b123826f65bf" providerId="ADAL" clId="{2C5490C0-EC31-4D5A-857D-B30248D704AD}" dt="2023-01-25T15:29:21.296" v="136" actId="255"/>
          <ac:graphicFrameMkLst>
            <pc:docMk/>
            <pc:sldMk cId="2234076779" sldId="264"/>
            <ac:graphicFrameMk id="7" creationId="{5FDD475B-C6CC-4B8A-BF1E-CC6CB3E6FF61}"/>
          </ac:graphicFrameMkLst>
        </pc:graphicFrameChg>
      </pc:sldChg>
      <pc:sldChg chg="modSp add mod">
        <pc:chgData name="White (she/her), Whitney" userId="65f39021-2f1d-4d8b-87dc-b123826f65bf" providerId="ADAL" clId="{2C5490C0-EC31-4D5A-857D-B30248D704AD}" dt="2023-01-25T15:29:44.019" v="139" actId="255"/>
        <pc:sldMkLst>
          <pc:docMk/>
          <pc:sldMk cId="3746039917" sldId="265"/>
        </pc:sldMkLst>
        <pc:graphicFrameChg chg="mod modGraphic">
          <ac:chgData name="White (she/her), Whitney" userId="65f39021-2f1d-4d8b-87dc-b123826f65bf" providerId="ADAL" clId="{2C5490C0-EC31-4D5A-857D-B30248D704AD}" dt="2023-01-25T15:29:44.019" v="139" actId="255"/>
          <ac:graphicFrameMkLst>
            <pc:docMk/>
            <pc:sldMk cId="3746039917" sldId="265"/>
            <ac:graphicFrameMk id="7" creationId="{5FDD475B-C6CC-4B8A-BF1E-CC6CB3E6FF61}"/>
          </ac:graphicFrameMkLst>
        </pc:graphicFrameChg>
      </pc:sldChg>
      <pc:sldChg chg="modSp new mod">
        <pc:chgData name="White (she/her), Whitney" userId="65f39021-2f1d-4d8b-87dc-b123826f65bf" providerId="ADAL" clId="{2C5490C0-EC31-4D5A-857D-B30248D704AD}" dt="2023-01-25T15:33:05.023" v="200" actId="20577"/>
        <pc:sldMkLst>
          <pc:docMk/>
          <pc:sldMk cId="2877505278" sldId="266"/>
        </pc:sldMkLst>
        <pc:spChg chg="mod">
          <ac:chgData name="White (she/her), Whitney" userId="65f39021-2f1d-4d8b-87dc-b123826f65bf" providerId="ADAL" clId="{2C5490C0-EC31-4D5A-857D-B30248D704AD}" dt="2023-01-25T15:33:05.023" v="200" actId="20577"/>
          <ac:spMkLst>
            <pc:docMk/>
            <pc:sldMk cId="2877505278" sldId="266"/>
            <ac:spMk id="2" creationId="{CECF6631-6CAC-42C0-B2F9-C75B06FDDEA7}"/>
          </ac:spMkLst>
        </pc:spChg>
        <pc:spChg chg="mod">
          <ac:chgData name="White (she/her), Whitney" userId="65f39021-2f1d-4d8b-87dc-b123826f65bf" providerId="ADAL" clId="{2C5490C0-EC31-4D5A-857D-B30248D704AD}" dt="2023-01-25T15:30:19.617" v="167" actId="403"/>
          <ac:spMkLst>
            <pc:docMk/>
            <pc:sldMk cId="2877505278" sldId="266"/>
            <ac:spMk id="3" creationId="{A7B3D956-96C0-497F-85BA-4332DFF84C2F}"/>
          </ac:spMkLst>
        </pc:spChg>
      </pc:sldChg>
      <pc:sldChg chg="addSp delSp modSp new mod">
        <pc:chgData name="White (she/her), Whitney" userId="65f39021-2f1d-4d8b-87dc-b123826f65bf" providerId="ADAL" clId="{2C5490C0-EC31-4D5A-857D-B30248D704AD}" dt="2023-01-25T15:32:00.991" v="186" actId="1076"/>
        <pc:sldMkLst>
          <pc:docMk/>
          <pc:sldMk cId="3055683484" sldId="267"/>
        </pc:sldMkLst>
        <pc:spChg chg="mod">
          <ac:chgData name="White (she/her), Whitney" userId="65f39021-2f1d-4d8b-87dc-b123826f65bf" providerId="ADAL" clId="{2C5490C0-EC31-4D5A-857D-B30248D704AD}" dt="2023-01-25T15:31:42.562" v="181" actId="20577"/>
          <ac:spMkLst>
            <pc:docMk/>
            <pc:sldMk cId="3055683484" sldId="267"/>
            <ac:spMk id="2" creationId="{8B2EB68F-78A0-49ED-8653-187AD2088682}"/>
          </ac:spMkLst>
        </pc:spChg>
        <pc:spChg chg="del mod">
          <ac:chgData name="White (she/her), Whitney" userId="65f39021-2f1d-4d8b-87dc-b123826f65bf" providerId="ADAL" clId="{2C5490C0-EC31-4D5A-857D-B30248D704AD}" dt="2023-01-25T15:31:45.440" v="183"/>
          <ac:spMkLst>
            <pc:docMk/>
            <pc:sldMk cId="3055683484" sldId="267"/>
            <ac:spMk id="3" creationId="{E508AEE9-105F-4DAD-BFBB-1188A026AC9A}"/>
          </ac:spMkLst>
        </pc:spChg>
        <pc:picChg chg="add mod">
          <ac:chgData name="White (she/her), Whitney" userId="65f39021-2f1d-4d8b-87dc-b123826f65bf" providerId="ADAL" clId="{2C5490C0-EC31-4D5A-857D-B30248D704AD}" dt="2023-01-25T15:32:00.991" v="186" actId="1076"/>
          <ac:picMkLst>
            <pc:docMk/>
            <pc:sldMk cId="3055683484" sldId="267"/>
            <ac:picMk id="5" creationId="{A1B7D056-B3B7-4442-9111-1D7A6BD01157}"/>
          </ac:picMkLst>
        </pc:picChg>
      </pc:sldChg>
      <pc:sldChg chg="new del">
        <pc:chgData name="White (she/her), Whitney" userId="65f39021-2f1d-4d8b-87dc-b123826f65bf" providerId="ADAL" clId="{2C5490C0-EC31-4D5A-857D-B30248D704AD}" dt="2023-01-25T15:37:13.929" v="202" actId="2696"/>
        <pc:sldMkLst>
          <pc:docMk/>
          <pc:sldMk cId="3765266163" sldId="268"/>
        </pc:sldMkLst>
      </pc:sldChg>
    </pc:docChg>
  </pc:docChgLst>
  <pc:docChgLst>
    <pc:chgData name="White (she/her), Whitney" userId="65f39021-2f1d-4d8b-87dc-b123826f65bf" providerId="ADAL" clId="{C224D9D5-F6E3-4FDE-841D-C5BBF75BF8A0}"/>
    <pc:docChg chg="undo custSel addSld delSld modSld modSection">
      <pc:chgData name="White (she/her), Whitney" userId="65f39021-2f1d-4d8b-87dc-b123826f65bf" providerId="ADAL" clId="{C224D9D5-F6E3-4FDE-841D-C5BBF75BF8A0}" dt="2023-01-25T20:33:16.098" v="119" actId="255"/>
      <pc:docMkLst>
        <pc:docMk/>
      </pc:docMkLst>
      <pc:sldChg chg="modSp mod">
        <pc:chgData name="White (she/her), Whitney" userId="65f39021-2f1d-4d8b-87dc-b123826f65bf" providerId="ADAL" clId="{C224D9D5-F6E3-4FDE-841D-C5BBF75BF8A0}" dt="2023-01-25T20:17:19.745" v="72" actId="20577"/>
        <pc:sldMkLst>
          <pc:docMk/>
          <pc:sldMk cId="1482277026" sldId="256"/>
        </pc:sldMkLst>
        <pc:spChg chg="mod">
          <ac:chgData name="White (she/her), Whitney" userId="65f39021-2f1d-4d8b-87dc-b123826f65bf" providerId="ADAL" clId="{C224D9D5-F6E3-4FDE-841D-C5BBF75BF8A0}" dt="2023-01-25T20:17:19.745" v="72" actId="20577"/>
          <ac:spMkLst>
            <pc:docMk/>
            <pc:sldMk cId="1482277026" sldId="256"/>
            <ac:spMk id="2" creationId="{BFFCF5BD-F8FF-4A67-A8B6-EBB21E79279B}"/>
          </ac:spMkLst>
        </pc:spChg>
        <pc:spChg chg="mod">
          <ac:chgData name="White (she/her), Whitney" userId="65f39021-2f1d-4d8b-87dc-b123826f65bf" providerId="ADAL" clId="{C224D9D5-F6E3-4FDE-841D-C5BBF75BF8A0}" dt="2023-01-25T20:17:16.321" v="69" actId="20577"/>
          <ac:spMkLst>
            <pc:docMk/>
            <pc:sldMk cId="1482277026" sldId="256"/>
            <ac:spMk id="3" creationId="{E0FBD98F-3A67-498E-8174-652040DD7B60}"/>
          </ac:spMkLst>
        </pc:spChg>
      </pc:sldChg>
      <pc:sldChg chg="modSp mod">
        <pc:chgData name="White (she/her), Whitney" userId="65f39021-2f1d-4d8b-87dc-b123826f65bf" providerId="ADAL" clId="{C224D9D5-F6E3-4FDE-841D-C5BBF75BF8A0}" dt="2023-01-25T20:31:30.538" v="76" actId="255"/>
        <pc:sldMkLst>
          <pc:docMk/>
          <pc:sldMk cId="4071305681" sldId="258"/>
        </pc:sldMkLst>
        <pc:spChg chg="mod">
          <ac:chgData name="White (she/her), Whitney" userId="65f39021-2f1d-4d8b-87dc-b123826f65bf" providerId="ADAL" clId="{C224D9D5-F6E3-4FDE-841D-C5BBF75BF8A0}" dt="2023-01-25T20:31:30.538" v="76" actId="255"/>
          <ac:spMkLst>
            <pc:docMk/>
            <pc:sldMk cId="4071305681" sldId="258"/>
            <ac:spMk id="3" creationId="{392BE286-77A6-49DD-B15D-7E4718D52FE7}"/>
          </ac:spMkLst>
        </pc:spChg>
      </pc:sldChg>
      <pc:sldChg chg="modSp add del mod">
        <pc:chgData name="White (she/her), Whitney" userId="65f39021-2f1d-4d8b-87dc-b123826f65bf" providerId="ADAL" clId="{C224D9D5-F6E3-4FDE-841D-C5BBF75BF8A0}" dt="2023-01-25T20:33:16.098" v="119" actId="255"/>
        <pc:sldMkLst>
          <pc:docMk/>
          <pc:sldMk cId="2147408764" sldId="260"/>
        </pc:sldMkLst>
        <pc:spChg chg="mod">
          <ac:chgData name="White (she/her), Whitney" userId="65f39021-2f1d-4d8b-87dc-b123826f65bf" providerId="ADAL" clId="{C224D9D5-F6E3-4FDE-841D-C5BBF75BF8A0}" dt="2023-01-25T20:33:16.098" v="119" actId="255"/>
          <ac:spMkLst>
            <pc:docMk/>
            <pc:sldMk cId="2147408764" sldId="260"/>
            <ac:spMk id="3" creationId="{49F2A5AF-3C0B-4968-A438-E435325199EA}"/>
          </ac:spMkLst>
        </pc:spChg>
      </pc:sldChg>
      <pc:sldChg chg="addSp delSp modSp mod">
        <pc:chgData name="White (she/her), Whitney" userId="65f39021-2f1d-4d8b-87dc-b123826f65bf" providerId="ADAL" clId="{C224D9D5-F6E3-4FDE-841D-C5BBF75BF8A0}" dt="2023-01-25T20:31:56.552" v="82" actId="1076"/>
        <pc:sldMkLst>
          <pc:docMk/>
          <pc:sldMk cId="258332572" sldId="262"/>
        </pc:sldMkLst>
        <pc:spChg chg="add del mod">
          <ac:chgData name="White (she/her), Whitney" userId="65f39021-2f1d-4d8b-87dc-b123826f65bf" providerId="ADAL" clId="{C224D9D5-F6E3-4FDE-841D-C5BBF75BF8A0}" dt="2023-01-25T20:31:52.396" v="80" actId="21"/>
          <ac:spMkLst>
            <pc:docMk/>
            <pc:sldMk cId="258332572" sldId="262"/>
            <ac:spMk id="3" creationId="{5F6389B7-FD9B-4284-89A7-30F6B57A5F54}"/>
          </ac:spMkLst>
        </pc:spChg>
        <pc:picChg chg="del">
          <ac:chgData name="White (she/her), Whitney" userId="65f39021-2f1d-4d8b-87dc-b123826f65bf" providerId="ADAL" clId="{C224D9D5-F6E3-4FDE-841D-C5BBF75BF8A0}" dt="2023-01-25T20:31:45.674" v="77" actId="478"/>
          <ac:picMkLst>
            <pc:docMk/>
            <pc:sldMk cId="258332572" sldId="262"/>
            <ac:picMk id="5" creationId="{DC7D3B62-46B2-43FE-B87C-3AED60C836B8}"/>
          </ac:picMkLst>
        </pc:picChg>
        <pc:picChg chg="add mod">
          <ac:chgData name="White (she/her), Whitney" userId="65f39021-2f1d-4d8b-87dc-b123826f65bf" providerId="ADAL" clId="{C224D9D5-F6E3-4FDE-841D-C5BBF75BF8A0}" dt="2023-01-25T20:31:56.552" v="82" actId="1076"/>
          <ac:picMkLst>
            <pc:docMk/>
            <pc:sldMk cId="258332572" sldId="262"/>
            <ac:picMk id="6" creationId="{D533E3BE-DDE7-4E73-9703-6A0FA3A6D569}"/>
          </ac:picMkLst>
        </pc:picChg>
      </pc:sldChg>
      <pc:sldChg chg="del">
        <pc:chgData name="White (she/her), Whitney" userId="65f39021-2f1d-4d8b-87dc-b123826f65bf" providerId="ADAL" clId="{C224D9D5-F6E3-4FDE-841D-C5BBF75BF8A0}" dt="2023-01-25T20:31:59.395" v="83" actId="47"/>
        <pc:sldMkLst>
          <pc:docMk/>
          <pc:sldMk cId="498985592" sldId="263"/>
        </pc:sldMkLst>
      </pc:sldChg>
      <pc:sldChg chg="del">
        <pc:chgData name="White (she/her), Whitney" userId="65f39021-2f1d-4d8b-87dc-b123826f65bf" providerId="ADAL" clId="{C224D9D5-F6E3-4FDE-841D-C5BBF75BF8A0}" dt="2023-01-25T20:31:59.754" v="84" actId="47"/>
        <pc:sldMkLst>
          <pc:docMk/>
          <pc:sldMk cId="4157156871" sldId="268"/>
        </pc:sldMkLst>
      </pc:sldChg>
      <pc:sldChg chg="del">
        <pc:chgData name="White (she/her), Whitney" userId="65f39021-2f1d-4d8b-87dc-b123826f65bf" providerId="ADAL" clId="{C224D9D5-F6E3-4FDE-841D-C5BBF75BF8A0}" dt="2023-01-25T20:32:00.077" v="85" actId="47"/>
        <pc:sldMkLst>
          <pc:docMk/>
          <pc:sldMk cId="818675080" sldId="269"/>
        </pc:sldMkLst>
      </pc:sldChg>
      <pc:sldChg chg="del">
        <pc:chgData name="White (she/her), Whitney" userId="65f39021-2f1d-4d8b-87dc-b123826f65bf" providerId="ADAL" clId="{C224D9D5-F6E3-4FDE-841D-C5BBF75BF8A0}" dt="2023-01-25T20:32:00.405" v="86" actId="47"/>
        <pc:sldMkLst>
          <pc:docMk/>
          <pc:sldMk cId="3968532148" sldId="270"/>
        </pc:sldMkLst>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docChgLst>
    <pc:chgData name="White (she/her), Whitney" userId="65f39021-2f1d-4d8b-87dc-b123826f65bf" providerId="ADAL" clId="{97A8789F-27EC-493A-B13E-DB853CC06DF7}"/>
    <pc:docChg chg="undo custSel addSld delSld modSld modSection">
      <pc:chgData name="White (she/her), Whitney" userId="65f39021-2f1d-4d8b-87dc-b123826f65bf" providerId="ADAL" clId="{97A8789F-27EC-493A-B13E-DB853CC06DF7}" dt="2023-01-25T16:02:09.847" v="153" actId="255"/>
      <pc:docMkLst>
        <pc:docMk/>
      </pc:docMkLst>
      <pc:sldChg chg="modSp mod">
        <pc:chgData name="White (she/her), Whitney" userId="65f39021-2f1d-4d8b-87dc-b123826f65bf" providerId="ADAL" clId="{97A8789F-27EC-493A-B13E-DB853CC06DF7}" dt="2023-01-25T15:50:48.729" v="41" actId="20577"/>
        <pc:sldMkLst>
          <pc:docMk/>
          <pc:sldMk cId="1482277026" sldId="256"/>
        </pc:sldMkLst>
        <pc:spChg chg="mod">
          <ac:chgData name="White (she/her), Whitney" userId="65f39021-2f1d-4d8b-87dc-b123826f65bf" providerId="ADAL" clId="{97A8789F-27EC-493A-B13E-DB853CC06DF7}" dt="2023-01-25T15:50:48.729" v="41" actId="20577"/>
          <ac:spMkLst>
            <pc:docMk/>
            <pc:sldMk cId="1482277026" sldId="256"/>
            <ac:spMk id="2" creationId="{BFFCF5BD-F8FF-4A67-A8B6-EBB21E79279B}"/>
          </ac:spMkLst>
        </pc:spChg>
        <pc:spChg chg="mod">
          <ac:chgData name="White (she/her), Whitney" userId="65f39021-2f1d-4d8b-87dc-b123826f65bf" providerId="ADAL" clId="{97A8789F-27EC-493A-B13E-DB853CC06DF7}" dt="2023-01-25T15:50:46.145" v="39" actId="313"/>
          <ac:spMkLst>
            <pc:docMk/>
            <pc:sldMk cId="1482277026" sldId="256"/>
            <ac:spMk id="3" creationId="{E0FBD98F-3A67-498E-8174-652040DD7B60}"/>
          </ac:spMkLst>
        </pc:spChg>
      </pc:sldChg>
      <pc:sldChg chg="modSp mod">
        <pc:chgData name="White (she/her), Whitney" userId="65f39021-2f1d-4d8b-87dc-b123826f65bf" providerId="ADAL" clId="{97A8789F-27EC-493A-B13E-DB853CC06DF7}" dt="2023-01-25T15:55:39.745" v="55" actId="115"/>
        <pc:sldMkLst>
          <pc:docMk/>
          <pc:sldMk cId="4071305681" sldId="258"/>
        </pc:sldMkLst>
        <pc:spChg chg="mod">
          <ac:chgData name="White (she/her), Whitney" userId="65f39021-2f1d-4d8b-87dc-b123826f65bf" providerId="ADAL" clId="{97A8789F-27EC-493A-B13E-DB853CC06DF7}" dt="2023-01-25T15:55:39.745" v="55" actId="115"/>
          <ac:spMkLst>
            <pc:docMk/>
            <pc:sldMk cId="4071305681" sldId="258"/>
            <ac:spMk id="3" creationId="{392BE286-77A6-49DD-B15D-7E4718D52FE7}"/>
          </ac:spMkLst>
        </pc:spChg>
      </pc:sldChg>
      <pc:sldChg chg="modSp mod">
        <pc:chgData name="White (she/her), Whitney" userId="65f39021-2f1d-4d8b-87dc-b123826f65bf" providerId="ADAL" clId="{97A8789F-27EC-493A-B13E-DB853CC06DF7}" dt="2023-01-25T15:55:13.133" v="46" actId="255"/>
        <pc:sldMkLst>
          <pc:docMk/>
          <pc:sldMk cId="2772527113" sldId="259"/>
        </pc:sldMkLst>
        <pc:spChg chg="mod">
          <ac:chgData name="White (she/her), Whitney" userId="65f39021-2f1d-4d8b-87dc-b123826f65bf" providerId="ADAL" clId="{97A8789F-27EC-493A-B13E-DB853CC06DF7}" dt="2023-01-25T15:55:13.133" v="46" actId="255"/>
          <ac:spMkLst>
            <pc:docMk/>
            <pc:sldMk cId="2772527113" sldId="259"/>
            <ac:spMk id="3" creationId="{8CE08C7F-0286-423B-92F7-DEB89F31111A}"/>
          </ac:spMkLst>
        </pc:spChg>
      </pc:sldChg>
      <pc:sldChg chg="modSp mod">
        <pc:chgData name="White (she/her), Whitney" userId="65f39021-2f1d-4d8b-87dc-b123826f65bf" providerId="ADAL" clId="{97A8789F-27EC-493A-B13E-DB853CC06DF7}" dt="2023-01-25T16:02:09.847" v="153" actId="255"/>
        <pc:sldMkLst>
          <pc:docMk/>
          <pc:sldMk cId="2147408764" sldId="260"/>
        </pc:sldMkLst>
        <pc:spChg chg="mod">
          <ac:chgData name="White (she/her), Whitney" userId="65f39021-2f1d-4d8b-87dc-b123826f65bf" providerId="ADAL" clId="{97A8789F-27EC-493A-B13E-DB853CC06DF7}" dt="2023-01-25T16:02:09.847" v="153" actId="255"/>
          <ac:spMkLst>
            <pc:docMk/>
            <pc:sldMk cId="2147408764" sldId="260"/>
            <ac:spMk id="3" creationId="{49F2A5AF-3C0B-4968-A438-E435325199EA}"/>
          </ac:spMkLst>
        </pc:spChg>
      </pc:sldChg>
      <pc:sldChg chg="del">
        <pc:chgData name="White (she/her), Whitney" userId="65f39021-2f1d-4d8b-87dc-b123826f65bf" providerId="ADAL" clId="{97A8789F-27EC-493A-B13E-DB853CC06DF7}" dt="2023-01-25T15:56:07.346" v="56" actId="2696"/>
        <pc:sldMkLst>
          <pc:docMk/>
          <pc:sldMk cId="3054216349" sldId="261"/>
        </pc:sldMkLst>
      </pc:sldChg>
      <pc:sldChg chg="modSp mod">
        <pc:chgData name="White (she/her), Whitney" userId="65f39021-2f1d-4d8b-87dc-b123826f65bf" providerId="ADAL" clId="{97A8789F-27EC-493A-B13E-DB853CC06DF7}" dt="2023-01-25T15:57:06.140" v="127" actId="1076"/>
        <pc:sldMkLst>
          <pc:docMk/>
          <pc:sldMk cId="498985592" sldId="263"/>
        </pc:sldMkLst>
        <pc:spChg chg="mod">
          <ac:chgData name="White (she/her), Whitney" userId="65f39021-2f1d-4d8b-87dc-b123826f65bf" providerId="ADAL" clId="{97A8789F-27EC-493A-B13E-DB853CC06DF7}" dt="2023-01-25T15:56:37.477" v="91" actId="20577"/>
          <ac:spMkLst>
            <pc:docMk/>
            <pc:sldMk cId="498985592" sldId="263"/>
            <ac:spMk id="2" creationId="{67E8180B-6498-44E5-AD81-0674C51652BA}"/>
          </ac:spMkLst>
        </pc:spChg>
        <pc:graphicFrameChg chg="mod modGraphic">
          <ac:chgData name="White (she/her), Whitney" userId="65f39021-2f1d-4d8b-87dc-b123826f65bf" providerId="ADAL" clId="{97A8789F-27EC-493A-B13E-DB853CC06DF7}" dt="2023-01-25T15:57:06.140" v="127" actId="1076"/>
          <ac:graphicFrameMkLst>
            <pc:docMk/>
            <pc:sldMk cId="498985592" sldId="263"/>
            <ac:graphicFrameMk id="7" creationId="{5FDD475B-C6CC-4B8A-BF1E-CC6CB3E6FF61}"/>
          </ac:graphicFrameMkLst>
        </pc:graphicFrameChg>
      </pc:sldChg>
      <pc:sldChg chg="del">
        <pc:chgData name="White (she/her), Whitney" userId="65f39021-2f1d-4d8b-87dc-b123826f65bf" providerId="ADAL" clId="{97A8789F-27EC-493A-B13E-DB853CC06DF7}" dt="2023-01-25T15:57:09.888" v="128" actId="47"/>
        <pc:sldMkLst>
          <pc:docMk/>
          <pc:sldMk cId="2234076779" sldId="264"/>
        </pc:sldMkLst>
      </pc:sldChg>
      <pc:sldChg chg="del">
        <pc:chgData name="White (she/her), Whitney" userId="65f39021-2f1d-4d8b-87dc-b123826f65bf" providerId="ADAL" clId="{97A8789F-27EC-493A-B13E-DB853CC06DF7}" dt="2023-01-25T15:57:11.200" v="129" actId="47"/>
        <pc:sldMkLst>
          <pc:docMk/>
          <pc:sldMk cId="3746039917" sldId="265"/>
        </pc:sldMkLst>
      </pc:sldChg>
      <pc:sldChg chg="del">
        <pc:chgData name="White (she/her), Whitney" userId="65f39021-2f1d-4d8b-87dc-b123826f65bf" providerId="ADAL" clId="{97A8789F-27EC-493A-B13E-DB853CC06DF7}" dt="2023-01-25T16:01:47.111" v="141" actId="47"/>
        <pc:sldMkLst>
          <pc:docMk/>
          <pc:sldMk cId="2877505278" sldId="266"/>
        </pc:sldMkLst>
      </pc:sldChg>
      <pc:sldChg chg="del">
        <pc:chgData name="White (she/her), Whitney" userId="65f39021-2f1d-4d8b-87dc-b123826f65bf" providerId="ADAL" clId="{97A8789F-27EC-493A-B13E-DB853CC06DF7}" dt="2023-01-25T16:01:47.573" v="142" actId="47"/>
        <pc:sldMkLst>
          <pc:docMk/>
          <pc:sldMk cId="3055683484" sldId="267"/>
        </pc:sldMkLst>
      </pc:sldChg>
      <pc:sldChg chg="modSp add mod">
        <pc:chgData name="White (she/her), Whitney" userId="65f39021-2f1d-4d8b-87dc-b123826f65bf" providerId="ADAL" clId="{97A8789F-27EC-493A-B13E-DB853CC06DF7}" dt="2023-01-25T15:57:26.871" v="133" actId="255"/>
        <pc:sldMkLst>
          <pc:docMk/>
          <pc:sldMk cId="4157156871" sldId="268"/>
        </pc:sldMkLst>
        <pc:graphicFrameChg chg="mod modGraphic">
          <ac:chgData name="White (she/her), Whitney" userId="65f39021-2f1d-4d8b-87dc-b123826f65bf" providerId="ADAL" clId="{97A8789F-27EC-493A-B13E-DB853CC06DF7}" dt="2023-01-25T15:57:26.871" v="133" actId="255"/>
          <ac:graphicFrameMkLst>
            <pc:docMk/>
            <pc:sldMk cId="4157156871" sldId="268"/>
            <ac:graphicFrameMk id="7" creationId="{5FDD475B-C6CC-4B8A-BF1E-CC6CB3E6FF61}"/>
          </ac:graphicFrameMkLst>
        </pc:graphicFrameChg>
      </pc:sldChg>
      <pc:sldChg chg="modSp add mod">
        <pc:chgData name="White (she/her), Whitney" userId="65f39021-2f1d-4d8b-87dc-b123826f65bf" providerId="ADAL" clId="{97A8789F-27EC-493A-B13E-DB853CC06DF7}" dt="2023-01-25T15:57:52.991" v="135" actId="255"/>
        <pc:sldMkLst>
          <pc:docMk/>
          <pc:sldMk cId="818675080" sldId="269"/>
        </pc:sldMkLst>
        <pc:graphicFrameChg chg="mod modGraphic">
          <ac:chgData name="White (she/her), Whitney" userId="65f39021-2f1d-4d8b-87dc-b123826f65bf" providerId="ADAL" clId="{97A8789F-27EC-493A-B13E-DB853CC06DF7}" dt="2023-01-25T15:57:52.991" v="135" actId="255"/>
          <ac:graphicFrameMkLst>
            <pc:docMk/>
            <pc:sldMk cId="818675080" sldId="269"/>
            <ac:graphicFrameMk id="7" creationId="{5FDD475B-C6CC-4B8A-BF1E-CC6CB3E6FF61}"/>
          </ac:graphicFrameMkLst>
        </pc:graphicFrameChg>
      </pc:sldChg>
      <pc:sldChg chg="new del">
        <pc:chgData name="White (she/her), Whitney" userId="65f39021-2f1d-4d8b-87dc-b123826f65bf" providerId="ADAL" clId="{97A8789F-27EC-493A-B13E-DB853CC06DF7}" dt="2023-01-25T15:57:57.447" v="137" actId="680"/>
        <pc:sldMkLst>
          <pc:docMk/>
          <pc:sldMk cId="3626793949" sldId="270"/>
        </pc:sldMkLst>
      </pc:sldChg>
      <pc:sldChg chg="modSp add mod">
        <pc:chgData name="White (she/her), Whitney" userId="65f39021-2f1d-4d8b-87dc-b123826f65bf" providerId="ADAL" clId="{97A8789F-27EC-493A-B13E-DB853CC06DF7}" dt="2023-01-25T15:58:08.941" v="140" actId="255"/>
        <pc:sldMkLst>
          <pc:docMk/>
          <pc:sldMk cId="3968532148" sldId="270"/>
        </pc:sldMkLst>
        <pc:graphicFrameChg chg="mod modGraphic">
          <ac:chgData name="White (she/her), Whitney" userId="65f39021-2f1d-4d8b-87dc-b123826f65bf" providerId="ADAL" clId="{97A8789F-27EC-493A-B13E-DB853CC06DF7}" dt="2023-01-25T15:58:08.941" v="140" actId="255"/>
          <ac:graphicFrameMkLst>
            <pc:docMk/>
            <pc:sldMk cId="3968532148" sldId="270"/>
            <ac:graphicFrameMk id="7" creationId="{5FDD475B-C6CC-4B8A-BF1E-CC6CB3E6FF6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8: Planning for Diverse Learners| Lesson 8.10</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Putting It All Together | Multiple Means of Representation</a:t>
            </a:r>
          </a:p>
        </p:txBody>
      </p:sp>
      <p:sp>
        <p:nvSpPr>
          <p:cNvPr id="4" name="TextBox 3">
            <a:extLst>
              <a:ext uri="{FF2B5EF4-FFF2-40B4-BE49-F238E27FC236}">
                <a16:creationId xmlns:a16="http://schemas.microsoft.com/office/drawing/2014/main" id="{D70D9E98-AA2F-E5E9-12BB-69DC038B5515}"/>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7A, 7D, 10A, 10B</a:t>
            </a:r>
          </a:p>
          <a:p>
            <a:pPr marL="0" indent="0">
              <a:buNone/>
            </a:pPr>
            <a:endParaRPr lang="en-US" dirty="0"/>
          </a:p>
          <a:p>
            <a:pPr marL="0" indent="0">
              <a:buNone/>
            </a:pPr>
            <a:r>
              <a:rPr lang="en-US" dirty="0"/>
              <a:t>The student will:</a:t>
            </a:r>
          </a:p>
          <a:p>
            <a:pPr marL="342900" marR="0" lvl="0" indent="-342900">
              <a:lnSpc>
                <a:spcPct val="107000"/>
              </a:lnSpc>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Identify guidelines for sustaining effort/persistence </a:t>
            </a:r>
          </a:p>
          <a:p>
            <a:pPr marL="342900" marR="0" lvl="0" indent="-342900">
              <a:lnSpc>
                <a:spcPct val="107000"/>
              </a:lnSpc>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Practice and reflect on strategies for sustaining effort/persistence </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Autofit/>
          </a:bodyPr>
          <a:lstStyle/>
          <a:p>
            <a:pPr marL="0" marR="0" indent="0">
              <a:lnSpc>
                <a:spcPct val="107000"/>
              </a:lnSpc>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A teacher down the hall heard you are learning about multiple means of representation and wants to know what that means. Create a 60 second overview (“Elevator Pitch”) of this UDL principle to share with this teacher. </a:t>
            </a: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E93AB-BFFA-EEA3-437C-53BD5344E3B2}"/>
              </a:ext>
            </a:extLst>
          </p:cNvPr>
          <p:cNvSpPr>
            <a:spLocks noGrp="1"/>
          </p:cNvSpPr>
          <p:nvPr>
            <p:ph type="title"/>
          </p:nvPr>
        </p:nvSpPr>
        <p:spPr/>
        <p:txBody>
          <a:bodyPr/>
          <a:lstStyle/>
          <a:p>
            <a:r>
              <a:rPr lang="en-US" dirty="0"/>
              <a:t>Multiple Means of Representation</a:t>
            </a:r>
          </a:p>
        </p:txBody>
      </p:sp>
      <p:pic>
        <p:nvPicPr>
          <p:cNvPr id="6" name="Picture 5" descr="Text: Provide Multiple Means of Representation&#10;Options for Perception&#10;Options for Language/Symbols&#10;Options for Comprehension">
            <a:extLst>
              <a:ext uri="{FF2B5EF4-FFF2-40B4-BE49-F238E27FC236}">
                <a16:creationId xmlns:a16="http://schemas.microsoft.com/office/drawing/2014/main" id="{D533E3BE-DDE7-4E73-9703-6A0FA3A6D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0527" y="2472214"/>
            <a:ext cx="9094966" cy="1913572"/>
          </a:xfrm>
          <a:prstGeom prst="rect">
            <a:avLst/>
          </a:prstGeom>
        </p:spPr>
      </p:pic>
      <p:sp>
        <p:nvSpPr>
          <p:cNvPr id="4" name="Slide Number Placeholder 3">
            <a:extLst>
              <a:ext uri="{FF2B5EF4-FFF2-40B4-BE49-F238E27FC236}">
                <a16:creationId xmlns:a16="http://schemas.microsoft.com/office/drawing/2014/main" id="{A071A007-43B3-444C-A468-0BC1B73EE5D2}"/>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258332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a:bodyPr>
          <a:lstStyle/>
          <a:p>
            <a:pPr marL="0" indent="0">
              <a:lnSpc>
                <a:spcPct val="107000"/>
              </a:lnSpc>
              <a:spcBef>
                <a:spcPts val="0"/>
              </a:spcBef>
              <a:spcAft>
                <a:spcPts val="800"/>
              </a:spcAft>
              <a:buNone/>
            </a:pPr>
            <a:r>
              <a:rPr lang="en-US" dirty="0">
                <a:effectLst/>
                <a:latin typeface="Calibri" panose="020F0502020204030204" pitchFamily="34" charset="0"/>
                <a:ea typeface="Calibri" panose="020F0502020204030204" pitchFamily="34" charset="0"/>
                <a:cs typeface="Arial" panose="020B0604020202020204" pitchFamily="34" charset="0"/>
              </a:rPr>
              <a:t>Examine the lesson plan provided on your Exit Ticket to evaluate its use of multiple means of representation. Complete the graphic organizer to record evidence and make suggestions for ways the teacher can include multiple means of representation through options for perception, language and symbols, and comprehension.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103</TotalTime>
  <Words>174</Words>
  <Application>Microsoft Office PowerPoint</Application>
  <PresentationFormat>Widescreen</PresentationFormat>
  <Paragraphs>18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Symbol</vt:lpstr>
      <vt:lpstr>Office Theme</vt:lpstr>
      <vt:lpstr>Instructional Practices| Unit 8: Planning for Diverse Learners| Lesson 8.10</vt:lpstr>
      <vt:lpstr>TEKS Standards &amp; Objectives</vt:lpstr>
      <vt:lpstr>Bellringer</vt:lpstr>
      <vt:lpstr>Multiple Means of Representation</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8.</dc:title>
  <dc:subject>Lesson 8.</dc:subject>
  <dc:creator>Texas Education Agency</dc:creator>
  <cp:lastModifiedBy>London White</cp:lastModifiedBy>
  <cp:revision>2</cp:revision>
  <dcterms:created xsi:type="dcterms:W3CDTF">2022-09-17T16:30:16Z</dcterms:created>
  <dcterms:modified xsi:type="dcterms:W3CDTF">2023-08-31T05:27:59Z</dcterms:modified>
</cp:coreProperties>
</file>
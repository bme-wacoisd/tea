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9" r:id="rId3"/>
    <p:sldId id="258"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C5AA6B-8789-4041-8286-695D37DAD191}" v="1" dt="2023-08-31T01:25:44.1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4" d="100"/>
          <a:sy n="114" d="100"/>
        </p:scale>
        <p:origin x="36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Whitney" userId="65f39021-2f1d-4d8b-87dc-b123826f65bf" providerId="ADAL" clId="{4ACD2CB2-91FC-4BB1-AC1A-F29A5752FE24}"/>
    <pc:docChg chg="modSld">
      <pc:chgData name="White, Whitney" userId="65f39021-2f1d-4d8b-87dc-b123826f65bf" providerId="ADAL" clId="{4ACD2CB2-91FC-4BB1-AC1A-F29A5752FE24}" dt="2022-08-03T14:16:49.713" v="46" actId="20577"/>
      <pc:docMkLst>
        <pc:docMk/>
      </pc:docMkLst>
      <pc:sldChg chg="modSp mod">
        <pc:chgData name="White, Whitney" userId="65f39021-2f1d-4d8b-87dc-b123826f65bf" providerId="ADAL" clId="{4ACD2CB2-91FC-4BB1-AC1A-F29A5752FE24}" dt="2022-08-03T14:16:49.713" v="46" actId="20577"/>
        <pc:sldMkLst>
          <pc:docMk/>
          <pc:sldMk cId="1482277026" sldId="256"/>
        </pc:sldMkLst>
        <pc:spChg chg="mod">
          <ac:chgData name="White, Whitney" userId="65f39021-2f1d-4d8b-87dc-b123826f65bf" providerId="ADAL" clId="{4ACD2CB2-91FC-4BB1-AC1A-F29A5752FE24}" dt="2022-08-03T14:16:49.713" v="46" actId="20577"/>
          <ac:spMkLst>
            <pc:docMk/>
            <pc:sldMk cId="1482277026" sldId="256"/>
            <ac:spMk id="2" creationId="{BFFCF5BD-F8FF-4A67-A8B6-EBB21E79279B}"/>
          </ac:spMkLst>
        </pc:spChg>
      </pc:sldChg>
    </pc:docChg>
  </pc:docChgLst>
  <pc:docChgLst>
    <pc:chgData name="White, Whitney" userId="65f39021-2f1d-4d8b-87dc-b123826f65bf" providerId="ADAL" clId="{CB317261-8372-4CE5-ABFE-D136D3754A3B}"/>
    <pc:docChg chg="undo redo custSel delSld modSld">
      <pc:chgData name="White, Whitney" userId="65f39021-2f1d-4d8b-87dc-b123826f65bf" providerId="ADAL" clId="{CB317261-8372-4CE5-ABFE-D136D3754A3B}" dt="2022-08-04T00:19:15.976" v="69" actId="47"/>
      <pc:docMkLst>
        <pc:docMk/>
      </pc:docMkLst>
      <pc:sldChg chg="modSp mod">
        <pc:chgData name="White, Whitney" userId="65f39021-2f1d-4d8b-87dc-b123826f65bf" providerId="ADAL" clId="{CB317261-8372-4CE5-ABFE-D136D3754A3B}" dt="2022-08-03T21:04:10.610" v="15" actId="20577"/>
        <pc:sldMkLst>
          <pc:docMk/>
          <pc:sldMk cId="1482277026" sldId="256"/>
        </pc:sldMkLst>
        <pc:spChg chg="mod">
          <ac:chgData name="White, Whitney" userId="65f39021-2f1d-4d8b-87dc-b123826f65bf" providerId="ADAL" clId="{CB317261-8372-4CE5-ABFE-D136D3754A3B}" dt="2022-08-03T21:03:49.219" v="8" actId="20577"/>
          <ac:spMkLst>
            <pc:docMk/>
            <pc:sldMk cId="1482277026" sldId="256"/>
            <ac:spMk id="2" creationId="{BFFCF5BD-F8FF-4A67-A8B6-EBB21E79279B}"/>
          </ac:spMkLst>
        </pc:spChg>
        <pc:spChg chg="mod">
          <ac:chgData name="White, Whitney" userId="65f39021-2f1d-4d8b-87dc-b123826f65bf" providerId="ADAL" clId="{CB317261-8372-4CE5-ABFE-D136D3754A3B}" dt="2022-08-03T21:04:10.610" v="15" actId="20577"/>
          <ac:spMkLst>
            <pc:docMk/>
            <pc:sldMk cId="1482277026" sldId="256"/>
            <ac:spMk id="3" creationId="{E0FBD98F-3A67-498E-8174-652040DD7B60}"/>
          </ac:spMkLst>
        </pc:spChg>
      </pc:sldChg>
      <pc:sldChg chg="modSp mod">
        <pc:chgData name="White, Whitney" userId="65f39021-2f1d-4d8b-87dc-b123826f65bf" providerId="ADAL" clId="{CB317261-8372-4CE5-ABFE-D136D3754A3B}" dt="2022-08-04T00:18:07.577" v="61" actId="27636"/>
        <pc:sldMkLst>
          <pc:docMk/>
          <pc:sldMk cId="4071305681" sldId="258"/>
        </pc:sldMkLst>
        <pc:spChg chg="mod">
          <ac:chgData name="White, Whitney" userId="65f39021-2f1d-4d8b-87dc-b123826f65bf" providerId="ADAL" clId="{CB317261-8372-4CE5-ABFE-D136D3754A3B}" dt="2022-08-04T00:18:07.577" v="61" actId="27636"/>
          <ac:spMkLst>
            <pc:docMk/>
            <pc:sldMk cId="4071305681" sldId="258"/>
            <ac:spMk id="3" creationId="{392BE286-77A6-49DD-B15D-7E4718D52FE7}"/>
          </ac:spMkLst>
        </pc:spChg>
      </pc:sldChg>
      <pc:sldChg chg="modSp mod">
        <pc:chgData name="White, Whitney" userId="65f39021-2f1d-4d8b-87dc-b123826f65bf" providerId="ADAL" clId="{CB317261-8372-4CE5-ABFE-D136D3754A3B}" dt="2022-08-04T00:17:40.620" v="52" actId="20577"/>
        <pc:sldMkLst>
          <pc:docMk/>
          <pc:sldMk cId="2772527113" sldId="259"/>
        </pc:sldMkLst>
        <pc:spChg chg="mod">
          <ac:chgData name="White, Whitney" userId="65f39021-2f1d-4d8b-87dc-b123826f65bf" providerId="ADAL" clId="{CB317261-8372-4CE5-ABFE-D136D3754A3B}" dt="2022-08-04T00:17:40.620" v="52" actId="20577"/>
          <ac:spMkLst>
            <pc:docMk/>
            <pc:sldMk cId="2772527113" sldId="259"/>
            <ac:spMk id="3" creationId="{8CE08C7F-0286-423B-92F7-DEB89F31111A}"/>
          </ac:spMkLst>
        </pc:spChg>
      </pc:sldChg>
      <pc:sldChg chg="modSp mod">
        <pc:chgData name="White, Whitney" userId="65f39021-2f1d-4d8b-87dc-b123826f65bf" providerId="ADAL" clId="{CB317261-8372-4CE5-ABFE-D136D3754A3B}" dt="2022-08-04T00:19:11.305" v="66" actId="20577"/>
        <pc:sldMkLst>
          <pc:docMk/>
          <pc:sldMk cId="2147408764" sldId="260"/>
        </pc:sldMkLst>
        <pc:spChg chg="mod">
          <ac:chgData name="White, Whitney" userId="65f39021-2f1d-4d8b-87dc-b123826f65bf" providerId="ADAL" clId="{CB317261-8372-4CE5-ABFE-D136D3754A3B}" dt="2022-08-04T00:19:11.305" v="66" actId="20577"/>
          <ac:spMkLst>
            <pc:docMk/>
            <pc:sldMk cId="2147408764" sldId="260"/>
            <ac:spMk id="3" creationId="{49F2A5AF-3C0B-4968-A438-E435325199EA}"/>
          </ac:spMkLst>
        </pc:spChg>
      </pc:sldChg>
      <pc:sldChg chg="del">
        <pc:chgData name="White, Whitney" userId="65f39021-2f1d-4d8b-87dc-b123826f65bf" providerId="ADAL" clId="{CB317261-8372-4CE5-ABFE-D136D3754A3B}" dt="2022-08-04T00:18:19.339" v="62" actId="2696"/>
        <pc:sldMkLst>
          <pc:docMk/>
          <pc:sldMk cId="3054216349" sldId="261"/>
        </pc:sldMkLst>
      </pc:sldChg>
      <pc:sldChg chg="del">
        <pc:chgData name="White, Whitney" userId="65f39021-2f1d-4d8b-87dc-b123826f65bf" providerId="ADAL" clId="{CB317261-8372-4CE5-ABFE-D136D3754A3B}" dt="2022-08-04T00:19:15.976" v="69" actId="47"/>
        <pc:sldMkLst>
          <pc:docMk/>
          <pc:sldMk cId="4170921578" sldId="262"/>
        </pc:sldMkLst>
      </pc:sldChg>
      <pc:sldChg chg="del">
        <pc:chgData name="White, Whitney" userId="65f39021-2f1d-4d8b-87dc-b123826f65bf" providerId="ADAL" clId="{CB317261-8372-4CE5-ABFE-D136D3754A3B}" dt="2022-08-04T00:19:15.391" v="68" actId="47"/>
        <pc:sldMkLst>
          <pc:docMk/>
          <pc:sldMk cId="1163931679" sldId="263"/>
        </pc:sldMkLst>
      </pc:sldChg>
      <pc:sldChg chg="del">
        <pc:chgData name="White, Whitney" userId="65f39021-2f1d-4d8b-87dc-b123826f65bf" providerId="ADAL" clId="{CB317261-8372-4CE5-ABFE-D136D3754A3B}" dt="2022-08-04T00:19:14.840" v="67" actId="47"/>
        <pc:sldMkLst>
          <pc:docMk/>
          <pc:sldMk cId="3493109116" sldId="264"/>
        </pc:sldMkLst>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docChgLst>
    <pc:chgData name="White, Whitney" userId="65f39021-2f1d-4d8b-87dc-b123826f65bf" providerId="ADAL" clId="{BF4B8836-0A11-4AA0-9E90-D808237E7929}"/>
    <pc:docChg chg="custSel modSld">
      <pc:chgData name="White, Whitney" userId="65f39021-2f1d-4d8b-87dc-b123826f65bf" providerId="ADAL" clId="{BF4B8836-0A11-4AA0-9E90-D808237E7929}" dt="2022-07-30T15:11:00.548" v="131" actId="20577"/>
      <pc:docMkLst>
        <pc:docMk/>
      </pc:docMkLst>
      <pc:sldChg chg="modSp mod">
        <pc:chgData name="White, Whitney" userId="65f39021-2f1d-4d8b-87dc-b123826f65bf" providerId="ADAL" clId="{BF4B8836-0A11-4AA0-9E90-D808237E7929}" dt="2022-07-30T15:11:00.548" v="131" actId="20577"/>
        <pc:sldMkLst>
          <pc:docMk/>
          <pc:sldMk cId="1482277026" sldId="256"/>
        </pc:sldMkLst>
        <pc:spChg chg="mod">
          <ac:chgData name="White, Whitney" userId="65f39021-2f1d-4d8b-87dc-b123826f65bf" providerId="ADAL" clId="{BF4B8836-0A11-4AA0-9E90-D808237E7929}" dt="2022-07-30T15:11:00.548" v="131" actId="20577"/>
          <ac:spMkLst>
            <pc:docMk/>
            <pc:sldMk cId="1482277026" sldId="256"/>
            <ac:spMk id="2" creationId="{BFFCF5BD-F8FF-4A67-A8B6-EBB21E79279B}"/>
          </ac:spMkLst>
        </pc:spChg>
      </pc:sldChg>
    </pc:docChg>
  </pc:docChgLst>
  <pc:docChgLst>
    <pc:chgData name="White (she/her), Whitney" userId="65f39021-2f1d-4d8b-87dc-b123826f65bf" providerId="ADAL" clId="{EEC5AA6B-8789-4041-8286-695D37DAD191}"/>
    <pc:docChg chg="modSld">
      <pc:chgData name="White (she/her), Whitney" userId="65f39021-2f1d-4d8b-87dc-b123826f65bf" providerId="ADAL" clId="{EEC5AA6B-8789-4041-8286-695D37DAD191}" dt="2023-08-31T01:25:55.328" v="7" actId="1076"/>
      <pc:docMkLst>
        <pc:docMk/>
      </pc:docMkLst>
      <pc:sldChg chg="addSp modSp mod">
        <pc:chgData name="White (she/her), Whitney" userId="65f39021-2f1d-4d8b-87dc-b123826f65bf" providerId="ADAL" clId="{EEC5AA6B-8789-4041-8286-695D37DAD191}" dt="2023-08-31T01:25:55.328" v="7" actId="1076"/>
        <pc:sldMkLst>
          <pc:docMk/>
          <pc:sldMk cId="1482277026" sldId="256"/>
        </pc:sldMkLst>
        <pc:spChg chg="mod">
          <ac:chgData name="White (she/her), Whitney" userId="65f39021-2f1d-4d8b-87dc-b123826f65bf" providerId="ADAL" clId="{EEC5AA6B-8789-4041-8286-695D37DAD191}" dt="2023-08-31T01:25:42.880" v="0" actId="1076"/>
          <ac:spMkLst>
            <pc:docMk/>
            <pc:sldMk cId="1482277026" sldId="256"/>
            <ac:spMk id="2" creationId="{BFFCF5BD-F8FF-4A67-A8B6-EBB21E79279B}"/>
          </ac:spMkLst>
        </pc:spChg>
        <pc:spChg chg="add mod">
          <ac:chgData name="White (she/her), Whitney" userId="65f39021-2f1d-4d8b-87dc-b123826f65bf" providerId="ADAL" clId="{EEC5AA6B-8789-4041-8286-695D37DAD191}" dt="2023-08-31T01:25:55.328" v="7" actId="1076"/>
          <ac:spMkLst>
            <pc:docMk/>
            <pc:sldMk cId="1482277026" sldId="256"/>
            <ac:spMk id="4" creationId="{77B182E9-3689-9CBF-F822-80AEE7487777}"/>
          </ac:spMkLst>
        </pc:spChg>
      </pc:sldChg>
      <pc:sldChg chg="modSp mod">
        <pc:chgData name="White (she/her), Whitney" userId="65f39021-2f1d-4d8b-87dc-b123826f65bf" providerId="ADAL" clId="{EEC5AA6B-8789-4041-8286-695D37DAD191}" dt="2023-08-31T01:25:50.440" v="6" actId="20577"/>
        <pc:sldMkLst>
          <pc:docMk/>
          <pc:sldMk cId="2772527113" sldId="259"/>
        </pc:sldMkLst>
        <pc:spChg chg="mod">
          <ac:chgData name="White (she/her), Whitney" userId="65f39021-2f1d-4d8b-87dc-b123826f65bf" providerId="ADAL" clId="{EEC5AA6B-8789-4041-8286-695D37DAD191}" dt="2023-08-31T01:25:50.440" v="6" actId="20577"/>
          <ac:spMkLst>
            <pc:docMk/>
            <pc:sldMk cId="2772527113" sldId="259"/>
            <ac:spMk id="3" creationId="{8CE08C7F-0286-423B-92F7-DEB89F31111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59861"/>
            <a:ext cx="9144000" cy="370300"/>
          </a:xfrm>
        </p:spPr>
        <p:txBody>
          <a:bodyPr>
            <a:normAutofit/>
          </a:bodyPr>
          <a:lstStyle/>
          <a:p>
            <a:pPr algn="l"/>
            <a:r>
              <a:rPr lang="en-US" sz="1800" dirty="0"/>
              <a:t>Instructional Practices| Unit 2: Classroom Management| Lesson 2.28</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060174" y="2321719"/>
            <a:ext cx="10071652" cy="2214561"/>
          </a:xfrm>
        </p:spPr>
        <p:txBody>
          <a:bodyPr>
            <a:normAutofit/>
          </a:bodyPr>
          <a:lstStyle/>
          <a:p>
            <a:r>
              <a:rPr lang="en-US" sz="6000" dirty="0"/>
              <a:t>Classroom </a:t>
            </a:r>
            <a:r>
              <a:rPr lang="en-US" sz="6000"/>
              <a:t>Management Plans, Part </a:t>
            </a:r>
            <a:r>
              <a:rPr lang="en-US" sz="6000" dirty="0"/>
              <a:t>II</a:t>
            </a:r>
          </a:p>
        </p:txBody>
      </p:sp>
      <p:sp>
        <p:nvSpPr>
          <p:cNvPr id="4" name="TextBox 3">
            <a:extLst>
              <a:ext uri="{FF2B5EF4-FFF2-40B4-BE49-F238E27FC236}">
                <a16:creationId xmlns:a16="http://schemas.microsoft.com/office/drawing/2014/main" id="{77B182E9-3689-9CBF-F822-80AEE7487777}"/>
              </a:ext>
            </a:extLst>
          </p:cNvPr>
          <p:cNvSpPr txBox="1"/>
          <p:nvPr/>
        </p:nvSpPr>
        <p:spPr>
          <a:xfrm>
            <a:off x="0" y="6442744"/>
            <a:ext cx="11110595" cy="494030"/>
          </a:xfrm>
          <a:prstGeom prst="rect">
            <a:avLst/>
          </a:prstGeom>
          <a:noFill/>
        </p:spPr>
        <p:txBody>
          <a:bodyPr wrap="square" rtlCol="0">
            <a:spAutoFit/>
          </a:bodyPr>
          <a:lstStyle/>
          <a:p>
            <a:pPr marL="0" marR="0">
              <a:lnSpc>
                <a:spcPct val="107000"/>
              </a:lnSpc>
              <a:spcBef>
                <a:spcPts val="0"/>
              </a:spcBef>
              <a:spcAft>
                <a:spcPts val="800"/>
              </a:spcAft>
            </a:pPr>
            <a:r>
              <a:rPr lang="en-US" sz="1800" kern="1200" dirty="0">
                <a:solidFill>
                  <a:srgbClr val="464646"/>
                </a:solidFill>
                <a:effectLst/>
                <a:latin typeface="Calibri Light" panose="020F0302020204030204" pitchFamily="34" charset="0"/>
                <a:ea typeface="Calibri" panose="020F0502020204030204" pitchFamily="34" charset="0"/>
                <a:cs typeface="Calibri" panose="020F0502020204030204" pitchFamily="34" charset="0"/>
              </a:rPr>
              <a:t>This work is licensed under a </a:t>
            </a:r>
            <a:r>
              <a:rPr lang="en-US" sz="1800" u="sng" kern="1200" dirty="0">
                <a:solidFill>
                  <a:srgbClr val="0070C0"/>
                </a:solidFill>
                <a:effectLst/>
                <a:latin typeface="Calibri Light" panose="020F03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kern="1200" dirty="0">
                <a:solidFill>
                  <a:srgbClr val="0070C0"/>
                </a:solidFill>
                <a:effectLst/>
                <a:latin typeface="Calibri Light" panose="020F0302020204030204" pitchFamily="34" charset="0"/>
                <a:ea typeface="Calibri" panose="020F0502020204030204" pitchFamily="34" charset="0"/>
                <a:cs typeface="Calibri" panose="020F0502020204030204" pitchFamily="34" charset="0"/>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3B, 3C, 4C, 7A, 7E</a:t>
            </a:r>
          </a:p>
          <a:p>
            <a:pPr marL="0" indent="0">
              <a:buNone/>
            </a:pPr>
            <a:endParaRPr lang="en-US" dirty="0"/>
          </a:p>
          <a:p>
            <a:pPr marL="0" indent="0">
              <a:buNone/>
            </a:pPr>
            <a:r>
              <a:rPr lang="en-US" dirty="0"/>
              <a:t>The student will:</a:t>
            </a:r>
          </a:p>
          <a:p>
            <a:pPr marL="342900" marR="0" lvl="0" indent="-342900">
              <a:lnSpc>
                <a:spcPct val="107000"/>
              </a:lnSpc>
              <a:spcBef>
                <a:spcPts val="0"/>
              </a:spcBef>
              <a:spcAft>
                <a:spcPts val="800"/>
              </a:spcAft>
              <a:buFont typeface="Symbol" panose="05050102010706020507" pitchFamily="18" charset="2"/>
              <a:buChar char=""/>
            </a:pPr>
            <a:r>
              <a:rPr lang="en-US" dirty="0">
                <a:latin typeface="Calibri" panose="020F0502020204030204" pitchFamily="34" charset="0"/>
                <a:ea typeface="Calibri" panose="020F0502020204030204" pitchFamily="34" charset="0"/>
                <a:cs typeface="Calibri" panose="020F0502020204030204" pitchFamily="34" charset="0"/>
              </a:rPr>
              <a:t>d</a:t>
            </a:r>
            <a:r>
              <a:rPr lang="en-US" sz="2800" dirty="0">
                <a:effectLst/>
                <a:latin typeface="Calibri" panose="020F0502020204030204" pitchFamily="34" charset="0"/>
                <a:ea typeface="Calibri" panose="020F0502020204030204" pitchFamily="34" charset="0"/>
                <a:cs typeface="Calibri" panose="020F0502020204030204" pitchFamily="34" charset="0"/>
              </a:rPr>
              <a:t>evelop a classroom management plan that addresses all components of effective classroom management.</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dirty="0">
                <a:latin typeface="Calibri" panose="020F0502020204030204" pitchFamily="34" charset="0"/>
                <a:ea typeface="Calibri" panose="020F0502020204030204" pitchFamily="34" charset="0"/>
              </a:rPr>
              <a:t>p</a:t>
            </a:r>
            <a:r>
              <a:rPr lang="en-US" sz="2800" dirty="0">
                <a:effectLst/>
                <a:latin typeface="Calibri" panose="020F0502020204030204" pitchFamily="34" charset="0"/>
                <a:ea typeface="Calibri" panose="020F0502020204030204" pitchFamily="34" charset="0"/>
              </a:rPr>
              <a:t>resent one component of behavior management plan using behavior management techniques.</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a:xfrm>
            <a:off x="838200" y="1584992"/>
            <a:ext cx="10731366" cy="4771357"/>
          </a:xfrm>
        </p:spPr>
        <p:txBody>
          <a:bodyPr>
            <a:normAutofit fontScale="92500"/>
          </a:bodyPr>
          <a:lstStyle/>
          <a:p>
            <a:pPr marL="0" marR="0" indent="0">
              <a:lnSpc>
                <a:spcPct val="107000"/>
              </a:lnSpc>
              <a:spcBef>
                <a:spcPts val="0"/>
              </a:spcBef>
              <a:spcAft>
                <a:spcPts val="800"/>
              </a:spcAft>
              <a:buNone/>
            </a:pPr>
            <a:r>
              <a:rPr lang="en-US" sz="2800"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rPr>
              <a:t>Use your Classroom Management Plan Template and the Classroom Management Plan Rubric in your Student Guide to reflect on your progress with your plan relating to each of the five components:</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2800"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rPr>
              <a:t>Classroom Rules</a:t>
            </a:r>
            <a:endParaRPr lang="en-US" sz="3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2800"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rPr>
              <a:t>Classroom Procedures</a:t>
            </a:r>
            <a:endParaRPr lang="en-US" sz="3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2800"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rPr>
              <a:t>Classroom Layout</a:t>
            </a:r>
            <a:endParaRPr lang="en-US" sz="3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2800"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rPr>
              <a:t>Behavior Management &amp; Intervention</a:t>
            </a:r>
            <a:endParaRPr lang="en-US" sz="3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2800"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rPr>
              <a:t>Positive Relationship Development</a:t>
            </a:r>
            <a:endParaRPr lang="en-US" sz="36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2800" dirty="0">
                <a:solidFill>
                  <a:srgbClr val="000000"/>
                </a:solidFill>
                <a:effectLst/>
                <a:latin typeface="Open Sans" panose="020B0606030504020204" pitchFamily="34" charset="0"/>
                <a:ea typeface="Times New Roman" panose="02020603050405020304" pitchFamily="18" charset="0"/>
              </a:rPr>
              <a:t>How would you rate your progress in each of these areas?</a:t>
            </a:r>
            <a:endParaRPr lang="en-US"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marR="0" indent="0">
              <a:spcBef>
                <a:spcPts val="600"/>
              </a:spcBef>
              <a:spcAft>
                <a:spcPts val="600"/>
              </a:spcAft>
              <a:buNone/>
            </a:pPr>
            <a:r>
              <a:rPr lang="en-US" sz="2800" dirty="0">
                <a:effectLst/>
                <a:latin typeface="Calibri" panose="020F0502020204030204" pitchFamily="34" charset="0"/>
                <a:ea typeface="Times New Roman" panose="02020603050405020304" pitchFamily="18" charset="0"/>
                <a:cs typeface="Calibri" panose="020F0502020204030204" pitchFamily="34" charset="0"/>
              </a:rPr>
              <a:t>What aspects of developing a Classroom Management Plan are most challenging?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600"/>
              </a:spcBef>
              <a:spcAft>
                <a:spcPts val="600"/>
              </a:spcAft>
              <a:buNone/>
            </a:pPr>
            <a:endParaRPr lang="en-US" sz="2800" dirty="0">
              <a:effectLst/>
              <a:latin typeface="Calibri" panose="020F0502020204030204" pitchFamily="34" charset="0"/>
              <a:ea typeface="Times New Roman" panose="02020603050405020304" pitchFamily="18" charset="0"/>
              <a:cs typeface="Calibri" panose="020F0502020204030204" pitchFamily="34" charset="0"/>
            </a:endParaRPr>
          </a:p>
          <a:p>
            <a:pPr marL="0" marR="0" indent="0">
              <a:spcBef>
                <a:spcPts val="600"/>
              </a:spcBef>
              <a:spcAft>
                <a:spcPts val="600"/>
              </a:spcAft>
              <a:buNone/>
            </a:pPr>
            <a:r>
              <a:rPr lang="en-US" sz="2800" dirty="0">
                <a:effectLst/>
                <a:latin typeface="Calibri" panose="020F0502020204030204" pitchFamily="34" charset="0"/>
                <a:ea typeface="Times New Roman" panose="02020603050405020304" pitchFamily="18" charset="0"/>
                <a:cs typeface="Calibri" panose="020F0502020204030204" pitchFamily="34" charset="0"/>
              </a:rPr>
              <a:t>Why is it important that teachers think through the approach to classroom management and articulate their thoughts in a written plan?</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106</TotalTime>
  <Words>172</Words>
  <Application>Microsoft Office PowerPoint</Application>
  <PresentationFormat>Widescreen</PresentationFormat>
  <Paragraphs>24</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Calibri</vt:lpstr>
      <vt:lpstr>Calibri Light</vt:lpstr>
      <vt:lpstr>Open Sans</vt:lpstr>
      <vt:lpstr>Symbol</vt:lpstr>
      <vt:lpstr>Office Theme</vt:lpstr>
      <vt:lpstr>Instructional Practices| Unit 2: Classroom Management| Lesson 2.28</vt:lpstr>
      <vt:lpstr>TEKS Standards &amp; Objectives</vt:lpstr>
      <vt:lpstr>Bellringer</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2.28: Classroom Management Plans, Part II</dc:title>
  <dc:subject>Lesson 2.28: Classroom Management Plans, Part II</dc:subject>
  <dc:creator>Texas Education Agency</dc:creator>
  <cp:lastModifiedBy>White (she/her), Whitney</cp:lastModifiedBy>
  <cp:revision>3</cp:revision>
  <dcterms:created xsi:type="dcterms:W3CDTF">2022-05-09T19:40:20Z</dcterms:created>
  <dcterms:modified xsi:type="dcterms:W3CDTF">2023-08-31T01:26:01Z</dcterms:modified>
</cp:coreProperties>
</file>
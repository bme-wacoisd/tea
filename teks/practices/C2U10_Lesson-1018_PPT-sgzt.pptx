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9" r:id="rId3"/>
    <p:sldId id="258" r:id="rId4"/>
    <p:sldId id="266" r:id="rId5"/>
    <p:sldId id="265" r:id="rId6"/>
    <p:sldId id="267" r:id="rId7"/>
    <p:sldId id="268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14" autoAdjust="0"/>
  </p:normalViewPr>
  <p:slideViewPr>
    <p:cSldViewPr snapToGrid="0">
      <p:cViewPr varScale="1">
        <p:scale>
          <a:sx n="108" d="100"/>
          <a:sy n="108" d="100"/>
        </p:scale>
        <p:origin x="40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 (she/her), Whitney" userId="65f39021-2f1d-4d8b-87dc-b123826f65bf" providerId="ADAL" clId="{B4CAE1AE-C86F-4940-9BF1-4C2174316204}"/>
    <pc:docChg chg="custSel modSld">
      <pc:chgData name="White (she/her), Whitney" userId="65f39021-2f1d-4d8b-87dc-b123826f65bf" providerId="ADAL" clId="{B4CAE1AE-C86F-4940-9BF1-4C2174316204}" dt="2023-04-10T18:53:40.898" v="10" actId="27636"/>
      <pc:docMkLst>
        <pc:docMk/>
      </pc:docMkLst>
      <pc:sldChg chg="modSp mod">
        <pc:chgData name="White (she/her), Whitney" userId="65f39021-2f1d-4d8b-87dc-b123826f65bf" providerId="ADAL" clId="{B4CAE1AE-C86F-4940-9BF1-4C2174316204}" dt="2023-04-10T18:53:40.898" v="10" actId="27636"/>
        <pc:sldMkLst>
          <pc:docMk/>
          <pc:sldMk cId="1482277026" sldId="256"/>
        </pc:sldMkLst>
        <pc:spChg chg="mod">
          <ac:chgData name="White (she/her), Whitney" userId="65f39021-2f1d-4d8b-87dc-b123826f65bf" providerId="ADAL" clId="{B4CAE1AE-C86F-4940-9BF1-4C2174316204}" dt="2023-04-10T18:53:40.898" v="10" actId="27636"/>
          <ac:spMkLst>
            <pc:docMk/>
            <pc:sldMk cId="1482277026" sldId="256"/>
            <ac:spMk id="3" creationId="{E0FBD98F-3A67-498E-8174-652040DD7B60}"/>
          </ac:spMkLst>
        </pc:spChg>
      </pc:sldChg>
    </pc:docChg>
  </pc:docChgLst>
  <pc:docChgLst>
    <pc:chgData name="Freeman, Mary Clare" userId="2d140676-9258-40b2-bb34-da113a38a93e" providerId="ADAL" clId="{7F445654-FA50-4903-A4AC-8F45FB2B4006}"/>
    <pc:docChg chg="undo custSel addSld delSld modSld">
      <pc:chgData name="Freeman, Mary Clare" userId="2d140676-9258-40b2-bb34-da113a38a93e" providerId="ADAL" clId="{7F445654-FA50-4903-A4AC-8F45FB2B4006}" dt="2023-02-20T17:34:25.918" v="164" actId="20577"/>
      <pc:docMkLst>
        <pc:docMk/>
      </pc:docMkLst>
      <pc:sldChg chg="modSp mod">
        <pc:chgData name="Freeman, Mary Clare" userId="2d140676-9258-40b2-bb34-da113a38a93e" providerId="ADAL" clId="{7F445654-FA50-4903-A4AC-8F45FB2B4006}" dt="2023-02-20T17:25:04.769" v="8" actId="27636"/>
        <pc:sldMkLst>
          <pc:docMk/>
          <pc:sldMk cId="1482277026" sldId="256"/>
        </pc:sldMkLst>
        <pc:spChg chg="mod">
          <ac:chgData name="Freeman, Mary Clare" userId="2d140676-9258-40b2-bb34-da113a38a93e" providerId="ADAL" clId="{7F445654-FA50-4903-A4AC-8F45FB2B4006}" dt="2023-02-20T17:24:56.954" v="4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Freeman, Mary Clare" userId="2d140676-9258-40b2-bb34-da113a38a93e" providerId="ADAL" clId="{7F445654-FA50-4903-A4AC-8F45FB2B4006}" dt="2023-02-20T17:25:04.769" v="8" actId="27636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Freeman, Mary Clare" userId="2d140676-9258-40b2-bb34-da113a38a93e" providerId="ADAL" clId="{7F445654-FA50-4903-A4AC-8F45FB2B4006}" dt="2023-02-20T17:29:26.611" v="22" actId="20577"/>
        <pc:sldMkLst>
          <pc:docMk/>
          <pc:sldMk cId="4071305681" sldId="258"/>
        </pc:sldMkLst>
        <pc:spChg chg="mod">
          <ac:chgData name="Freeman, Mary Clare" userId="2d140676-9258-40b2-bb34-da113a38a93e" providerId="ADAL" clId="{7F445654-FA50-4903-A4AC-8F45FB2B4006}" dt="2023-02-20T17:29:26.611" v="22" actId="20577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Freeman, Mary Clare" userId="2d140676-9258-40b2-bb34-da113a38a93e" providerId="ADAL" clId="{7F445654-FA50-4903-A4AC-8F45FB2B4006}" dt="2023-02-20T17:27:54.616" v="17" actId="12"/>
        <pc:sldMkLst>
          <pc:docMk/>
          <pc:sldMk cId="2772527113" sldId="259"/>
        </pc:sldMkLst>
        <pc:spChg chg="mod">
          <ac:chgData name="Freeman, Mary Clare" userId="2d140676-9258-40b2-bb34-da113a38a93e" providerId="ADAL" clId="{7F445654-FA50-4903-A4AC-8F45FB2B4006}" dt="2023-02-20T17:27:54.616" v="17" actId="12"/>
          <ac:spMkLst>
            <pc:docMk/>
            <pc:sldMk cId="2772527113" sldId="259"/>
            <ac:spMk id="3" creationId="{8CE08C7F-0286-423B-92F7-DEB89F31111A}"/>
          </ac:spMkLst>
        </pc:spChg>
      </pc:sldChg>
      <pc:sldChg chg="del">
        <pc:chgData name="Freeman, Mary Clare" userId="2d140676-9258-40b2-bb34-da113a38a93e" providerId="ADAL" clId="{7F445654-FA50-4903-A4AC-8F45FB2B4006}" dt="2023-02-20T17:31:04.242" v="35" actId="2696"/>
        <pc:sldMkLst>
          <pc:docMk/>
          <pc:sldMk cId="3493109116" sldId="264"/>
        </pc:sldMkLst>
      </pc:sldChg>
      <pc:sldChg chg="modSp mod">
        <pc:chgData name="Freeman, Mary Clare" userId="2d140676-9258-40b2-bb34-da113a38a93e" providerId="ADAL" clId="{7F445654-FA50-4903-A4AC-8F45FB2B4006}" dt="2023-02-20T17:33:17.738" v="126" actId="27636"/>
        <pc:sldMkLst>
          <pc:docMk/>
          <pc:sldMk cId="1250448534" sldId="265"/>
        </pc:sldMkLst>
        <pc:spChg chg="mod">
          <ac:chgData name="Freeman, Mary Clare" userId="2d140676-9258-40b2-bb34-da113a38a93e" providerId="ADAL" clId="{7F445654-FA50-4903-A4AC-8F45FB2B4006}" dt="2023-02-20T17:31:29.584" v="36"/>
          <ac:spMkLst>
            <pc:docMk/>
            <pc:sldMk cId="1250448534" sldId="265"/>
            <ac:spMk id="2" creationId="{D7836664-70C0-47BA-9BFF-496A04EBBFDE}"/>
          </ac:spMkLst>
        </pc:spChg>
        <pc:spChg chg="mod">
          <ac:chgData name="Freeman, Mary Clare" userId="2d140676-9258-40b2-bb34-da113a38a93e" providerId="ADAL" clId="{7F445654-FA50-4903-A4AC-8F45FB2B4006}" dt="2023-02-20T17:33:17.738" v="126" actId="27636"/>
          <ac:spMkLst>
            <pc:docMk/>
            <pc:sldMk cId="1250448534" sldId="265"/>
            <ac:spMk id="6" creationId="{19C5131E-1EAA-47E0-B568-992AB23A8362}"/>
          </ac:spMkLst>
        </pc:spChg>
      </pc:sldChg>
      <pc:sldChg chg="addSp delSp modSp add mod">
        <pc:chgData name="Freeman, Mary Clare" userId="2d140676-9258-40b2-bb34-da113a38a93e" providerId="ADAL" clId="{7F445654-FA50-4903-A4AC-8F45FB2B4006}" dt="2023-02-20T17:29:51.208" v="34" actId="1076"/>
        <pc:sldMkLst>
          <pc:docMk/>
          <pc:sldMk cId="3898157015" sldId="266"/>
        </pc:sldMkLst>
        <pc:spChg chg="del mod">
          <ac:chgData name="Freeman, Mary Clare" userId="2d140676-9258-40b2-bb34-da113a38a93e" providerId="ADAL" clId="{7F445654-FA50-4903-A4AC-8F45FB2B4006}" dt="2023-02-20T17:29:35.548" v="24" actId="478"/>
          <ac:spMkLst>
            <pc:docMk/>
            <pc:sldMk cId="3898157015" sldId="266"/>
            <ac:spMk id="3" creationId="{392BE286-77A6-49DD-B15D-7E4718D52FE7}"/>
          </ac:spMkLst>
        </pc:spChg>
        <pc:spChg chg="add mod">
          <ac:chgData name="Freeman, Mary Clare" userId="2d140676-9258-40b2-bb34-da113a38a93e" providerId="ADAL" clId="{7F445654-FA50-4903-A4AC-8F45FB2B4006}" dt="2023-02-20T17:29:51.208" v="34" actId="1076"/>
          <ac:spMkLst>
            <pc:docMk/>
            <pc:sldMk cId="3898157015" sldId="266"/>
            <ac:spMk id="6" creationId="{18011CF1-1C67-215F-7B8B-9860B3F14115}"/>
          </ac:spMkLst>
        </pc:spChg>
      </pc:sldChg>
      <pc:sldChg chg="modSp add mod">
        <pc:chgData name="Freeman, Mary Clare" userId="2d140676-9258-40b2-bb34-da113a38a93e" providerId="ADAL" clId="{7F445654-FA50-4903-A4AC-8F45FB2B4006}" dt="2023-02-20T17:32:15.482" v="71" actId="6549"/>
        <pc:sldMkLst>
          <pc:docMk/>
          <pc:sldMk cId="2256668783" sldId="267"/>
        </pc:sldMkLst>
        <pc:spChg chg="mod">
          <ac:chgData name="Freeman, Mary Clare" userId="2d140676-9258-40b2-bb34-da113a38a93e" providerId="ADAL" clId="{7F445654-FA50-4903-A4AC-8F45FB2B4006}" dt="2023-02-20T17:32:02.325" v="68" actId="20577"/>
          <ac:spMkLst>
            <pc:docMk/>
            <pc:sldMk cId="2256668783" sldId="267"/>
            <ac:spMk id="2" creationId="{D7836664-70C0-47BA-9BFF-496A04EBBFDE}"/>
          </ac:spMkLst>
        </pc:spChg>
        <pc:spChg chg="mod">
          <ac:chgData name="Freeman, Mary Clare" userId="2d140676-9258-40b2-bb34-da113a38a93e" providerId="ADAL" clId="{7F445654-FA50-4903-A4AC-8F45FB2B4006}" dt="2023-02-20T17:32:15.482" v="71" actId="6549"/>
          <ac:spMkLst>
            <pc:docMk/>
            <pc:sldMk cId="2256668783" sldId="267"/>
            <ac:spMk id="6" creationId="{19C5131E-1EAA-47E0-B568-992AB23A8362}"/>
          </ac:spMkLst>
        </pc:spChg>
      </pc:sldChg>
      <pc:sldChg chg="addSp delSp modSp add mod">
        <pc:chgData name="Freeman, Mary Clare" userId="2d140676-9258-40b2-bb34-da113a38a93e" providerId="ADAL" clId="{7F445654-FA50-4903-A4AC-8F45FB2B4006}" dt="2023-02-20T17:34:25.918" v="164" actId="20577"/>
        <pc:sldMkLst>
          <pc:docMk/>
          <pc:sldMk cId="624037508" sldId="268"/>
        </pc:sldMkLst>
        <pc:spChg chg="mod">
          <ac:chgData name="Freeman, Mary Clare" userId="2d140676-9258-40b2-bb34-da113a38a93e" providerId="ADAL" clId="{7F445654-FA50-4903-A4AC-8F45FB2B4006}" dt="2023-02-20T17:34:25.918" v="164" actId="20577"/>
          <ac:spMkLst>
            <pc:docMk/>
            <pc:sldMk cId="624037508" sldId="268"/>
            <ac:spMk id="2" creationId="{D7836664-70C0-47BA-9BFF-496A04EBBFDE}"/>
          </ac:spMkLst>
        </pc:spChg>
        <pc:spChg chg="add del mod">
          <ac:chgData name="Freeman, Mary Clare" userId="2d140676-9258-40b2-bb34-da113a38a93e" providerId="ADAL" clId="{7F445654-FA50-4903-A4AC-8F45FB2B4006}" dt="2023-02-20T17:34:06.682" v="140"/>
          <ac:spMkLst>
            <pc:docMk/>
            <pc:sldMk cId="624037508" sldId="268"/>
            <ac:spMk id="5" creationId="{1D225DEC-C873-C7BC-765D-D6CB54E28CF5}"/>
          </ac:spMkLst>
        </pc:spChg>
        <pc:spChg chg="del">
          <ac:chgData name="Freeman, Mary Clare" userId="2d140676-9258-40b2-bb34-da113a38a93e" providerId="ADAL" clId="{7F445654-FA50-4903-A4AC-8F45FB2B4006}" dt="2023-02-20T17:33:45.577" v="128" actId="478"/>
          <ac:spMkLst>
            <pc:docMk/>
            <pc:sldMk cId="624037508" sldId="268"/>
            <ac:spMk id="6" creationId="{19C5131E-1EAA-47E0-B568-992AB23A8362}"/>
          </ac:spMkLst>
        </pc:spChg>
        <pc:spChg chg="add del mod">
          <ac:chgData name="Freeman, Mary Clare" userId="2d140676-9258-40b2-bb34-da113a38a93e" providerId="ADAL" clId="{7F445654-FA50-4903-A4AC-8F45FB2B4006}" dt="2023-02-20T17:33:51.282" v="130"/>
          <ac:spMkLst>
            <pc:docMk/>
            <pc:sldMk cId="624037508" sldId="268"/>
            <ac:spMk id="8" creationId="{B7F21A0A-4BD6-8145-1EE8-0C8BF4D83DA8}"/>
          </ac:spMkLst>
        </pc:spChg>
        <pc:spChg chg="add del">
          <ac:chgData name="Freeman, Mary Clare" userId="2d140676-9258-40b2-bb34-da113a38a93e" providerId="ADAL" clId="{7F445654-FA50-4903-A4AC-8F45FB2B4006}" dt="2023-02-20T17:33:56.220" v="132"/>
          <ac:spMkLst>
            <pc:docMk/>
            <pc:sldMk cId="624037508" sldId="268"/>
            <ac:spMk id="10" creationId="{5A3D0B97-8A3F-CED6-B618-E264A0815E1D}"/>
          </ac:spMkLst>
        </pc:spChg>
        <pc:graphicFrameChg chg="add del mod">
          <ac:chgData name="Freeman, Mary Clare" userId="2d140676-9258-40b2-bb34-da113a38a93e" providerId="ADAL" clId="{7F445654-FA50-4903-A4AC-8F45FB2B4006}" dt="2023-02-20T17:33:51.282" v="130"/>
          <ac:graphicFrameMkLst>
            <pc:docMk/>
            <pc:sldMk cId="624037508" sldId="268"/>
            <ac:graphicFrameMk id="7" creationId="{9930CD56-0A9D-E40B-D63B-AEC03B343168}"/>
          </ac:graphicFrameMkLst>
        </pc:graphicFrameChg>
        <pc:graphicFrameChg chg="add del mod">
          <ac:chgData name="Freeman, Mary Clare" userId="2d140676-9258-40b2-bb34-da113a38a93e" providerId="ADAL" clId="{7F445654-FA50-4903-A4AC-8F45FB2B4006}" dt="2023-02-20T17:33:56.220" v="132"/>
          <ac:graphicFrameMkLst>
            <pc:docMk/>
            <pc:sldMk cId="624037508" sldId="268"/>
            <ac:graphicFrameMk id="9" creationId="{15B679B6-F46C-D0E3-01CF-66982554A86C}"/>
          </ac:graphicFrameMkLst>
        </pc:graphicFrameChg>
        <pc:picChg chg="add mod">
          <ac:chgData name="Freeman, Mary Clare" userId="2d140676-9258-40b2-bb34-da113a38a93e" providerId="ADAL" clId="{7F445654-FA50-4903-A4AC-8F45FB2B4006}" dt="2023-02-20T17:34:18.854" v="147" actId="14100"/>
          <ac:picMkLst>
            <pc:docMk/>
            <pc:sldMk cId="624037508" sldId="268"/>
            <ac:picMk id="11" creationId="{EE6BC813-240C-5BFF-5B9D-54E0EECAD96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8/31/2023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8/31/2023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68250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10: Putting It All Together| Lesson 10.18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 fontScale="85000" lnSpcReduction="20000"/>
          </a:bodyPr>
          <a:lstStyle/>
          <a:p>
            <a:r>
              <a:rPr lang="en-US" sz="6000"/>
              <a:t>Professional Portfolio:</a:t>
            </a:r>
          </a:p>
          <a:p>
            <a:r>
              <a:rPr lang="en-US" sz="6000"/>
              <a:t> </a:t>
            </a:r>
          </a:p>
          <a:p>
            <a:r>
              <a:rPr lang="en-US" sz="6000" dirty="0"/>
              <a:t>Personal Philosophy Presentations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A54A9E-CACF-3CC6-F38A-10C563CDE966}"/>
              </a:ext>
            </a:extLst>
          </p:cNvPr>
          <p:cNvSpPr txBox="1"/>
          <p:nvPr/>
        </p:nvSpPr>
        <p:spPr>
          <a:xfrm>
            <a:off x="0" y="6438550"/>
            <a:ext cx="118144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971800" algn="ctr"/>
                <a:tab pos="5943600" algn="r"/>
              </a:tabLst>
            </a:pPr>
            <a:r>
              <a:rPr lang="en-US" sz="1600" dirty="0">
                <a:solidFill>
                  <a:srgbClr val="46464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600" u="sng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6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13A, 13B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r>
              <a:rPr lang="en-US" dirty="0"/>
              <a:t>Understand the expectations for the Personal Philosophy and Instructional Practices portfolio presentation</a:t>
            </a:r>
          </a:p>
          <a:p>
            <a:r>
              <a:rPr lang="en-US" dirty="0"/>
              <a:t>Present Portfolio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Compare your Portfolio Presentation to the Presentation Checklist to make sure all components are included in your PowerPoint.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Bellringer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011CF1-1C67-215F-7B8B-9860B3F14115}"/>
              </a:ext>
            </a:extLst>
          </p:cNvPr>
          <p:cNvSpPr txBox="1"/>
          <p:nvPr/>
        </p:nvSpPr>
        <p:spPr>
          <a:xfrm>
            <a:off x="838200" y="1495425"/>
            <a:ext cx="10296525" cy="4311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Presentation Checklist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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Your “Why” as it relates to teaching. (Why the profession matters, why you are considering pursuing the profession.) 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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 Personal Philosophy of Education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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Reflections on your practice through your field experiences, including: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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one situation that demonstrates a personal strength in your approach to teaching.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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one situation where you see an area where you grew in your approach to teaching through this course. 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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Identify at least 2 artifacts that reflect the values you shared in your philosophy of education and explain how they do so. This may include: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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Classroom Management Plan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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Lesson Plans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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Sample Assessments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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Outline your goals for pursuing a career in education and a plan for how you hope to achieve these goals.</a:t>
            </a:r>
          </a:p>
        </p:txBody>
      </p:sp>
    </p:spTree>
    <p:extLst>
      <p:ext uri="{BB962C8B-B14F-4D97-AF65-F5344CB8AC3E}">
        <p14:creationId xmlns:p14="http://schemas.microsoft.com/office/powerpoint/2010/main" val="3898157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dirty="0"/>
              <a:t>Components of an Effective Presentation: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C5131E-1EAA-47E0-B568-992AB23A8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1293814"/>
            <a:ext cx="10915650" cy="5019674"/>
          </a:xfrm>
        </p:spPr>
        <p:txBody>
          <a:bodyPr>
            <a:normAutofit lnSpcReduction="10000"/>
          </a:bodyPr>
          <a:lstStyle/>
          <a:p>
            <a:pPr marL="457200" lvl="1" indent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809625" algn="l"/>
              </a:tabLst>
            </a:pP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Directions: 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Use the next few minutes to silently review and practice your Portfolio Presentation. Refer to the “Components of an Effective Presentation” and/or your Checklist to make changes or revisions.</a:t>
            </a:r>
            <a:endParaRPr lang="en-US" b="1" i="1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800100" lvl="1" indent="-34290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809625" algn="l"/>
              </a:tabLst>
            </a:pPr>
            <a:r>
              <a:rPr lang="en-US" b="1" i="1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Organization and Structure:</a:t>
            </a:r>
            <a:r>
              <a:rPr lang="en-US" b="1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The presentation is developed in a focused, creative, and coherent way.</a:t>
            </a:r>
          </a:p>
          <a:p>
            <a:pPr marL="800100" lvl="1" indent="-34290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809625" algn="l"/>
              </a:tabLst>
            </a:pPr>
            <a:r>
              <a:rPr lang="en-US" b="1" i="1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Content:</a:t>
            </a:r>
            <a:r>
              <a:rPr lang="en-US" b="1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The presentation addresses all required components and provides appropriate elaboration around each element. </a:t>
            </a:r>
          </a:p>
          <a:p>
            <a:pPr marL="800100" lvl="1" indent="-34290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809625" algn="l"/>
              </a:tabLst>
            </a:pPr>
            <a:r>
              <a:rPr lang="en-US" b="1" i="1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Design:</a:t>
            </a:r>
            <a:r>
              <a:rPr lang="en-US" b="1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The presentation is visually appealing, using colors, images, and graphics to strengthen the quality of the final product. </a:t>
            </a:r>
          </a:p>
          <a:p>
            <a:pPr marL="800100" lvl="1" indent="-34290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809625" algn="l"/>
              </a:tabLst>
            </a:pPr>
            <a:r>
              <a:rPr lang="en-US" b="1" i="1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Language and Delivery</a:t>
            </a:r>
            <a:r>
              <a:rPr lang="en-US" b="1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The presenter speaks clearly, effectively, and confidently (e.g., volume, pace, articulation) in a presentation that does not exceed 10 minutes.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0448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dirty="0"/>
              <a:t>Portfolio Presentation Norms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C5131E-1EAA-47E0-B568-992AB23A8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0676"/>
            <a:ext cx="10515600" cy="50196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As you are an audience member of Portfolio Presentations, please use the following Norms: </a:t>
            </a:r>
          </a:p>
          <a:p>
            <a:pPr marL="0" indent="0">
              <a:buNone/>
            </a:pPr>
            <a:r>
              <a:rPr lang="en-US" dirty="0"/>
              <a:t>•	Listen actively.</a:t>
            </a:r>
          </a:p>
          <a:p>
            <a:pPr marL="0" indent="0">
              <a:buNone/>
            </a:pPr>
            <a:r>
              <a:rPr lang="en-US" dirty="0"/>
              <a:t>•	Remain engaged and focused on the presenter.</a:t>
            </a:r>
          </a:p>
          <a:p>
            <a:pPr marL="0" indent="0">
              <a:buNone/>
            </a:pPr>
            <a:r>
              <a:rPr lang="en-US" dirty="0"/>
              <a:t>•	Respect the presenter.</a:t>
            </a:r>
          </a:p>
          <a:p>
            <a:pPr marL="0" indent="0">
              <a:buNone/>
            </a:pPr>
            <a:r>
              <a:rPr lang="en-US" dirty="0"/>
              <a:t>•	Raise your hand to ask relevant questions.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6668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dirty="0"/>
              <a:t>Portfolio </a:t>
            </a:r>
            <a:r>
              <a:rPr lang="en-US"/>
              <a:t>Presentation Feedback Form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EE6BC813-240C-5BFF-5B9D-54E0EECAD9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6319" y="1229341"/>
            <a:ext cx="7962472" cy="4923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037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indent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 lieu of an exit ticket, please submit your completed portfolio presentation. </a:t>
            </a:r>
          </a:p>
          <a:p>
            <a:pPr marL="0" marR="0" lvl="0" indent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lang="en-US" sz="20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256</TotalTime>
  <Words>422</Words>
  <Application>Microsoft Office PowerPoint</Application>
  <PresentationFormat>Widescreen</PresentationFormat>
  <Paragraphs>49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Symbol</vt:lpstr>
      <vt:lpstr>Wingdings</vt:lpstr>
      <vt:lpstr>Office Theme</vt:lpstr>
      <vt:lpstr>Instructional Practices| Unit 10: Putting It All Together| Lesson 10.18</vt:lpstr>
      <vt:lpstr>TEKS Standards &amp; Objectives</vt:lpstr>
      <vt:lpstr>Bellringer</vt:lpstr>
      <vt:lpstr>Bellringer </vt:lpstr>
      <vt:lpstr>Components of an Effective Presentation: </vt:lpstr>
      <vt:lpstr>Portfolio Presentation Norms</vt:lpstr>
      <vt:lpstr>Portfolio Presentation Feedback Form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10.18: Professional Portfolio: Personal Philosophy--Presentations</dc:title>
  <dc:subject>Lesson 10.18: Professional Portfolio: Personal Philosophy--Presentations</dc:subject>
  <dc:creator>Texas Education Agency</dc:creator>
  <cp:lastModifiedBy>London White</cp:lastModifiedBy>
  <cp:revision>6</cp:revision>
  <dcterms:created xsi:type="dcterms:W3CDTF">2022-05-09T19:40:20Z</dcterms:created>
  <dcterms:modified xsi:type="dcterms:W3CDTF">2023-08-31T05:56:09Z</dcterms:modified>
</cp:coreProperties>
</file>
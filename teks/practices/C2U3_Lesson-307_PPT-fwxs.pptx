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5" r:id="rId6"/>
    <p:sldId id="266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DC627-8C0E-4678-AFFB-41B002D10BB4}" v="1" dt="2023-08-31T01:54:30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, Michael" userId="fab36145-0fd9-4a3e-95e4-581d3459e164" providerId="ADAL" clId="{A415E61F-F086-4521-8BCC-2D4F47165333}"/>
    <pc:docChg chg="undo custSel addSld delSld modSld">
      <pc:chgData name="Martin, Michael" userId="fab36145-0fd9-4a3e-95e4-581d3459e164" providerId="ADAL" clId="{A415E61F-F086-4521-8BCC-2D4F47165333}" dt="2023-01-02T17:20:37.599" v="152" actId="20577"/>
      <pc:docMkLst>
        <pc:docMk/>
      </pc:docMkLst>
      <pc:sldChg chg="modSp mod">
        <pc:chgData name="Martin, Michael" userId="fab36145-0fd9-4a3e-95e4-581d3459e164" providerId="ADAL" clId="{A415E61F-F086-4521-8BCC-2D4F47165333}" dt="2023-01-02T17:15:06.007" v="43" actId="20577"/>
        <pc:sldMkLst>
          <pc:docMk/>
          <pc:sldMk cId="1482277026" sldId="256"/>
        </pc:sldMkLst>
        <pc:spChg chg="mod">
          <ac:chgData name="Martin, Michael" userId="fab36145-0fd9-4a3e-95e4-581d3459e164" providerId="ADAL" clId="{A415E61F-F086-4521-8BCC-2D4F47165333}" dt="2023-01-02T17:15:06.007" v="4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artin, Michael" userId="fab36145-0fd9-4a3e-95e4-581d3459e164" providerId="ADAL" clId="{A415E61F-F086-4521-8BCC-2D4F47165333}" dt="2023-01-02T17:14:22.352" v="0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">
        <pc:chgData name="Martin, Michael" userId="fab36145-0fd9-4a3e-95e4-581d3459e164" providerId="ADAL" clId="{A415E61F-F086-4521-8BCC-2D4F47165333}" dt="2023-01-02T17:16:41.656" v="63"/>
        <pc:sldMkLst>
          <pc:docMk/>
          <pc:sldMk cId="4071305681" sldId="258"/>
        </pc:sldMkLst>
        <pc:spChg chg="mod">
          <ac:chgData name="Martin, Michael" userId="fab36145-0fd9-4a3e-95e4-581d3459e164" providerId="ADAL" clId="{A415E61F-F086-4521-8BCC-2D4F47165333}" dt="2023-01-02T17:16:41.656" v="63"/>
          <ac:spMkLst>
            <pc:docMk/>
            <pc:sldMk cId="4071305681" sldId="258"/>
            <ac:spMk id="3" creationId="{392BE286-77A6-49DD-B15D-7E4718D52FE7}"/>
          </ac:spMkLst>
        </pc:spChg>
        <pc:graphicFrameChg chg="add del mod">
          <ac:chgData name="Martin, Michael" userId="fab36145-0fd9-4a3e-95e4-581d3459e164" providerId="ADAL" clId="{A415E61F-F086-4521-8BCC-2D4F47165333}" dt="2023-01-02T17:16:32.577" v="62"/>
          <ac:graphicFrameMkLst>
            <pc:docMk/>
            <pc:sldMk cId="4071305681" sldId="258"/>
            <ac:graphicFrameMk id="5" creationId="{61C51C9A-7CA2-49B1-809A-9B877B98F377}"/>
          </ac:graphicFrameMkLst>
        </pc:graphicFrameChg>
      </pc:sldChg>
      <pc:sldChg chg="modSp mod">
        <pc:chgData name="Martin, Michael" userId="fab36145-0fd9-4a3e-95e4-581d3459e164" providerId="ADAL" clId="{A415E61F-F086-4521-8BCC-2D4F47165333}" dt="2023-01-02T17:16:12.251" v="60" actId="20577"/>
        <pc:sldMkLst>
          <pc:docMk/>
          <pc:sldMk cId="2772527113" sldId="259"/>
        </pc:sldMkLst>
        <pc:spChg chg="mod">
          <ac:chgData name="Martin, Michael" userId="fab36145-0fd9-4a3e-95e4-581d3459e164" providerId="ADAL" clId="{A415E61F-F086-4521-8BCC-2D4F47165333}" dt="2023-01-02T17:16:12.251" v="6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artin, Michael" userId="fab36145-0fd9-4a3e-95e4-581d3459e164" providerId="ADAL" clId="{A415E61F-F086-4521-8BCC-2D4F47165333}" dt="2023-01-02T17:20:37.599" v="152" actId="20577"/>
        <pc:sldMkLst>
          <pc:docMk/>
          <pc:sldMk cId="2147408764" sldId="260"/>
        </pc:sldMkLst>
        <pc:spChg chg="mod">
          <ac:chgData name="Martin, Michael" userId="fab36145-0fd9-4a3e-95e4-581d3459e164" providerId="ADAL" clId="{A415E61F-F086-4521-8BCC-2D4F47165333}" dt="2023-01-02T17:20:37.599" v="152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Martin, Michael" userId="fab36145-0fd9-4a3e-95e4-581d3459e164" providerId="ADAL" clId="{A415E61F-F086-4521-8BCC-2D4F47165333}" dt="2023-01-02T17:18:16.131" v="84"/>
        <pc:sldMkLst>
          <pc:docMk/>
          <pc:sldMk cId="3054216349" sldId="261"/>
        </pc:sldMkLst>
        <pc:spChg chg="mod">
          <ac:chgData name="Martin, Michael" userId="fab36145-0fd9-4a3e-95e4-581d3459e164" providerId="ADAL" clId="{A415E61F-F086-4521-8BCC-2D4F47165333}" dt="2023-01-02T17:18:16.131" v="84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Martin, Michael" userId="fab36145-0fd9-4a3e-95e4-581d3459e164" providerId="ADAL" clId="{A415E61F-F086-4521-8BCC-2D4F47165333}" dt="2023-01-02T17:19:38.299" v="128" actId="113"/>
        <pc:sldMkLst>
          <pc:docMk/>
          <pc:sldMk cId="3493109116" sldId="264"/>
        </pc:sldMkLst>
        <pc:spChg chg="mod">
          <ac:chgData name="Martin, Michael" userId="fab36145-0fd9-4a3e-95e4-581d3459e164" providerId="ADAL" clId="{A415E61F-F086-4521-8BCC-2D4F47165333}" dt="2023-01-02T17:18:42.713" v="115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Martin, Michael" userId="fab36145-0fd9-4a3e-95e4-581d3459e164" providerId="ADAL" clId="{A415E61F-F086-4521-8BCC-2D4F47165333}" dt="2023-01-02T17:19:38.299" v="128" actId="113"/>
          <ac:spMkLst>
            <pc:docMk/>
            <pc:sldMk cId="3493109116" sldId="264"/>
            <ac:spMk id="3" creationId="{F64339F5-2F5D-46B5-A25D-C197D73747BD}"/>
          </ac:spMkLst>
        </pc:spChg>
      </pc:sldChg>
      <pc:sldChg chg="add del">
        <pc:chgData name="Martin, Michael" userId="fab36145-0fd9-4a3e-95e4-581d3459e164" providerId="ADAL" clId="{A415E61F-F086-4521-8BCC-2D4F47165333}" dt="2023-01-02T17:19:41.917" v="129" actId="47"/>
        <pc:sldMkLst>
          <pc:docMk/>
          <pc:sldMk cId="2315245788" sldId="265"/>
        </pc:sldMkLst>
      </pc:sldChg>
    </pc:docChg>
  </pc:docChgLst>
  <pc:docChgLst>
    <pc:chgData name="Martin, Michael" userId="fab36145-0fd9-4a3e-95e4-581d3459e164" providerId="ADAL" clId="{FC64C577-ABEE-4142-A8F3-EA7F05554221}"/>
    <pc:docChg chg="undo custSel addSld delSld modSld">
      <pc:chgData name="Martin, Michael" userId="fab36145-0fd9-4a3e-95e4-581d3459e164" providerId="ADAL" clId="{FC64C577-ABEE-4142-A8F3-EA7F05554221}" dt="2023-01-02T17:55:41.579" v="205" actId="20577"/>
      <pc:docMkLst>
        <pc:docMk/>
      </pc:docMkLst>
      <pc:sldChg chg="modSp mod">
        <pc:chgData name="Martin, Michael" userId="fab36145-0fd9-4a3e-95e4-581d3459e164" providerId="ADAL" clId="{FC64C577-ABEE-4142-A8F3-EA7F05554221}" dt="2023-01-02T17:48:08.114" v="56" actId="20577"/>
        <pc:sldMkLst>
          <pc:docMk/>
          <pc:sldMk cId="1482277026" sldId="256"/>
        </pc:sldMkLst>
        <pc:spChg chg="mod">
          <ac:chgData name="Martin, Michael" userId="fab36145-0fd9-4a3e-95e4-581d3459e164" providerId="ADAL" clId="{FC64C577-ABEE-4142-A8F3-EA7F05554221}" dt="2023-01-02T17:48:08.114" v="5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artin, Michael" userId="fab36145-0fd9-4a3e-95e4-581d3459e164" providerId="ADAL" clId="{FC64C577-ABEE-4142-A8F3-EA7F05554221}" dt="2023-01-02T17:48:03.470" v="5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artin, Michael" userId="fab36145-0fd9-4a3e-95e4-581d3459e164" providerId="ADAL" clId="{FC64C577-ABEE-4142-A8F3-EA7F05554221}" dt="2023-01-02T17:50:49.673" v="73" actId="6549"/>
        <pc:sldMkLst>
          <pc:docMk/>
          <pc:sldMk cId="4071305681" sldId="258"/>
        </pc:sldMkLst>
        <pc:spChg chg="mod">
          <ac:chgData name="Martin, Michael" userId="fab36145-0fd9-4a3e-95e4-581d3459e164" providerId="ADAL" clId="{FC64C577-ABEE-4142-A8F3-EA7F05554221}" dt="2023-01-02T17:50:49.673" v="73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artin, Michael" userId="fab36145-0fd9-4a3e-95e4-581d3459e164" providerId="ADAL" clId="{FC64C577-ABEE-4142-A8F3-EA7F05554221}" dt="2023-01-02T17:50:26.481" v="71" actId="20577"/>
        <pc:sldMkLst>
          <pc:docMk/>
          <pc:sldMk cId="2772527113" sldId="259"/>
        </pc:sldMkLst>
        <pc:spChg chg="mod">
          <ac:chgData name="Martin, Michael" userId="fab36145-0fd9-4a3e-95e4-581d3459e164" providerId="ADAL" clId="{FC64C577-ABEE-4142-A8F3-EA7F05554221}" dt="2023-01-02T17:50:26.481" v="71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artin, Michael" userId="fab36145-0fd9-4a3e-95e4-581d3459e164" providerId="ADAL" clId="{FC64C577-ABEE-4142-A8F3-EA7F05554221}" dt="2023-01-02T17:55:41.579" v="205" actId="20577"/>
        <pc:sldMkLst>
          <pc:docMk/>
          <pc:sldMk cId="2147408764" sldId="260"/>
        </pc:sldMkLst>
        <pc:spChg chg="mod">
          <ac:chgData name="Martin, Michael" userId="fab36145-0fd9-4a3e-95e4-581d3459e164" providerId="ADAL" clId="{FC64C577-ABEE-4142-A8F3-EA7F05554221}" dt="2023-01-02T17:55:41.579" v="205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Martin, Michael" userId="fab36145-0fd9-4a3e-95e4-581d3459e164" providerId="ADAL" clId="{FC64C577-ABEE-4142-A8F3-EA7F05554221}" dt="2023-01-02T17:51:26.949" v="84" actId="6549"/>
        <pc:sldMkLst>
          <pc:docMk/>
          <pc:sldMk cId="3054216349" sldId="261"/>
        </pc:sldMkLst>
        <pc:spChg chg="mod">
          <ac:chgData name="Martin, Michael" userId="fab36145-0fd9-4a3e-95e4-581d3459e164" providerId="ADAL" clId="{FC64C577-ABEE-4142-A8F3-EA7F05554221}" dt="2023-01-02T17:51:26.949" v="84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Martin, Michael" userId="fab36145-0fd9-4a3e-95e4-581d3459e164" providerId="ADAL" clId="{FC64C577-ABEE-4142-A8F3-EA7F05554221}" dt="2023-01-02T17:54:49.369" v="185" actId="47"/>
        <pc:sldMkLst>
          <pc:docMk/>
          <pc:sldMk cId="3493109116" sldId="264"/>
        </pc:sldMkLst>
      </pc:sldChg>
      <pc:sldChg chg="modSp add mod">
        <pc:chgData name="Martin, Michael" userId="fab36145-0fd9-4a3e-95e4-581d3459e164" providerId="ADAL" clId="{FC64C577-ABEE-4142-A8F3-EA7F05554221}" dt="2023-01-02T17:53:37.783" v="152" actId="20577"/>
        <pc:sldMkLst>
          <pc:docMk/>
          <pc:sldMk cId="1708628099" sldId="265"/>
        </pc:sldMkLst>
        <pc:spChg chg="mod">
          <ac:chgData name="Martin, Michael" userId="fab36145-0fd9-4a3e-95e4-581d3459e164" providerId="ADAL" clId="{FC64C577-ABEE-4142-A8F3-EA7F05554221}" dt="2023-01-02T17:53:37.783" v="152" actId="20577"/>
          <ac:spMkLst>
            <pc:docMk/>
            <pc:sldMk cId="1708628099" sldId="265"/>
            <ac:spMk id="2" creationId="{E50E203D-F288-408D-B325-66954BDD332E}"/>
          </ac:spMkLst>
        </pc:spChg>
        <pc:spChg chg="mod">
          <ac:chgData name="Martin, Michael" userId="fab36145-0fd9-4a3e-95e4-581d3459e164" providerId="ADAL" clId="{FC64C577-ABEE-4142-A8F3-EA7F05554221}" dt="2023-01-02T17:53:04.302" v="122" actId="113"/>
          <ac:spMkLst>
            <pc:docMk/>
            <pc:sldMk cId="1708628099" sldId="265"/>
            <ac:spMk id="3" creationId="{AE13FDB6-F093-4D9E-B14E-3D7DB894C34C}"/>
          </ac:spMkLst>
        </pc:spChg>
      </pc:sldChg>
      <pc:sldChg chg="modSp add mod">
        <pc:chgData name="Martin, Michael" userId="fab36145-0fd9-4a3e-95e4-581d3459e164" providerId="ADAL" clId="{FC64C577-ABEE-4142-A8F3-EA7F05554221}" dt="2023-01-02T17:54:34.221" v="184" actId="404"/>
        <pc:sldMkLst>
          <pc:docMk/>
          <pc:sldMk cId="4291911771" sldId="266"/>
        </pc:sldMkLst>
        <pc:spChg chg="mod">
          <ac:chgData name="Martin, Michael" userId="fab36145-0fd9-4a3e-95e4-581d3459e164" providerId="ADAL" clId="{FC64C577-ABEE-4142-A8F3-EA7F05554221}" dt="2023-01-02T17:54:34.221" v="184" actId="404"/>
          <ac:spMkLst>
            <pc:docMk/>
            <pc:sldMk cId="4291911771" sldId="266"/>
            <ac:spMk id="2" creationId="{E50E203D-F288-408D-B325-66954BDD332E}"/>
          </ac:spMkLst>
        </pc:spChg>
        <pc:spChg chg="mod">
          <ac:chgData name="Martin, Michael" userId="fab36145-0fd9-4a3e-95e4-581d3459e164" providerId="ADAL" clId="{FC64C577-ABEE-4142-A8F3-EA7F05554221}" dt="2023-01-02T17:54:31.081" v="183" actId="20577"/>
          <ac:spMkLst>
            <pc:docMk/>
            <pc:sldMk cId="4291911771" sldId="266"/>
            <ac:spMk id="3" creationId="{AE13FDB6-F093-4D9E-B14E-3D7DB894C34C}"/>
          </ac:spMkLst>
        </pc:spChg>
      </pc:sldChg>
    </pc:docChg>
  </pc:docChgLst>
  <pc:docChgLst>
    <pc:chgData name="White (she/her), Whitney" userId="65f39021-2f1d-4d8b-87dc-b123826f65bf" providerId="ADAL" clId="{554DC627-8C0E-4678-AFFB-41B002D10BB4}"/>
    <pc:docChg chg="modSld">
      <pc:chgData name="White (she/her), Whitney" userId="65f39021-2f1d-4d8b-87dc-b123826f65bf" providerId="ADAL" clId="{554DC627-8C0E-4678-AFFB-41B002D10BB4}" dt="2023-08-31T01:54:54.777" v="8" actId="20577"/>
      <pc:docMkLst>
        <pc:docMk/>
      </pc:docMkLst>
      <pc:sldChg chg="addSp modSp mod">
        <pc:chgData name="White (she/her), Whitney" userId="65f39021-2f1d-4d8b-87dc-b123826f65bf" providerId="ADAL" clId="{554DC627-8C0E-4678-AFFB-41B002D10BB4}" dt="2023-08-31T01:54:33.384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554DC627-8C0E-4678-AFFB-41B002D10BB4}" dt="2023-08-31T01:54:29.767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554DC627-8C0E-4678-AFFB-41B002D10BB4}" dt="2023-08-31T01:54:33.384" v="2" actId="1076"/>
          <ac:spMkLst>
            <pc:docMk/>
            <pc:sldMk cId="1482277026" sldId="256"/>
            <ac:spMk id="4" creationId="{230FA882-F64C-8AD2-A8B8-4EBF7C5F03F0}"/>
          </ac:spMkLst>
        </pc:spChg>
      </pc:sldChg>
      <pc:sldChg chg="modSp mod">
        <pc:chgData name="White (she/her), Whitney" userId="65f39021-2f1d-4d8b-87dc-b123826f65bf" providerId="ADAL" clId="{554DC627-8C0E-4678-AFFB-41B002D10BB4}" dt="2023-08-31T01:54:54.777" v="8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554DC627-8C0E-4678-AFFB-41B002D10BB4}" dt="2023-08-31T01:54:54.777" v="8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10195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3: Knowledge of Students to Drive Instruction | Lesson 3.07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Maintaining an Asset-Based Mindset through Student Funds of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FA882-F64C-8AD2-A8B8-4EBF7C5F03F0}"/>
              </a:ext>
            </a:extLst>
          </p:cNvPr>
          <p:cNvSpPr txBox="1"/>
          <p:nvPr/>
        </p:nvSpPr>
        <p:spPr>
          <a:xfrm>
            <a:off x="0" y="6480495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TEKS 4A-C, 4E</a:t>
            </a:r>
            <a:r>
              <a:rPr lang="en-US" dirty="0"/>
              <a:t>, 5A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understand what student funds of knowledge are, what teachers need to do to collect student funds of knowledge, and how they can be integrated into practice.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respond to the following question: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you think knowing about your students’ backgrounds can help you become a stronger educator?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Funds of Knowledge: The accumulated academic and personal knowledge that students bring to school that are a result of their social and cultural background and their life experiences.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Big Ideas – Funds of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Know that funds of knowledge exist for all students: </a:t>
            </a:r>
            <a:r>
              <a:rPr lang="en-US" dirty="0"/>
              <a:t>Students’ experiences outside of school are valuable sources of knowledge for the whole class. Every student has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Be attentive to students: </a:t>
            </a:r>
            <a:r>
              <a:rPr lang="en-US" dirty="0"/>
              <a:t>Pay attention and look for knowledge and skills that students may possess. Listen to them and watch for non-verbal reactions when things interest or engage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Show sincere interest in students’ knowledge and experience: </a:t>
            </a:r>
            <a:r>
              <a:rPr lang="en-US" dirty="0"/>
              <a:t>Demonstrate that you are excited to learn more about their life and experiences.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62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Additional ways to call on students’ funds of knowledge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Encouraging students to share about themselves regularly</a:t>
            </a:r>
          </a:p>
          <a:p>
            <a:r>
              <a:rPr lang="en-US" dirty="0"/>
              <a:t>Asking for multiple perspectives on an idea</a:t>
            </a:r>
          </a:p>
          <a:p>
            <a:r>
              <a:rPr lang="en-US" dirty="0"/>
              <a:t>Asking for multiple ways to solve problems</a:t>
            </a:r>
          </a:p>
          <a:p>
            <a:r>
              <a:rPr lang="en-US" dirty="0"/>
              <a:t>Assigning a student expert on a topic</a:t>
            </a:r>
          </a:p>
          <a:p>
            <a:r>
              <a:rPr lang="en-US" dirty="0"/>
              <a:t>Using classroom jobs to allow students to use their strengths </a:t>
            </a:r>
          </a:p>
          <a:p>
            <a:r>
              <a:rPr lang="en-US" dirty="0"/>
              <a:t>Selecting examples and nonexamples from students’ interests and hobbies</a:t>
            </a:r>
          </a:p>
          <a:p>
            <a:r>
              <a:rPr lang="en-US" dirty="0"/>
              <a:t>Allow student choice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91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your Student Guide, respond to the following prompts:</a:t>
            </a:r>
          </a:p>
          <a:p>
            <a:pPr marL="0" indent="0">
              <a:buNone/>
            </a:pPr>
            <a:endParaRPr lang="en-US" dirty="0"/>
          </a:p>
          <a:p>
            <a:pPr marL="514350" marR="0" lvl="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Describe and give examples of student funds of knowledge</a:t>
            </a:r>
            <a:r>
              <a:rPr lang="en-US"/>
              <a:t>. </a:t>
            </a:r>
          </a:p>
          <a:p>
            <a:pPr marL="514350" marR="0" lvl="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/>
              <a:t>What </a:t>
            </a:r>
            <a:r>
              <a:rPr lang="en-US" dirty="0"/>
              <a:t>three ideas big ideas did we learn about that are important for developing instruction that reflects students’ funds of knowledge?</a:t>
            </a:r>
          </a:p>
          <a:p>
            <a:pPr marL="514350" marR="0" lvl="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Describe at least two ways that teachers can call on students’ funds of knowledge.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366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Instructional Practices| Unit 3: Knowledge of Students to Drive Instruction | Lesson 3.07</vt:lpstr>
      <vt:lpstr>TEKS Standards &amp; Objectives</vt:lpstr>
      <vt:lpstr>Bellringer</vt:lpstr>
      <vt:lpstr>Vocabulary</vt:lpstr>
      <vt:lpstr>Three Big Ideas – Funds of Knowledge</vt:lpstr>
      <vt:lpstr>Additional ways to call on students’ funds of knowledge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1.06: Characteristics of Highly Effective Teaching</dc:title>
  <dc:subject>Lesson 1.06: Characteristics of Highly Effective Teaching</dc:subject>
  <dc:creator>Texas Education Agency</dc:creator>
  <cp:lastModifiedBy>White (she/her), Whitney</cp:lastModifiedBy>
  <cp:revision>4</cp:revision>
  <dcterms:created xsi:type="dcterms:W3CDTF">2022-05-09T19:40:20Z</dcterms:created>
  <dcterms:modified xsi:type="dcterms:W3CDTF">2023-08-31T01:54:59Z</dcterms:modified>
</cp:coreProperties>
</file>
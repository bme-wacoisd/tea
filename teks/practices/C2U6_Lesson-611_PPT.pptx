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5020D-4EC4-4B98-8E80-DD1B831E7346}" v="4" dt="2022-09-18T03:26:37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F645020D-4EC4-4B98-8E80-DD1B831E7346}"/>
    <pc:docChg chg="undo custSel delSld modSld">
      <pc:chgData name="White (she/her), Whitney" userId="65f39021-2f1d-4d8b-87dc-b123826f65bf" providerId="ADAL" clId="{F645020D-4EC4-4B98-8E80-DD1B831E7346}" dt="2022-09-18T03:35:48.508" v="79" actId="47"/>
      <pc:docMkLst>
        <pc:docMk/>
      </pc:docMkLst>
      <pc:sldChg chg="modSp mod">
        <pc:chgData name="White (she/her), Whitney" userId="65f39021-2f1d-4d8b-87dc-b123826f65bf" providerId="ADAL" clId="{F645020D-4EC4-4B98-8E80-DD1B831E7346}" dt="2022-09-18T03:26:16.674" v="68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F645020D-4EC4-4B98-8E80-DD1B831E7346}" dt="2022-09-18T03:26:16.674" v="68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F645020D-4EC4-4B98-8E80-DD1B831E7346}" dt="2022-09-18T03:26:03.649" v="58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6:57.744" v="7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F645020D-4EC4-4B98-8E80-DD1B831E7346}" dt="2022-09-18T03:26:57.744" v="7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5:47.908" v="32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F645020D-4EC4-4B98-8E80-DD1B831E7346}" dt="2022-09-18T03:25:47.908" v="32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1:38.258" v="10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F645020D-4EC4-4B98-8E80-DD1B831E7346}" dt="2022-09-18T03:21:38.258" v="10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F645020D-4EC4-4B98-8E80-DD1B831E7346}" dt="2022-09-18T03:25:20.045" v="11" actId="2696"/>
        <pc:sldMkLst>
          <pc:docMk/>
          <pc:sldMk cId="3054216349" sldId="261"/>
        </pc:sldMkLst>
      </pc:sldChg>
      <pc:sldChg chg="del">
        <pc:chgData name="White (she/her), Whitney" userId="65f39021-2f1d-4d8b-87dc-b123826f65bf" providerId="ADAL" clId="{F645020D-4EC4-4B98-8E80-DD1B831E7346}" dt="2022-09-18T03:35:48.508" v="79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F645020D-4EC4-4B98-8E80-DD1B831E7346}" dt="2022-09-18T03:35:48.080" v="78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F645020D-4EC4-4B98-8E80-DD1B831E7346}" dt="2022-09-18T03:35:47.655" v="77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9/17/2022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Aligned Assessment 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6B,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and evaluate multiple assessments within a lesson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assessments for alignment between assessment and lesson objectives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the characteristics of effective assessment?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the scenario, objective, and formative assessment provided. Evaluate and provide suggestions for improvement based on the characteristics of effective assessment. </a:t>
            </a:r>
            <a:endParaRPr lang="en-US" sz="44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scenario and lesson objective below. Then, read the sample assessments. Determine whether each is aligned to the lesson objective.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Ms. Wen is teaching her students how to combine sentences using connector words. Her lesson objective for today is: 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 the end of the lesson, students will be able to combine two short sentences using connector words. </a:t>
            </a:r>
            <a:endParaRPr lang="en-US" sz="4000" i="1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16</TotalTime>
  <Words>150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Instructional Practices| Unit 6: Instructional Alignment| Lesson 6.11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6.11: Aligned Assessment </dc:title>
  <dc:subject>Lesson 6.11: Aligned Assessment </dc:subject>
  <dc:creator>Texas Education Agency</dc:creator>
  <cp:lastModifiedBy>White (she/her), Whitney</cp:lastModifiedBy>
  <cp:revision>1</cp:revision>
  <dcterms:created xsi:type="dcterms:W3CDTF">2022-09-18T02:05:52Z</dcterms:created>
  <dcterms:modified xsi:type="dcterms:W3CDTF">2022-09-18T03:35:55Z</dcterms:modified>
</cp:coreProperties>
</file>
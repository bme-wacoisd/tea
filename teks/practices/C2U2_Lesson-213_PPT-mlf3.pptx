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73ADB5-C808-4452-ADBC-799BDF9AE6C6}" v="1" dt="2023-08-31T01:34:10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F573ADB5-C808-4452-ADBC-799BDF9AE6C6}"/>
    <pc:docChg chg="modSld">
      <pc:chgData name="White (she/her), Whitney" userId="65f39021-2f1d-4d8b-87dc-b123826f65bf" providerId="ADAL" clId="{F573ADB5-C808-4452-ADBC-799BDF9AE6C6}" dt="2023-08-31T01:35:28.265" v="7" actId="13244"/>
      <pc:docMkLst>
        <pc:docMk/>
      </pc:docMkLst>
      <pc:sldChg chg="addSp modSp mod">
        <pc:chgData name="White (she/her), Whitney" userId="65f39021-2f1d-4d8b-87dc-b123826f65bf" providerId="ADAL" clId="{F573ADB5-C808-4452-ADBC-799BDF9AE6C6}" dt="2023-08-31T01:34:12.781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F573ADB5-C808-4452-ADBC-799BDF9AE6C6}" dt="2023-08-31T01:34:12.781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F573ADB5-C808-4452-ADBC-799BDF9AE6C6}" dt="2023-08-31T01:34:10.230" v="1"/>
          <ac:spMkLst>
            <pc:docMk/>
            <pc:sldMk cId="1482277026" sldId="256"/>
            <ac:spMk id="4" creationId="{F41C2290-F62A-4D7D-91AE-B10522D1E4CF}"/>
          </ac:spMkLst>
        </pc:spChg>
      </pc:sldChg>
      <pc:sldChg chg="modSp mod">
        <pc:chgData name="White (she/her), Whitney" userId="65f39021-2f1d-4d8b-87dc-b123826f65bf" providerId="ADAL" clId="{F573ADB5-C808-4452-ADBC-799BDF9AE6C6}" dt="2023-08-31T01:35:28.265" v="7" actId="13244"/>
        <pc:sldMkLst>
          <pc:docMk/>
          <pc:sldMk cId="4071305681" sldId="258"/>
        </pc:sldMkLst>
        <pc:spChg chg="ord">
          <ac:chgData name="White (she/her), Whitney" userId="65f39021-2f1d-4d8b-87dc-b123826f65bf" providerId="ADAL" clId="{F573ADB5-C808-4452-ADBC-799BDF9AE6C6}" dt="2023-08-31T01:35:28.265" v="7" actId="13244"/>
          <ac:spMkLst>
            <pc:docMk/>
            <pc:sldMk cId="4071305681" sldId="258"/>
            <ac:spMk id="4" creationId="{2DC7D18A-F106-4CA1-A59B-DE4084E585CF}"/>
          </ac:spMkLst>
        </pc:spChg>
        <pc:picChg chg="mod">
          <ac:chgData name="White (she/her), Whitney" userId="65f39021-2f1d-4d8b-87dc-b123826f65bf" providerId="ADAL" clId="{F573ADB5-C808-4452-ADBC-799BDF9AE6C6}" dt="2023-08-31T01:35:02.278" v="6" actId="962"/>
          <ac:picMkLst>
            <pc:docMk/>
            <pc:sldMk cId="4071305681" sldId="258"/>
            <ac:picMk id="5" creationId="{15CF2921-F21A-4617-818D-9546A3539298}"/>
          </ac:picMkLst>
        </pc:picChg>
      </pc:sldChg>
    </pc:docChg>
  </pc:docChgLst>
  <pc:docChgLst>
    <pc:chgData name="White, Whitney" userId="65f39021-2f1d-4d8b-87dc-b123826f65bf" providerId="ADAL" clId="{E7C90677-4D45-4F1D-B8D4-96F76AFD43B5}"/>
    <pc:docChg chg="custSel delSld modSld">
      <pc:chgData name="White, Whitney" userId="65f39021-2f1d-4d8b-87dc-b123826f65bf" providerId="ADAL" clId="{E7C90677-4D45-4F1D-B8D4-96F76AFD43B5}" dt="2022-08-03T18:39:44.665" v="84" actId="20577"/>
      <pc:docMkLst>
        <pc:docMk/>
      </pc:docMkLst>
      <pc:sldChg chg="modSp mod">
        <pc:chgData name="White, Whitney" userId="65f39021-2f1d-4d8b-87dc-b123826f65bf" providerId="ADAL" clId="{E7C90677-4D45-4F1D-B8D4-96F76AFD43B5}" dt="2022-08-03T18:34:38.776" v="46" actId="33524"/>
        <pc:sldMkLst>
          <pc:docMk/>
          <pc:sldMk cId="1482277026" sldId="256"/>
        </pc:sldMkLst>
        <pc:spChg chg="mod">
          <ac:chgData name="White, Whitney" userId="65f39021-2f1d-4d8b-87dc-b123826f65bf" providerId="ADAL" clId="{E7C90677-4D45-4F1D-B8D4-96F76AFD43B5}" dt="2022-08-03T18:33:53.095" v="45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E7C90677-4D45-4F1D-B8D4-96F76AFD43B5}" dt="2022-08-03T18:34:38.776" v="46" actId="33524"/>
          <ac:spMkLst>
            <pc:docMk/>
            <pc:sldMk cId="1482277026" sldId="256"/>
            <ac:spMk id="3" creationId="{E0FBD98F-3A67-498E-8174-652040DD7B60}"/>
          </ac:spMkLst>
        </pc:spChg>
      </pc:sldChg>
      <pc:sldChg chg="addSp modSp mod">
        <pc:chgData name="White, Whitney" userId="65f39021-2f1d-4d8b-87dc-b123826f65bf" providerId="ADAL" clId="{E7C90677-4D45-4F1D-B8D4-96F76AFD43B5}" dt="2022-08-03T18:38:52.435" v="75" actId="1076"/>
        <pc:sldMkLst>
          <pc:docMk/>
          <pc:sldMk cId="4071305681" sldId="258"/>
        </pc:sldMkLst>
        <pc:spChg chg="mod">
          <ac:chgData name="White, Whitney" userId="65f39021-2f1d-4d8b-87dc-b123826f65bf" providerId="ADAL" clId="{E7C90677-4D45-4F1D-B8D4-96F76AFD43B5}" dt="2022-08-03T18:38:33.448" v="70" actId="20577"/>
          <ac:spMkLst>
            <pc:docMk/>
            <pc:sldMk cId="4071305681" sldId="258"/>
            <ac:spMk id="3" creationId="{392BE286-77A6-49DD-B15D-7E4718D52FE7}"/>
          </ac:spMkLst>
        </pc:spChg>
        <pc:picChg chg="add mod">
          <ac:chgData name="White, Whitney" userId="65f39021-2f1d-4d8b-87dc-b123826f65bf" providerId="ADAL" clId="{E7C90677-4D45-4F1D-B8D4-96F76AFD43B5}" dt="2022-08-03T18:38:52.435" v="75" actId="1076"/>
          <ac:picMkLst>
            <pc:docMk/>
            <pc:sldMk cId="4071305681" sldId="258"/>
            <ac:picMk id="5" creationId="{15CF2921-F21A-4617-818D-9546A3539298}"/>
          </ac:picMkLst>
        </pc:picChg>
      </pc:sldChg>
      <pc:sldChg chg="modSp mod">
        <pc:chgData name="White, Whitney" userId="65f39021-2f1d-4d8b-87dc-b123826f65bf" providerId="ADAL" clId="{E7C90677-4D45-4F1D-B8D4-96F76AFD43B5}" dt="2022-08-03T18:38:02.016" v="63" actId="255"/>
        <pc:sldMkLst>
          <pc:docMk/>
          <pc:sldMk cId="2772527113" sldId="259"/>
        </pc:sldMkLst>
        <pc:spChg chg="mod">
          <ac:chgData name="White, Whitney" userId="65f39021-2f1d-4d8b-87dc-b123826f65bf" providerId="ADAL" clId="{E7C90677-4D45-4F1D-B8D4-96F76AFD43B5}" dt="2022-08-03T18:38:02.016" v="63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E7C90677-4D45-4F1D-B8D4-96F76AFD43B5}" dt="2022-08-03T18:39:44.665" v="84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E7C90677-4D45-4F1D-B8D4-96F76AFD43B5}" dt="2022-08-03T18:39:44.665" v="84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, Whitney" userId="65f39021-2f1d-4d8b-87dc-b123826f65bf" providerId="ADAL" clId="{E7C90677-4D45-4F1D-B8D4-96F76AFD43B5}" dt="2022-08-03T18:39:13.557" v="76" actId="47"/>
        <pc:sldMkLst>
          <pc:docMk/>
          <pc:sldMk cId="3054216349" sldId="261"/>
        </pc:sldMkLst>
      </pc:sldChg>
      <pc:sldChg chg="del">
        <pc:chgData name="White, Whitney" userId="65f39021-2f1d-4d8b-87dc-b123826f65bf" providerId="ADAL" clId="{E7C90677-4D45-4F1D-B8D4-96F76AFD43B5}" dt="2022-08-03T18:39:14.630" v="79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E7C90677-4D45-4F1D-B8D4-96F76AFD43B5}" dt="2022-08-03T18:39:14.094" v="78" actId="47"/>
        <pc:sldMkLst>
          <pc:docMk/>
          <pc:sldMk cId="1163931679" sldId="263"/>
        </pc:sldMkLst>
      </pc:sldChg>
      <pc:sldChg chg="del">
        <pc:chgData name="White, Whitney" userId="65f39021-2f1d-4d8b-87dc-b123826f65bf" providerId="ADAL" clId="{E7C90677-4D45-4F1D-B8D4-96F76AFD43B5}" dt="2022-08-03T18:39:13.722" v="77" actId="47"/>
        <pc:sldMkLst>
          <pc:docMk/>
          <pc:sldMk cId="3493109116" sldId="264"/>
        </pc:sldMkLst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147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A Well-Designed Classroom, Part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1C2290-F62A-4D7D-91AE-B10522D1E4CF}"/>
              </a:ext>
            </a:extLst>
          </p:cNvPr>
          <p:cNvSpPr txBox="1"/>
          <p:nvPr/>
        </p:nvSpPr>
        <p:spPr>
          <a:xfrm>
            <a:off x="0" y="6421772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 dirty="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 fontAlgn="base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Times New Roman" panose="02020603050405020304" pitchFamily="18" charset="0"/>
                <a:cs typeface="Open Sans" panose="020B0606030504020204" pitchFamily="34" charset="0"/>
              </a:rPr>
              <a:t>e</a:t>
            </a:r>
            <a:r>
              <a:rPr lang="en-US" dirty="0">
                <a:effectLst/>
                <a:ea typeface="Times New Roman" panose="02020603050405020304" pitchFamily="18" charset="0"/>
                <a:cs typeface="Open Sans" panose="020B0606030504020204" pitchFamily="34" charset="0"/>
              </a:rPr>
              <a:t>valuate classroom designs for effectiveness </a:t>
            </a: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fontAlgn="base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  <a:cs typeface="Open Sans" panose="020B0606030504020204" pitchFamily="34" charset="0"/>
              </a:rPr>
              <a:t>d</a:t>
            </a:r>
            <a:r>
              <a:rPr lang="en-US" dirty="0">
                <a:effectLst/>
                <a:ea typeface="Calibri" panose="020F0502020204030204" pitchFamily="34" charset="0"/>
                <a:cs typeface="Open Sans" panose="020B0606030504020204" pitchFamily="34" charset="0"/>
              </a:rPr>
              <a:t>esign a classroom layout that allows for smooth transitions, whole group discussion, small group work, and access to materials</a:t>
            </a:r>
            <a:r>
              <a:rPr lang="en-US" dirty="0">
                <a:effectLst/>
                <a:ea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Review the classroom layout. Complete the related evaluation and analysis.</a:t>
            </a:r>
          </a:p>
          <a:p>
            <a:pPr marL="0" indent="0">
              <a:buNone/>
            </a:pPr>
            <a:endParaRPr lang="en-US" sz="4400" dirty="0"/>
          </a:p>
        </p:txBody>
      </p:sp>
      <p:pic>
        <p:nvPicPr>
          <p:cNvPr id="5" name="Picture 4" descr="A diagram of a classroom set up. Tan spaces indicate student desks and tables, blue spaces indicate classroom furniture (immovable), gray spaces indicate other furniture.">
            <a:extLst>
              <a:ext uri="{FF2B5EF4-FFF2-40B4-BE49-F238E27FC236}">
                <a16:creationId xmlns:a16="http://schemas.microsoft.com/office/drawing/2014/main" id="{15CF2921-F21A-4617-818D-9546A3539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792" y="2354884"/>
            <a:ext cx="5040808" cy="40014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Consider your future classroom. What are some ideas you have for classroom design</a:t>
            </a:r>
            <a:r>
              <a:rPr lang="en-US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? </a:t>
            </a:r>
          </a:p>
          <a:p>
            <a:pPr marL="0" indent="0">
              <a:buNone/>
            </a:pPr>
            <a:r>
              <a:rPr lang="en-US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Justify 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your choices by explaining how they will support students.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Words>114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Symbol</vt:lpstr>
      <vt:lpstr>Office Theme</vt:lpstr>
      <vt:lpstr>Instructional Practices| Unit 2: Classroom Management| Lesson 2.13</vt:lpstr>
      <vt:lpstr>TEKS Standards &amp; Objectives</vt:lpstr>
      <vt:lpstr>Bellringer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2.13: A Well-Designed Classroom, Part II</dc:title>
  <dc:subject>Lesson 2.13: A Well-Designed Classroom, Part II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2023-08-31T01:35:37Z</dcterms:modified>
</cp:coreProperties>
</file>
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8" r:id="rId2"/>
  </p:sldMasterIdLst>
  <p:notesMasterIdLst>
    <p:notesMasterId r:id="rId16"/>
  </p:notesMasterIdLst>
  <p:sldIdLst>
    <p:sldId id="285" r:id="rId3"/>
    <p:sldId id="257" r:id="rId4"/>
    <p:sldId id="290" r:id="rId5"/>
    <p:sldId id="294" r:id="rId6"/>
    <p:sldId id="286" r:id="rId7"/>
    <p:sldId id="289" r:id="rId8"/>
    <p:sldId id="288" r:id="rId9"/>
    <p:sldId id="287" r:id="rId10"/>
    <p:sldId id="295" r:id="rId11"/>
    <p:sldId id="298" r:id="rId12"/>
    <p:sldId id="299" r:id="rId13"/>
    <p:sldId id="300" r:id="rId14"/>
    <p:sldId id="30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eper, Martha" initials="HM" lastIdx="2" clrIdx="0">
    <p:extLst>
      <p:ext uri="{19B8F6BF-5375-455C-9EA6-DF929625EA0E}">
        <p15:presenceInfo xmlns:p15="http://schemas.microsoft.com/office/powerpoint/2012/main" userId="S::mhoeper@rti.org::ff51605c-305b-4384-af24-13ba70b4092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7171"/>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3F953B-283D-47DE-B98A-70E7E7D31812}" v="8" dt="2022-09-17T02:49:44.5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8" autoAdjust="0"/>
    <p:restoredTop sz="96517" autoAdjust="0"/>
  </p:normalViewPr>
  <p:slideViewPr>
    <p:cSldViewPr snapToGrid="0">
      <p:cViewPr varScale="1">
        <p:scale>
          <a:sx n="115" d="100"/>
          <a:sy n="115" d="100"/>
        </p:scale>
        <p:origin x="318" y="96"/>
      </p:cViewPr>
      <p:guideLst/>
    </p:cSldViewPr>
  </p:slideViewPr>
  <p:outlineViewPr>
    <p:cViewPr>
      <p:scale>
        <a:sx n="33" d="100"/>
        <a:sy n="33" d="100"/>
      </p:scale>
      <p:origin x="0" y="-34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wati" userId="a3cadf42-9970-41e5-bb67-4a4dd3e8759e" providerId="ADAL" clId="{890CB85C-24BC-4D49-9382-1D7D95E40860}"/>
    <pc:docChg chg="custSel addSld delSld modSld">
      <pc:chgData name="Gupta, Swati" userId="a3cadf42-9970-41e5-bb67-4a4dd3e8759e" providerId="ADAL" clId="{890CB85C-24BC-4D49-9382-1D7D95E40860}" dt="2022-05-10T16:57:31.570" v="24" actId="20577"/>
      <pc:docMkLst>
        <pc:docMk/>
      </pc:docMkLst>
      <pc:sldChg chg="modSp mod delCm modCm">
        <pc:chgData name="Gupta, Swati" userId="a3cadf42-9970-41e5-bb67-4a4dd3e8759e" providerId="ADAL" clId="{890CB85C-24BC-4D49-9382-1D7D95E40860}" dt="2022-05-10T16:57:31.570" v="24" actId="20577"/>
        <pc:sldMkLst>
          <pc:docMk/>
          <pc:sldMk cId="2875402532" sldId="257"/>
        </pc:sldMkLst>
        <pc:spChg chg="mod">
          <ac:chgData name="Gupta, Swati" userId="a3cadf42-9970-41e5-bb67-4a4dd3e8759e" providerId="ADAL" clId="{890CB85C-24BC-4D49-9382-1D7D95E40860}" dt="2022-05-10T16:57:31.570" v="24" actId="20577"/>
          <ac:spMkLst>
            <pc:docMk/>
            <pc:sldMk cId="2875402532" sldId="257"/>
            <ac:spMk id="3" creationId="{81FE1C6D-F36E-48C2-992F-AFB21F6BE7E7}"/>
          </ac:spMkLst>
        </pc:spChg>
      </pc:sldChg>
      <pc:sldChg chg="modSp new del mod">
        <pc:chgData name="Gupta, Swati" userId="a3cadf42-9970-41e5-bb67-4a4dd3e8759e" providerId="ADAL" clId="{890CB85C-24BC-4D49-9382-1D7D95E40860}" dt="2022-05-10T16:57:10.315" v="18" actId="2696"/>
        <pc:sldMkLst>
          <pc:docMk/>
          <pc:sldMk cId="2893024199" sldId="258"/>
        </pc:sldMkLst>
        <pc:spChg chg="mod">
          <ac:chgData name="Gupta, Swati" userId="a3cadf42-9970-41e5-bb67-4a4dd3e8759e" providerId="ADAL" clId="{890CB85C-24BC-4D49-9382-1D7D95E40860}" dt="2022-05-10T16:56:59.001" v="17" actId="207"/>
          <ac:spMkLst>
            <pc:docMk/>
            <pc:sldMk cId="2893024199" sldId="258"/>
            <ac:spMk id="5" creationId="{EAD3D53F-2FE4-4F69-99AE-D4BE8C7CC533}"/>
          </ac:spMkLst>
        </pc:spChg>
      </pc:sldChg>
    </pc:docChg>
  </pc:docChgLst>
  <pc:docChgLst>
    <pc:chgData name="White (she/her), Whitney" userId="65f39021-2f1d-4d8b-87dc-b123826f65bf" providerId="ADAL" clId="{D33F953B-283D-47DE-B98A-70E7E7D31812}"/>
    <pc:docChg chg="undo custSel addSld delSld modSld">
      <pc:chgData name="White (she/her), Whitney" userId="65f39021-2f1d-4d8b-87dc-b123826f65bf" providerId="ADAL" clId="{D33F953B-283D-47DE-B98A-70E7E7D31812}" dt="2022-09-17T02:51:01.502" v="2414" actId="403"/>
      <pc:docMkLst>
        <pc:docMk/>
      </pc:docMkLst>
      <pc:sldChg chg="del">
        <pc:chgData name="White (she/her), Whitney" userId="65f39021-2f1d-4d8b-87dc-b123826f65bf" providerId="ADAL" clId="{D33F953B-283D-47DE-B98A-70E7E7D31812}" dt="2022-09-16T02:52:19.331" v="1" actId="2696"/>
        <pc:sldMkLst>
          <pc:docMk/>
          <pc:sldMk cId="1482277026" sldId="256"/>
        </pc:sldMkLst>
      </pc:sldChg>
      <pc:sldChg chg="delSp modSp mod">
        <pc:chgData name="White (she/her), Whitney" userId="65f39021-2f1d-4d8b-87dc-b123826f65bf" providerId="ADAL" clId="{D33F953B-283D-47DE-B98A-70E7E7D31812}" dt="2022-09-17T02:35:34.011" v="306" actId="403"/>
        <pc:sldMkLst>
          <pc:docMk/>
          <pc:sldMk cId="2875402532" sldId="257"/>
        </pc:sldMkLst>
        <pc:spChg chg="mod">
          <ac:chgData name="White (she/her), Whitney" userId="65f39021-2f1d-4d8b-87dc-b123826f65bf" providerId="ADAL" clId="{D33F953B-283D-47DE-B98A-70E7E7D31812}" dt="2022-09-17T02:34:34.022" v="58" actId="20577"/>
          <ac:spMkLst>
            <pc:docMk/>
            <pc:sldMk cId="2875402532" sldId="257"/>
            <ac:spMk id="2" creationId="{CA1EE61B-138F-43A4-8B56-5EF03A58679B}"/>
          </ac:spMkLst>
        </pc:spChg>
        <pc:spChg chg="mod">
          <ac:chgData name="White (she/her), Whitney" userId="65f39021-2f1d-4d8b-87dc-b123826f65bf" providerId="ADAL" clId="{D33F953B-283D-47DE-B98A-70E7E7D31812}" dt="2022-09-17T02:35:34.011" v="306" actId="403"/>
          <ac:spMkLst>
            <pc:docMk/>
            <pc:sldMk cId="2875402532" sldId="257"/>
            <ac:spMk id="3" creationId="{81FE1C6D-F36E-48C2-992F-AFB21F6BE7E7}"/>
          </ac:spMkLst>
        </pc:spChg>
        <pc:spChg chg="del">
          <ac:chgData name="White (she/her), Whitney" userId="65f39021-2f1d-4d8b-87dc-b123826f65bf" providerId="ADAL" clId="{D33F953B-283D-47DE-B98A-70E7E7D31812}" dt="2022-09-17T02:33:59.174" v="30" actId="21"/>
          <ac:spMkLst>
            <pc:docMk/>
            <pc:sldMk cId="2875402532" sldId="257"/>
            <ac:spMk id="4" creationId="{65501AFF-23E0-4DC7-A670-5487F12FC4DF}"/>
          </ac:spMkLst>
        </pc:spChg>
      </pc:sldChg>
      <pc:sldChg chg="modSp add mod">
        <pc:chgData name="White (she/her), Whitney" userId="65f39021-2f1d-4d8b-87dc-b123826f65bf" providerId="ADAL" clId="{D33F953B-283D-47DE-B98A-70E7E7D31812}" dt="2022-09-16T02:52:36.843" v="29" actId="20577"/>
        <pc:sldMkLst>
          <pc:docMk/>
          <pc:sldMk cId="3976098008" sldId="285"/>
        </pc:sldMkLst>
        <pc:spChg chg="mod">
          <ac:chgData name="White (she/her), Whitney" userId="65f39021-2f1d-4d8b-87dc-b123826f65bf" providerId="ADAL" clId="{D33F953B-283D-47DE-B98A-70E7E7D31812}" dt="2022-09-16T02:52:36.843" v="29" actId="20577"/>
          <ac:spMkLst>
            <pc:docMk/>
            <pc:sldMk cId="3976098008" sldId="285"/>
            <ac:spMk id="2" creationId="{BFFCF5BD-F8FF-4A67-A8B6-EBB21E79279B}"/>
          </ac:spMkLst>
        </pc:spChg>
        <pc:spChg chg="mod">
          <ac:chgData name="White (she/her), Whitney" userId="65f39021-2f1d-4d8b-87dc-b123826f65bf" providerId="ADAL" clId="{D33F953B-283D-47DE-B98A-70E7E7D31812}" dt="2022-09-16T02:52:28.443" v="23" actId="20577"/>
          <ac:spMkLst>
            <pc:docMk/>
            <pc:sldMk cId="3976098008" sldId="285"/>
            <ac:spMk id="3" creationId="{E0FBD98F-3A67-498E-8174-652040DD7B60}"/>
          </ac:spMkLst>
        </pc:spChg>
      </pc:sldChg>
      <pc:sldChg chg="addSp delSp modSp add mod setBg">
        <pc:chgData name="White (she/her), Whitney" userId="65f39021-2f1d-4d8b-87dc-b123826f65bf" providerId="ADAL" clId="{D33F953B-283D-47DE-B98A-70E7E7D31812}" dt="2022-09-17T02:39:08.850" v="337" actId="26606"/>
        <pc:sldMkLst>
          <pc:docMk/>
          <pc:sldMk cId="1002800110" sldId="286"/>
        </pc:sldMkLst>
        <pc:spChg chg="add del mod">
          <ac:chgData name="White (she/her), Whitney" userId="65f39021-2f1d-4d8b-87dc-b123826f65bf" providerId="ADAL" clId="{D33F953B-283D-47DE-B98A-70E7E7D31812}" dt="2022-09-17T02:39:08.850" v="337" actId="26606"/>
          <ac:spMkLst>
            <pc:docMk/>
            <pc:sldMk cId="1002800110" sldId="286"/>
            <ac:spMk id="2" creationId="{CA1EE61B-138F-43A4-8B56-5EF03A58679B}"/>
          </ac:spMkLst>
        </pc:spChg>
        <pc:spChg chg="del">
          <ac:chgData name="White (she/her), Whitney" userId="65f39021-2f1d-4d8b-87dc-b123826f65bf" providerId="ADAL" clId="{D33F953B-283D-47DE-B98A-70E7E7D31812}" dt="2022-09-17T02:37:40.855" v="329"/>
          <ac:spMkLst>
            <pc:docMk/>
            <pc:sldMk cId="1002800110" sldId="286"/>
            <ac:spMk id="3" creationId="{81FE1C6D-F36E-48C2-992F-AFB21F6BE7E7}"/>
          </ac:spMkLst>
        </pc:spChg>
        <pc:spChg chg="mod ord">
          <ac:chgData name="White (she/her), Whitney" userId="65f39021-2f1d-4d8b-87dc-b123826f65bf" providerId="ADAL" clId="{D33F953B-283D-47DE-B98A-70E7E7D31812}" dt="2022-09-17T02:39:08.850" v="337" actId="26606"/>
          <ac:spMkLst>
            <pc:docMk/>
            <pc:sldMk cId="1002800110" sldId="286"/>
            <ac:spMk id="5" creationId="{E771288C-B13A-490D-9B00-790E8D5BC0CB}"/>
          </ac:spMkLst>
        </pc:spChg>
        <pc:spChg chg="add del">
          <ac:chgData name="White (she/her), Whitney" userId="65f39021-2f1d-4d8b-87dc-b123826f65bf" providerId="ADAL" clId="{D33F953B-283D-47DE-B98A-70E7E7D31812}" dt="2022-09-17T02:39:08.845" v="336" actId="26606"/>
          <ac:spMkLst>
            <pc:docMk/>
            <pc:sldMk cId="1002800110" sldId="286"/>
            <ac:spMk id="10" creationId="{BD704C6E-ED3E-AB2A-D5EA-044051F165F9}"/>
          </ac:spMkLst>
        </pc:spChg>
        <pc:spChg chg="add">
          <ac:chgData name="White (she/her), Whitney" userId="65f39021-2f1d-4d8b-87dc-b123826f65bf" providerId="ADAL" clId="{D33F953B-283D-47DE-B98A-70E7E7D31812}" dt="2022-09-17T02:39:08.850" v="337" actId="26606"/>
          <ac:spMkLst>
            <pc:docMk/>
            <pc:sldMk cId="1002800110" sldId="286"/>
            <ac:spMk id="11" creationId="{32BC26D8-82FB-445E-AA49-62A77D7C1EE0}"/>
          </ac:spMkLst>
        </pc:spChg>
        <pc:spChg chg="add del">
          <ac:chgData name="White (she/her), Whitney" userId="65f39021-2f1d-4d8b-87dc-b123826f65bf" providerId="ADAL" clId="{D33F953B-283D-47DE-B98A-70E7E7D31812}" dt="2022-09-17T02:39:08.845" v="336" actId="26606"/>
          <ac:spMkLst>
            <pc:docMk/>
            <pc:sldMk cId="1002800110" sldId="286"/>
            <ac:spMk id="13" creationId="{5E39A796-BE83-48B1-B33F-35C4A32AAB57}"/>
          </ac:spMkLst>
        </pc:spChg>
        <pc:spChg chg="add del">
          <ac:chgData name="White (she/her), Whitney" userId="65f39021-2f1d-4d8b-87dc-b123826f65bf" providerId="ADAL" clId="{D33F953B-283D-47DE-B98A-70E7E7D31812}" dt="2022-09-17T02:39:08.845" v="336" actId="26606"/>
          <ac:spMkLst>
            <pc:docMk/>
            <pc:sldMk cId="1002800110" sldId="286"/>
            <ac:spMk id="15" creationId="{72F84B47-E267-4194-8194-831DB7B5547F}"/>
          </ac:spMkLst>
        </pc:spChg>
        <pc:spChg chg="add">
          <ac:chgData name="White (she/her), Whitney" userId="65f39021-2f1d-4d8b-87dc-b123826f65bf" providerId="ADAL" clId="{D33F953B-283D-47DE-B98A-70E7E7D31812}" dt="2022-09-17T02:39:08.850" v="337" actId="26606"/>
          <ac:spMkLst>
            <pc:docMk/>
            <pc:sldMk cId="1002800110" sldId="286"/>
            <ac:spMk id="17" creationId="{CB44330D-EA18-4254-AA95-EB49948539B8}"/>
          </ac:spMkLst>
        </pc:spChg>
        <pc:picChg chg="add del">
          <ac:chgData name="White (she/her), Whitney" userId="65f39021-2f1d-4d8b-87dc-b123826f65bf" providerId="ADAL" clId="{D33F953B-283D-47DE-B98A-70E7E7D31812}" dt="2022-09-17T02:36:39.677" v="328"/>
          <ac:picMkLst>
            <pc:docMk/>
            <pc:sldMk cId="1002800110" sldId="286"/>
            <ac:picMk id="4" creationId="{7DE81095-FE37-4BA6-B6D0-766F235FFA7F}"/>
          </ac:picMkLst>
        </pc:picChg>
        <pc:picChg chg="add mod">
          <ac:chgData name="White (she/her), Whitney" userId="65f39021-2f1d-4d8b-87dc-b123826f65bf" providerId="ADAL" clId="{D33F953B-283D-47DE-B98A-70E7E7D31812}" dt="2022-09-17T02:39:08.850" v="337" actId="26606"/>
          <ac:picMkLst>
            <pc:docMk/>
            <pc:sldMk cId="1002800110" sldId="286"/>
            <ac:picMk id="6" creationId="{3DA05C37-ABD2-44BC-AB4A-7964AB74F80A}"/>
          </ac:picMkLst>
        </pc:picChg>
      </pc:sldChg>
      <pc:sldChg chg="addSp delSp modSp add mod">
        <pc:chgData name="White (she/her), Whitney" userId="65f39021-2f1d-4d8b-87dc-b123826f65bf" providerId="ADAL" clId="{D33F953B-283D-47DE-B98A-70E7E7D31812}" dt="2022-09-17T02:43:49.460" v="930" actId="20577"/>
        <pc:sldMkLst>
          <pc:docMk/>
          <pc:sldMk cId="1630162949" sldId="287"/>
        </pc:sldMkLst>
        <pc:spChg chg="mod">
          <ac:chgData name="White (she/her), Whitney" userId="65f39021-2f1d-4d8b-87dc-b123826f65bf" providerId="ADAL" clId="{D33F953B-283D-47DE-B98A-70E7E7D31812}" dt="2022-09-17T02:40:15.813" v="377" actId="20577"/>
          <ac:spMkLst>
            <pc:docMk/>
            <pc:sldMk cId="1630162949" sldId="287"/>
            <ac:spMk id="2" creationId="{CA1EE61B-138F-43A4-8B56-5EF03A58679B}"/>
          </ac:spMkLst>
        </pc:spChg>
        <pc:spChg chg="del mod">
          <ac:chgData name="White (she/her), Whitney" userId="65f39021-2f1d-4d8b-87dc-b123826f65bf" providerId="ADAL" clId="{D33F953B-283D-47DE-B98A-70E7E7D31812}" dt="2022-09-17T02:40:58.001" v="385" actId="3680"/>
          <ac:spMkLst>
            <pc:docMk/>
            <pc:sldMk cId="1630162949" sldId="287"/>
            <ac:spMk id="3" creationId="{81FE1C6D-F36E-48C2-992F-AFB21F6BE7E7}"/>
          </ac:spMkLst>
        </pc:spChg>
        <pc:graphicFrameChg chg="add mod ord modGraphic">
          <ac:chgData name="White (she/her), Whitney" userId="65f39021-2f1d-4d8b-87dc-b123826f65bf" providerId="ADAL" clId="{D33F953B-283D-47DE-B98A-70E7E7D31812}" dt="2022-09-17T02:43:49.460" v="930" actId="20577"/>
          <ac:graphicFrameMkLst>
            <pc:docMk/>
            <pc:sldMk cId="1630162949" sldId="287"/>
            <ac:graphicFrameMk id="4" creationId="{7AEC3BAD-5374-499B-A43B-4A4D55A01E36}"/>
          </ac:graphicFrameMkLst>
        </pc:graphicFrameChg>
      </pc:sldChg>
      <pc:sldChg chg="addSp delSp modSp add mod setBg">
        <pc:chgData name="White (she/her), Whitney" userId="65f39021-2f1d-4d8b-87dc-b123826f65bf" providerId="ADAL" clId="{D33F953B-283D-47DE-B98A-70E7E7D31812}" dt="2022-09-17T02:39:37.456" v="341" actId="26606"/>
        <pc:sldMkLst>
          <pc:docMk/>
          <pc:sldMk cId="3965357046" sldId="288"/>
        </pc:sldMkLst>
        <pc:spChg chg="del">
          <ac:chgData name="White (she/her), Whitney" userId="65f39021-2f1d-4d8b-87dc-b123826f65bf" providerId="ADAL" clId="{D33F953B-283D-47DE-B98A-70E7E7D31812}" dt="2022-09-17T02:39:37.456" v="341" actId="26606"/>
          <ac:spMkLst>
            <pc:docMk/>
            <pc:sldMk cId="3965357046" sldId="288"/>
            <ac:spMk id="2" creationId="{CA1EE61B-138F-43A4-8B56-5EF03A58679B}"/>
          </ac:spMkLst>
        </pc:spChg>
        <pc:spChg chg="del">
          <ac:chgData name="White (she/her), Whitney" userId="65f39021-2f1d-4d8b-87dc-b123826f65bf" providerId="ADAL" clId="{D33F953B-283D-47DE-B98A-70E7E7D31812}" dt="2022-09-17T02:39:36.085" v="340"/>
          <ac:spMkLst>
            <pc:docMk/>
            <pc:sldMk cId="3965357046" sldId="288"/>
            <ac:spMk id="3" creationId="{81FE1C6D-F36E-48C2-992F-AFB21F6BE7E7}"/>
          </ac:spMkLst>
        </pc:spChg>
        <pc:spChg chg="mod ord">
          <ac:chgData name="White (she/her), Whitney" userId="65f39021-2f1d-4d8b-87dc-b123826f65bf" providerId="ADAL" clId="{D33F953B-283D-47DE-B98A-70E7E7D31812}" dt="2022-09-17T02:39:37.456" v="341" actId="26606"/>
          <ac:spMkLst>
            <pc:docMk/>
            <pc:sldMk cId="3965357046" sldId="288"/>
            <ac:spMk id="5" creationId="{E771288C-B13A-490D-9B00-790E8D5BC0CB}"/>
          </ac:spMkLst>
        </pc:spChg>
        <pc:spChg chg="add">
          <ac:chgData name="White (she/her), Whitney" userId="65f39021-2f1d-4d8b-87dc-b123826f65bf" providerId="ADAL" clId="{D33F953B-283D-47DE-B98A-70E7E7D31812}" dt="2022-09-17T02:39:37.456" v="341" actId="26606"/>
          <ac:spMkLst>
            <pc:docMk/>
            <pc:sldMk cId="3965357046" sldId="288"/>
            <ac:spMk id="11" creationId="{32BC26D8-82FB-445E-AA49-62A77D7C1EE0}"/>
          </ac:spMkLst>
        </pc:spChg>
        <pc:spChg chg="add">
          <ac:chgData name="White (she/her), Whitney" userId="65f39021-2f1d-4d8b-87dc-b123826f65bf" providerId="ADAL" clId="{D33F953B-283D-47DE-B98A-70E7E7D31812}" dt="2022-09-17T02:39:37.456" v="341" actId="26606"/>
          <ac:spMkLst>
            <pc:docMk/>
            <pc:sldMk cId="3965357046" sldId="288"/>
            <ac:spMk id="13" creationId="{CB44330D-EA18-4254-AA95-EB49948539B8}"/>
          </ac:spMkLst>
        </pc:spChg>
        <pc:picChg chg="add mod">
          <ac:chgData name="White (she/her), Whitney" userId="65f39021-2f1d-4d8b-87dc-b123826f65bf" providerId="ADAL" clId="{D33F953B-283D-47DE-B98A-70E7E7D31812}" dt="2022-09-17T02:39:37.456" v="341" actId="26606"/>
          <ac:picMkLst>
            <pc:docMk/>
            <pc:sldMk cId="3965357046" sldId="288"/>
            <ac:picMk id="6" creationId="{370FBA4F-B90F-4BAD-912B-D19512FB6B1A}"/>
          </ac:picMkLst>
        </pc:picChg>
      </pc:sldChg>
      <pc:sldChg chg="addSp delSp modSp add mod setBg">
        <pc:chgData name="White (she/her), Whitney" userId="65f39021-2f1d-4d8b-87dc-b123826f65bf" providerId="ADAL" clId="{D33F953B-283D-47DE-B98A-70E7E7D31812}" dt="2022-09-17T02:39:26.215" v="339" actId="26606"/>
        <pc:sldMkLst>
          <pc:docMk/>
          <pc:sldMk cId="4095711019" sldId="289"/>
        </pc:sldMkLst>
        <pc:spChg chg="del">
          <ac:chgData name="White (she/her), Whitney" userId="65f39021-2f1d-4d8b-87dc-b123826f65bf" providerId="ADAL" clId="{D33F953B-283D-47DE-B98A-70E7E7D31812}" dt="2022-09-17T02:39:26.215" v="339" actId="26606"/>
          <ac:spMkLst>
            <pc:docMk/>
            <pc:sldMk cId="4095711019" sldId="289"/>
            <ac:spMk id="2" creationId="{CA1EE61B-138F-43A4-8B56-5EF03A58679B}"/>
          </ac:spMkLst>
        </pc:spChg>
        <pc:spChg chg="del">
          <ac:chgData name="White (she/her), Whitney" userId="65f39021-2f1d-4d8b-87dc-b123826f65bf" providerId="ADAL" clId="{D33F953B-283D-47DE-B98A-70E7E7D31812}" dt="2022-09-17T02:39:18.132" v="338"/>
          <ac:spMkLst>
            <pc:docMk/>
            <pc:sldMk cId="4095711019" sldId="289"/>
            <ac:spMk id="3" creationId="{81FE1C6D-F36E-48C2-992F-AFB21F6BE7E7}"/>
          </ac:spMkLst>
        </pc:spChg>
        <pc:spChg chg="mod ord">
          <ac:chgData name="White (she/her), Whitney" userId="65f39021-2f1d-4d8b-87dc-b123826f65bf" providerId="ADAL" clId="{D33F953B-283D-47DE-B98A-70E7E7D31812}" dt="2022-09-17T02:39:26.215" v="339" actId="26606"/>
          <ac:spMkLst>
            <pc:docMk/>
            <pc:sldMk cId="4095711019" sldId="289"/>
            <ac:spMk id="5" creationId="{E771288C-B13A-490D-9B00-790E8D5BC0CB}"/>
          </ac:spMkLst>
        </pc:spChg>
        <pc:spChg chg="add">
          <ac:chgData name="White (she/her), Whitney" userId="65f39021-2f1d-4d8b-87dc-b123826f65bf" providerId="ADAL" clId="{D33F953B-283D-47DE-B98A-70E7E7D31812}" dt="2022-09-17T02:39:26.215" v="339" actId="26606"/>
          <ac:spMkLst>
            <pc:docMk/>
            <pc:sldMk cId="4095711019" sldId="289"/>
            <ac:spMk id="11" creationId="{32BC26D8-82FB-445E-AA49-62A77D7C1EE0}"/>
          </ac:spMkLst>
        </pc:spChg>
        <pc:spChg chg="add">
          <ac:chgData name="White (she/her), Whitney" userId="65f39021-2f1d-4d8b-87dc-b123826f65bf" providerId="ADAL" clId="{D33F953B-283D-47DE-B98A-70E7E7D31812}" dt="2022-09-17T02:39:26.215" v="339" actId="26606"/>
          <ac:spMkLst>
            <pc:docMk/>
            <pc:sldMk cId="4095711019" sldId="289"/>
            <ac:spMk id="13" creationId="{CB44330D-EA18-4254-AA95-EB49948539B8}"/>
          </ac:spMkLst>
        </pc:spChg>
        <pc:picChg chg="add mod">
          <ac:chgData name="White (she/her), Whitney" userId="65f39021-2f1d-4d8b-87dc-b123826f65bf" providerId="ADAL" clId="{D33F953B-283D-47DE-B98A-70E7E7D31812}" dt="2022-09-17T02:39:26.215" v="339" actId="26606"/>
          <ac:picMkLst>
            <pc:docMk/>
            <pc:sldMk cId="4095711019" sldId="289"/>
            <ac:picMk id="6" creationId="{894B67A5-5A3A-4784-8067-7690B6971EAB}"/>
          </ac:picMkLst>
        </pc:picChg>
      </pc:sldChg>
      <pc:sldChg chg="modSp add mod">
        <pc:chgData name="White (she/her), Whitney" userId="65f39021-2f1d-4d8b-87dc-b123826f65bf" providerId="ADAL" clId="{D33F953B-283D-47DE-B98A-70E7E7D31812}" dt="2022-09-17T02:36:20.269" v="326" actId="20577"/>
        <pc:sldMkLst>
          <pc:docMk/>
          <pc:sldMk cId="4272730492" sldId="290"/>
        </pc:sldMkLst>
        <pc:spChg chg="mod">
          <ac:chgData name="White (she/her), Whitney" userId="65f39021-2f1d-4d8b-87dc-b123826f65bf" providerId="ADAL" clId="{D33F953B-283D-47DE-B98A-70E7E7D31812}" dt="2022-09-17T02:35:42.142" v="316" actId="20577"/>
          <ac:spMkLst>
            <pc:docMk/>
            <pc:sldMk cId="4272730492" sldId="290"/>
            <ac:spMk id="2" creationId="{CA1EE61B-138F-43A4-8B56-5EF03A58679B}"/>
          </ac:spMkLst>
        </pc:spChg>
        <pc:spChg chg="mod">
          <ac:chgData name="White (she/her), Whitney" userId="65f39021-2f1d-4d8b-87dc-b123826f65bf" providerId="ADAL" clId="{D33F953B-283D-47DE-B98A-70E7E7D31812}" dt="2022-09-17T02:36:20.269" v="326" actId="20577"/>
          <ac:spMkLst>
            <pc:docMk/>
            <pc:sldMk cId="4272730492" sldId="290"/>
            <ac:spMk id="3" creationId="{81FE1C6D-F36E-48C2-992F-AFB21F6BE7E7}"/>
          </ac:spMkLst>
        </pc:spChg>
      </pc:sldChg>
      <pc:sldChg chg="modSp add mod">
        <pc:chgData name="White (she/her), Whitney" userId="65f39021-2f1d-4d8b-87dc-b123826f65bf" providerId="ADAL" clId="{D33F953B-283D-47DE-B98A-70E7E7D31812}" dt="2022-09-17T02:45:33.639" v="1435" actId="404"/>
        <pc:sldMkLst>
          <pc:docMk/>
          <pc:sldMk cId="1324816725" sldId="295"/>
        </pc:sldMkLst>
        <pc:graphicFrameChg chg="modGraphic">
          <ac:chgData name="White (she/her), Whitney" userId="65f39021-2f1d-4d8b-87dc-b123826f65bf" providerId="ADAL" clId="{D33F953B-283D-47DE-B98A-70E7E7D31812}" dt="2022-09-17T02:45:33.639" v="1435" actId="404"/>
          <ac:graphicFrameMkLst>
            <pc:docMk/>
            <pc:sldMk cId="1324816725" sldId="295"/>
            <ac:graphicFrameMk id="4" creationId="{7AEC3BAD-5374-499B-A43B-4A4D55A01E36}"/>
          </ac:graphicFrameMkLst>
        </pc:graphicFrameChg>
      </pc:sldChg>
      <pc:sldChg chg="add del">
        <pc:chgData name="White (she/her), Whitney" userId="65f39021-2f1d-4d8b-87dc-b123826f65bf" providerId="ADAL" clId="{D33F953B-283D-47DE-B98A-70E7E7D31812}" dt="2022-09-17T02:45:48.508" v="1437" actId="2696"/>
        <pc:sldMkLst>
          <pc:docMk/>
          <pc:sldMk cId="2171810371" sldId="296"/>
        </pc:sldMkLst>
      </pc:sldChg>
      <pc:sldChg chg="add del">
        <pc:chgData name="White (she/her), Whitney" userId="65f39021-2f1d-4d8b-87dc-b123826f65bf" providerId="ADAL" clId="{D33F953B-283D-47DE-B98A-70E7E7D31812}" dt="2022-09-17T02:47:00.847" v="1730" actId="2696"/>
        <pc:sldMkLst>
          <pc:docMk/>
          <pc:sldMk cId="3264662185" sldId="297"/>
        </pc:sldMkLst>
      </pc:sldChg>
      <pc:sldChg chg="modSp add del mod">
        <pc:chgData name="White (she/her), Whitney" userId="65f39021-2f1d-4d8b-87dc-b123826f65bf" providerId="ADAL" clId="{D33F953B-283D-47DE-B98A-70E7E7D31812}" dt="2022-09-17T02:46:56.483" v="1728" actId="2696"/>
        <pc:sldMkLst>
          <pc:docMk/>
          <pc:sldMk cId="1197533211" sldId="298"/>
        </pc:sldMkLst>
        <pc:graphicFrameChg chg="modGraphic">
          <ac:chgData name="White (she/her), Whitney" userId="65f39021-2f1d-4d8b-87dc-b123826f65bf" providerId="ADAL" clId="{D33F953B-283D-47DE-B98A-70E7E7D31812}" dt="2022-09-17T02:46:50.256" v="1726" actId="20577"/>
          <ac:graphicFrameMkLst>
            <pc:docMk/>
            <pc:sldMk cId="1197533211" sldId="298"/>
            <ac:graphicFrameMk id="4" creationId="{7AEC3BAD-5374-499B-A43B-4A4D55A01E36}"/>
          </ac:graphicFrameMkLst>
        </pc:graphicFrameChg>
      </pc:sldChg>
      <pc:sldChg chg="modSp add mod">
        <pc:chgData name="White (she/her), Whitney" userId="65f39021-2f1d-4d8b-87dc-b123826f65bf" providerId="ADAL" clId="{D33F953B-283D-47DE-B98A-70E7E7D31812}" dt="2022-09-17T02:49:10.786" v="2344" actId="1076"/>
        <pc:sldMkLst>
          <pc:docMk/>
          <pc:sldMk cId="3519343007" sldId="299"/>
        </pc:sldMkLst>
        <pc:graphicFrameChg chg="mod modGraphic">
          <ac:chgData name="White (she/her), Whitney" userId="65f39021-2f1d-4d8b-87dc-b123826f65bf" providerId="ADAL" clId="{D33F953B-283D-47DE-B98A-70E7E7D31812}" dt="2022-09-17T02:49:10.786" v="2344" actId="1076"/>
          <ac:graphicFrameMkLst>
            <pc:docMk/>
            <pc:sldMk cId="3519343007" sldId="299"/>
            <ac:graphicFrameMk id="4" creationId="{7AEC3BAD-5374-499B-A43B-4A4D55A01E36}"/>
          </ac:graphicFrameMkLst>
        </pc:graphicFrameChg>
      </pc:sldChg>
      <pc:sldChg chg="addSp delSp modSp new mod setBg">
        <pc:chgData name="White (she/her), Whitney" userId="65f39021-2f1d-4d8b-87dc-b123826f65bf" providerId="ADAL" clId="{D33F953B-283D-47DE-B98A-70E7E7D31812}" dt="2022-09-17T02:49:53.615" v="2349" actId="21"/>
        <pc:sldMkLst>
          <pc:docMk/>
          <pc:sldMk cId="1366699310" sldId="300"/>
        </pc:sldMkLst>
        <pc:spChg chg="del">
          <ac:chgData name="White (she/her), Whitney" userId="65f39021-2f1d-4d8b-87dc-b123826f65bf" providerId="ADAL" clId="{D33F953B-283D-47DE-B98A-70E7E7D31812}" dt="2022-09-17T02:49:47.700" v="2348" actId="26606"/>
          <ac:spMkLst>
            <pc:docMk/>
            <pc:sldMk cId="1366699310" sldId="300"/>
            <ac:spMk id="2" creationId="{63383B3E-05EB-435F-ABCA-884428D14483}"/>
          </ac:spMkLst>
        </pc:spChg>
        <pc:spChg chg="del mod">
          <ac:chgData name="White (she/her), Whitney" userId="65f39021-2f1d-4d8b-87dc-b123826f65bf" providerId="ADAL" clId="{D33F953B-283D-47DE-B98A-70E7E7D31812}" dt="2022-09-17T02:49:44.546" v="2347"/>
          <ac:spMkLst>
            <pc:docMk/>
            <pc:sldMk cId="1366699310" sldId="300"/>
            <ac:spMk id="3" creationId="{9B7208D1-11C6-4AA4-9409-33553554D1F5}"/>
          </ac:spMkLst>
        </pc:spChg>
        <pc:spChg chg="del mod">
          <ac:chgData name="White (she/her), Whitney" userId="65f39021-2f1d-4d8b-87dc-b123826f65bf" providerId="ADAL" clId="{D33F953B-283D-47DE-B98A-70E7E7D31812}" dt="2022-09-17T02:49:53.615" v="2349" actId="21"/>
          <ac:spMkLst>
            <pc:docMk/>
            <pc:sldMk cId="1366699310" sldId="300"/>
            <ac:spMk id="4" creationId="{FD0DF573-B6DC-477B-99A3-9D2A4EA437D3}"/>
          </ac:spMkLst>
        </pc:spChg>
        <pc:spChg chg="mod">
          <ac:chgData name="White (she/her), Whitney" userId="65f39021-2f1d-4d8b-87dc-b123826f65bf" providerId="ADAL" clId="{D33F953B-283D-47DE-B98A-70E7E7D31812}" dt="2022-09-17T02:49:47.700" v="2348" actId="26606"/>
          <ac:spMkLst>
            <pc:docMk/>
            <pc:sldMk cId="1366699310" sldId="300"/>
            <ac:spMk id="5" creationId="{4D753AB3-A756-498C-8AD1-EFF5925D7AD6}"/>
          </ac:spMkLst>
        </pc:spChg>
        <pc:spChg chg="add">
          <ac:chgData name="White (she/her), Whitney" userId="65f39021-2f1d-4d8b-87dc-b123826f65bf" providerId="ADAL" clId="{D33F953B-283D-47DE-B98A-70E7E7D31812}" dt="2022-09-17T02:49:47.700" v="2348" actId="26606"/>
          <ac:spMkLst>
            <pc:docMk/>
            <pc:sldMk cId="1366699310" sldId="300"/>
            <ac:spMk id="11" creationId="{32BC26D8-82FB-445E-AA49-62A77D7C1EE0}"/>
          </ac:spMkLst>
        </pc:spChg>
        <pc:spChg chg="add">
          <ac:chgData name="White (she/her), Whitney" userId="65f39021-2f1d-4d8b-87dc-b123826f65bf" providerId="ADAL" clId="{D33F953B-283D-47DE-B98A-70E7E7D31812}" dt="2022-09-17T02:49:47.700" v="2348" actId="26606"/>
          <ac:spMkLst>
            <pc:docMk/>
            <pc:sldMk cId="1366699310" sldId="300"/>
            <ac:spMk id="13" creationId="{CB44330D-EA18-4254-AA95-EB49948539B8}"/>
          </ac:spMkLst>
        </pc:spChg>
        <pc:picChg chg="add mod ord">
          <ac:chgData name="White (she/her), Whitney" userId="65f39021-2f1d-4d8b-87dc-b123826f65bf" providerId="ADAL" clId="{D33F953B-283D-47DE-B98A-70E7E7D31812}" dt="2022-09-17T02:49:47.700" v="2348" actId="26606"/>
          <ac:picMkLst>
            <pc:docMk/>
            <pc:sldMk cId="1366699310" sldId="300"/>
            <ac:picMk id="6" creationId="{8C37D3E0-DD86-44EB-AD50-DFDBC926306B}"/>
          </ac:picMkLst>
        </pc:picChg>
      </pc:sldChg>
      <pc:sldChg chg="delSp modSp new mod">
        <pc:chgData name="White (she/her), Whitney" userId="65f39021-2f1d-4d8b-87dc-b123826f65bf" providerId="ADAL" clId="{D33F953B-283D-47DE-B98A-70E7E7D31812}" dt="2022-09-17T02:51:01.502" v="2414" actId="403"/>
        <pc:sldMkLst>
          <pc:docMk/>
          <pc:sldMk cId="2220141921" sldId="301"/>
        </pc:sldMkLst>
        <pc:spChg chg="mod">
          <ac:chgData name="White (she/her), Whitney" userId="65f39021-2f1d-4d8b-87dc-b123826f65bf" providerId="ADAL" clId="{D33F953B-283D-47DE-B98A-70E7E7D31812}" dt="2022-09-17T02:50:11.852" v="2362" actId="20577"/>
          <ac:spMkLst>
            <pc:docMk/>
            <pc:sldMk cId="2220141921" sldId="301"/>
            <ac:spMk id="2" creationId="{58ACCE36-584C-4C4C-BE1F-EA10E3620A89}"/>
          </ac:spMkLst>
        </pc:spChg>
        <pc:spChg chg="mod">
          <ac:chgData name="White (she/her), Whitney" userId="65f39021-2f1d-4d8b-87dc-b123826f65bf" providerId="ADAL" clId="{D33F953B-283D-47DE-B98A-70E7E7D31812}" dt="2022-09-17T02:51:01.502" v="2414" actId="403"/>
          <ac:spMkLst>
            <pc:docMk/>
            <pc:sldMk cId="2220141921" sldId="301"/>
            <ac:spMk id="3" creationId="{E5243138-9870-4C8E-BA7D-476059981BC1}"/>
          </ac:spMkLst>
        </pc:spChg>
        <pc:spChg chg="del">
          <ac:chgData name="White (she/her), Whitney" userId="65f39021-2f1d-4d8b-87dc-b123826f65bf" providerId="ADAL" clId="{D33F953B-283D-47DE-B98A-70E7E7D31812}" dt="2022-09-17T02:49:59.523" v="2351" actId="21"/>
          <ac:spMkLst>
            <pc:docMk/>
            <pc:sldMk cId="2220141921" sldId="301"/>
            <ac:spMk id="4" creationId="{1933A1CF-D6A4-43CE-A5B1-207210414D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solidFill>
                  <a:srgbClr val="717171"/>
                </a:solidFill>
              </a:defRPr>
            </a:lvl1pPr>
          </a:lstStyle>
          <a:p>
            <a:fld id="{95F45DF0-00B2-468D-ADF1-6351EEFB9CD7}" type="datetime1">
              <a:rPr lang="en-US" smtClean="0"/>
              <a:pPr/>
              <a:t>8/30/2023</a:t>
            </a:fld>
            <a:endParaRPr lang="en-US" dirty="0"/>
          </a:p>
        </p:txBody>
      </p:sp>
      <p:pic>
        <p:nvPicPr>
          <p:cNvPr id="9" name="Picture 8" descr="Logo: Texas Education Agency ">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 for Texas Education Agency (TEA) Education and Training ">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solidFill>
                  <a:srgbClr val="717171"/>
                </a:solidFill>
              </a:defRPr>
            </a:lvl1pPr>
          </a:lstStyle>
          <a:p>
            <a:fld id="{A50A4456-6D77-4237-8218-40872579093E}" type="datetime1">
              <a:rPr lang="en-US" smtClean="0"/>
              <a:pPr/>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lvl1pPr>
              <a:defRPr>
                <a:solidFill>
                  <a:srgbClr val="717171"/>
                </a:solidFill>
              </a:defRPr>
            </a:lvl1p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9FAF0A51-8860-45B4-B3C2-078DBFFE3F11}" type="datetime1">
              <a:rPr lang="en-US" smtClean="0"/>
              <a:t>8/30/2023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0EC8E0D3-5DEF-4424-A66B-248169F8979E}" type="datetime1">
              <a:rPr lang="en-US" smtClean="0"/>
              <a:t>8/30/2023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084D87F3-74DF-4702-8D1B-0BA8CE9CA57F}" type="datetime1">
              <a:rPr lang="en-US" smtClean="0"/>
              <a:t>8/30/2023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6BE42763-A1D0-477C-A610-38D23465485E}" type="datetime1">
              <a:rPr lang="en-US" smtClean="0"/>
              <a:t>8/30/2023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242521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3253950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424362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59431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197300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444111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717171"/>
                </a:solidFill>
              </a:defRPr>
            </a:lvl1pPr>
          </a:lstStyle>
          <a:p>
            <a:fld id="{1B00EFE5-A68C-4E4B-9D40-F26D6ED979C1}" type="datetime1">
              <a:rPr lang="en-US" smtClean="0"/>
              <a:pPr/>
              <a:t>8/30/2023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717171"/>
                </a:solidFill>
              </a:defRPr>
            </a:lvl1pPr>
          </a:lstStyle>
          <a:p>
            <a:endParaRPr lang="en-US" dirty="0"/>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717171"/>
                </a:solidFill>
              </a:defRPr>
            </a:lvl1p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824655733"/>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18731"/>
            <a:ext cx="9144000" cy="370300"/>
          </a:xfrm>
        </p:spPr>
        <p:txBody>
          <a:bodyPr>
            <a:normAutofit/>
          </a:bodyPr>
          <a:lstStyle/>
          <a:p>
            <a:pPr algn="l"/>
            <a:r>
              <a:rPr lang="en-US" sz="1800" dirty="0"/>
              <a:t>Instructional Practices| Unit 4: The Science of Learning| Lesson 4.08</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Cognitive Engagement</a:t>
            </a:r>
          </a:p>
        </p:txBody>
      </p:sp>
      <p:sp>
        <p:nvSpPr>
          <p:cNvPr id="4" name="TextBox 4">
            <a:extLst>
              <a:ext uri="{FF2B5EF4-FFF2-40B4-BE49-F238E27FC236}">
                <a16:creationId xmlns:a16="http://schemas.microsoft.com/office/drawing/2014/main" id="{767E2B18-5A6C-4EB0-E97C-51C3093BF8A5}"/>
              </a:ext>
            </a:extLst>
          </p:cNvPr>
          <p:cNvSpPr txBox="1"/>
          <p:nvPr/>
        </p:nvSpPr>
        <p:spPr>
          <a:xfrm>
            <a:off x="0" y="6489031"/>
            <a:ext cx="1038726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464646"/>
                </a:solidFill>
                <a:effectLst/>
                <a:latin typeface="Calibri" panose="020F0502020204030204" pitchFamily="34" charset="0"/>
                <a:ea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rPr>
              <a:t>.</a:t>
            </a:r>
            <a:endParaRPr lang="en-US" sz="1600" dirty="0"/>
          </a:p>
        </p:txBody>
      </p:sp>
    </p:spTree>
    <p:extLst>
      <p:ext uri="{BB962C8B-B14F-4D97-AF65-F5344CB8AC3E}">
        <p14:creationId xmlns:p14="http://schemas.microsoft.com/office/powerpoint/2010/main" val="397609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TEKS &amp; Objectives</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p:txBody>
          <a:bodyPr>
            <a:normAutofit/>
          </a:bodyPr>
          <a:lstStyle/>
          <a:p>
            <a:pPr marL="0" indent="0">
              <a:buNone/>
            </a:pPr>
            <a:r>
              <a:rPr lang="en-US" dirty="0">
                <a:latin typeface="Calibri" panose="020F0502020204030204" pitchFamily="34" charset="0"/>
              </a:rPr>
              <a:t>TEKS 4A, 4B, 6D</a:t>
            </a: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The student will…</a:t>
            </a:r>
          </a:p>
          <a:p>
            <a:pPr marL="0" indent="0">
              <a:buNone/>
            </a:pPr>
            <a:r>
              <a:rPr lang="en-US" dirty="0">
                <a:latin typeface="Calibri" panose="020F0502020204030204" pitchFamily="34" charset="0"/>
              </a:rPr>
              <a:t>…define cognitive engagement</a:t>
            </a:r>
          </a:p>
          <a:p>
            <a:pPr marL="0" indent="0">
              <a:buNone/>
            </a:pPr>
            <a:r>
              <a:rPr lang="en-US" dirty="0">
                <a:latin typeface="Calibri" panose="020F0502020204030204" pitchFamily="34" charset="0"/>
              </a:rPr>
              <a:t>…identify examples and non-examples of cognitive engagement in a lesson plan</a:t>
            </a:r>
          </a:p>
          <a:p>
            <a:pPr marL="0" indent="0">
              <a:buNone/>
            </a:pPr>
            <a:r>
              <a:rPr lang="en-US" dirty="0">
                <a:latin typeface="Calibri" panose="020F0502020204030204" pitchFamily="34" charset="0"/>
              </a:rPr>
              <a:t>…evaluate the impact of cognitive engagement on learning</a:t>
            </a: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875402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p:txBody>
          <a:bodyPr/>
          <a:lstStyle/>
          <a:p>
            <a:pPr marL="0" marR="0" indent="0">
              <a:spcBef>
                <a:spcPts val="600"/>
              </a:spcBef>
              <a:spcAft>
                <a:spcPts val="6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Read the following two scenarios. Your task is to determine which would lead to better learning and explain why.</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Scenario #1: </a:t>
            </a:r>
            <a:r>
              <a:rPr lang="en-US" sz="1800" i="1" dirty="0">
                <a:effectLst/>
                <a:latin typeface="Calibri" panose="020F0502020204030204" pitchFamily="34" charset="0"/>
                <a:ea typeface="Calibri" panose="020F0502020204030204" pitchFamily="34" charset="0"/>
                <a:cs typeface="Calibri" panose="020F0502020204030204" pitchFamily="34" charset="0"/>
              </a:rPr>
              <a:t>Mrs. James is teaching students about the changing shape of land. During her lesson, Mrs. James presents images of various landforms and has students consider what caused the formation through a series of open-ended questions. Students explore water and land interactions by using a model to investigate what happens to land when it interacts with waves along a shoreline.  Students analyze and compare solutions to problems caused by water changing the shape of the land. Students apply what they have learned using the engineering design process to develop a shoreline protection system that could slow changes to the shore of Port Aransas to prevent the Aransas Pass Lighthouse from falling into the ocean.</a:t>
            </a:r>
          </a:p>
          <a:p>
            <a:pPr marL="0" marR="0" indent="0">
              <a:spcBef>
                <a:spcPts val="600"/>
              </a:spcBef>
              <a:spcAft>
                <a:spcPts val="600"/>
              </a:spcAft>
              <a:buNone/>
            </a:pPr>
            <a:endParaRPr lang="en-US" sz="18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Scenario #2: </a:t>
            </a:r>
            <a:r>
              <a:rPr lang="en-US" sz="1800" i="1" dirty="0">
                <a:effectLst/>
                <a:latin typeface="Calibri" panose="020F0502020204030204" pitchFamily="34" charset="0"/>
                <a:ea typeface="Calibri" panose="020F0502020204030204" pitchFamily="34" charset="0"/>
                <a:cs typeface="Calibri" panose="020F0502020204030204" pitchFamily="34" charset="0"/>
              </a:rPr>
              <a:t>Mrs. Emery is also teaching students about the changing shape of land. She presents a PowerPoint on the role water plays in shaping land and creating landforms. Mrs. Emery shows students images of landforms and reads various texts about how different landforms were formed by water. At the end of the lesson, students take an assessment on water and land interactions. </a:t>
            </a:r>
            <a:endParaRPr lang="en-US" sz="1800"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800" dirty="0">
              <a:solidFill>
                <a:srgbClr val="717171"/>
              </a:solidFill>
              <a:latin typeface="Calibri" panose="020F0502020204030204" pitchFamily="34" charset="0"/>
            </a:endParaRP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272730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A330DF-1BCC-4430-B0B0-A887633FD9CC}"/>
              </a:ext>
            </a:extLst>
          </p:cNvPr>
          <p:cNvSpPr txBox="1">
            <a:spLocks noGrp="1"/>
          </p:cNvSpPr>
          <p:nvPr>
            <p:ph type="title" idx="4294967295"/>
          </p:nvPr>
        </p:nvSpPr>
        <p:spPr>
          <a:xfrm>
            <a:off x="359425" y="688286"/>
            <a:ext cx="11941767" cy="11387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rPr>
              <a:t>Five Principles for Teaching based on the Science of Learning</a:t>
            </a:r>
            <a:endParaRPr kumimoji="0" lang="en-US" sz="2000" b="0"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grpSp>
        <p:nvGrpSpPr>
          <p:cNvPr id="3" name="Group 2" descr="The Five Science of Learning Principles. &#10;&#10;Top row: Three boxes (Orange: Attending; Green: Prior Knowledge; Red: Avoiding Overload)&#10;&#10;Bottom Row: Two boxes (Blue: Cognitive Engagement; Gray: Practice with Feedback)&#10;&#10;Text:&#10;Attending: Learning requires attending to the most important content.&#10;&#10;Prior Knowledge: Learning builds on prior knowledge.&#10;&#10;Avoiding Overload: Too much information at once can interfere with learning.&#10;&#10;Cognitive Engagement: Learning requires cognitive engagement and should be effortful.&#10;&#10;Practice with Feedback:&#10;Practice and feedback are essential to move ideas permanently into long-term memory.">
            <a:extLst>
              <a:ext uri="{FF2B5EF4-FFF2-40B4-BE49-F238E27FC236}">
                <a16:creationId xmlns:a16="http://schemas.microsoft.com/office/drawing/2014/main" id="{98BEF821-DC1F-E2D9-3C22-3DBC563C74E1}"/>
              </a:ext>
            </a:extLst>
          </p:cNvPr>
          <p:cNvGrpSpPr/>
          <p:nvPr/>
        </p:nvGrpSpPr>
        <p:grpSpPr>
          <a:xfrm>
            <a:off x="681682" y="1707527"/>
            <a:ext cx="10526676" cy="4301565"/>
            <a:chOff x="681682" y="1707527"/>
            <a:chExt cx="10526676" cy="4301565"/>
          </a:xfrm>
        </p:grpSpPr>
        <p:sp>
          <p:nvSpPr>
            <p:cNvPr id="2" name="Rectangle: Rounded Corners 1">
              <a:extLst>
                <a:ext uri="{FF2B5EF4-FFF2-40B4-BE49-F238E27FC236}">
                  <a16:creationId xmlns:a16="http://schemas.microsoft.com/office/drawing/2014/main" id="{BB885A39-507A-45EE-9196-F8F61826FB9C}"/>
                </a:ext>
              </a:extLst>
            </p:cNvPr>
            <p:cNvSpPr/>
            <p:nvPr/>
          </p:nvSpPr>
          <p:spPr>
            <a:xfrm>
              <a:off x="681682" y="2095178"/>
              <a:ext cx="2809341" cy="56716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Attending</a:t>
              </a:r>
            </a:p>
          </p:txBody>
        </p:sp>
        <p:sp>
          <p:nvSpPr>
            <p:cNvPr id="6" name="TextBox 5">
              <a:extLst>
                <a:ext uri="{FF2B5EF4-FFF2-40B4-BE49-F238E27FC236}">
                  <a16:creationId xmlns:a16="http://schemas.microsoft.com/office/drawing/2014/main" id="{C0A34B0B-CB57-4F4B-98FF-B76DA4F1326F}"/>
                </a:ext>
              </a:extLst>
            </p:cNvPr>
            <p:cNvSpPr txBox="1"/>
            <p:nvPr/>
          </p:nvSpPr>
          <p:spPr>
            <a:xfrm>
              <a:off x="681682" y="1737314"/>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1</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sp>
          <p:nvSpPr>
            <p:cNvPr id="9" name="TextBox 8">
              <a:extLst>
                <a:ext uri="{FF2B5EF4-FFF2-40B4-BE49-F238E27FC236}">
                  <a16:creationId xmlns:a16="http://schemas.microsoft.com/office/drawing/2014/main" id="{0C8594BF-215F-4968-BE88-0831802F07B5}"/>
                </a:ext>
              </a:extLst>
            </p:cNvPr>
            <p:cNvSpPr txBox="1"/>
            <p:nvPr/>
          </p:nvSpPr>
          <p:spPr>
            <a:xfrm>
              <a:off x="681682" y="2766369"/>
              <a:ext cx="3002736" cy="76944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Learning requires attending to the most important content</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10" name="Rectangle: Rounded Corners 9">
              <a:extLst>
                <a:ext uri="{FF2B5EF4-FFF2-40B4-BE49-F238E27FC236}">
                  <a16:creationId xmlns:a16="http://schemas.microsoft.com/office/drawing/2014/main" id="{320AE0D8-3369-446D-8619-05D71A300E5D}"/>
                </a:ext>
              </a:extLst>
            </p:cNvPr>
            <p:cNvSpPr/>
            <p:nvPr/>
          </p:nvSpPr>
          <p:spPr>
            <a:xfrm>
              <a:off x="2558558" y="4229389"/>
              <a:ext cx="2809341" cy="56716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Cognitive Engagement</a:t>
              </a:r>
            </a:p>
          </p:txBody>
        </p:sp>
        <p:sp>
          <p:nvSpPr>
            <p:cNvPr id="11" name="TextBox 10">
              <a:extLst>
                <a:ext uri="{FF2B5EF4-FFF2-40B4-BE49-F238E27FC236}">
                  <a16:creationId xmlns:a16="http://schemas.microsoft.com/office/drawing/2014/main" id="{590A430C-81BB-481D-81D2-2D5CA5063D67}"/>
                </a:ext>
              </a:extLst>
            </p:cNvPr>
            <p:cNvSpPr txBox="1"/>
            <p:nvPr/>
          </p:nvSpPr>
          <p:spPr>
            <a:xfrm>
              <a:off x="4400644" y="1707527"/>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2</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sp>
          <p:nvSpPr>
            <p:cNvPr id="13" name="TextBox 12">
              <a:extLst>
                <a:ext uri="{FF2B5EF4-FFF2-40B4-BE49-F238E27FC236}">
                  <a16:creationId xmlns:a16="http://schemas.microsoft.com/office/drawing/2014/main" id="{944DBDCB-3A3C-4F9F-BE48-C8B10F45BE83}"/>
                </a:ext>
              </a:extLst>
            </p:cNvPr>
            <p:cNvSpPr txBox="1"/>
            <p:nvPr/>
          </p:nvSpPr>
          <p:spPr>
            <a:xfrm>
              <a:off x="2558558" y="4900580"/>
              <a:ext cx="3002736" cy="83099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Learning requires cognitive engagement and should be effortful.</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14" name="Rectangle: Rounded Corners 13">
              <a:extLst>
                <a:ext uri="{FF2B5EF4-FFF2-40B4-BE49-F238E27FC236}">
                  <a16:creationId xmlns:a16="http://schemas.microsoft.com/office/drawing/2014/main" id="{6C4369FC-BE26-42ED-BF07-FCDED6C6E5DB}"/>
                </a:ext>
              </a:extLst>
            </p:cNvPr>
            <p:cNvSpPr/>
            <p:nvPr/>
          </p:nvSpPr>
          <p:spPr>
            <a:xfrm>
              <a:off x="4474837" y="2089404"/>
              <a:ext cx="2809341" cy="56716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Prior Knowledge</a:t>
              </a:r>
            </a:p>
          </p:txBody>
        </p:sp>
        <p:sp>
          <p:nvSpPr>
            <p:cNvPr id="15" name="TextBox 14">
              <a:extLst>
                <a:ext uri="{FF2B5EF4-FFF2-40B4-BE49-F238E27FC236}">
                  <a16:creationId xmlns:a16="http://schemas.microsoft.com/office/drawing/2014/main" id="{F85F8674-35C6-4E0D-B4E1-BC91DEFDE9EE}"/>
                </a:ext>
              </a:extLst>
            </p:cNvPr>
            <p:cNvSpPr txBox="1"/>
            <p:nvPr/>
          </p:nvSpPr>
          <p:spPr>
            <a:xfrm>
              <a:off x="8175429" y="1719841"/>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3</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sp>
          <p:nvSpPr>
            <p:cNvPr id="17" name="TextBox 16">
              <a:extLst>
                <a:ext uri="{FF2B5EF4-FFF2-40B4-BE49-F238E27FC236}">
                  <a16:creationId xmlns:a16="http://schemas.microsoft.com/office/drawing/2014/main" id="{BF8A83E4-6B1C-4802-A847-9A43E7EF3575}"/>
                </a:ext>
              </a:extLst>
            </p:cNvPr>
            <p:cNvSpPr txBox="1"/>
            <p:nvPr/>
          </p:nvSpPr>
          <p:spPr>
            <a:xfrm>
              <a:off x="4474837" y="2760595"/>
              <a:ext cx="3002736" cy="5847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Learning builds on prior knowledge.</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18" name="Rectangle: Rounded Corners 17">
              <a:extLst>
                <a:ext uri="{FF2B5EF4-FFF2-40B4-BE49-F238E27FC236}">
                  <a16:creationId xmlns:a16="http://schemas.microsoft.com/office/drawing/2014/main" id="{72A3E8E6-1F7C-4312-A94D-33E5D8E775AF}"/>
                </a:ext>
              </a:extLst>
            </p:cNvPr>
            <p:cNvSpPr/>
            <p:nvPr/>
          </p:nvSpPr>
          <p:spPr>
            <a:xfrm>
              <a:off x="6711128" y="4260683"/>
              <a:ext cx="2809341" cy="56716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Practice with Feedback</a:t>
              </a:r>
            </a:p>
          </p:txBody>
        </p:sp>
        <p:sp>
          <p:nvSpPr>
            <p:cNvPr id="19" name="TextBox 18">
              <a:extLst>
                <a:ext uri="{FF2B5EF4-FFF2-40B4-BE49-F238E27FC236}">
                  <a16:creationId xmlns:a16="http://schemas.microsoft.com/office/drawing/2014/main" id="{F0CA7FF1-C83B-462B-B19D-BC77285B711A}"/>
                </a:ext>
              </a:extLst>
            </p:cNvPr>
            <p:cNvSpPr txBox="1"/>
            <p:nvPr/>
          </p:nvSpPr>
          <p:spPr>
            <a:xfrm>
              <a:off x="2482554" y="3639841"/>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4</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sp>
          <p:nvSpPr>
            <p:cNvPr id="20" name="TextBox 19">
              <a:extLst>
                <a:ext uri="{FF2B5EF4-FFF2-40B4-BE49-F238E27FC236}">
                  <a16:creationId xmlns:a16="http://schemas.microsoft.com/office/drawing/2014/main" id="{C5597D05-3955-40B3-AF4E-99CFBA7C4623}"/>
                </a:ext>
              </a:extLst>
            </p:cNvPr>
            <p:cNvSpPr txBox="1"/>
            <p:nvPr/>
          </p:nvSpPr>
          <p:spPr>
            <a:xfrm>
              <a:off x="6711128" y="4931874"/>
              <a:ext cx="3002736" cy="107721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Practice and feedback are essential to move ideas permanently into long-term memory.</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21" name="Rectangle: Rounded Corners 20">
              <a:extLst>
                <a:ext uri="{FF2B5EF4-FFF2-40B4-BE49-F238E27FC236}">
                  <a16:creationId xmlns:a16="http://schemas.microsoft.com/office/drawing/2014/main" id="{73043B92-E3FD-472C-8091-673A2CC07D07}"/>
                </a:ext>
              </a:extLst>
            </p:cNvPr>
            <p:cNvSpPr/>
            <p:nvPr/>
          </p:nvSpPr>
          <p:spPr>
            <a:xfrm>
              <a:off x="8205622" y="2098139"/>
              <a:ext cx="2809341" cy="56716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Avoiding Overload</a:t>
              </a:r>
            </a:p>
          </p:txBody>
        </p:sp>
        <p:sp>
          <p:nvSpPr>
            <p:cNvPr id="23" name="TextBox 22">
              <a:extLst>
                <a:ext uri="{FF2B5EF4-FFF2-40B4-BE49-F238E27FC236}">
                  <a16:creationId xmlns:a16="http://schemas.microsoft.com/office/drawing/2014/main" id="{78E6F118-C533-423F-821E-C74599E7B5BD}"/>
                </a:ext>
              </a:extLst>
            </p:cNvPr>
            <p:cNvSpPr txBox="1"/>
            <p:nvPr/>
          </p:nvSpPr>
          <p:spPr>
            <a:xfrm>
              <a:off x="8205622" y="2769330"/>
              <a:ext cx="3002736" cy="5847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Too much information at once can interfere with learning. </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25" name="TextBox 24">
              <a:extLst>
                <a:ext uri="{FF2B5EF4-FFF2-40B4-BE49-F238E27FC236}">
                  <a16:creationId xmlns:a16="http://schemas.microsoft.com/office/drawing/2014/main" id="{5F5F9617-20C4-4ECD-AD0A-793BE7FFD026}"/>
                </a:ext>
              </a:extLst>
            </p:cNvPr>
            <p:cNvSpPr txBox="1"/>
            <p:nvPr/>
          </p:nvSpPr>
          <p:spPr>
            <a:xfrm>
              <a:off x="6680935" y="3784477"/>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5</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grpSp>
    </p:spTree>
    <p:extLst>
      <p:ext uri="{BB962C8B-B14F-4D97-AF65-F5344CB8AC3E}">
        <p14:creationId xmlns:p14="http://schemas.microsoft.com/office/powerpoint/2010/main" val="230325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6A5C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AE1A01-792D-187F-E416-A559E025429E}"/>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t>Working Memory</a:t>
            </a:r>
          </a:p>
        </p:txBody>
      </p:sp>
      <p:pic>
        <p:nvPicPr>
          <p:cNvPr id="6" name="Content Placeholder 5" descr="Science of Learning diagram for &quot;Working Memory.&quot;&#10;The text reads: &#10;When you as a learner pay attention, you move things into your working memory. Working memory definition: temporary memory that must be constantly activated to maintain.&#10;&#10;The image is of a cluster of blue circles  that represent the environment. One of them is circled in red and is the one that the outline of a human head is looking at. Inside the outline of the human head is a blue circle with the words &quot;Working Memory.&quot;">
            <a:extLst>
              <a:ext uri="{FF2B5EF4-FFF2-40B4-BE49-F238E27FC236}">
                <a16:creationId xmlns:a16="http://schemas.microsoft.com/office/drawing/2014/main" id="{3DA05C37-ABD2-44BC-AB4A-7964AB74F80A}"/>
              </a:ext>
            </a:extLst>
          </p:cNvPr>
          <p:cNvPicPr>
            <a:picLocks noGrp="1" noChangeAspect="1"/>
          </p:cNvPicPr>
          <p:nvPr>
            <p:ph idx="1"/>
          </p:nvPr>
        </p:nvPicPr>
        <p:blipFill>
          <a:blip r:embed="rId2"/>
          <a:stretch>
            <a:fillRect/>
          </a:stretch>
        </p:blipFill>
        <p:spPr>
          <a:xfrm>
            <a:off x="1760540" y="643467"/>
            <a:ext cx="8670919" cy="5571066"/>
          </a:xfrm>
          <a:prstGeom prst="rect">
            <a:avLst/>
          </a:prstGeom>
        </p:spPr>
      </p:pic>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a:solidFill>
                  <a:srgbClr val="FFFFFF"/>
                </a:solidFill>
              </a:rPr>
              <a:pPr>
                <a:spcAft>
                  <a:spcPts val="600"/>
                </a:spcAft>
              </a:pPr>
              <a:t>5</a:t>
            </a:fld>
            <a:endParaRPr lang="en-US" dirty="0">
              <a:solidFill>
                <a:srgbClr val="FFFFFF"/>
              </a:solidFill>
            </a:endParaRPr>
          </a:p>
        </p:txBody>
      </p:sp>
    </p:spTree>
    <p:extLst>
      <p:ext uri="{BB962C8B-B14F-4D97-AF65-F5344CB8AC3E}">
        <p14:creationId xmlns:p14="http://schemas.microsoft.com/office/powerpoint/2010/main" val="1002800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5B4502E-FCD9-F141-415E-D2FC47E0FBED}"/>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t>Learning</a:t>
            </a:r>
          </a:p>
        </p:txBody>
      </p:sp>
      <p:pic>
        <p:nvPicPr>
          <p:cNvPr id="6" name="Content Placeholder 5" descr="Science of Learning diagram for &quot;Learning.&quot;&#10;The text reads: &#10;A relatively permanent change in knowledge or behavior as a result of experience.&#10;&#10;The image is of a cluster of blue circles  that represent the environment. One of them is circled in red and is the one that the outline of a human head is looking at. Inside the outline of the human head is a blue circle with the words &quot;Working Memory.&quot; Additionally, there is an arched arrow starting at the eyes and going approximately 1/4 of the way up the head that says &quot;Learning.&quot;">
            <a:extLst>
              <a:ext uri="{FF2B5EF4-FFF2-40B4-BE49-F238E27FC236}">
                <a16:creationId xmlns:a16="http://schemas.microsoft.com/office/drawing/2014/main" id="{894B67A5-5A3A-4784-8067-7690B6971EAB}"/>
              </a:ext>
            </a:extLst>
          </p:cNvPr>
          <p:cNvPicPr>
            <a:picLocks noGrp="1" noChangeAspect="1"/>
          </p:cNvPicPr>
          <p:nvPr>
            <p:ph idx="1"/>
          </p:nvPr>
        </p:nvPicPr>
        <p:blipFill>
          <a:blip r:embed="rId2"/>
          <a:stretch>
            <a:fillRect/>
          </a:stretch>
        </p:blipFill>
        <p:spPr>
          <a:xfrm>
            <a:off x="1293356" y="643467"/>
            <a:ext cx="9605288" cy="5571066"/>
          </a:xfrm>
          <a:prstGeom prst="rect">
            <a:avLst/>
          </a:prstGeom>
        </p:spPr>
      </p:pic>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a:solidFill>
                  <a:srgbClr val="FFFFFF"/>
                </a:solidFill>
              </a:rPr>
              <a:pPr>
                <a:spcAft>
                  <a:spcPts val="600"/>
                </a:spcAft>
              </a:pPr>
              <a:t>6</a:t>
            </a:fld>
            <a:endParaRPr lang="en-US" dirty="0">
              <a:solidFill>
                <a:srgbClr val="FFFFFF"/>
              </a:solidFill>
            </a:endParaRPr>
          </a:p>
        </p:txBody>
      </p:sp>
    </p:spTree>
    <p:extLst>
      <p:ext uri="{BB962C8B-B14F-4D97-AF65-F5344CB8AC3E}">
        <p14:creationId xmlns:p14="http://schemas.microsoft.com/office/powerpoint/2010/main" val="4095711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FC178F-7B58-85A6-885E-3B6FD68F7A9C}"/>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t>Long Term Memory</a:t>
            </a:r>
          </a:p>
        </p:txBody>
      </p:sp>
      <p:pic>
        <p:nvPicPr>
          <p:cNvPr id="6" name="Content Placeholder 5" descr="Science of Learning diagram for &quot;Long-term Memory.&quot;&#10;The text reads: &#10;Stored information that can be retrieved even after long periods of inactivity.&#10;&#10;The image is of a cluster of blue circles  that represent the environment. One of them is circled in red and is the one that the outline of a human head is looking at. Inside the outline of the human head is a blue circle with the words &quot;Working Memory.&quot; Additionally, there is an arched arrow starting at the eyes and going approximately 1/4 of the way up the head that says &quot;Learning.&quot; Next to the learning arrow there are two dotted lines that create a v shape pointing to the center of the head. Inside this v shape are the words &quot;Long-term Memory.&quot;">
            <a:extLst>
              <a:ext uri="{FF2B5EF4-FFF2-40B4-BE49-F238E27FC236}">
                <a16:creationId xmlns:a16="http://schemas.microsoft.com/office/drawing/2014/main" id="{370FBA4F-B90F-4BAD-912B-D19512FB6B1A}"/>
              </a:ext>
            </a:extLst>
          </p:cNvPr>
          <p:cNvPicPr>
            <a:picLocks noGrp="1" noChangeAspect="1"/>
          </p:cNvPicPr>
          <p:nvPr>
            <p:ph idx="1"/>
          </p:nvPr>
        </p:nvPicPr>
        <p:blipFill>
          <a:blip r:embed="rId2"/>
          <a:stretch>
            <a:fillRect/>
          </a:stretch>
        </p:blipFill>
        <p:spPr>
          <a:xfrm>
            <a:off x="1293356" y="643467"/>
            <a:ext cx="9605288" cy="5571066"/>
          </a:xfrm>
          <a:prstGeom prst="rect">
            <a:avLst/>
          </a:prstGeom>
        </p:spPr>
      </p:pic>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a:solidFill>
                  <a:srgbClr val="FFFFFF"/>
                </a:solidFill>
              </a:rPr>
              <a:pPr>
                <a:spcAft>
                  <a:spcPts val="600"/>
                </a:spcAft>
              </a:pPr>
              <a:t>7</a:t>
            </a:fld>
            <a:endParaRPr lang="en-US" dirty="0">
              <a:solidFill>
                <a:srgbClr val="FFFFFF"/>
              </a:solidFill>
            </a:endParaRPr>
          </a:p>
        </p:txBody>
      </p:sp>
    </p:spTree>
    <p:extLst>
      <p:ext uri="{BB962C8B-B14F-4D97-AF65-F5344CB8AC3E}">
        <p14:creationId xmlns:p14="http://schemas.microsoft.com/office/powerpoint/2010/main" val="3965357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Guidelines for Cognitive Engagement	</a:t>
            </a:r>
          </a:p>
        </p:txBody>
      </p:sp>
      <p:graphicFrame>
        <p:nvGraphicFramePr>
          <p:cNvPr id="4" name="Table 5">
            <a:extLst>
              <a:ext uri="{FF2B5EF4-FFF2-40B4-BE49-F238E27FC236}">
                <a16:creationId xmlns:a16="http://schemas.microsoft.com/office/drawing/2014/main" id="{7AEC3BAD-5374-499B-A43B-4A4D55A01E36}"/>
              </a:ext>
            </a:extLst>
          </p:cNvPr>
          <p:cNvGraphicFramePr>
            <a:graphicFrameLocks noGrp="1"/>
          </p:cNvGraphicFramePr>
          <p:nvPr>
            <p:ph idx="1"/>
            <p:extLst>
              <p:ext uri="{D42A27DB-BD31-4B8C-83A1-F6EECF244321}">
                <p14:modId xmlns:p14="http://schemas.microsoft.com/office/powerpoint/2010/main" val="2216123875"/>
              </p:ext>
            </p:extLst>
          </p:nvPr>
        </p:nvGraphicFramePr>
        <p:xfrm>
          <a:off x="838200" y="1825625"/>
          <a:ext cx="10515597" cy="3769360"/>
        </p:xfrm>
        <a:graphic>
          <a:graphicData uri="http://schemas.openxmlformats.org/drawingml/2006/table">
            <a:tbl>
              <a:tblPr firstRow="1" bandRow="1">
                <a:tableStyleId>{D7AC3CCA-C797-4891-BE02-D94E43425B78}</a:tableStyleId>
              </a:tblPr>
              <a:tblGrid>
                <a:gridCol w="3505199">
                  <a:extLst>
                    <a:ext uri="{9D8B030D-6E8A-4147-A177-3AD203B41FA5}">
                      <a16:colId xmlns:a16="http://schemas.microsoft.com/office/drawing/2014/main" val="3397875965"/>
                    </a:ext>
                  </a:extLst>
                </a:gridCol>
                <a:gridCol w="3505199">
                  <a:extLst>
                    <a:ext uri="{9D8B030D-6E8A-4147-A177-3AD203B41FA5}">
                      <a16:colId xmlns:a16="http://schemas.microsoft.com/office/drawing/2014/main" val="2853972938"/>
                    </a:ext>
                  </a:extLst>
                </a:gridCol>
                <a:gridCol w="3505199">
                  <a:extLst>
                    <a:ext uri="{9D8B030D-6E8A-4147-A177-3AD203B41FA5}">
                      <a16:colId xmlns:a16="http://schemas.microsoft.com/office/drawing/2014/main" val="2469189478"/>
                    </a:ext>
                  </a:extLst>
                </a:gridCol>
              </a:tblGrid>
              <a:tr h="370840">
                <a:tc>
                  <a:txBody>
                    <a:bodyPr/>
                    <a:lstStyle/>
                    <a:p>
                      <a:pPr algn="ctr"/>
                      <a:r>
                        <a:rPr lang="en-US" dirty="0"/>
                        <a:t>Guideline</a:t>
                      </a:r>
                    </a:p>
                  </a:txBody>
                  <a:tcPr/>
                </a:tc>
                <a:tc>
                  <a:txBody>
                    <a:bodyPr/>
                    <a:lstStyle/>
                    <a:p>
                      <a:pPr algn="ctr"/>
                      <a:r>
                        <a:rPr lang="en-US" dirty="0"/>
                        <a:t>Examples</a:t>
                      </a:r>
                    </a:p>
                  </a:txBody>
                  <a:tcPr/>
                </a:tc>
                <a:tc>
                  <a:txBody>
                    <a:bodyPr/>
                    <a:lstStyle/>
                    <a:p>
                      <a:pPr algn="ctr"/>
                      <a:r>
                        <a:rPr lang="en-US" dirty="0"/>
                        <a:t>Non-Examples</a:t>
                      </a:r>
                    </a:p>
                  </a:txBody>
                  <a:tcPr/>
                </a:tc>
                <a:extLst>
                  <a:ext uri="{0D108BD9-81ED-4DB2-BD59-A6C34878D82A}">
                    <a16:rowId xmlns:a16="http://schemas.microsoft.com/office/drawing/2014/main" val="2587542206"/>
                  </a:ext>
                </a:extLst>
              </a:tr>
              <a:tr h="370840">
                <a:tc>
                  <a:txBody>
                    <a:bodyPr/>
                    <a:lstStyle/>
                    <a:p>
                      <a:pPr algn="l"/>
                      <a:r>
                        <a:rPr lang="en-US" dirty="0"/>
                        <a:t>Requires students to organize a body of knowledge and understand how it works together.</a:t>
                      </a:r>
                    </a:p>
                  </a:txBody>
                  <a:tcPr/>
                </a:tc>
                <a:tc>
                  <a:txBody>
                    <a:bodyPr/>
                    <a:lstStyle/>
                    <a:p>
                      <a:pPr algn="l"/>
                      <a:r>
                        <a:rPr lang="en-US" dirty="0"/>
                        <a:t>Question: What are the organs of the body, their purpose, and how do they work together?</a:t>
                      </a:r>
                    </a:p>
                    <a:p>
                      <a:pPr algn="l"/>
                      <a:endParaRPr lang="en-US" dirty="0"/>
                    </a:p>
                    <a:p>
                      <a:pPr algn="l"/>
                      <a:r>
                        <a:rPr lang="en-US" dirty="0"/>
                        <a:t>Task: Create a visual model to show the purpose of each organ of the body and how the organs work together.</a:t>
                      </a:r>
                    </a:p>
                  </a:txBody>
                  <a:tcPr/>
                </a:tc>
                <a:tc>
                  <a:txBody>
                    <a:bodyPr/>
                    <a:lstStyle/>
                    <a:p>
                      <a:pPr algn="l"/>
                      <a:r>
                        <a:rPr lang="en-US" dirty="0"/>
                        <a:t>Question: What are the organs of the body?</a:t>
                      </a:r>
                    </a:p>
                    <a:p>
                      <a:pPr algn="l"/>
                      <a:endParaRPr lang="en-US" dirty="0"/>
                    </a:p>
                    <a:p>
                      <a:pPr algn="l"/>
                      <a:r>
                        <a:rPr lang="en-US" dirty="0"/>
                        <a:t>Task: Using the image of the body, draw and label the organs.</a:t>
                      </a:r>
                    </a:p>
                  </a:txBody>
                  <a:tcPr/>
                </a:tc>
                <a:extLst>
                  <a:ext uri="{0D108BD9-81ED-4DB2-BD59-A6C34878D82A}">
                    <a16:rowId xmlns:a16="http://schemas.microsoft.com/office/drawing/2014/main" val="1286331928"/>
                  </a:ext>
                </a:extLst>
              </a:tr>
              <a:tr h="370840">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extLst>
                  <a:ext uri="{0D108BD9-81ED-4DB2-BD59-A6C34878D82A}">
                    <a16:rowId xmlns:a16="http://schemas.microsoft.com/office/drawing/2014/main" val="647636585"/>
                  </a:ext>
                </a:extLst>
              </a:tr>
              <a:tr h="370840">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extLst>
                  <a:ext uri="{0D108BD9-81ED-4DB2-BD59-A6C34878D82A}">
                    <a16:rowId xmlns:a16="http://schemas.microsoft.com/office/drawing/2014/main" val="688959785"/>
                  </a:ext>
                </a:extLst>
              </a:tr>
              <a:tr h="370840">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extLst>
                  <a:ext uri="{0D108BD9-81ED-4DB2-BD59-A6C34878D82A}">
                    <a16:rowId xmlns:a16="http://schemas.microsoft.com/office/drawing/2014/main" val="3533964726"/>
                  </a:ext>
                </a:extLst>
              </a:tr>
            </a:tbl>
          </a:graphicData>
        </a:graphic>
      </p:graphicFrame>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630162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Guidelines for Cognitive Engagement 	</a:t>
            </a:r>
          </a:p>
        </p:txBody>
      </p:sp>
      <p:graphicFrame>
        <p:nvGraphicFramePr>
          <p:cNvPr id="4" name="Table 5">
            <a:extLst>
              <a:ext uri="{FF2B5EF4-FFF2-40B4-BE49-F238E27FC236}">
                <a16:creationId xmlns:a16="http://schemas.microsoft.com/office/drawing/2014/main" id="{7AEC3BAD-5374-499B-A43B-4A4D55A01E36}"/>
              </a:ext>
            </a:extLst>
          </p:cNvPr>
          <p:cNvGraphicFramePr>
            <a:graphicFrameLocks noGrp="1"/>
          </p:cNvGraphicFramePr>
          <p:nvPr>
            <p:ph idx="1"/>
            <p:extLst>
              <p:ext uri="{D42A27DB-BD31-4B8C-83A1-F6EECF244321}">
                <p14:modId xmlns:p14="http://schemas.microsoft.com/office/powerpoint/2010/main" val="683731227"/>
              </p:ext>
            </p:extLst>
          </p:nvPr>
        </p:nvGraphicFramePr>
        <p:xfrm>
          <a:off x="838200" y="1825625"/>
          <a:ext cx="10515597" cy="4800600"/>
        </p:xfrm>
        <a:graphic>
          <a:graphicData uri="http://schemas.openxmlformats.org/drawingml/2006/table">
            <a:tbl>
              <a:tblPr firstRow="1" bandRow="1">
                <a:tableStyleId>{D7AC3CCA-C797-4891-BE02-D94E43425B78}</a:tableStyleId>
              </a:tblPr>
              <a:tblGrid>
                <a:gridCol w="3505199">
                  <a:extLst>
                    <a:ext uri="{9D8B030D-6E8A-4147-A177-3AD203B41FA5}">
                      <a16:colId xmlns:a16="http://schemas.microsoft.com/office/drawing/2014/main" val="3397875965"/>
                    </a:ext>
                  </a:extLst>
                </a:gridCol>
                <a:gridCol w="3505199">
                  <a:extLst>
                    <a:ext uri="{9D8B030D-6E8A-4147-A177-3AD203B41FA5}">
                      <a16:colId xmlns:a16="http://schemas.microsoft.com/office/drawing/2014/main" val="2853972938"/>
                    </a:ext>
                  </a:extLst>
                </a:gridCol>
                <a:gridCol w="3505199">
                  <a:extLst>
                    <a:ext uri="{9D8B030D-6E8A-4147-A177-3AD203B41FA5}">
                      <a16:colId xmlns:a16="http://schemas.microsoft.com/office/drawing/2014/main" val="2469189478"/>
                    </a:ext>
                  </a:extLst>
                </a:gridCol>
              </a:tblGrid>
              <a:tr h="370840">
                <a:tc>
                  <a:txBody>
                    <a:bodyPr/>
                    <a:lstStyle/>
                    <a:p>
                      <a:pPr algn="ctr"/>
                      <a:r>
                        <a:rPr lang="en-US" dirty="0"/>
                        <a:t>Guideline</a:t>
                      </a:r>
                    </a:p>
                  </a:txBody>
                  <a:tcPr/>
                </a:tc>
                <a:tc>
                  <a:txBody>
                    <a:bodyPr/>
                    <a:lstStyle/>
                    <a:p>
                      <a:pPr algn="ctr"/>
                      <a:r>
                        <a:rPr lang="en-US" dirty="0"/>
                        <a:t>Examples</a:t>
                      </a:r>
                    </a:p>
                  </a:txBody>
                  <a:tcPr/>
                </a:tc>
                <a:tc>
                  <a:txBody>
                    <a:bodyPr/>
                    <a:lstStyle/>
                    <a:p>
                      <a:pPr algn="ctr"/>
                      <a:r>
                        <a:rPr lang="en-US" dirty="0"/>
                        <a:t>Non-Examples</a:t>
                      </a:r>
                    </a:p>
                  </a:txBody>
                  <a:tcPr/>
                </a:tc>
                <a:extLst>
                  <a:ext uri="{0D108BD9-81ED-4DB2-BD59-A6C34878D82A}">
                    <a16:rowId xmlns:a16="http://schemas.microsoft.com/office/drawing/2014/main" val="2587542206"/>
                  </a:ext>
                </a:extLst>
              </a:tr>
              <a:tr h="370840">
                <a:tc>
                  <a:txBody>
                    <a:bodyPr/>
                    <a:lstStyle/>
                    <a:p>
                      <a:pPr algn="l"/>
                      <a:r>
                        <a:rPr lang="en-US" sz="1000" dirty="0"/>
                        <a:t>Requires students to organize a body of knowledge and understand how it works together.</a:t>
                      </a:r>
                    </a:p>
                  </a:txBody>
                  <a:tcPr/>
                </a:tc>
                <a:tc>
                  <a:txBody>
                    <a:bodyPr/>
                    <a:lstStyle/>
                    <a:p>
                      <a:pPr algn="l"/>
                      <a:r>
                        <a:rPr lang="en-US" sz="1000" dirty="0"/>
                        <a:t>Question: What are the organs of the body, their purpose, and how do they work together?</a:t>
                      </a:r>
                    </a:p>
                    <a:p>
                      <a:pPr algn="l"/>
                      <a:endParaRPr lang="en-US" sz="1000" dirty="0"/>
                    </a:p>
                    <a:p>
                      <a:pPr algn="l"/>
                      <a:r>
                        <a:rPr lang="en-US" sz="1000" dirty="0"/>
                        <a:t>Task: Create a visual model to show the purpose of each organ of the body and how the organs work together.</a:t>
                      </a:r>
                    </a:p>
                  </a:txBody>
                  <a:tcPr/>
                </a:tc>
                <a:tc>
                  <a:txBody>
                    <a:bodyPr/>
                    <a:lstStyle/>
                    <a:p>
                      <a:pPr algn="l"/>
                      <a:r>
                        <a:rPr lang="en-US" sz="1000" dirty="0"/>
                        <a:t>Question: What are the organs of the body?</a:t>
                      </a:r>
                    </a:p>
                    <a:p>
                      <a:pPr algn="l"/>
                      <a:endParaRPr lang="en-US" sz="1000" dirty="0"/>
                    </a:p>
                    <a:p>
                      <a:pPr algn="l"/>
                      <a:r>
                        <a:rPr lang="en-US" sz="1000" dirty="0"/>
                        <a:t>Task: Using the image of the body, draw and label the organs.</a:t>
                      </a:r>
                    </a:p>
                  </a:txBody>
                  <a:tcPr/>
                </a:tc>
                <a:extLst>
                  <a:ext uri="{0D108BD9-81ED-4DB2-BD59-A6C34878D82A}">
                    <a16:rowId xmlns:a16="http://schemas.microsoft.com/office/drawing/2014/main" val="1286331928"/>
                  </a:ext>
                </a:extLst>
              </a:tr>
              <a:tr h="370840">
                <a:tc>
                  <a:txBody>
                    <a:bodyPr/>
                    <a:lstStyle/>
                    <a:p>
                      <a:pPr algn="l"/>
                      <a:r>
                        <a:rPr lang="en-US" dirty="0"/>
                        <a:t>Requires students to think about why something happens.</a:t>
                      </a:r>
                    </a:p>
                  </a:txBody>
                  <a:tcPr/>
                </a:tc>
                <a:tc>
                  <a:txBody>
                    <a:bodyPr/>
                    <a:lstStyle/>
                    <a:p>
                      <a:pPr algn="l"/>
                      <a:r>
                        <a:rPr lang="en-US" dirty="0"/>
                        <a:t>Question: Why does the author use this adjective in the opening sentence?</a:t>
                      </a:r>
                    </a:p>
                    <a:p>
                      <a:pPr algn="l"/>
                      <a:endParaRPr lang="en-US" dirty="0"/>
                    </a:p>
                    <a:p>
                      <a:pPr algn="l"/>
                      <a:r>
                        <a:rPr lang="en-US" dirty="0"/>
                        <a:t>Task: Draft an opening sentence using descriptive language. Highlight the adjectives used in your sentence and explain why you chose to use that adjective in your sentence.</a:t>
                      </a:r>
                    </a:p>
                  </a:txBody>
                  <a:tcPr/>
                </a:tc>
                <a:tc>
                  <a:txBody>
                    <a:bodyPr/>
                    <a:lstStyle/>
                    <a:p>
                      <a:pPr algn="l"/>
                      <a:r>
                        <a:rPr lang="en-US" dirty="0"/>
                        <a:t>Question: What adjective does the author use in the opening sentence?</a:t>
                      </a:r>
                    </a:p>
                    <a:p>
                      <a:pPr algn="l"/>
                      <a:endParaRPr lang="en-US" dirty="0"/>
                    </a:p>
                    <a:p>
                      <a:pPr algn="l"/>
                      <a:r>
                        <a:rPr lang="en-US" dirty="0"/>
                        <a:t>Task: Make a list of the different adjectives you see used in the paragraph.</a:t>
                      </a:r>
                    </a:p>
                  </a:txBody>
                  <a:tcPr/>
                </a:tc>
                <a:extLst>
                  <a:ext uri="{0D108BD9-81ED-4DB2-BD59-A6C34878D82A}">
                    <a16:rowId xmlns:a16="http://schemas.microsoft.com/office/drawing/2014/main" val="647636585"/>
                  </a:ext>
                </a:extLst>
              </a:tr>
              <a:tr h="370840">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extLst>
                  <a:ext uri="{0D108BD9-81ED-4DB2-BD59-A6C34878D82A}">
                    <a16:rowId xmlns:a16="http://schemas.microsoft.com/office/drawing/2014/main" val="688959785"/>
                  </a:ext>
                </a:extLst>
              </a:tr>
              <a:tr h="370840">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extLst>
                  <a:ext uri="{0D108BD9-81ED-4DB2-BD59-A6C34878D82A}">
                    <a16:rowId xmlns:a16="http://schemas.microsoft.com/office/drawing/2014/main" val="3533964726"/>
                  </a:ext>
                </a:extLst>
              </a:tr>
            </a:tbl>
          </a:graphicData>
        </a:graphic>
      </p:graphicFrame>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1324816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Guidelines for Cognitive Engagement  	</a:t>
            </a:r>
          </a:p>
        </p:txBody>
      </p:sp>
      <p:graphicFrame>
        <p:nvGraphicFramePr>
          <p:cNvPr id="4" name="Table 5">
            <a:extLst>
              <a:ext uri="{FF2B5EF4-FFF2-40B4-BE49-F238E27FC236}">
                <a16:creationId xmlns:a16="http://schemas.microsoft.com/office/drawing/2014/main" id="{7AEC3BAD-5374-499B-A43B-4A4D55A01E36}"/>
              </a:ext>
            </a:extLst>
          </p:cNvPr>
          <p:cNvGraphicFramePr>
            <a:graphicFrameLocks noGrp="1"/>
          </p:cNvGraphicFramePr>
          <p:nvPr>
            <p:ph idx="1"/>
            <p:extLst>
              <p:ext uri="{D42A27DB-BD31-4B8C-83A1-F6EECF244321}">
                <p14:modId xmlns:p14="http://schemas.microsoft.com/office/powerpoint/2010/main" val="3727115971"/>
              </p:ext>
            </p:extLst>
          </p:nvPr>
        </p:nvGraphicFramePr>
        <p:xfrm>
          <a:off x="838200" y="1825625"/>
          <a:ext cx="10515597" cy="4064000"/>
        </p:xfrm>
        <a:graphic>
          <a:graphicData uri="http://schemas.openxmlformats.org/drawingml/2006/table">
            <a:tbl>
              <a:tblPr firstRow="1" bandRow="1">
                <a:tableStyleId>{D7AC3CCA-C797-4891-BE02-D94E43425B78}</a:tableStyleId>
              </a:tblPr>
              <a:tblGrid>
                <a:gridCol w="3505199">
                  <a:extLst>
                    <a:ext uri="{9D8B030D-6E8A-4147-A177-3AD203B41FA5}">
                      <a16:colId xmlns:a16="http://schemas.microsoft.com/office/drawing/2014/main" val="3397875965"/>
                    </a:ext>
                  </a:extLst>
                </a:gridCol>
                <a:gridCol w="3505199">
                  <a:extLst>
                    <a:ext uri="{9D8B030D-6E8A-4147-A177-3AD203B41FA5}">
                      <a16:colId xmlns:a16="http://schemas.microsoft.com/office/drawing/2014/main" val="2853972938"/>
                    </a:ext>
                  </a:extLst>
                </a:gridCol>
                <a:gridCol w="3505199">
                  <a:extLst>
                    <a:ext uri="{9D8B030D-6E8A-4147-A177-3AD203B41FA5}">
                      <a16:colId xmlns:a16="http://schemas.microsoft.com/office/drawing/2014/main" val="2469189478"/>
                    </a:ext>
                  </a:extLst>
                </a:gridCol>
              </a:tblGrid>
              <a:tr h="370840">
                <a:tc>
                  <a:txBody>
                    <a:bodyPr/>
                    <a:lstStyle/>
                    <a:p>
                      <a:pPr algn="ctr"/>
                      <a:r>
                        <a:rPr lang="en-US" dirty="0"/>
                        <a:t>Guideline</a:t>
                      </a:r>
                    </a:p>
                  </a:txBody>
                  <a:tcPr/>
                </a:tc>
                <a:tc>
                  <a:txBody>
                    <a:bodyPr/>
                    <a:lstStyle/>
                    <a:p>
                      <a:pPr algn="ctr"/>
                      <a:r>
                        <a:rPr lang="en-US" dirty="0"/>
                        <a:t>Examples</a:t>
                      </a:r>
                    </a:p>
                  </a:txBody>
                  <a:tcPr/>
                </a:tc>
                <a:tc>
                  <a:txBody>
                    <a:bodyPr/>
                    <a:lstStyle/>
                    <a:p>
                      <a:pPr algn="ctr"/>
                      <a:r>
                        <a:rPr lang="en-US" dirty="0"/>
                        <a:t>Non-Examples</a:t>
                      </a:r>
                    </a:p>
                  </a:txBody>
                  <a:tcPr/>
                </a:tc>
                <a:extLst>
                  <a:ext uri="{0D108BD9-81ED-4DB2-BD59-A6C34878D82A}">
                    <a16:rowId xmlns:a16="http://schemas.microsoft.com/office/drawing/2014/main" val="2587542206"/>
                  </a:ext>
                </a:extLst>
              </a:tr>
              <a:tr h="370840">
                <a:tc>
                  <a:txBody>
                    <a:bodyPr/>
                    <a:lstStyle/>
                    <a:p>
                      <a:pPr algn="l"/>
                      <a:r>
                        <a:rPr lang="en-US" sz="1000" dirty="0"/>
                        <a:t>Requires students to organize a body of knowledge and understand how it works together.</a:t>
                      </a:r>
                    </a:p>
                  </a:txBody>
                  <a:tcPr/>
                </a:tc>
                <a:tc>
                  <a:txBody>
                    <a:bodyPr/>
                    <a:lstStyle/>
                    <a:p>
                      <a:pPr algn="l"/>
                      <a:r>
                        <a:rPr lang="en-US" sz="1000" dirty="0"/>
                        <a:t>Question: What are the organs of the body, their purpose, and how do they work together?</a:t>
                      </a:r>
                    </a:p>
                    <a:p>
                      <a:pPr algn="l"/>
                      <a:endParaRPr lang="en-US" sz="1000" dirty="0"/>
                    </a:p>
                    <a:p>
                      <a:pPr algn="l"/>
                      <a:r>
                        <a:rPr lang="en-US" sz="1000" dirty="0"/>
                        <a:t>Task: Create a visual model to show the purpose of each organ of the body and how the organs work together.</a:t>
                      </a:r>
                    </a:p>
                  </a:txBody>
                  <a:tcPr/>
                </a:tc>
                <a:tc>
                  <a:txBody>
                    <a:bodyPr/>
                    <a:lstStyle/>
                    <a:p>
                      <a:pPr algn="l"/>
                      <a:r>
                        <a:rPr lang="en-US" sz="1000" dirty="0"/>
                        <a:t>Question: What are the organs of the body?</a:t>
                      </a:r>
                    </a:p>
                    <a:p>
                      <a:pPr algn="l"/>
                      <a:endParaRPr lang="en-US" sz="1000" dirty="0"/>
                    </a:p>
                    <a:p>
                      <a:pPr algn="l"/>
                      <a:r>
                        <a:rPr lang="en-US" sz="1000" dirty="0"/>
                        <a:t>Task: Using the image of the body, draw and label the organs.</a:t>
                      </a:r>
                    </a:p>
                  </a:txBody>
                  <a:tcPr/>
                </a:tc>
                <a:extLst>
                  <a:ext uri="{0D108BD9-81ED-4DB2-BD59-A6C34878D82A}">
                    <a16:rowId xmlns:a16="http://schemas.microsoft.com/office/drawing/2014/main" val="1286331928"/>
                  </a:ext>
                </a:extLst>
              </a:tr>
              <a:tr h="370840">
                <a:tc>
                  <a:txBody>
                    <a:bodyPr/>
                    <a:lstStyle/>
                    <a:p>
                      <a:pPr algn="l"/>
                      <a:r>
                        <a:rPr lang="en-US" sz="1000" dirty="0"/>
                        <a:t>Requires students to think about why something happens.</a:t>
                      </a:r>
                    </a:p>
                  </a:txBody>
                  <a:tcPr/>
                </a:tc>
                <a:tc>
                  <a:txBody>
                    <a:bodyPr/>
                    <a:lstStyle/>
                    <a:p>
                      <a:pPr algn="l"/>
                      <a:r>
                        <a:rPr lang="en-US" sz="1000" dirty="0"/>
                        <a:t>Question: Why does the author use this adjective in the opening sentence?</a:t>
                      </a:r>
                    </a:p>
                    <a:p>
                      <a:pPr algn="l"/>
                      <a:endParaRPr lang="en-US" sz="1000" dirty="0"/>
                    </a:p>
                    <a:p>
                      <a:pPr algn="l"/>
                      <a:r>
                        <a:rPr lang="en-US" sz="1000" dirty="0"/>
                        <a:t>Task: Draft an opening sentence using descriptive language. Highlight the adjectives used in your sentence and explain why you chose to use that adjective in your sentence.</a:t>
                      </a:r>
                    </a:p>
                  </a:txBody>
                  <a:tcPr/>
                </a:tc>
                <a:tc>
                  <a:txBody>
                    <a:bodyPr/>
                    <a:lstStyle/>
                    <a:p>
                      <a:pPr algn="l"/>
                      <a:r>
                        <a:rPr lang="en-US" sz="1000" dirty="0"/>
                        <a:t>Question: What adjective does the author use in the opening sentence?</a:t>
                      </a:r>
                    </a:p>
                    <a:p>
                      <a:pPr algn="l"/>
                      <a:endParaRPr lang="en-US" sz="1000" dirty="0"/>
                    </a:p>
                    <a:p>
                      <a:pPr algn="l"/>
                      <a:r>
                        <a:rPr lang="en-US" sz="1000" dirty="0"/>
                        <a:t>Task: Make a list of the different adjectives you see used in the paragraph.</a:t>
                      </a:r>
                    </a:p>
                  </a:txBody>
                  <a:tcPr/>
                </a:tc>
                <a:extLst>
                  <a:ext uri="{0D108BD9-81ED-4DB2-BD59-A6C34878D82A}">
                    <a16:rowId xmlns:a16="http://schemas.microsoft.com/office/drawing/2014/main" val="647636585"/>
                  </a:ext>
                </a:extLst>
              </a:tr>
              <a:tr h="370840">
                <a:tc>
                  <a:txBody>
                    <a:bodyPr/>
                    <a:lstStyle/>
                    <a:p>
                      <a:pPr algn="l"/>
                      <a:r>
                        <a:rPr lang="en-US" dirty="0"/>
                        <a:t>Requires students to think about how something happens.</a:t>
                      </a:r>
                    </a:p>
                  </a:txBody>
                  <a:tcPr/>
                </a:tc>
                <a:tc>
                  <a:txBody>
                    <a:bodyPr/>
                    <a:lstStyle/>
                    <a:p>
                      <a:pPr algn="l"/>
                      <a:r>
                        <a:rPr lang="en-US" dirty="0"/>
                        <a:t>Question: How does water shape land?</a:t>
                      </a:r>
                    </a:p>
                    <a:p>
                      <a:pPr algn="l"/>
                      <a:endParaRPr lang="en-US" dirty="0"/>
                    </a:p>
                    <a:p>
                      <a:pPr algn="l"/>
                      <a:r>
                        <a:rPr lang="en-US" dirty="0"/>
                        <a:t>Task: Build a model to test ways to slow down erosion.</a:t>
                      </a:r>
                    </a:p>
                  </a:txBody>
                  <a:tcPr/>
                </a:tc>
                <a:tc>
                  <a:txBody>
                    <a:bodyPr/>
                    <a:lstStyle/>
                    <a:p>
                      <a:pPr algn="l"/>
                      <a:r>
                        <a:rPr lang="en-US" dirty="0"/>
                        <a:t>Question: Can water shape the land?</a:t>
                      </a:r>
                    </a:p>
                    <a:p>
                      <a:pPr algn="l"/>
                      <a:endParaRPr lang="en-US" dirty="0"/>
                    </a:p>
                    <a:p>
                      <a:pPr algn="l"/>
                      <a:r>
                        <a:rPr lang="en-US" dirty="0"/>
                        <a:t>Task: Write a paragraph to explain erosion.</a:t>
                      </a:r>
                    </a:p>
                  </a:txBody>
                  <a:tcPr/>
                </a:tc>
                <a:extLst>
                  <a:ext uri="{0D108BD9-81ED-4DB2-BD59-A6C34878D82A}">
                    <a16:rowId xmlns:a16="http://schemas.microsoft.com/office/drawing/2014/main" val="688959785"/>
                  </a:ext>
                </a:extLst>
              </a:tr>
              <a:tr h="370840">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extLst>
                  <a:ext uri="{0D108BD9-81ED-4DB2-BD59-A6C34878D82A}">
                    <a16:rowId xmlns:a16="http://schemas.microsoft.com/office/drawing/2014/main" val="3533964726"/>
                  </a:ext>
                </a:extLst>
              </a:tr>
            </a:tbl>
          </a:graphicData>
        </a:graphic>
      </p:graphicFrame>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1197533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Guidelines for Cognitive Engagement   	</a:t>
            </a:r>
          </a:p>
        </p:txBody>
      </p:sp>
      <p:graphicFrame>
        <p:nvGraphicFramePr>
          <p:cNvPr id="4" name="Table 5">
            <a:extLst>
              <a:ext uri="{FF2B5EF4-FFF2-40B4-BE49-F238E27FC236}">
                <a16:creationId xmlns:a16="http://schemas.microsoft.com/office/drawing/2014/main" id="{7AEC3BAD-5374-499B-A43B-4A4D55A01E36}"/>
              </a:ext>
            </a:extLst>
          </p:cNvPr>
          <p:cNvGraphicFramePr>
            <a:graphicFrameLocks noGrp="1"/>
          </p:cNvGraphicFramePr>
          <p:nvPr>
            <p:ph idx="1"/>
            <p:extLst>
              <p:ext uri="{D42A27DB-BD31-4B8C-83A1-F6EECF244321}">
                <p14:modId xmlns:p14="http://schemas.microsoft.com/office/powerpoint/2010/main" val="4061126850"/>
              </p:ext>
            </p:extLst>
          </p:nvPr>
        </p:nvGraphicFramePr>
        <p:xfrm>
          <a:off x="838200" y="1687830"/>
          <a:ext cx="10515597" cy="4668520"/>
        </p:xfrm>
        <a:graphic>
          <a:graphicData uri="http://schemas.openxmlformats.org/drawingml/2006/table">
            <a:tbl>
              <a:tblPr firstRow="1" bandRow="1">
                <a:tableStyleId>{D7AC3CCA-C797-4891-BE02-D94E43425B78}</a:tableStyleId>
              </a:tblPr>
              <a:tblGrid>
                <a:gridCol w="3505199">
                  <a:extLst>
                    <a:ext uri="{9D8B030D-6E8A-4147-A177-3AD203B41FA5}">
                      <a16:colId xmlns:a16="http://schemas.microsoft.com/office/drawing/2014/main" val="3397875965"/>
                    </a:ext>
                  </a:extLst>
                </a:gridCol>
                <a:gridCol w="3505199">
                  <a:extLst>
                    <a:ext uri="{9D8B030D-6E8A-4147-A177-3AD203B41FA5}">
                      <a16:colId xmlns:a16="http://schemas.microsoft.com/office/drawing/2014/main" val="2853972938"/>
                    </a:ext>
                  </a:extLst>
                </a:gridCol>
                <a:gridCol w="3505199">
                  <a:extLst>
                    <a:ext uri="{9D8B030D-6E8A-4147-A177-3AD203B41FA5}">
                      <a16:colId xmlns:a16="http://schemas.microsoft.com/office/drawing/2014/main" val="2469189478"/>
                    </a:ext>
                  </a:extLst>
                </a:gridCol>
              </a:tblGrid>
              <a:tr h="370840">
                <a:tc>
                  <a:txBody>
                    <a:bodyPr/>
                    <a:lstStyle/>
                    <a:p>
                      <a:pPr algn="ctr"/>
                      <a:r>
                        <a:rPr lang="en-US" dirty="0"/>
                        <a:t>Guideline</a:t>
                      </a:r>
                    </a:p>
                  </a:txBody>
                  <a:tcPr/>
                </a:tc>
                <a:tc>
                  <a:txBody>
                    <a:bodyPr/>
                    <a:lstStyle/>
                    <a:p>
                      <a:pPr algn="ctr"/>
                      <a:r>
                        <a:rPr lang="en-US" dirty="0"/>
                        <a:t>Examples</a:t>
                      </a:r>
                    </a:p>
                  </a:txBody>
                  <a:tcPr/>
                </a:tc>
                <a:tc>
                  <a:txBody>
                    <a:bodyPr/>
                    <a:lstStyle/>
                    <a:p>
                      <a:pPr algn="ctr"/>
                      <a:r>
                        <a:rPr lang="en-US" dirty="0"/>
                        <a:t>Non-Examples</a:t>
                      </a:r>
                    </a:p>
                  </a:txBody>
                  <a:tcPr/>
                </a:tc>
                <a:extLst>
                  <a:ext uri="{0D108BD9-81ED-4DB2-BD59-A6C34878D82A}">
                    <a16:rowId xmlns:a16="http://schemas.microsoft.com/office/drawing/2014/main" val="2587542206"/>
                  </a:ext>
                </a:extLst>
              </a:tr>
              <a:tr h="370840">
                <a:tc>
                  <a:txBody>
                    <a:bodyPr/>
                    <a:lstStyle/>
                    <a:p>
                      <a:pPr algn="l"/>
                      <a:r>
                        <a:rPr lang="en-US" sz="800" dirty="0"/>
                        <a:t>Requires students to organize a body of knowledge and understand how it works together.</a:t>
                      </a:r>
                    </a:p>
                  </a:txBody>
                  <a:tcPr/>
                </a:tc>
                <a:tc>
                  <a:txBody>
                    <a:bodyPr/>
                    <a:lstStyle/>
                    <a:p>
                      <a:pPr algn="l"/>
                      <a:r>
                        <a:rPr lang="en-US" sz="800" dirty="0"/>
                        <a:t>Question: What are the organs of the body, their purpose, and how do they work together?</a:t>
                      </a:r>
                    </a:p>
                    <a:p>
                      <a:pPr algn="l"/>
                      <a:endParaRPr lang="en-US" sz="800" dirty="0"/>
                    </a:p>
                    <a:p>
                      <a:pPr algn="l"/>
                      <a:r>
                        <a:rPr lang="en-US" sz="800" dirty="0"/>
                        <a:t>Task: Create a visual model to show the purpose of each organ of the body and how the organs work together.</a:t>
                      </a:r>
                    </a:p>
                  </a:txBody>
                  <a:tcPr/>
                </a:tc>
                <a:tc>
                  <a:txBody>
                    <a:bodyPr/>
                    <a:lstStyle/>
                    <a:p>
                      <a:pPr algn="l"/>
                      <a:r>
                        <a:rPr lang="en-US" sz="800" dirty="0"/>
                        <a:t>Question: What are the organs of the body?</a:t>
                      </a:r>
                    </a:p>
                    <a:p>
                      <a:pPr algn="l"/>
                      <a:endParaRPr lang="en-US" sz="800" dirty="0"/>
                    </a:p>
                    <a:p>
                      <a:pPr algn="l"/>
                      <a:r>
                        <a:rPr lang="en-US" sz="800" dirty="0"/>
                        <a:t>Task: Using the image of the body, draw and label the organs.</a:t>
                      </a:r>
                    </a:p>
                  </a:txBody>
                  <a:tcPr/>
                </a:tc>
                <a:extLst>
                  <a:ext uri="{0D108BD9-81ED-4DB2-BD59-A6C34878D82A}">
                    <a16:rowId xmlns:a16="http://schemas.microsoft.com/office/drawing/2014/main" val="1286331928"/>
                  </a:ext>
                </a:extLst>
              </a:tr>
              <a:tr h="370840">
                <a:tc>
                  <a:txBody>
                    <a:bodyPr/>
                    <a:lstStyle/>
                    <a:p>
                      <a:pPr algn="l"/>
                      <a:r>
                        <a:rPr lang="en-US" sz="800" dirty="0"/>
                        <a:t>Requires students to think about why something happens.</a:t>
                      </a:r>
                    </a:p>
                  </a:txBody>
                  <a:tcPr/>
                </a:tc>
                <a:tc>
                  <a:txBody>
                    <a:bodyPr/>
                    <a:lstStyle/>
                    <a:p>
                      <a:pPr algn="l"/>
                      <a:r>
                        <a:rPr lang="en-US" sz="800" dirty="0"/>
                        <a:t>Question: Why does the author use this adjective in the opening sentence?</a:t>
                      </a:r>
                    </a:p>
                    <a:p>
                      <a:pPr algn="l"/>
                      <a:endParaRPr lang="en-US" sz="800" dirty="0"/>
                    </a:p>
                    <a:p>
                      <a:pPr algn="l"/>
                      <a:r>
                        <a:rPr lang="en-US" sz="800" dirty="0"/>
                        <a:t>Task: Draft an opening sentence using descriptive language. Highlight the adjectives used in your sentence and explain why you chose to use that adjective in your sentence.</a:t>
                      </a:r>
                    </a:p>
                  </a:txBody>
                  <a:tcPr/>
                </a:tc>
                <a:tc>
                  <a:txBody>
                    <a:bodyPr/>
                    <a:lstStyle/>
                    <a:p>
                      <a:pPr algn="l"/>
                      <a:r>
                        <a:rPr lang="en-US" sz="800" dirty="0"/>
                        <a:t>Question: What adjective does the author use in the opening sentence?</a:t>
                      </a:r>
                    </a:p>
                    <a:p>
                      <a:pPr algn="l"/>
                      <a:endParaRPr lang="en-US" sz="800" dirty="0"/>
                    </a:p>
                    <a:p>
                      <a:pPr algn="l"/>
                      <a:r>
                        <a:rPr lang="en-US" sz="800" dirty="0"/>
                        <a:t>Task: Make a list of the different adjectives you see used in the paragraph.</a:t>
                      </a:r>
                    </a:p>
                  </a:txBody>
                  <a:tcPr/>
                </a:tc>
                <a:extLst>
                  <a:ext uri="{0D108BD9-81ED-4DB2-BD59-A6C34878D82A}">
                    <a16:rowId xmlns:a16="http://schemas.microsoft.com/office/drawing/2014/main" val="647636585"/>
                  </a:ext>
                </a:extLst>
              </a:tr>
              <a:tr h="370840">
                <a:tc>
                  <a:txBody>
                    <a:bodyPr/>
                    <a:lstStyle/>
                    <a:p>
                      <a:pPr algn="l"/>
                      <a:r>
                        <a:rPr lang="en-US" sz="800" dirty="0"/>
                        <a:t>Requires students to think about how something happens.</a:t>
                      </a:r>
                    </a:p>
                  </a:txBody>
                  <a:tcPr/>
                </a:tc>
                <a:tc>
                  <a:txBody>
                    <a:bodyPr/>
                    <a:lstStyle/>
                    <a:p>
                      <a:pPr algn="l"/>
                      <a:r>
                        <a:rPr lang="en-US" sz="800" dirty="0"/>
                        <a:t>Question: How does water shape land?</a:t>
                      </a:r>
                    </a:p>
                    <a:p>
                      <a:pPr algn="l"/>
                      <a:endParaRPr lang="en-US" sz="800" dirty="0"/>
                    </a:p>
                    <a:p>
                      <a:pPr algn="l"/>
                      <a:r>
                        <a:rPr lang="en-US" sz="800" dirty="0"/>
                        <a:t>Task: Build a model to test ways to slow down erosion.</a:t>
                      </a:r>
                    </a:p>
                  </a:txBody>
                  <a:tcPr/>
                </a:tc>
                <a:tc>
                  <a:txBody>
                    <a:bodyPr/>
                    <a:lstStyle/>
                    <a:p>
                      <a:pPr algn="l"/>
                      <a:r>
                        <a:rPr lang="en-US" sz="800" dirty="0"/>
                        <a:t>Question: Can water shape the land?</a:t>
                      </a:r>
                    </a:p>
                    <a:p>
                      <a:pPr algn="l"/>
                      <a:endParaRPr lang="en-US" sz="800" dirty="0"/>
                    </a:p>
                    <a:p>
                      <a:pPr algn="l"/>
                      <a:r>
                        <a:rPr lang="en-US" sz="800" dirty="0"/>
                        <a:t>Task: Write a paragraph to explain erosion.</a:t>
                      </a:r>
                    </a:p>
                  </a:txBody>
                  <a:tcPr/>
                </a:tc>
                <a:extLst>
                  <a:ext uri="{0D108BD9-81ED-4DB2-BD59-A6C34878D82A}">
                    <a16:rowId xmlns:a16="http://schemas.microsoft.com/office/drawing/2014/main" val="688959785"/>
                  </a:ext>
                </a:extLst>
              </a:tr>
              <a:tr h="370840">
                <a:tc>
                  <a:txBody>
                    <a:bodyPr/>
                    <a:lstStyle/>
                    <a:p>
                      <a:pPr algn="l"/>
                      <a:r>
                        <a:rPr lang="en-US" sz="1400" dirty="0"/>
                        <a:t>Requires students to compare and contrast ideas.</a:t>
                      </a:r>
                    </a:p>
                  </a:txBody>
                  <a:tcPr/>
                </a:tc>
                <a:tc>
                  <a:txBody>
                    <a:bodyPr/>
                    <a:lstStyle/>
                    <a:p>
                      <a:pPr algn="l"/>
                      <a:r>
                        <a:rPr lang="en-US" sz="1400" dirty="0"/>
                        <a:t>Question: What similar themes are conveyed in these two short stories? How do they convey these themes using different literary devices?</a:t>
                      </a:r>
                    </a:p>
                    <a:p>
                      <a:pPr algn="l"/>
                      <a:endParaRPr lang="en-US" sz="1400" dirty="0"/>
                    </a:p>
                    <a:p>
                      <a:pPr algn="l"/>
                      <a:r>
                        <a:rPr lang="en-US" sz="1400" dirty="0"/>
                        <a:t>Task: Write your own short story. With a partner, read each other’s short stories. Create a Venn Diagram to analyze how the themes and the literary devices used to convey those themes compare between your two short stories.</a:t>
                      </a:r>
                    </a:p>
                  </a:txBody>
                  <a:tcPr/>
                </a:tc>
                <a:tc>
                  <a:txBody>
                    <a:bodyPr/>
                    <a:lstStyle/>
                    <a:p>
                      <a:pPr algn="l"/>
                      <a:r>
                        <a:rPr lang="en-US" sz="1400" dirty="0"/>
                        <a:t>Question: Are the two stories similar or different?</a:t>
                      </a:r>
                    </a:p>
                    <a:p>
                      <a:pPr algn="l"/>
                      <a:endParaRPr lang="en-US" sz="1400" dirty="0"/>
                    </a:p>
                    <a:p>
                      <a:pPr algn="l"/>
                      <a:r>
                        <a:rPr lang="en-US" sz="1400" dirty="0"/>
                        <a:t>Task: Write a short paragraph to tell what is similar about the two stories.</a:t>
                      </a:r>
                    </a:p>
                  </a:txBody>
                  <a:tcPr/>
                </a:tc>
                <a:extLst>
                  <a:ext uri="{0D108BD9-81ED-4DB2-BD59-A6C34878D82A}">
                    <a16:rowId xmlns:a16="http://schemas.microsoft.com/office/drawing/2014/main" val="3533964726"/>
                  </a:ext>
                </a:extLst>
              </a:tr>
            </a:tbl>
          </a:graphicData>
        </a:graphic>
      </p:graphicFrame>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3519343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6F3E3C6-8F8B-0AB0-EB0A-57A282FE9083}"/>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t>Sick, Shel Silverstein </a:t>
            </a:r>
          </a:p>
        </p:txBody>
      </p:sp>
      <p:pic>
        <p:nvPicPr>
          <p:cNvPr id="6" name="Content Placeholder 5" descr="Sick - Shel Silverstein | english, Poetry, Reading | ShowMe">
            <a:extLst>
              <a:ext uri="{FF2B5EF4-FFF2-40B4-BE49-F238E27FC236}">
                <a16:creationId xmlns:a16="http://schemas.microsoft.com/office/drawing/2014/main" id="{8C37D3E0-DD86-44EB-AD50-DFDBC92630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381956" y="643467"/>
            <a:ext cx="7428088" cy="5571066"/>
          </a:xfrm>
          <a:prstGeom prst="rect">
            <a:avLst/>
          </a:prstGeom>
          <a:noFill/>
        </p:spPr>
      </p:pic>
      <p:sp>
        <p:nvSpPr>
          <p:cNvPr id="5" name="Slide Number Placeholder 4">
            <a:extLst>
              <a:ext uri="{FF2B5EF4-FFF2-40B4-BE49-F238E27FC236}">
                <a16:creationId xmlns:a16="http://schemas.microsoft.com/office/drawing/2014/main" id="{4D753AB3-A756-498C-8AD1-EFF5925D7AD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a:solidFill>
                  <a:srgbClr val="FFFFFF"/>
                </a:solidFill>
              </a:rPr>
              <a:pPr>
                <a:spcAft>
                  <a:spcPts val="600"/>
                </a:spcAft>
              </a:pPr>
              <a:t>12</a:t>
            </a:fld>
            <a:endParaRPr lang="en-US" dirty="0">
              <a:solidFill>
                <a:srgbClr val="FFFFFF"/>
              </a:solidFill>
            </a:endParaRPr>
          </a:p>
        </p:txBody>
      </p:sp>
    </p:spTree>
    <p:extLst>
      <p:ext uri="{BB962C8B-B14F-4D97-AF65-F5344CB8AC3E}">
        <p14:creationId xmlns:p14="http://schemas.microsoft.com/office/powerpoint/2010/main" val="1366699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CE36-584C-4C4C-BE1F-EA10E3620A89}"/>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E5243138-9870-4C8E-BA7D-476059981BC1}"/>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Examine Module 1 - Lesson 3.1 from 3</a:t>
            </a:r>
            <a:r>
              <a:rPr lang="en-US" baseline="30000" dirty="0">
                <a:effectLst/>
                <a:latin typeface="Calibri" panose="020F0502020204030204" pitchFamily="34" charset="0"/>
                <a:ea typeface="Calibri" panose="020F0502020204030204" pitchFamily="34" charset="0"/>
                <a:cs typeface="Times New Roman" panose="02020603050405020304" pitchFamily="18" charset="0"/>
              </a:rPr>
              <a:t>rd</a:t>
            </a:r>
            <a:r>
              <a:rPr lang="en-US" dirty="0">
                <a:effectLst/>
                <a:latin typeface="Calibri" panose="020F0502020204030204" pitchFamily="34" charset="0"/>
                <a:ea typeface="Calibri" panose="020F0502020204030204" pitchFamily="34" charset="0"/>
                <a:cs typeface="Times New Roman" panose="02020603050405020304" pitchFamily="18" charset="0"/>
              </a:rPr>
              <a:t> Grade Eureka Math – Understand </a:t>
            </a:r>
            <a:r>
              <a:rPr lang="en-US" i="1" dirty="0">
                <a:effectLst/>
                <a:latin typeface="Calibri" panose="020F0502020204030204" pitchFamily="34" charset="0"/>
                <a:ea typeface="Calibri" panose="020F0502020204030204" pitchFamily="34" charset="0"/>
                <a:cs typeface="Times New Roman" panose="02020603050405020304" pitchFamily="18" charset="0"/>
              </a:rPr>
              <a:t>equal groups of</a:t>
            </a:r>
            <a:r>
              <a:rPr lang="en-US" dirty="0">
                <a:effectLst/>
                <a:latin typeface="Calibri" panose="020F0502020204030204" pitchFamily="34" charset="0"/>
                <a:ea typeface="Calibri" panose="020F0502020204030204" pitchFamily="34" charset="0"/>
                <a:cs typeface="Times New Roman" panose="02020603050405020304" pitchFamily="18" charset="0"/>
              </a:rPr>
              <a:t> as multiplication (Teacher Guide Pages 23-33). </a:t>
            </a:r>
          </a:p>
          <a:p>
            <a:pPr marL="0"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Identify how the lesson requires cognitive engagement and record your evidence in the graphic organizer on your Exit Ticket.</a:t>
            </a:r>
          </a:p>
          <a:p>
            <a:pPr marL="0" indent="0">
              <a:buNone/>
            </a:pPr>
            <a:endParaRPr lang="en-US" dirty="0"/>
          </a:p>
        </p:txBody>
      </p:sp>
      <p:sp>
        <p:nvSpPr>
          <p:cNvPr id="5" name="Slide Number Placeholder 4">
            <a:extLst>
              <a:ext uri="{FF2B5EF4-FFF2-40B4-BE49-F238E27FC236}">
                <a16:creationId xmlns:a16="http://schemas.microsoft.com/office/drawing/2014/main" id="{60D59C2A-5E1B-4087-848E-6EE65FF3233F}"/>
              </a:ext>
            </a:extLst>
          </p:cNvPr>
          <p:cNvSpPr>
            <a:spLocks noGrp="1"/>
          </p:cNvSpPr>
          <p:nvPr>
            <p:ph type="sldNum" sz="quarter" idx="12"/>
          </p:nvPr>
        </p:nvSpPr>
        <p:spPr/>
        <p:txBody>
          <a:bodyPr/>
          <a:lstStyle/>
          <a:p>
            <a:fld id="{E2D56C8B-F564-4051-AFED-A78F1C6A2F0E}" type="slidenum">
              <a:rPr lang="en-US" smtClean="0"/>
              <a:pPr/>
              <a:t>13</a:t>
            </a:fld>
            <a:endParaRPr lang="en-US" dirty="0"/>
          </a:p>
        </p:txBody>
      </p:sp>
    </p:spTree>
    <p:extLst>
      <p:ext uri="{BB962C8B-B14F-4D97-AF65-F5344CB8AC3E}">
        <p14:creationId xmlns:p14="http://schemas.microsoft.com/office/powerpoint/2010/main" val="2220141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TotalTime>
  <Words>1234</Words>
  <Application>Microsoft Office PowerPoint</Application>
  <PresentationFormat>Widescreen</PresentationFormat>
  <Paragraphs>135</Paragraphs>
  <Slides>13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Avenir Next LT Pro</vt:lpstr>
      <vt:lpstr>Calibri</vt:lpstr>
      <vt:lpstr>Calibri Light</vt:lpstr>
      <vt:lpstr>Office Theme</vt:lpstr>
      <vt:lpstr>1_Office Theme</vt:lpstr>
      <vt:lpstr>Instructional Practices| Unit 4: The Science of Learning| Lesson 4.08</vt:lpstr>
      <vt:lpstr>TEKS &amp; Objectives</vt:lpstr>
      <vt:lpstr>Bellringer</vt:lpstr>
      <vt:lpstr>Five Principles for Teaching based on the Science of Learning  </vt:lpstr>
      <vt:lpstr>Working Memory</vt:lpstr>
      <vt:lpstr>Learning</vt:lpstr>
      <vt:lpstr>Long Term Memory</vt:lpstr>
      <vt:lpstr>Guidelines for Cognitive Engagement </vt:lpstr>
      <vt:lpstr>Guidelines for Cognitive Engagement  </vt:lpstr>
      <vt:lpstr>Guidelines for Cognitive Engagement   </vt:lpstr>
      <vt:lpstr>Guidelines for Cognitive Engagement    </vt:lpstr>
      <vt:lpstr>Sick, Shel Silverstein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Gupta, Swati</dc:creator>
  <cp:lastModifiedBy>London White</cp:lastModifiedBy>
  <cp:revision>9</cp:revision>
  <dcterms:created xsi:type="dcterms:W3CDTF">2022-05-09T19:40:20Z</dcterms:created>
  <dcterms:modified xsi:type="dcterms:W3CDTF">2023-08-31T03:11:08Z</dcterms:modified>
</cp:coreProperties>
</file>
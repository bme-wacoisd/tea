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265" r:id="rId2"/>
    <p:sldId id="259" r:id="rId3"/>
    <p:sldId id="258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1724A3-F046-40D7-AE3D-EFE49AF0697F}" v="1" dt="2023-08-30T21:49:47.4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F45DF0-00B2-468D-ADF1-6351EEFB9CD7}" type="datetime1">
              <a:rPr lang="en-US" smtClean="0"/>
              <a:t>9/5/2024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0A4456-6D77-4237-8218-40872579093E}" type="datetime1">
              <a:rPr lang="en-US" smtClean="0"/>
              <a:t>9/5/2024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F0A51-8860-45B4-B3C2-078DBFFE3F11}" type="datetime1">
              <a:rPr lang="en-US" smtClean="0"/>
              <a:t>9/5/2024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E0D3-5DEF-4424-A66B-248169F8979E}" type="datetime1">
              <a:rPr lang="en-US" smtClean="0"/>
              <a:t>9/5/2024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87F3-74DF-4702-8D1B-0BA8CE9CA57F}" type="datetime1">
              <a:rPr lang="en-US" smtClean="0"/>
              <a:t>9/5/2024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42763-A1D0-477C-A610-38D23465485E}" type="datetime1">
              <a:rPr lang="en-US" smtClean="0"/>
              <a:t>9/5/2024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0EFE5-A68C-4E4B-9D40-F26D6ED979C1}" type="datetime1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28228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1: Classroom Culture | Lesson 1.01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Building an </a:t>
            </a:r>
            <a:r>
              <a:rPr lang="en-US" sz="6000"/>
              <a:t>Effective Classroom | Introductions</a:t>
            </a:r>
            <a:endParaRPr lang="en-US" sz="6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86AC0C-AD9C-2B54-9613-028CEE983488}"/>
              </a:ext>
            </a:extLst>
          </p:cNvPr>
          <p:cNvSpPr txBox="1"/>
          <p:nvPr/>
        </p:nvSpPr>
        <p:spPr>
          <a:xfrm>
            <a:off x="0" y="6398528"/>
            <a:ext cx="11110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64646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u="sng" dirty="0">
                <a:solidFill>
                  <a:srgbClr val="0070C0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dirty="0">
                <a:solidFill>
                  <a:srgbClr val="0070C0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799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TEKS: 4F, 7A, 7C, 7E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/>
              <a:t>identify how classroom routines and systems contribute to a safe and effective classroom environment</a:t>
            </a:r>
          </a:p>
          <a:p>
            <a:r>
              <a:rPr lang="en-US" dirty="0"/>
              <a:t>practice participating in routines that contribute to a safe and effective classroom environment </a:t>
            </a:r>
          </a:p>
          <a:p>
            <a:r>
              <a:rPr lang="en-US" dirty="0"/>
              <a:t>identify elements of classroom routines that lead to a safe and effective learning environment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F7D31D-3C4D-4F5C-A388-CC3AF44F4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Create a table tent that displays your name for your teachers and classmates to see. Follow the instructions in your Student Guide.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571A1-D460-4C32-8A20-8C935ACB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8097A-4FC5-455B-8D51-5BEBC0F3C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Systems and routines: Clear and consistent structures in a classroom that help students execute recurring activities correctly and efficiently.</a:t>
            </a:r>
          </a:p>
          <a:p>
            <a:r>
              <a:rPr lang="en-US" dirty="0"/>
              <a:t>Classroom Culture: The environment and tone of a classroom that impacts how students feel during instruction. Classroom culture includes clear and consistent routines, as well as a sense of safety and belonging for all students.</a:t>
            </a:r>
          </a:p>
          <a:p>
            <a:r>
              <a:rPr lang="en-US" dirty="0"/>
              <a:t>Bellringer: A focusing task for students to complete at the beginning of class.</a:t>
            </a:r>
          </a:p>
          <a:p>
            <a:r>
              <a:rPr lang="en-US" dirty="0"/>
              <a:t>Time on Task: The amount of class time spent in active learning.</a:t>
            </a:r>
          </a:p>
          <a:p>
            <a:r>
              <a:rPr lang="en-US" dirty="0"/>
              <a:t>Modeling: An instructional strategy during which the teacher demonstrates a new skill or behavior for students.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C9EFA2-00C0-4F48-9601-6401E7271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79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en-US" dirty="0"/>
              <a:t>How do classroom routines contribute to a safe and effective classroom environment?</a:t>
            </a:r>
          </a:p>
          <a:p>
            <a:pPr marL="514350" indent="-514350">
              <a:buAutoNum type="arabicParenR"/>
            </a:pPr>
            <a:endParaRPr lang="en-US" dirty="0"/>
          </a:p>
          <a:p>
            <a:pPr marL="514350" indent="-514350">
              <a:buAutoNum type="arabicParenR"/>
            </a:pPr>
            <a:r>
              <a:rPr lang="en-US" dirty="0"/>
              <a:t>Why is it important for directions to be clear and simple?</a:t>
            </a:r>
          </a:p>
          <a:p>
            <a:pPr marL="514350" indent="-514350">
              <a:buAutoNum type="arabicParenR"/>
            </a:pPr>
            <a:endParaRPr lang="en-US" dirty="0"/>
          </a:p>
          <a:p>
            <a:pPr marL="514350" indent="-514350">
              <a:buAutoNum type="arabicParenR"/>
            </a:pPr>
            <a:r>
              <a:rPr lang="en-US" dirty="0"/>
              <a:t>Describe the routine you will use when you enter the classroom tomorrow.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BE154-4C0D-48FA-BB92-9E83DBB9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266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Instructional Practices| Unit 1: Classroom Culture | Lesson 1.01</vt:lpstr>
      <vt:lpstr>TEKS Standards &amp; Objectives</vt:lpstr>
      <vt:lpstr>Bellringer</vt:lpstr>
      <vt:lpstr>Vocabulary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Gupta, Swati</dc:creator>
  <cp:lastModifiedBy>White (she/her), Whitney</cp:lastModifiedBy>
  <cp:revision>3</cp:revision>
  <dcterms:created xsi:type="dcterms:W3CDTF">2022-05-09T19:40:20Z</dcterms:created>
  <dcterms:modified xsi:type="dcterms:W3CDTF">2024-09-05T16:13:19Z</dcterms:modified>
</cp:coreProperties>
</file>
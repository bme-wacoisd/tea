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2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B954D-4B36-439F-9FCF-2D3A6CF289AA}" v="5" dt="2022-09-18T05:07:51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1B5009BF-6B2E-495C-A0C2-D315EED74030}"/>
    <pc:docChg chg="undo redo custSel addSld delSld modSld sldOrd">
      <pc:chgData name="White, Whitney" userId="65f39021-2f1d-4d8b-87dc-b123826f65bf" providerId="ADAL" clId="{1B5009BF-6B2E-495C-A0C2-D315EED74030}" dt="2022-06-13T05:28:05.869" v="1720" actId="20577"/>
      <pc:docMkLst>
        <pc:docMk/>
      </pc:docMkLst>
      <pc:sldChg chg="modSp mod">
        <pc:chgData name="White, Whitney" userId="65f39021-2f1d-4d8b-87dc-b123826f65bf" providerId="ADAL" clId="{1B5009BF-6B2E-495C-A0C2-D315EED74030}" dt="2022-06-13T05:16:28.875" v="11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1B5009BF-6B2E-495C-A0C2-D315EED74030}" dt="2022-06-13T05:16:08.699" v="4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B5009BF-6B2E-495C-A0C2-D315EED74030}" dt="2022-06-13T05:16:28.875" v="11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1B5009BF-6B2E-495C-A0C2-D315EED74030}" dt="2022-06-13T05:20:47.940" v="656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1B5009BF-6B2E-495C-A0C2-D315EED74030}" dt="2022-06-13T05:20:47.940" v="656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1B5009BF-6B2E-495C-A0C2-D315EED74030}" dt="2022-06-13T05:17:51.612" v="359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1B5009BF-6B2E-495C-A0C2-D315EED74030}" dt="2022-06-13T05:17:48.949" v="358" actId="478"/>
        <pc:sldMkLst>
          <pc:docMk/>
          <pc:sldMk cId="2772527113" sldId="259"/>
        </pc:sldMkLst>
        <pc:spChg chg="mod">
          <ac:chgData name="White, Whitney" userId="65f39021-2f1d-4d8b-87dc-b123826f65bf" providerId="ADAL" clId="{1B5009BF-6B2E-495C-A0C2-D315EED74030}" dt="2022-06-13T05:17:43.606" v="357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1B5009BF-6B2E-495C-A0C2-D315EED74030}" dt="2022-06-13T05:17:48.949" v="358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1B5009BF-6B2E-495C-A0C2-D315EED74030}" dt="2022-06-13T05:28:05.869" v="1720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B5009BF-6B2E-495C-A0C2-D315EED74030}" dt="2022-06-13T05:28:05.869" v="1720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1B5009BF-6B2E-495C-A0C2-D315EED74030}" dt="2022-06-13T05:17:54.980" v="360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modSp add mod">
        <pc:chgData name="White, Whitney" userId="65f39021-2f1d-4d8b-87dc-b123826f65bf" providerId="ADAL" clId="{1B5009BF-6B2E-495C-A0C2-D315EED74030}" dt="2022-06-13T05:24:12.070" v="1217" actId="113"/>
        <pc:sldMkLst>
          <pc:docMk/>
          <pc:sldMk cId="2030810029" sldId="261"/>
        </pc:sldMkLst>
        <pc:spChg chg="mod">
          <ac:chgData name="White, Whitney" userId="65f39021-2f1d-4d8b-87dc-b123826f65bf" providerId="ADAL" clId="{1B5009BF-6B2E-495C-A0C2-D315EED74030}" dt="2022-06-13T05:21:16.565" v="712" actId="20577"/>
          <ac:spMkLst>
            <pc:docMk/>
            <pc:sldMk cId="2030810029" sldId="261"/>
            <ac:spMk id="2" creationId="{2F03F004-EE4F-44F2-AA0E-56B8CFF11342}"/>
          </ac:spMkLst>
        </pc:spChg>
        <pc:spChg chg="mod">
          <ac:chgData name="White, Whitney" userId="65f39021-2f1d-4d8b-87dc-b123826f65bf" providerId="ADAL" clId="{1B5009BF-6B2E-495C-A0C2-D315EED74030}" dt="2022-06-13T05:24:12.070" v="1217" actId="113"/>
          <ac:spMkLst>
            <pc:docMk/>
            <pc:sldMk cId="2030810029" sldId="261"/>
            <ac:spMk id="3" creationId="{392BE286-77A6-49DD-B15D-7E4718D52FE7}"/>
          </ac:spMkLst>
        </pc:spChg>
      </pc:sldChg>
      <pc:sldChg chg="modSp add del mod">
        <pc:chgData name="White, Whitney" userId="65f39021-2f1d-4d8b-87dc-b123826f65bf" providerId="ADAL" clId="{1B5009BF-6B2E-495C-A0C2-D315EED74030}" dt="2022-06-13T05:27:14.465" v="1464" actId="47"/>
        <pc:sldMkLst>
          <pc:docMk/>
          <pc:sldMk cId="3381871751" sldId="262"/>
        </pc:sldMkLst>
        <pc:spChg chg="mod">
          <ac:chgData name="White, Whitney" userId="65f39021-2f1d-4d8b-87dc-b123826f65bf" providerId="ADAL" clId="{1B5009BF-6B2E-495C-A0C2-D315EED74030}" dt="2022-06-13T05:25:29.293" v="1266" actId="20577"/>
          <ac:spMkLst>
            <pc:docMk/>
            <pc:sldMk cId="3381871751" sldId="262"/>
            <ac:spMk id="2" creationId="{2F03F004-EE4F-44F2-AA0E-56B8CFF11342}"/>
          </ac:spMkLst>
        </pc:spChg>
        <pc:spChg chg="mod">
          <ac:chgData name="White, Whitney" userId="65f39021-2f1d-4d8b-87dc-b123826f65bf" providerId="ADAL" clId="{1B5009BF-6B2E-495C-A0C2-D315EED74030}" dt="2022-06-13T05:26:24.123" v="1463" actId="20577"/>
          <ac:spMkLst>
            <pc:docMk/>
            <pc:sldMk cId="3381871751" sldId="262"/>
            <ac:spMk id="3" creationId="{392BE286-77A6-49DD-B15D-7E4718D52FE7}"/>
          </ac:spMkLst>
        </pc:spChg>
      </pc:sldChg>
      <pc:sldChg chg="add del">
        <pc:chgData name="White, Whitney" userId="65f39021-2f1d-4d8b-87dc-b123826f65bf" providerId="ADAL" clId="{1B5009BF-6B2E-495C-A0C2-D315EED74030}" dt="2022-06-13T05:27:15.765" v="1465" actId="47"/>
        <pc:sldMkLst>
          <pc:docMk/>
          <pc:sldMk cId="2101300230" sldId="263"/>
        </pc:sldMkLst>
      </pc:sldChg>
      <pc:sldChg chg="add del">
        <pc:chgData name="White, Whitney" userId="65f39021-2f1d-4d8b-87dc-b123826f65bf" providerId="ADAL" clId="{1B5009BF-6B2E-495C-A0C2-D315EED74030}" dt="2022-06-13T05:27:20.483" v="1466" actId="47"/>
        <pc:sldMkLst>
          <pc:docMk/>
          <pc:sldMk cId="4136757628" sldId="264"/>
        </pc:sldMkLst>
      </pc:sldChg>
    </pc:docChg>
  </pc:docChgLst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 (she/her), Whitney" userId="65f39021-2f1d-4d8b-87dc-b123826f65bf" providerId="ADAL" clId="{60FB954D-4B36-439F-9FCF-2D3A6CF289AA}"/>
    <pc:docChg chg="undo custSel addSld delSld modSld">
      <pc:chgData name="White (she/her), Whitney" userId="65f39021-2f1d-4d8b-87dc-b123826f65bf" providerId="ADAL" clId="{60FB954D-4B36-439F-9FCF-2D3A6CF289AA}" dt="2022-09-18T05:37:54.984" v="20" actId="20577"/>
      <pc:docMkLst>
        <pc:docMk/>
      </pc:docMkLst>
      <pc:sldChg chg="del">
        <pc:chgData name="White (she/her), Whitney" userId="65f39021-2f1d-4d8b-87dc-b123826f65bf" providerId="ADAL" clId="{60FB954D-4B36-439F-9FCF-2D3A6CF289AA}" dt="2022-09-18T05:07:35.115" v="7" actId="2696"/>
        <pc:sldMkLst>
          <pc:docMk/>
          <pc:sldMk cId="1482277026" sldId="256"/>
        </pc:sldMkLst>
      </pc:sldChg>
      <pc:sldChg chg="modSp add mod">
        <pc:chgData name="White (she/her), Whitney" userId="65f39021-2f1d-4d8b-87dc-b123826f65bf" providerId="ADAL" clId="{60FB954D-4B36-439F-9FCF-2D3A6CF289AA}" dt="2022-09-18T05:37:54.984" v="20" actId="20577"/>
        <pc:sldMkLst>
          <pc:docMk/>
          <pc:sldMk cId="1499101298" sldId="262"/>
        </pc:sldMkLst>
        <pc:spChg chg="mod">
          <ac:chgData name="White (she/her), Whitney" userId="65f39021-2f1d-4d8b-87dc-b123826f65bf" providerId="ADAL" clId="{60FB954D-4B36-439F-9FCF-2D3A6CF289AA}" dt="2022-09-18T05:07:32.172" v="6" actId="20577"/>
          <ac:spMkLst>
            <pc:docMk/>
            <pc:sldMk cId="1499101298" sldId="262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60FB954D-4B36-439F-9FCF-2D3A6CF289AA}" dt="2022-09-18T05:37:54.984" v="20" actId="20577"/>
          <ac:spMkLst>
            <pc:docMk/>
            <pc:sldMk cId="1499101298" sldId="262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Scaffolding a Lesson | Modeling</a:t>
            </a:r>
            <a:r>
              <a:rPr lang="en-US" sz="6000"/>
              <a:t>, Part I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49910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TEKS: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…evaluate the modeling within a lesson based on characteristics of effective modeling.</a:t>
            </a:r>
          </a:p>
          <a:p>
            <a:pPr marL="0" indent="0">
              <a:buNone/>
            </a:pPr>
            <a:r>
              <a:rPr lang="en-US" dirty="0"/>
              <a:t>…demonstrate understanding of modeling through practical application.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the scenario below. Evaluate Mr. Pope’s instruction based on the success criteria for effective modeling and record your findings in the table in your Student Guide.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Criteria for Successful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When modeling a concept or skill, a teacher must: </a:t>
            </a:r>
          </a:p>
          <a:p>
            <a:r>
              <a:rPr lang="en-US" dirty="0"/>
              <a:t>Break down the skill into learnable steps</a:t>
            </a:r>
          </a:p>
          <a:p>
            <a:r>
              <a:rPr lang="en-US" dirty="0"/>
              <a:t>Visually demonstrate the steps as students watch</a:t>
            </a:r>
          </a:p>
          <a:p>
            <a:r>
              <a:rPr lang="en-US" dirty="0"/>
              <a:t>Think Aloud=Verbally explain what the student is seeing as you model</a:t>
            </a:r>
          </a:p>
          <a:p>
            <a:r>
              <a:rPr lang="en-US" dirty="0"/>
              <a:t>Make important connections between the steps</a:t>
            </a:r>
          </a:p>
          <a:p>
            <a:r>
              <a:rPr lang="en-US" dirty="0"/>
              <a:t>Check for student understanding along the way and re-model steps as necessary</a:t>
            </a:r>
          </a:p>
          <a:p>
            <a:r>
              <a:rPr lang="en-US" dirty="0"/>
              <a:t>Ensure pacing is just the right speed</a:t>
            </a:r>
          </a:p>
          <a:p>
            <a:r>
              <a:rPr lang="en-US" dirty="0"/>
              <a:t>Allow opportunities for students to ask questions and get clarification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1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Reflect on your own delivery of instruction. How well do you think your model aligned to the success criteria? Use the graphic organizer in your Student Guide to self-assess your modeling. Support your responses with evidence.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215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Practices| Unit 6: Instructional Alignment| Lesson 6.08</vt:lpstr>
      <vt:lpstr>TEKS Standards &amp; Objectives</vt:lpstr>
      <vt:lpstr>Bellringer</vt:lpstr>
      <vt:lpstr>Review: Criteria for Successful Modeling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6.08: Scaffolding a Lesson | Modeling</dc:title>
  <dc:subject>Lesson 6.08: Scaffolding a Lesson | Modeling</dc:subject>
  <dc:creator>Texas Education Agency</dc:creator>
  <cp:lastModifiedBy>White (she/her), Whitney</cp:lastModifiedBy>
  <cp:revision>2</cp:revision>
  <dcterms:created xsi:type="dcterms:W3CDTF">2022-05-09T19:40:20Z</dcterms:created>
  <dcterms:modified xsi:type="dcterms:W3CDTF">2022-09-18T05:37:56Z</dcterms:modified>
</cp:coreProperties>
</file>
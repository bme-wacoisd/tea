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58" r:id="rId4"/>
    <p:sldId id="261" r:id="rId5"/>
    <p:sldId id="264" r:id="rId6"/>
    <p:sldId id="263" r:id="rId7"/>
    <p:sldId id="266" r:id="rId8"/>
    <p:sldId id="262" r:id="rId9"/>
    <p:sldId id="267" r:id="rId10"/>
    <p:sldId id="265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E2F1D4-C509-4EBB-823D-D7D5CD01565A}" v="1" dt="2023-08-31T01:39:56.8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4ACD2CB2-91FC-4BB1-AC1A-F29A5752FE24}"/>
    <pc:docChg chg="modSld">
      <pc:chgData name="White, Whitney" userId="65f39021-2f1d-4d8b-87dc-b123826f65bf" providerId="ADAL" clId="{4ACD2CB2-91FC-4BB1-AC1A-F29A5752FE24}" dt="2022-08-03T14:16:49.713" v="46" actId="20577"/>
      <pc:docMkLst>
        <pc:docMk/>
      </pc:docMkLst>
      <pc:sldChg chg="modSp mod">
        <pc:chgData name="White, Whitney" userId="65f39021-2f1d-4d8b-87dc-b123826f65bf" providerId="ADAL" clId="{4ACD2CB2-91FC-4BB1-AC1A-F29A5752FE24}" dt="2022-08-03T14:16:49.713" v="46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4ACD2CB2-91FC-4BB1-AC1A-F29A5752FE24}" dt="2022-08-03T14:16:49.713" v="46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C2EF76E8-13A1-4C17-B666-495A9514D04D}"/>
    <pc:docChg chg="undo custSel addSld modSld sldOrd">
      <pc:chgData name="White, Whitney" userId="65f39021-2f1d-4d8b-87dc-b123826f65bf" providerId="ADAL" clId="{C2EF76E8-13A1-4C17-B666-495A9514D04D}" dt="2022-08-03T15:48:05.328" v="498" actId="20577"/>
      <pc:docMkLst>
        <pc:docMk/>
      </pc:docMkLst>
      <pc:sldChg chg="modSp mod">
        <pc:chgData name="White, Whitney" userId="65f39021-2f1d-4d8b-87dc-b123826f65bf" providerId="ADAL" clId="{C2EF76E8-13A1-4C17-B666-495A9514D04D}" dt="2022-08-03T15:35:59.136" v="65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C2EF76E8-13A1-4C17-B666-495A9514D04D}" dt="2022-08-03T15:35:59.136" v="65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C2EF76E8-13A1-4C17-B666-495A9514D04D}" dt="2022-08-03T15:35:55.018" v="61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C2EF76E8-13A1-4C17-B666-495A9514D04D}" dt="2022-08-03T15:38:15.341" v="96" actId="20577"/>
        <pc:sldMkLst>
          <pc:docMk/>
          <pc:sldMk cId="4071305681" sldId="258"/>
        </pc:sldMkLst>
        <pc:spChg chg="mod">
          <ac:chgData name="White, Whitney" userId="65f39021-2f1d-4d8b-87dc-b123826f65bf" providerId="ADAL" clId="{C2EF76E8-13A1-4C17-B666-495A9514D04D}" dt="2022-08-03T15:38:15.341" v="96" actId="20577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C2EF76E8-13A1-4C17-B666-495A9514D04D}" dt="2022-08-03T15:36:56.732" v="89" actId="255"/>
        <pc:sldMkLst>
          <pc:docMk/>
          <pc:sldMk cId="2772527113" sldId="259"/>
        </pc:sldMkLst>
        <pc:spChg chg="mod">
          <ac:chgData name="White, Whitney" userId="65f39021-2f1d-4d8b-87dc-b123826f65bf" providerId="ADAL" clId="{C2EF76E8-13A1-4C17-B666-495A9514D04D}" dt="2022-08-03T15:36:56.732" v="89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C2EF76E8-13A1-4C17-B666-495A9514D04D}" dt="2022-08-03T15:48:05.328" v="498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C2EF76E8-13A1-4C17-B666-495A9514D04D}" dt="2022-08-03T15:48:05.328" v="498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, Whitney" userId="65f39021-2f1d-4d8b-87dc-b123826f65bf" providerId="ADAL" clId="{C2EF76E8-13A1-4C17-B666-495A9514D04D}" dt="2022-08-03T15:37:56.290" v="94" actId="1076"/>
        <pc:sldMkLst>
          <pc:docMk/>
          <pc:sldMk cId="3054216349" sldId="261"/>
        </pc:sldMkLst>
        <pc:spChg chg="del">
          <ac:chgData name="White, Whitney" userId="65f39021-2f1d-4d8b-87dc-b123826f65bf" providerId="ADAL" clId="{C2EF76E8-13A1-4C17-B666-495A9514D04D}" dt="2022-08-03T15:37:28.646" v="90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, Whitney" userId="65f39021-2f1d-4d8b-87dc-b123826f65bf" providerId="ADAL" clId="{C2EF76E8-13A1-4C17-B666-495A9514D04D}" dt="2022-08-03T15:37:56.290" v="94" actId="1076"/>
          <ac:graphicFrameMkLst>
            <pc:docMk/>
            <pc:sldMk cId="3054216349" sldId="261"/>
            <ac:graphicFrameMk id="5" creationId="{70AA025C-CEA0-4DBC-AADA-946380CDFF7C}"/>
          </ac:graphicFrameMkLst>
        </pc:graphicFrameChg>
      </pc:sldChg>
      <pc:sldChg chg="modSp mod ord modAnim">
        <pc:chgData name="White, Whitney" userId="65f39021-2f1d-4d8b-87dc-b123826f65bf" providerId="ADAL" clId="{C2EF76E8-13A1-4C17-B666-495A9514D04D}" dt="2022-08-03T15:42:15.179" v="399"/>
        <pc:sldMkLst>
          <pc:docMk/>
          <pc:sldMk cId="4170921578" sldId="262"/>
        </pc:sldMkLst>
        <pc:spChg chg="mod">
          <ac:chgData name="White, Whitney" userId="65f39021-2f1d-4d8b-87dc-b123826f65bf" providerId="ADAL" clId="{C2EF76E8-13A1-4C17-B666-495A9514D04D}" dt="2022-08-03T15:41:43.149" v="385" actId="20577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C2EF76E8-13A1-4C17-B666-495A9514D04D}" dt="2022-08-03T15:42:01.316" v="395" actId="207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ord">
        <pc:chgData name="White, Whitney" userId="65f39021-2f1d-4d8b-87dc-b123826f65bf" providerId="ADAL" clId="{C2EF76E8-13A1-4C17-B666-495A9514D04D}" dt="2022-08-03T15:40:10.839" v="366" actId="12"/>
        <pc:sldMkLst>
          <pc:docMk/>
          <pc:sldMk cId="1163931679" sldId="263"/>
        </pc:sldMkLst>
        <pc:spChg chg="mod">
          <ac:chgData name="White, Whitney" userId="65f39021-2f1d-4d8b-87dc-b123826f65bf" providerId="ADAL" clId="{C2EF76E8-13A1-4C17-B666-495A9514D04D}" dt="2022-08-03T15:39:35.192" v="207" actId="20577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C2EF76E8-13A1-4C17-B666-495A9514D04D}" dt="2022-08-03T15:40:10.839" v="366" actId="12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">
        <pc:chgData name="White, Whitney" userId="65f39021-2f1d-4d8b-87dc-b123826f65bf" providerId="ADAL" clId="{C2EF76E8-13A1-4C17-B666-495A9514D04D}" dt="2022-08-03T15:38:46.800" v="138" actId="20577"/>
        <pc:sldMkLst>
          <pc:docMk/>
          <pc:sldMk cId="3493109116" sldId="264"/>
        </pc:sldMkLst>
        <pc:spChg chg="mod">
          <ac:chgData name="White, Whitney" userId="65f39021-2f1d-4d8b-87dc-b123826f65bf" providerId="ADAL" clId="{C2EF76E8-13A1-4C17-B666-495A9514D04D}" dt="2022-08-03T15:38:46.800" v="138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C2EF76E8-13A1-4C17-B666-495A9514D04D}" dt="2022-08-03T15:38:37.890" v="98" actId="5793"/>
          <ac:spMkLst>
            <pc:docMk/>
            <pc:sldMk cId="3493109116" sldId="264"/>
            <ac:spMk id="3" creationId="{F64339F5-2F5D-46B5-A25D-C197D73747BD}"/>
          </ac:spMkLst>
        </pc:spChg>
      </pc:sldChg>
      <pc:sldChg chg="modSp add mod">
        <pc:chgData name="White, Whitney" userId="65f39021-2f1d-4d8b-87dc-b123826f65bf" providerId="ADAL" clId="{C2EF76E8-13A1-4C17-B666-495A9514D04D}" dt="2022-08-03T15:39:08.484" v="141"/>
        <pc:sldMkLst>
          <pc:docMk/>
          <pc:sldMk cId="1014649811" sldId="265"/>
        </pc:sldMkLst>
        <pc:spChg chg="mod">
          <ac:chgData name="White, Whitney" userId="65f39021-2f1d-4d8b-87dc-b123826f65bf" providerId="ADAL" clId="{C2EF76E8-13A1-4C17-B666-495A9514D04D}" dt="2022-08-03T15:39:08.484" v="141"/>
          <ac:spMkLst>
            <pc:docMk/>
            <pc:sldMk cId="1014649811" sldId="265"/>
            <ac:spMk id="3" creationId="{F64339F5-2F5D-46B5-A25D-C197D73747BD}"/>
          </ac:spMkLst>
        </pc:spChg>
      </pc:sldChg>
      <pc:sldChg chg="modSp add mod">
        <pc:chgData name="White, Whitney" userId="65f39021-2f1d-4d8b-87dc-b123826f65bf" providerId="ADAL" clId="{C2EF76E8-13A1-4C17-B666-495A9514D04D}" dt="2022-08-03T15:40:29.472" v="368" actId="13926"/>
        <pc:sldMkLst>
          <pc:docMk/>
          <pc:sldMk cId="1089892971" sldId="266"/>
        </pc:sldMkLst>
        <pc:spChg chg="mod">
          <ac:chgData name="White, Whitney" userId="65f39021-2f1d-4d8b-87dc-b123826f65bf" providerId="ADAL" clId="{C2EF76E8-13A1-4C17-B666-495A9514D04D}" dt="2022-08-03T15:40:29.472" v="368" actId="13926"/>
          <ac:spMkLst>
            <pc:docMk/>
            <pc:sldMk cId="1089892971" sldId="266"/>
            <ac:spMk id="3" creationId="{012C84E3-4C09-4253-8964-13B9C34E5E48}"/>
          </ac:spMkLst>
        </pc:spChg>
      </pc:sldChg>
      <pc:sldChg chg="addSp delSp modSp new mod">
        <pc:chgData name="White, Whitney" userId="65f39021-2f1d-4d8b-87dc-b123826f65bf" providerId="ADAL" clId="{C2EF76E8-13A1-4C17-B666-495A9514D04D}" dt="2022-08-03T15:46:13.837" v="439" actId="1076"/>
        <pc:sldMkLst>
          <pc:docMk/>
          <pc:sldMk cId="1455998664" sldId="267"/>
        </pc:sldMkLst>
        <pc:spChg chg="mod">
          <ac:chgData name="White, Whitney" userId="65f39021-2f1d-4d8b-87dc-b123826f65bf" providerId="ADAL" clId="{C2EF76E8-13A1-4C17-B666-495A9514D04D}" dt="2022-08-03T15:45:01.873" v="419" actId="20577"/>
          <ac:spMkLst>
            <pc:docMk/>
            <pc:sldMk cId="1455998664" sldId="267"/>
            <ac:spMk id="2" creationId="{ACF2DC28-1E82-4E0D-834E-E1A97C7AA27C}"/>
          </ac:spMkLst>
        </pc:spChg>
        <pc:spChg chg="del">
          <ac:chgData name="White, Whitney" userId="65f39021-2f1d-4d8b-87dc-b123826f65bf" providerId="ADAL" clId="{C2EF76E8-13A1-4C17-B666-495A9514D04D}" dt="2022-08-03T15:45:07.920" v="420"/>
          <ac:spMkLst>
            <pc:docMk/>
            <pc:sldMk cId="1455998664" sldId="267"/>
            <ac:spMk id="3" creationId="{5C794874-1245-435F-AB93-05574F24C654}"/>
          </ac:spMkLst>
        </pc:spChg>
        <pc:graphicFrameChg chg="add mod modGraphic">
          <ac:chgData name="White, Whitney" userId="65f39021-2f1d-4d8b-87dc-b123826f65bf" providerId="ADAL" clId="{C2EF76E8-13A1-4C17-B666-495A9514D04D}" dt="2022-08-03T15:46:13.837" v="439" actId="1076"/>
          <ac:graphicFrameMkLst>
            <pc:docMk/>
            <pc:sldMk cId="1455998664" sldId="267"/>
            <ac:graphicFrameMk id="5" creationId="{5683AF3A-472B-4422-BBBC-FCDB1718EE8A}"/>
          </ac:graphicFrameMkLst>
        </pc:graphicFrame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 (she/her), Whitney" userId="65f39021-2f1d-4d8b-87dc-b123826f65bf" providerId="ADAL" clId="{72E2F1D4-C509-4EBB-823D-D7D5CD01565A}"/>
    <pc:docChg chg="modSld">
      <pc:chgData name="White (she/her), Whitney" userId="65f39021-2f1d-4d8b-87dc-b123826f65bf" providerId="ADAL" clId="{72E2F1D4-C509-4EBB-823D-D7D5CD01565A}" dt="2023-08-31T01:40:12.424" v="4" actId="20577"/>
      <pc:docMkLst>
        <pc:docMk/>
      </pc:docMkLst>
      <pc:sldChg chg="addSp modSp mod">
        <pc:chgData name="White (she/her), Whitney" userId="65f39021-2f1d-4d8b-87dc-b123826f65bf" providerId="ADAL" clId="{72E2F1D4-C509-4EBB-823D-D7D5CD01565A}" dt="2023-08-31T01:40:00.121" v="2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72E2F1D4-C509-4EBB-823D-D7D5CD01565A}" dt="2023-08-31T01:40:00.121" v="2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72E2F1D4-C509-4EBB-823D-D7D5CD01565A}" dt="2023-08-31T01:39:56.844" v="1"/>
          <ac:spMkLst>
            <pc:docMk/>
            <pc:sldMk cId="1482277026" sldId="256"/>
            <ac:spMk id="4" creationId="{36617F69-EA0F-B0AC-46C1-3E4DAA132AC0}"/>
          </ac:spMkLst>
        </pc:spChg>
      </pc:sldChg>
      <pc:sldChg chg="modSp mod">
        <pc:chgData name="White (she/her), Whitney" userId="65f39021-2f1d-4d8b-87dc-b123826f65bf" providerId="ADAL" clId="{72E2F1D4-C509-4EBB-823D-D7D5CD01565A}" dt="2023-08-31T01:40:12.424" v="4" actId="20577"/>
        <pc:sldMkLst>
          <pc:docMk/>
          <pc:sldMk cId="1014649811" sldId="265"/>
        </pc:sldMkLst>
        <pc:spChg chg="mod">
          <ac:chgData name="White (she/her), Whitney" userId="65f39021-2f1d-4d8b-87dc-b123826f65bf" providerId="ADAL" clId="{72E2F1D4-C509-4EBB-823D-D7D5CD01565A}" dt="2023-08-31T01:40:12.424" v="4" actId="20577"/>
          <ac:spMkLst>
            <pc:docMk/>
            <pc:sldMk cId="1014649811" sldId="265"/>
            <ac:spMk id="2" creationId="{D7836664-70C0-47BA-9BFF-496A04EBBFDE}"/>
          </ac:spMkLst>
        </pc:spChg>
      </pc:sldChg>
      <pc:sldChg chg="modSp mod">
        <pc:chgData name="White (she/her), Whitney" userId="65f39021-2f1d-4d8b-87dc-b123826f65bf" providerId="ADAL" clId="{72E2F1D4-C509-4EBB-823D-D7D5CD01565A}" dt="2023-08-31T01:40:09.575" v="3" actId="20577"/>
        <pc:sldMkLst>
          <pc:docMk/>
          <pc:sldMk cId="1089892971" sldId="266"/>
        </pc:sldMkLst>
        <pc:spChg chg="mod">
          <ac:chgData name="White (she/her), Whitney" userId="65f39021-2f1d-4d8b-87dc-b123826f65bf" providerId="ADAL" clId="{72E2F1D4-C509-4EBB-823D-D7D5CD01565A}" dt="2023-08-31T01:40:09.575" v="3" actId="20577"/>
          <ac:spMkLst>
            <pc:docMk/>
            <pc:sldMk cId="1089892971" sldId="266"/>
            <ac:spMk id="2" creationId="{531ECDB3-7F62-4124-A1E9-E48D699D242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q4-Q-AcLC8zBp9keGJZ66M4hVBROO94a/view?usp=sharing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9Qz6c-fquwGBGsejzReNnM45__jhouCt/view?usp=sharing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51472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2: Classroom Management| Lesson 2.06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Positive Framing | Frame Redirections Positively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617F69-EA0F-B0AC-46C1-3E4DAA132AC0}"/>
              </a:ext>
            </a:extLst>
          </p:cNvPr>
          <p:cNvSpPr txBox="1"/>
          <p:nvPr/>
        </p:nvSpPr>
        <p:spPr>
          <a:xfrm>
            <a:off x="0" y="6421772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 dirty="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7A, 7C, 7E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dentify and describe the essential components of Positive Framing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nalyze and apply the strategy of Positive Framing for building positive relationships with students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ractice drafting a redirection statement using Positive Framing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i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dentify and apply effective behavior management techniques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Describe a time when your behavior was corrected by a parent or teacher. 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What did they say or do? Did their correction work? Why or why not?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0AA025C-CEA0-4DBC-AADA-946380CDFF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1350957"/>
              </p:ext>
            </p:extLst>
          </p:nvPr>
        </p:nvGraphicFramePr>
        <p:xfrm>
          <a:off x="916056" y="1690688"/>
          <a:ext cx="10359888" cy="4693920"/>
        </p:xfrm>
        <a:graphic>
          <a:graphicData uri="http://schemas.openxmlformats.org/drawingml/2006/table">
            <a:tbl>
              <a:tblPr firstRow="1" firstCol="1" bandRow="1"/>
              <a:tblGrid>
                <a:gridCol w="2262215">
                  <a:extLst>
                    <a:ext uri="{9D8B030D-6E8A-4147-A177-3AD203B41FA5}">
                      <a16:colId xmlns:a16="http://schemas.microsoft.com/office/drawing/2014/main" val="2548323084"/>
                    </a:ext>
                  </a:extLst>
                </a:gridCol>
                <a:gridCol w="8097673">
                  <a:extLst>
                    <a:ext uri="{9D8B030D-6E8A-4147-A177-3AD203B41FA5}">
                      <a16:colId xmlns:a16="http://schemas.microsoft.com/office/drawing/2014/main" val="1901058027"/>
                    </a:ext>
                  </a:extLst>
                </a:gridCol>
              </a:tblGrid>
              <a:tr h="773927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Redirection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Proactive teaching strategy used to engage a student in an alternative behavior.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9064337"/>
                  </a:ext>
                </a:extLst>
              </a:tr>
              <a:tr h="773927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Reframing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Saying or doing something again, but in a different way. 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217027"/>
                  </a:ext>
                </a:extLst>
              </a:tr>
              <a:tr h="773927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Emotional Constancy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Manage your tone and body language to keep something positive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949369"/>
                  </a:ext>
                </a:extLst>
              </a:tr>
              <a:tr h="773927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Economy of Language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Using few words to remain focused on the task at hand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7079561"/>
                  </a:ext>
                </a:extLst>
              </a:tr>
              <a:tr h="773927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Positive Framing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Putting a positive perspective on any event, especially one that appears on the surface and at the present to be negative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544791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Video: Frame Redirections Positively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i="1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Frame Redirections Positively: Hilary Lewis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Six Rules to Positive Framing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C84E3-4C09-4253-8964-13B9C34E5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Live in the Now</a:t>
            </a:r>
          </a:p>
          <a:p>
            <a:r>
              <a:rPr lang="en-US" dirty="0"/>
              <a:t>Assume the Best</a:t>
            </a:r>
          </a:p>
          <a:p>
            <a:r>
              <a:rPr lang="en-US" dirty="0"/>
              <a:t>Allow Plausible Anonymity</a:t>
            </a:r>
          </a:p>
          <a:p>
            <a:r>
              <a:rPr lang="en-US" dirty="0"/>
              <a:t>Narrate the Positive and Build Momentum</a:t>
            </a:r>
          </a:p>
          <a:p>
            <a:r>
              <a:rPr lang="en-US" dirty="0"/>
              <a:t>Challenge!</a:t>
            </a:r>
          </a:p>
          <a:p>
            <a:r>
              <a:rPr lang="en-US" dirty="0"/>
              <a:t>Talk Expectations and Aspirations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Six Rules to Positive Framing 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C84E3-4C09-4253-8964-13B9C34E5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Live in the Now</a:t>
            </a:r>
          </a:p>
          <a:p>
            <a:r>
              <a:rPr lang="en-US" dirty="0">
                <a:highlight>
                  <a:srgbClr val="FFFF00"/>
                </a:highlight>
              </a:rPr>
              <a:t>Assume the Best</a:t>
            </a:r>
          </a:p>
          <a:p>
            <a:r>
              <a:rPr lang="en-US" dirty="0"/>
              <a:t>Allow Plausible Anonymity</a:t>
            </a:r>
          </a:p>
          <a:p>
            <a:r>
              <a:rPr lang="en-US" dirty="0"/>
              <a:t>Narrate the Positive and Build Momentum</a:t>
            </a:r>
          </a:p>
          <a:p>
            <a:r>
              <a:rPr lang="en-US" dirty="0"/>
              <a:t>Challenge!</a:t>
            </a:r>
          </a:p>
          <a:p>
            <a:r>
              <a:rPr lang="en-US" dirty="0"/>
              <a:t>Talk Expectations and Aspirations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892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AC820-49EE-4F41-8B1F-B9E33FF6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Assume the Best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FCA46-4155-4484-8350-F1E0B95F6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3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Attributes behavior to positive intent: When students are making a good-faith effort, avoid ascribing ill intention to what could be the result of distraction or genuine misunderstanding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3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Is specific about what you want students to do: Hold students accountable for following through by ensuring they know exactly what they should be doing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3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Maintains Economy of Language: Use few words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3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Maintains Emotional Constancy: It’s best to use a neutral tone and facial expression when delivering redirections of any kind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C1FB4-016B-4122-B211-50411DB9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921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2DC28-1E82-4E0D-834E-E1A97C7AA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Go-To Phrases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683AF3A-472B-4422-BBBC-FCDB1718EE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6483800"/>
              </p:ext>
            </p:extLst>
          </p:nvPr>
        </p:nvGraphicFramePr>
        <p:xfrm>
          <a:off x="1033670" y="1427499"/>
          <a:ext cx="9647582" cy="5065376"/>
        </p:xfrm>
        <a:graphic>
          <a:graphicData uri="http://schemas.openxmlformats.org/drawingml/2006/table">
            <a:tbl>
              <a:tblPr firstRow="1" firstCol="1" bandRow="1"/>
              <a:tblGrid>
                <a:gridCol w="2874869">
                  <a:extLst>
                    <a:ext uri="{9D8B030D-6E8A-4147-A177-3AD203B41FA5}">
                      <a16:colId xmlns:a16="http://schemas.microsoft.com/office/drawing/2014/main" val="1076477391"/>
                    </a:ext>
                  </a:extLst>
                </a:gridCol>
                <a:gridCol w="6772713">
                  <a:extLst>
                    <a:ext uri="{9D8B030D-6E8A-4147-A177-3AD203B41FA5}">
                      <a16:colId xmlns:a16="http://schemas.microsoft.com/office/drawing/2014/main" val="4063830483"/>
                    </a:ext>
                  </a:extLst>
                </a:gridCol>
              </a:tblGrid>
              <a:tr h="2594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Type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Example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019363"/>
                  </a:ext>
                </a:extLst>
              </a:tr>
              <a:tr h="11962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Student Excitement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“Some of us are so excited that we’re already jumping in. Before you start, please make sure your desks are totally clear.”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6593183"/>
                  </a:ext>
                </a:extLst>
              </a:tr>
              <a:tr h="11962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Student Forgetting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“Pause. A couple of us forgot to complete planning before drafting. Please compete parts 1 and 2 of the prep sheet first.”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585063"/>
                  </a:ext>
                </a:extLst>
              </a:tr>
              <a:tr h="11962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Teacher Clarity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“I wasn’t clear enough. First, be sure to jot down your own word or phrase as part of your annotation.”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2347335"/>
                  </a:ext>
                </a:extLst>
              </a:tr>
              <a:tr h="11962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Student Confusion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“It seems like a few of us might be confused. Let me model one more before you go back to independent work.”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355532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8F9DA-E418-4369-A7B0-CC6D29D29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998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Video: Frame </a:t>
            </a:r>
            <a:r>
              <a:rPr lang="en-US"/>
              <a:t>Redirections Positively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i="1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Frame Redirections Positively: Gillian Cartwright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649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 the scenario below that was shared earlier in the lesson. </a:t>
            </a:r>
            <a:endParaRPr lang="en-US" sz="3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400" i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Scenario: Students are solving math problems. You’ve asked them to show their work, but you notice that a few students are skipping right to jotting the solution. </a:t>
            </a:r>
            <a:endParaRPr lang="en-US" sz="3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 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How does your statement compare to the one provided?  </a:t>
            </a:r>
            <a:endParaRPr lang="en-US" sz="3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How did the example statement above attribute behavior to positive intent? </a:t>
            </a:r>
            <a:r>
              <a:rPr lang="en-US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How did the example statement above tell students exactly what they should do?</a:t>
            </a:r>
            <a:endParaRPr lang="en-US" sz="3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How did the example statement above maintain economy of language? </a:t>
            </a:r>
            <a:endParaRPr lang="en-US" sz="3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</TotalTime>
  <Words>593</Words>
  <Application>Microsoft Office PowerPoint</Application>
  <PresentationFormat>Widescreen</PresentationFormat>
  <Paragraphs>98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Symbol</vt:lpstr>
      <vt:lpstr>Office Theme</vt:lpstr>
      <vt:lpstr>Instructional Practices| Unit 2: Classroom Management| Lesson 2.06</vt:lpstr>
      <vt:lpstr>TEKS Standards &amp; Objectives</vt:lpstr>
      <vt:lpstr>Bellringer</vt:lpstr>
      <vt:lpstr>Vocabulary</vt:lpstr>
      <vt:lpstr>Video: Frame Redirections Positively</vt:lpstr>
      <vt:lpstr>Six Rules to Positive Framing </vt:lpstr>
      <vt:lpstr>Six Rules to Positive Framing  </vt:lpstr>
      <vt:lpstr>Assume the Best</vt:lpstr>
      <vt:lpstr>Go-To Phrases</vt:lpstr>
      <vt:lpstr>Video: Frame Redirections Positively 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2.06: Positive Framing | Frame Redirections Positively</dc:title>
  <dc:subject>Lesson 2.06: Positive Framing | Frame Redirections Positively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2023-08-31T01:40:14Z</dcterms:modified>
</cp:coreProperties>
</file>
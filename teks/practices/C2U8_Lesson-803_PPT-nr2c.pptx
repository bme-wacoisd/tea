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." id="{E000ABC9-E9F5-430F-B087-F09C6DF407C1}">
          <p14:sldIdLst>
            <p14:sldId id="256"/>
            <p14:sldId id="259"/>
            <p14:sldId id="258"/>
            <p14:sldId id="261"/>
            <p14:sldId id="262"/>
            <p14:sldId id="263"/>
            <p14:sldId id="264"/>
            <p14:sldId id="265"/>
            <p14:sldId id="266"/>
            <p14:sldId id="267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5490C0-EC31-4D5A-857D-B30248D704AD}" v="11" dt="2023-01-25T15:42:11.1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76" autoAdjust="0"/>
    <p:restoredTop sz="86433" autoAdjust="0"/>
  </p:normalViewPr>
  <p:slideViewPr>
    <p:cSldViewPr snapToGrid="0">
      <p:cViewPr varScale="1">
        <p:scale>
          <a:sx n="77" d="100"/>
          <a:sy n="77" d="100"/>
        </p:scale>
        <p:origin x="132" y="570"/>
      </p:cViewPr>
      <p:guideLst/>
    </p:cSldViewPr>
  </p:slideViewPr>
  <p:outlineViewPr>
    <p:cViewPr>
      <p:scale>
        <a:sx n="33" d="100"/>
        <a:sy n="33" d="100"/>
      </p:scale>
      <p:origin x="0" y="-13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7DC62D2F-EE24-4487-9929-02D1D00D3CE9}"/>
    <pc:docChg chg="custSel addSld modSld modSection">
      <pc:chgData name="White (she/her), Whitney" userId="65f39021-2f1d-4d8b-87dc-b123826f65bf" providerId="ADAL" clId="{7DC62D2F-EE24-4487-9929-02D1D00D3CE9}" dt="2023-01-17T18:31:53.332" v="185" actId="1076"/>
      <pc:docMkLst>
        <pc:docMk/>
      </pc:docMkLst>
      <pc:sldChg chg="modSp mod">
        <pc:chgData name="White (she/her), Whitney" userId="65f39021-2f1d-4d8b-87dc-b123826f65bf" providerId="ADAL" clId="{7DC62D2F-EE24-4487-9929-02D1D00D3CE9}" dt="2023-01-17T18:26:04.583" v="86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7DC62D2F-EE24-4487-9929-02D1D00D3CE9}" dt="2023-01-17T18:26:04.583" v="86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7DC62D2F-EE24-4487-9929-02D1D00D3CE9}" dt="2023-01-17T18:25:34.332" v="46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9:06.181" v="116" actId="403"/>
        <pc:sldMkLst>
          <pc:docMk/>
          <pc:sldMk cId="4071305681" sldId="258"/>
        </pc:sldMkLst>
        <pc:spChg chg="mod">
          <ac:chgData name="White (she/her), Whitney" userId="65f39021-2f1d-4d8b-87dc-b123826f65bf" providerId="ADAL" clId="{7DC62D2F-EE24-4487-9929-02D1D00D3CE9}" dt="2023-01-17T18:29:06.181" v="116" actId="40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7:35.195" v="106" actId="403"/>
        <pc:sldMkLst>
          <pc:docMk/>
          <pc:sldMk cId="2772527113" sldId="259"/>
        </pc:sldMkLst>
        <pc:spChg chg="mod">
          <ac:chgData name="White (she/her), Whitney" userId="65f39021-2f1d-4d8b-87dc-b123826f65bf" providerId="ADAL" clId="{7DC62D2F-EE24-4487-9929-02D1D00D3CE9}" dt="2023-01-17T18:27:35.195" v="106" actId="403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8:20.545" v="111" actId="403"/>
        <pc:sldMkLst>
          <pc:docMk/>
          <pc:sldMk cId="2147408764" sldId="260"/>
        </pc:sldMkLst>
        <pc:spChg chg="mod">
          <ac:chgData name="White (she/her), Whitney" userId="65f39021-2f1d-4d8b-87dc-b123826f65bf" providerId="ADAL" clId="{7DC62D2F-EE24-4487-9929-02D1D00D3CE9}" dt="2023-01-17T18:28:20.545" v="111" actId="403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9:51.513" v="125" actId="403"/>
        <pc:sldMkLst>
          <pc:docMk/>
          <pc:sldMk cId="3054216349" sldId="261"/>
        </pc:sldMkLst>
        <pc:spChg chg="mod">
          <ac:chgData name="White (she/her), Whitney" userId="65f39021-2f1d-4d8b-87dc-b123826f65bf" providerId="ADAL" clId="{7DC62D2F-EE24-4487-9929-02D1D00D3CE9}" dt="2023-01-17T18:29:51.513" v="125" actId="403"/>
          <ac:spMkLst>
            <pc:docMk/>
            <pc:sldMk cId="3054216349" sldId="261"/>
            <ac:spMk id="3" creationId="{AE13FDB6-F093-4D9E-B14E-3D7DB894C34C}"/>
          </ac:spMkLst>
        </pc:spChg>
      </pc:sldChg>
      <pc:sldChg chg="modSp new mod">
        <pc:chgData name="White (she/her), Whitney" userId="65f39021-2f1d-4d8b-87dc-b123826f65bf" providerId="ADAL" clId="{7DC62D2F-EE24-4487-9929-02D1D00D3CE9}" dt="2023-01-17T18:30:49.902" v="142" actId="403"/>
        <pc:sldMkLst>
          <pc:docMk/>
          <pc:sldMk cId="258332572" sldId="262"/>
        </pc:sldMkLst>
        <pc:spChg chg="mod">
          <ac:chgData name="White (she/her), Whitney" userId="65f39021-2f1d-4d8b-87dc-b123826f65bf" providerId="ADAL" clId="{7DC62D2F-EE24-4487-9929-02D1D00D3CE9}" dt="2023-01-17T18:30:39.016" v="136" actId="20577"/>
          <ac:spMkLst>
            <pc:docMk/>
            <pc:sldMk cId="258332572" sldId="262"/>
            <ac:spMk id="2" creationId="{570D72F3-79E4-4001-9748-B7FC67079A57}"/>
          </ac:spMkLst>
        </pc:spChg>
        <pc:spChg chg="mod">
          <ac:chgData name="White (she/her), Whitney" userId="65f39021-2f1d-4d8b-87dc-b123826f65bf" providerId="ADAL" clId="{7DC62D2F-EE24-4487-9929-02D1D00D3CE9}" dt="2023-01-17T18:30:49.902" v="142" actId="403"/>
          <ac:spMkLst>
            <pc:docMk/>
            <pc:sldMk cId="258332572" sldId="262"/>
            <ac:spMk id="3" creationId="{0E82C669-9955-4209-B20C-3F3A754CDA3C}"/>
          </ac:spMkLst>
        </pc:spChg>
      </pc:sldChg>
      <pc:sldChg chg="addSp delSp modSp new mod">
        <pc:chgData name="White (she/her), Whitney" userId="65f39021-2f1d-4d8b-87dc-b123826f65bf" providerId="ADAL" clId="{7DC62D2F-EE24-4487-9929-02D1D00D3CE9}" dt="2023-01-17T18:31:53.332" v="185" actId="1076"/>
        <pc:sldMkLst>
          <pc:docMk/>
          <pc:sldMk cId="498985592" sldId="263"/>
        </pc:sldMkLst>
        <pc:spChg chg="mod">
          <ac:chgData name="White (she/her), Whitney" userId="65f39021-2f1d-4d8b-87dc-b123826f65bf" providerId="ADAL" clId="{7DC62D2F-EE24-4487-9929-02D1D00D3CE9}" dt="2023-01-17T18:31:53.332" v="185" actId="1076"/>
          <ac:spMkLst>
            <pc:docMk/>
            <pc:sldMk cId="498985592" sldId="263"/>
            <ac:spMk id="2" creationId="{67E8180B-6498-44E5-AD81-0674C51652BA}"/>
          </ac:spMkLst>
        </pc:spChg>
        <pc:spChg chg="del mod">
          <ac:chgData name="White (she/her), Whitney" userId="65f39021-2f1d-4d8b-87dc-b123826f65bf" providerId="ADAL" clId="{7DC62D2F-EE24-4487-9929-02D1D00D3CE9}" dt="2023-01-17T18:31:12.625" v="145"/>
          <ac:spMkLst>
            <pc:docMk/>
            <pc:sldMk cId="498985592" sldId="263"/>
            <ac:spMk id="3" creationId="{B5D47964-DA24-4793-B602-9850F1CB377F}"/>
          </ac:spMkLst>
        </pc:spChg>
        <pc:spChg chg="mod ord">
          <ac:chgData name="White (she/her), Whitney" userId="65f39021-2f1d-4d8b-87dc-b123826f65bf" providerId="ADAL" clId="{7DC62D2F-EE24-4487-9929-02D1D00D3CE9}" dt="2023-01-17T18:31:29.183" v="177" actId="26606"/>
          <ac:spMkLst>
            <pc:docMk/>
            <pc:sldMk cId="498985592" sldId="263"/>
            <ac:spMk id="4" creationId="{AE9B95AA-02D0-4645-A751-287261502606}"/>
          </ac:spMkLst>
        </pc:spChg>
        <pc:picChg chg="add mod">
          <ac:chgData name="White (she/her), Whitney" userId="65f39021-2f1d-4d8b-87dc-b123826f65bf" providerId="ADAL" clId="{7DC62D2F-EE24-4487-9929-02D1D00D3CE9}" dt="2023-01-17T18:31:47.521" v="184" actId="1076"/>
          <ac:picMkLst>
            <pc:docMk/>
            <pc:sldMk cId="498985592" sldId="263"/>
            <ac:picMk id="5" creationId="{63239C00-4576-4356-885C-80F8C6E20940}"/>
          </ac:picMkLst>
        </pc:picChg>
      </pc:sldChg>
    </pc:docChg>
  </pc:docChgLst>
  <pc:docChgLst>
    <pc:chgData name="White (she/her), Whitney" userId="65f39021-2f1d-4d8b-87dc-b123826f65bf" providerId="ADAL" clId="{2C5490C0-EC31-4D5A-857D-B30248D704AD}"/>
    <pc:docChg chg="undo custSel addSld delSld modSld modSection">
      <pc:chgData name="White (she/her), Whitney" userId="65f39021-2f1d-4d8b-87dc-b123826f65bf" providerId="ADAL" clId="{2C5490C0-EC31-4D5A-857D-B30248D704AD}" dt="2023-01-25T15:41:36.742" v="244" actId="20577"/>
      <pc:docMkLst>
        <pc:docMk/>
      </pc:docMkLst>
      <pc:sldChg chg="modSp mod">
        <pc:chgData name="White (she/her), Whitney" userId="65f39021-2f1d-4d8b-87dc-b123826f65bf" providerId="ADAL" clId="{2C5490C0-EC31-4D5A-857D-B30248D704AD}" dt="2023-01-25T15:18:55.560" v="33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2C5490C0-EC31-4D5A-857D-B30248D704AD}" dt="2023-01-25T15:18:37.032" v="5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2C5490C0-EC31-4D5A-857D-B30248D704AD}" dt="2023-01-25T15:18:55.560" v="33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2C5490C0-EC31-4D5A-857D-B30248D704AD}" dt="2023-01-25T15:21:20.149" v="59" actId="20577"/>
        <pc:sldMkLst>
          <pc:docMk/>
          <pc:sldMk cId="4071305681" sldId="258"/>
        </pc:sldMkLst>
        <pc:spChg chg="mod">
          <ac:chgData name="White (she/her), Whitney" userId="65f39021-2f1d-4d8b-87dc-b123826f65bf" providerId="ADAL" clId="{2C5490C0-EC31-4D5A-857D-B30248D704AD}" dt="2023-01-25T15:21:20.149" v="59" actId="20577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2C5490C0-EC31-4D5A-857D-B30248D704AD}" dt="2023-01-25T15:19:21.934" v="42" actId="255"/>
        <pc:sldMkLst>
          <pc:docMk/>
          <pc:sldMk cId="2772527113" sldId="259"/>
        </pc:sldMkLst>
        <pc:spChg chg="mod">
          <ac:chgData name="White (she/her), Whitney" userId="65f39021-2f1d-4d8b-87dc-b123826f65bf" providerId="ADAL" clId="{2C5490C0-EC31-4D5A-857D-B30248D704AD}" dt="2023-01-25T15:19:21.934" v="42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2C5490C0-EC31-4D5A-857D-B30248D704AD}" dt="2023-01-25T15:41:36.742" v="244" actId="20577"/>
        <pc:sldMkLst>
          <pc:docMk/>
          <pc:sldMk cId="2147408764" sldId="260"/>
        </pc:sldMkLst>
        <pc:spChg chg="mod">
          <ac:chgData name="White (she/her), Whitney" userId="65f39021-2f1d-4d8b-87dc-b123826f65bf" providerId="ADAL" clId="{2C5490C0-EC31-4D5A-857D-B30248D704AD}" dt="2023-01-25T15:41:36.742" v="244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">
        <pc:chgData name="White (she/her), Whitney" userId="65f39021-2f1d-4d8b-87dc-b123826f65bf" providerId="ADAL" clId="{2C5490C0-EC31-4D5A-857D-B30248D704AD}" dt="2023-01-25T15:25:43.300" v="71" actId="14100"/>
        <pc:sldMkLst>
          <pc:docMk/>
          <pc:sldMk cId="3054216349" sldId="261"/>
        </pc:sldMkLst>
        <pc:spChg chg="del mod">
          <ac:chgData name="White (she/her), Whitney" userId="65f39021-2f1d-4d8b-87dc-b123826f65bf" providerId="ADAL" clId="{2C5490C0-EC31-4D5A-857D-B30248D704AD}" dt="2023-01-25T15:25:15.998" v="61"/>
          <ac:spMkLst>
            <pc:docMk/>
            <pc:sldMk cId="3054216349" sldId="261"/>
            <ac:spMk id="3" creationId="{AE13FDB6-F093-4D9E-B14E-3D7DB894C34C}"/>
          </ac:spMkLst>
        </pc:spChg>
        <pc:graphicFrameChg chg="add mod modGraphic">
          <ac:chgData name="White (she/her), Whitney" userId="65f39021-2f1d-4d8b-87dc-b123826f65bf" providerId="ADAL" clId="{2C5490C0-EC31-4D5A-857D-B30248D704AD}" dt="2023-01-25T15:25:43.300" v="71" actId="14100"/>
          <ac:graphicFrameMkLst>
            <pc:docMk/>
            <pc:sldMk cId="3054216349" sldId="261"/>
            <ac:graphicFrameMk id="5" creationId="{A4957574-645A-47DA-BD7C-77BE31A01943}"/>
          </ac:graphicFrameMkLst>
        </pc:graphicFrameChg>
      </pc:sldChg>
      <pc:sldChg chg="addSp delSp modSp mod">
        <pc:chgData name="White (she/her), Whitney" userId="65f39021-2f1d-4d8b-87dc-b123826f65bf" providerId="ADAL" clId="{2C5490C0-EC31-4D5A-857D-B30248D704AD}" dt="2023-01-25T15:26:48.440" v="81" actId="1076"/>
        <pc:sldMkLst>
          <pc:docMk/>
          <pc:sldMk cId="258332572" sldId="262"/>
        </pc:sldMkLst>
        <pc:spChg chg="del mod">
          <ac:chgData name="White (she/her), Whitney" userId="65f39021-2f1d-4d8b-87dc-b123826f65bf" providerId="ADAL" clId="{2C5490C0-EC31-4D5A-857D-B30248D704AD}" dt="2023-01-25T15:26:46.398" v="80" actId="21"/>
          <ac:spMkLst>
            <pc:docMk/>
            <pc:sldMk cId="258332572" sldId="262"/>
            <ac:spMk id="2" creationId="{570D72F3-79E4-4001-9748-B7FC67079A57}"/>
          </ac:spMkLst>
        </pc:spChg>
        <pc:spChg chg="del mod">
          <ac:chgData name="White (she/her), Whitney" userId="65f39021-2f1d-4d8b-87dc-b123826f65bf" providerId="ADAL" clId="{2C5490C0-EC31-4D5A-857D-B30248D704AD}" dt="2023-01-25T15:26:14.533" v="73"/>
          <ac:spMkLst>
            <pc:docMk/>
            <pc:sldMk cId="258332572" sldId="262"/>
            <ac:spMk id="3" creationId="{0E82C669-9955-4209-B20C-3F3A754CDA3C}"/>
          </ac:spMkLst>
        </pc:spChg>
        <pc:picChg chg="add mod">
          <ac:chgData name="White (she/her), Whitney" userId="65f39021-2f1d-4d8b-87dc-b123826f65bf" providerId="ADAL" clId="{2C5490C0-EC31-4D5A-857D-B30248D704AD}" dt="2023-01-25T15:26:48.440" v="81" actId="1076"/>
          <ac:picMkLst>
            <pc:docMk/>
            <pc:sldMk cId="258332572" sldId="262"/>
            <ac:picMk id="5" creationId="{DC7D3B62-46B2-43FE-B87C-3AED60C836B8}"/>
          </ac:picMkLst>
        </pc:picChg>
      </pc:sldChg>
      <pc:sldChg chg="addSp delSp modSp mod">
        <pc:chgData name="White (she/her), Whitney" userId="65f39021-2f1d-4d8b-87dc-b123826f65bf" providerId="ADAL" clId="{2C5490C0-EC31-4D5A-857D-B30248D704AD}" dt="2023-01-25T15:28:56.060" v="133" actId="403"/>
        <pc:sldMkLst>
          <pc:docMk/>
          <pc:sldMk cId="498985592" sldId="263"/>
        </pc:sldMkLst>
        <pc:spChg chg="mod">
          <ac:chgData name="White (she/her), Whitney" userId="65f39021-2f1d-4d8b-87dc-b123826f65bf" providerId="ADAL" clId="{2C5490C0-EC31-4D5A-857D-B30248D704AD}" dt="2023-01-25T15:28:00.254" v="118" actId="1076"/>
          <ac:spMkLst>
            <pc:docMk/>
            <pc:sldMk cId="498985592" sldId="263"/>
            <ac:spMk id="2" creationId="{67E8180B-6498-44E5-AD81-0674C51652BA}"/>
          </ac:spMkLst>
        </pc:spChg>
        <pc:spChg chg="add del mod">
          <ac:chgData name="White (she/her), Whitney" userId="65f39021-2f1d-4d8b-87dc-b123826f65bf" providerId="ADAL" clId="{2C5490C0-EC31-4D5A-857D-B30248D704AD}" dt="2023-01-25T15:28:07.039" v="120"/>
          <ac:spMkLst>
            <pc:docMk/>
            <pc:sldMk cId="498985592" sldId="263"/>
            <ac:spMk id="6" creationId="{60CC13CC-9F80-4130-81D3-549F69C61675}"/>
          </ac:spMkLst>
        </pc:spChg>
        <pc:graphicFrameChg chg="add mod modGraphic">
          <ac:chgData name="White (she/her), Whitney" userId="65f39021-2f1d-4d8b-87dc-b123826f65bf" providerId="ADAL" clId="{2C5490C0-EC31-4D5A-857D-B30248D704AD}" dt="2023-01-25T15:28:56.060" v="133" actId="403"/>
          <ac:graphicFrameMkLst>
            <pc:docMk/>
            <pc:sldMk cId="498985592" sldId="263"/>
            <ac:graphicFrameMk id="7" creationId="{5FDD475B-C6CC-4B8A-BF1E-CC6CB3E6FF61}"/>
          </ac:graphicFrameMkLst>
        </pc:graphicFrameChg>
        <pc:picChg chg="del">
          <ac:chgData name="White (she/her), Whitney" userId="65f39021-2f1d-4d8b-87dc-b123826f65bf" providerId="ADAL" clId="{2C5490C0-EC31-4D5A-857D-B30248D704AD}" dt="2023-01-25T15:27:27.959" v="83" actId="21"/>
          <ac:picMkLst>
            <pc:docMk/>
            <pc:sldMk cId="498985592" sldId="263"/>
            <ac:picMk id="5" creationId="{63239C00-4576-4356-885C-80F8C6E20940}"/>
          </ac:picMkLst>
        </pc:picChg>
      </pc:sldChg>
      <pc:sldChg chg="modSp add mod">
        <pc:chgData name="White (she/her), Whitney" userId="65f39021-2f1d-4d8b-87dc-b123826f65bf" providerId="ADAL" clId="{2C5490C0-EC31-4D5A-857D-B30248D704AD}" dt="2023-01-25T15:29:21.296" v="136" actId="255"/>
        <pc:sldMkLst>
          <pc:docMk/>
          <pc:sldMk cId="2234076779" sldId="264"/>
        </pc:sldMkLst>
        <pc:graphicFrameChg chg="mod modGraphic">
          <ac:chgData name="White (she/her), Whitney" userId="65f39021-2f1d-4d8b-87dc-b123826f65bf" providerId="ADAL" clId="{2C5490C0-EC31-4D5A-857D-B30248D704AD}" dt="2023-01-25T15:29:21.296" v="136" actId="255"/>
          <ac:graphicFrameMkLst>
            <pc:docMk/>
            <pc:sldMk cId="2234076779" sldId="264"/>
            <ac:graphicFrameMk id="7" creationId="{5FDD475B-C6CC-4B8A-BF1E-CC6CB3E6FF61}"/>
          </ac:graphicFrameMkLst>
        </pc:graphicFrameChg>
      </pc:sldChg>
      <pc:sldChg chg="modSp add mod">
        <pc:chgData name="White (she/her), Whitney" userId="65f39021-2f1d-4d8b-87dc-b123826f65bf" providerId="ADAL" clId="{2C5490C0-EC31-4D5A-857D-B30248D704AD}" dt="2023-01-25T15:29:44.019" v="139" actId="255"/>
        <pc:sldMkLst>
          <pc:docMk/>
          <pc:sldMk cId="3746039917" sldId="265"/>
        </pc:sldMkLst>
        <pc:graphicFrameChg chg="mod modGraphic">
          <ac:chgData name="White (she/her), Whitney" userId="65f39021-2f1d-4d8b-87dc-b123826f65bf" providerId="ADAL" clId="{2C5490C0-EC31-4D5A-857D-B30248D704AD}" dt="2023-01-25T15:29:44.019" v="139" actId="255"/>
          <ac:graphicFrameMkLst>
            <pc:docMk/>
            <pc:sldMk cId="3746039917" sldId="265"/>
            <ac:graphicFrameMk id="7" creationId="{5FDD475B-C6CC-4B8A-BF1E-CC6CB3E6FF61}"/>
          </ac:graphicFrameMkLst>
        </pc:graphicFrameChg>
      </pc:sldChg>
      <pc:sldChg chg="modSp new mod">
        <pc:chgData name="White (she/her), Whitney" userId="65f39021-2f1d-4d8b-87dc-b123826f65bf" providerId="ADAL" clId="{2C5490C0-EC31-4D5A-857D-B30248D704AD}" dt="2023-01-25T15:33:05.023" v="200" actId="20577"/>
        <pc:sldMkLst>
          <pc:docMk/>
          <pc:sldMk cId="2877505278" sldId="266"/>
        </pc:sldMkLst>
        <pc:spChg chg="mod">
          <ac:chgData name="White (she/her), Whitney" userId="65f39021-2f1d-4d8b-87dc-b123826f65bf" providerId="ADAL" clId="{2C5490C0-EC31-4D5A-857D-B30248D704AD}" dt="2023-01-25T15:33:05.023" v="200" actId="20577"/>
          <ac:spMkLst>
            <pc:docMk/>
            <pc:sldMk cId="2877505278" sldId="266"/>
            <ac:spMk id="2" creationId="{CECF6631-6CAC-42C0-B2F9-C75B06FDDEA7}"/>
          </ac:spMkLst>
        </pc:spChg>
        <pc:spChg chg="mod">
          <ac:chgData name="White (she/her), Whitney" userId="65f39021-2f1d-4d8b-87dc-b123826f65bf" providerId="ADAL" clId="{2C5490C0-EC31-4D5A-857D-B30248D704AD}" dt="2023-01-25T15:30:19.617" v="167" actId="403"/>
          <ac:spMkLst>
            <pc:docMk/>
            <pc:sldMk cId="2877505278" sldId="266"/>
            <ac:spMk id="3" creationId="{A7B3D956-96C0-497F-85BA-4332DFF84C2F}"/>
          </ac:spMkLst>
        </pc:spChg>
      </pc:sldChg>
      <pc:sldChg chg="addSp delSp modSp new mod">
        <pc:chgData name="White (she/her), Whitney" userId="65f39021-2f1d-4d8b-87dc-b123826f65bf" providerId="ADAL" clId="{2C5490C0-EC31-4D5A-857D-B30248D704AD}" dt="2023-01-25T15:32:00.991" v="186" actId="1076"/>
        <pc:sldMkLst>
          <pc:docMk/>
          <pc:sldMk cId="3055683484" sldId="267"/>
        </pc:sldMkLst>
        <pc:spChg chg="mod">
          <ac:chgData name="White (she/her), Whitney" userId="65f39021-2f1d-4d8b-87dc-b123826f65bf" providerId="ADAL" clId="{2C5490C0-EC31-4D5A-857D-B30248D704AD}" dt="2023-01-25T15:31:42.562" v="181" actId="20577"/>
          <ac:spMkLst>
            <pc:docMk/>
            <pc:sldMk cId="3055683484" sldId="267"/>
            <ac:spMk id="2" creationId="{8B2EB68F-78A0-49ED-8653-187AD2088682}"/>
          </ac:spMkLst>
        </pc:spChg>
        <pc:spChg chg="del mod">
          <ac:chgData name="White (she/her), Whitney" userId="65f39021-2f1d-4d8b-87dc-b123826f65bf" providerId="ADAL" clId="{2C5490C0-EC31-4D5A-857D-B30248D704AD}" dt="2023-01-25T15:31:45.440" v="183"/>
          <ac:spMkLst>
            <pc:docMk/>
            <pc:sldMk cId="3055683484" sldId="267"/>
            <ac:spMk id="3" creationId="{E508AEE9-105F-4DAD-BFBB-1188A026AC9A}"/>
          </ac:spMkLst>
        </pc:spChg>
        <pc:picChg chg="add mod">
          <ac:chgData name="White (she/her), Whitney" userId="65f39021-2f1d-4d8b-87dc-b123826f65bf" providerId="ADAL" clId="{2C5490C0-EC31-4D5A-857D-B30248D704AD}" dt="2023-01-25T15:32:00.991" v="186" actId="1076"/>
          <ac:picMkLst>
            <pc:docMk/>
            <pc:sldMk cId="3055683484" sldId="267"/>
            <ac:picMk id="5" creationId="{A1B7D056-B3B7-4442-9111-1D7A6BD01157}"/>
          </ac:picMkLst>
        </pc:picChg>
      </pc:sldChg>
      <pc:sldChg chg="new del">
        <pc:chgData name="White (she/her), Whitney" userId="65f39021-2f1d-4d8b-87dc-b123826f65bf" providerId="ADAL" clId="{2C5490C0-EC31-4D5A-857D-B30248D704AD}" dt="2023-01-25T15:37:13.929" v="202" actId="2696"/>
        <pc:sldMkLst>
          <pc:docMk/>
          <pc:sldMk cId="3765266163" sldId="268"/>
        </pc:sldMkLst>
      </pc:sldChg>
    </pc:docChg>
  </pc:docChgLst>
  <pc:docChgLst>
    <pc:chgData name="White (she/her), Whitney" userId="65f39021-2f1d-4d8b-87dc-b123826f65bf" providerId="ADAL" clId="{38F44297-F94C-4991-BC7E-AAD79838D019}"/>
    <pc:docChg chg="custSel delSld modSld modSection">
      <pc:chgData name="White (she/her), Whitney" userId="65f39021-2f1d-4d8b-87dc-b123826f65bf" providerId="ADAL" clId="{38F44297-F94C-4991-BC7E-AAD79838D019}" dt="2023-01-17T03:44:30.772" v="117" actId="20577"/>
      <pc:docMkLst>
        <pc:docMk/>
      </pc:docMkLst>
      <pc:sldChg chg="modSp mod">
        <pc:chgData name="White (she/her), Whitney" userId="65f39021-2f1d-4d8b-87dc-b123826f65bf" providerId="ADAL" clId="{38F44297-F94C-4991-BC7E-AAD79838D019}" dt="2023-01-17T03:44:30.772" v="117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38F44297-F94C-4991-BC7E-AAD79838D019}" dt="2023-01-17T03:44:30.772" v="117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38F44297-F94C-4991-BC7E-AAD79838D019}" dt="2023-01-17T03:43:15.507" v="113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del">
        <pc:chgData name="White (she/her), Whitney" userId="65f39021-2f1d-4d8b-87dc-b123826f65bf" providerId="ADAL" clId="{38F44297-F94C-4991-BC7E-AAD79838D019}" dt="2023-01-17T03:43:47.911" v="116" actId="47"/>
        <pc:sldMkLst>
          <pc:docMk/>
          <pc:sldMk cId="1163931679" sldId="263"/>
        </pc:sldMkLst>
      </pc:sldChg>
      <pc:sldChg chg="del">
        <pc:chgData name="White (she/her), Whitney" userId="65f39021-2f1d-4d8b-87dc-b123826f65bf" providerId="ADAL" clId="{38F44297-F94C-4991-BC7E-AAD79838D019}" dt="2023-01-17T03:43:40.476" v="114" actId="47"/>
        <pc:sldMkLst>
          <pc:docMk/>
          <pc:sldMk cId="3493109116" sldId="264"/>
        </pc:sldMkLst>
      </pc:sldChg>
      <pc:sldChg chg="del">
        <pc:chgData name="White (she/her), Whitney" userId="65f39021-2f1d-4d8b-87dc-b123826f65bf" providerId="ADAL" clId="{38F44297-F94C-4991-BC7E-AAD79838D019}" dt="2023-01-17T03:43:45.323" v="115" actId="47"/>
        <pc:sldMkLst>
          <pc:docMk/>
          <pc:sldMk cId="2571717539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StbECa101F8OFt3-TkABmDDVjKgx7f9I/view?usp=sharing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6825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8: Planning for Diverse Learners| Lesson 8.03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Multiple Means of Engagement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C38B50-F63E-A686-2C3E-3FAA0EED1B47}"/>
              </a:ext>
            </a:extLst>
          </p:cNvPr>
          <p:cNvSpPr txBox="1"/>
          <p:nvPr/>
        </p:nvSpPr>
        <p:spPr>
          <a:xfrm>
            <a:off x="0" y="6438550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7A, 7D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spcBef>
                <a:spcPts val="600"/>
              </a:spcBef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Define student engagement and explain why it is essential to student learning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Define and explain why multiple means of engagement are necessary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guidelines to recruit student interest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Analyze a lesson to evaluate its use of recruiting student interests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Complete the following true/false statements and be ready to explain the reasoning for your choice.</a:t>
            </a: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Every student should complete the same work.</a:t>
            </a: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There is one form of engagement that will work for every student.</a:t>
            </a: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Culture, personal relevance, and background knowledge influences a student’s engagement.</a:t>
            </a: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students should have the same resources and tools to complete a task.</a:t>
            </a: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Students need a safe and supportive environment where they feel safe to learn and take risks.</a:t>
            </a: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students like working in groups.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4957574-645A-47DA-BD7C-77BE31A019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1973239"/>
              </p:ext>
            </p:extLst>
          </p:nvPr>
        </p:nvGraphicFramePr>
        <p:xfrm>
          <a:off x="838200" y="1963024"/>
          <a:ext cx="10515600" cy="2488176"/>
        </p:xfrm>
        <a:graphic>
          <a:graphicData uri="http://schemas.openxmlformats.org/drawingml/2006/table">
            <a:tbl>
              <a:tblPr firstRow="1" firstCol="1" bandRow="1"/>
              <a:tblGrid>
                <a:gridCol w="2297978">
                  <a:extLst>
                    <a:ext uri="{9D8B030D-6E8A-4147-A177-3AD203B41FA5}">
                      <a16:colId xmlns:a16="http://schemas.microsoft.com/office/drawing/2014/main" val="802228314"/>
                    </a:ext>
                  </a:extLst>
                </a:gridCol>
                <a:gridCol w="8217622">
                  <a:extLst>
                    <a:ext uri="{9D8B030D-6E8A-4147-A177-3AD203B41FA5}">
                      <a16:colId xmlns:a16="http://schemas.microsoft.com/office/drawing/2014/main" val="3690528651"/>
                    </a:ext>
                  </a:extLst>
                </a:gridCol>
              </a:tblGrid>
              <a:tr h="829392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Student Engagement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 level of attention, interest, and motivation students exhibit in the learning process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3517088"/>
                  </a:ext>
                </a:extLst>
              </a:tr>
              <a:tr h="829392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Multiple Means of Engagement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Providing various ways of engaging with material to stimulate interest and motivation for learning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2070138"/>
                  </a:ext>
                </a:extLst>
              </a:tr>
              <a:tr h="829392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Learning Menu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type of graphic organizer that allows students a menu or choice of learning activities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376711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22CD2-4897-2E1E-F450-31AB1D67B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Means of Engagement</a:t>
            </a:r>
          </a:p>
        </p:txBody>
      </p:sp>
      <p:pic>
        <p:nvPicPr>
          <p:cNvPr id="5" name="Content Placeholder 4" descr="Michael Wilder – St. Thomas E-Learning And Research - Page 3">
            <a:extLst>
              <a:ext uri="{FF2B5EF4-FFF2-40B4-BE49-F238E27FC236}">
                <a16:creationId xmlns:a16="http://schemas.microsoft.com/office/drawing/2014/main" id="{DC7D3B62-46B2-43FE-B87C-3AED60C836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821"/>
          <a:stretch/>
        </p:blipFill>
        <p:spPr bwMode="auto">
          <a:xfrm>
            <a:off x="1113732" y="2254691"/>
            <a:ext cx="9964536" cy="270271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1A007-43B3-444C-A468-0BC1B73E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32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8180B-6498-44E5-AD81-0674C516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Guideline: Recruiting Interest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FDD475B-C6CC-4B8A-BF1E-CC6CB3E6FF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1277530"/>
              </p:ext>
            </p:extLst>
          </p:nvPr>
        </p:nvGraphicFramePr>
        <p:xfrm>
          <a:off x="1243464" y="1577783"/>
          <a:ext cx="8529710" cy="4023360"/>
        </p:xfrm>
        <a:graphic>
          <a:graphicData uri="http://schemas.openxmlformats.org/drawingml/2006/table">
            <a:tbl>
              <a:tblPr firstRow="1" firstCol="1" bandRow="1"/>
              <a:tblGrid>
                <a:gridCol w="2516712">
                  <a:extLst>
                    <a:ext uri="{9D8B030D-6E8A-4147-A177-3AD203B41FA5}">
                      <a16:colId xmlns:a16="http://schemas.microsoft.com/office/drawing/2014/main" val="2796544661"/>
                    </a:ext>
                  </a:extLst>
                </a:gridCol>
                <a:gridCol w="3005220">
                  <a:extLst>
                    <a:ext uri="{9D8B030D-6E8A-4147-A177-3AD203B41FA5}">
                      <a16:colId xmlns:a16="http://schemas.microsoft.com/office/drawing/2014/main" val="3357621136"/>
                    </a:ext>
                  </a:extLst>
                </a:gridCol>
                <a:gridCol w="3007778">
                  <a:extLst>
                    <a:ext uri="{9D8B030D-6E8A-4147-A177-3AD203B41FA5}">
                      <a16:colId xmlns:a16="http://schemas.microsoft.com/office/drawing/2014/main" val="407027584"/>
                    </a:ext>
                  </a:extLst>
                </a:gridCol>
              </a:tblGrid>
              <a:tr h="281949">
                <a:tc gridSpan="3"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Recruiting Interest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084112"/>
                  </a:ext>
                </a:extLst>
              </a:tr>
              <a:tr h="281949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Guideline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310895"/>
                  </a:ext>
                </a:extLst>
              </a:tr>
              <a:tr h="3101438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Allow students choice in how they might reach a learning target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Provide choice boards (also called menu options and playlists)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Offer choice in how students work 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Use examples aligned to student hobbies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Ask all students to complete a research project on the same topic</a:t>
                      </a: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Require all students to work independently on a task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64081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B95AA-02D0-4645-A751-28726150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985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8180B-6498-44E5-AD81-0674C516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Guideline: Recruiting Interest  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FDD475B-C6CC-4B8A-BF1E-CC6CB3E6FF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6001550"/>
              </p:ext>
            </p:extLst>
          </p:nvPr>
        </p:nvGraphicFramePr>
        <p:xfrm>
          <a:off x="1243464" y="1577783"/>
          <a:ext cx="8529710" cy="4389120"/>
        </p:xfrm>
        <a:graphic>
          <a:graphicData uri="http://schemas.openxmlformats.org/drawingml/2006/table">
            <a:tbl>
              <a:tblPr firstRow="1" firstCol="1" bandRow="1"/>
              <a:tblGrid>
                <a:gridCol w="2516712">
                  <a:extLst>
                    <a:ext uri="{9D8B030D-6E8A-4147-A177-3AD203B41FA5}">
                      <a16:colId xmlns:a16="http://schemas.microsoft.com/office/drawing/2014/main" val="2796544661"/>
                    </a:ext>
                  </a:extLst>
                </a:gridCol>
                <a:gridCol w="3005220">
                  <a:extLst>
                    <a:ext uri="{9D8B030D-6E8A-4147-A177-3AD203B41FA5}">
                      <a16:colId xmlns:a16="http://schemas.microsoft.com/office/drawing/2014/main" val="3357621136"/>
                    </a:ext>
                  </a:extLst>
                </a:gridCol>
                <a:gridCol w="3007778">
                  <a:extLst>
                    <a:ext uri="{9D8B030D-6E8A-4147-A177-3AD203B41FA5}">
                      <a16:colId xmlns:a16="http://schemas.microsoft.com/office/drawing/2014/main" val="407027584"/>
                    </a:ext>
                  </a:extLst>
                </a:gridCol>
              </a:tblGrid>
              <a:tr h="281949">
                <a:tc gridSpan="3"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Recruiting Interest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084112"/>
                  </a:ext>
                </a:extLst>
              </a:tr>
              <a:tr h="281949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Guideline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310895"/>
                  </a:ext>
                </a:extLst>
              </a:tr>
              <a:tr h="31014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Provide opportunities for students to engage in learning experiences that are relevant and valuable to their goals and individual interests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Connect content to something relatable to students.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Incorporate a variety of materials and resources.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Provide a clear purpose for why the content matters in the real-world.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Provide materials that are not personalized to students’ lives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Give assignments with no clear purpose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64081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B95AA-02D0-4645-A751-28726150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076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8180B-6498-44E5-AD81-0674C516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Guideline: Recruiting Interest 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FDD475B-C6CC-4B8A-BF1E-CC6CB3E6FF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875732"/>
              </p:ext>
            </p:extLst>
          </p:nvPr>
        </p:nvGraphicFramePr>
        <p:xfrm>
          <a:off x="1243464" y="1577783"/>
          <a:ext cx="8529710" cy="4389120"/>
        </p:xfrm>
        <a:graphic>
          <a:graphicData uri="http://schemas.openxmlformats.org/drawingml/2006/table">
            <a:tbl>
              <a:tblPr firstRow="1" firstCol="1" bandRow="1"/>
              <a:tblGrid>
                <a:gridCol w="2516712">
                  <a:extLst>
                    <a:ext uri="{9D8B030D-6E8A-4147-A177-3AD203B41FA5}">
                      <a16:colId xmlns:a16="http://schemas.microsoft.com/office/drawing/2014/main" val="2796544661"/>
                    </a:ext>
                  </a:extLst>
                </a:gridCol>
                <a:gridCol w="3005220">
                  <a:extLst>
                    <a:ext uri="{9D8B030D-6E8A-4147-A177-3AD203B41FA5}">
                      <a16:colId xmlns:a16="http://schemas.microsoft.com/office/drawing/2014/main" val="3357621136"/>
                    </a:ext>
                  </a:extLst>
                </a:gridCol>
                <a:gridCol w="3007778">
                  <a:extLst>
                    <a:ext uri="{9D8B030D-6E8A-4147-A177-3AD203B41FA5}">
                      <a16:colId xmlns:a16="http://schemas.microsoft.com/office/drawing/2014/main" val="407027584"/>
                    </a:ext>
                  </a:extLst>
                </a:gridCol>
              </a:tblGrid>
              <a:tr h="281949">
                <a:tc gridSpan="3"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Recruiting Interest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084112"/>
                  </a:ext>
                </a:extLst>
              </a:tr>
              <a:tr h="281949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Guideline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310895"/>
                  </a:ext>
                </a:extLst>
              </a:tr>
              <a:tr h="31014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Create a supportive environment where students feel safe to learn and take risks.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Set clear expectations and class routines.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Use timers, cues, etc. for activities and transitions 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Provide choice in the sequence or pace for completing tasks.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Allow a chaotic and unorganized learning environment </a:t>
                      </a: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Require all students to work at the same pace and complete assignments in the same order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64081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B95AA-02D0-4645-A751-28726150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39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F6631-6CAC-42C0-B2F9-C75B06FDD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Video: 4</a:t>
            </a:r>
            <a:r>
              <a:rPr lang="en-US" baseline="30000" dirty="0"/>
              <a:t>th</a:t>
            </a:r>
            <a:r>
              <a:rPr lang="en-US" dirty="0"/>
              <a:t> Grade Bilingual ELA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3D956-96C0-497F-85BA-4332DFF84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Video Example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0A6A6-D2C1-4743-B9CF-20328BBFA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505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EB68F-78A0-49ED-8653-187AD2088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Menu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602B0-3312-436B-A541-1C97FBFE7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Content Placeholder 4" descr="An example of a learning menu where students can choose an entree (main creation), appetizer (communication), dessert (embedded or static pages), sides (teacher led) and beverages (Non-digital)">
            <a:extLst>
              <a:ext uri="{FF2B5EF4-FFF2-40B4-BE49-F238E27FC236}">
                <a16:creationId xmlns:a16="http://schemas.microsoft.com/office/drawing/2014/main" id="{A1B7D056-B3B7-4442-9111-1D7A6BD011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981" y="1386970"/>
            <a:ext cx="9077164" cy="51059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5683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Reflect on the learning goal: Identify ways a teacher can spark excitement and curiosity for learning and explain how those specific strategies can be used in the classroom. </a:t>
            </a:r>
            <a:endParaRPr lang="en-US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 parts of today’s lesson were most engaging to you?</a:t>
            </a:r>
            <a:endParaRPr lang="en-US" sz="18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 parts of today’s lesson most impacted your learning?</a:t>
            </a:r>
            <a:endParaRPr lang="en-US" sz="18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Read the scenarios on your Exit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Ticket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and determine which is more likely to foster student engagement. Explain your reasoning and tell why the use of multiple forms of engagement is important to student learning.</a:t>
            </a:r>
            <a:endParaRPr lang="en-US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Which scenario is more likely to foster student engagement and why? Explain your reasoning. </a:t>
            </a:r>
            <a:endParaRPr lang="en-US" sz="18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Why is the use of multiple forms of engagement important to student learning?</a:t>
            </a:r>
            <a:endParaRPr lang="en-US" sz="18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XUX_Lesson X.XX_PPT_TEMPLATE" id="{F292ABBA-735D-46DE-9B1C-1ED03EE23A6F}" vid="{47570F0D-54DB-4FC7-92A5-A7A883415B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CXUX_Lesson X.XX_PPT_TEMPLATE</Template>
  <TotalTime>88</TotalTime>
  <Words>587</Words>
  <Application>Microsoft Office PowerPoint</Application>
  <PresentationFormat>Widescreen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Symbol</vt:lpstr>
      <vt:lpstr>Office Theme</vt:lpstr>
      <vt:lpstr>Instructional Practices| Unit 8: Planning for Diverse Learners| Lesson 8.03</vt:lpstr>
      <vt:lpstr>TEKS Standards &amp; Objectives</vt:lpstr>
      <vt:lpstr>Bellringer</vt:lpstr>
      <vt:lpstr>Vocabulary</vt:lpstr>
      <vt:lpstr>Multiple Means of Engagement</vt:lpstr>
      <vt:lpstr>Guideline: Recruiting Interest</vt:lpstr>
      <vt:lpstr>Guideline: Recruiting Interest  </vt:lpstr>
      <vt:lpstr>Guideline: Recruiting Interest </vt:lpstr>
      <vt:lpstr>Video: 4th Grade Bilingual ELA </vt:lpstr>
      <vt:lpstr>Learning Menu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8.03: Multiple Means of Engagement</dc:title>
  <dc:subject>Lesson 8.03: Multiple Means of Engagement</dc:subject>
  <dc:creator>Texas Education Agency</dc:creator>
  <cp:lastModifiedBy>London White</cp:lastModifiedBy>
  <cp:revision>2</cp:revision>
  <dcterms:created xsi:type="dcterms:W3CDTF">2022-09-17T16:30:16Z</dcterms:created>
  <dcterms:modified xsi:type="dcterms:W3CDTF">2023-08-31T05:44:38Z</dcterms:modified>
</cp:coreProperties>
</file>
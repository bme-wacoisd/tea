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2"/>
  </p:notesMasterIdLst>
  <p:sldIdLst>
    <p:sldId id="285" r:id="rId3"/>
    <p:sldId id="286" r:id="rId4"/>
    <p:sldId id="287" r:id="rId5"/>
    <p:sldId id="289" r:id="rId6"/>
    <p:sldId id="290" r:id="rId7"/>
    <p:sldId id="288" r:id="rId8"/>
    <p:sldId id="292" r:id="rId9"/>
    <p:sldId id="294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171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7C972C-D217-4CB8-9308-9C4982DDFEDB}" v="9" dt="2022-09-17T04:45:18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07" autoAdjust="0"/>
  </p:normalViewPr>
  <p:slideViewPr>
    <p:cSldViewPr snapToGrid="0">
      <p:cViewPr varScale="1">
        <p:scale>
          <a:sx n="113" d="100"/>
          <a:sy n="113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wati" userId="a3cadf42-9970-41e5-bb67-4a4dd3e8759e" providerId="ADAL" clId="{890CB85C-24BC-4D49-9382-1D7D95E40860}"/>
    <pc:docChg chg="custSel addSld delSld modSld">
      <pc:chgData name="Gupta, Swati" userId="a3cadf42-9970-41e5-bb67-4a4dd3e8759e" providerId="ADAL" clId="{890CB85C-24BC-4D49-9382-1D7D95E40860}" dt="2022-05-10T16:57:31.570" v="24" actId="20577"/>
      <pc:docMkLst>
        <pc:docMk/>
      </pc:docMkLst>
      <pc:sldChg chg="modSp mod delCm modCm">
        <pc:chgData name="Gupta, Swati" userId="a3cadf42-9970-41e5-bb67-4a4dd3e8759e" providerId="ADAL" clId="{890CB85C-24BC-4D49-9382-1D7D95E40860}" dt="2022-05-10T16:57:31.570" v="24" actId="20577"/>
        <pc:sldMkLst>
          <pc:docMk/>
          <pc:sldMk cId="2875402532" sldId="257"/>
        </pc:sldMkLst>
        <pc:spChg chg="mod">
          <ac:chgData name="Gupta, Swati" userId="a3cadf42-9970-41e5-bb67-4a4dd3e8759e" providerId="ADAL" clId="{890CB85C-24BC-4D49-9382-1D7D95E40860}" dt="2022-05-10T16:57:31.570" v="24" actId="20577"/>
          <ac:spMkLst>
            <pc:docMk/>
            <pc:sldMk cId="2875402532" sldId="257"/>
            <ac:spMk id="3" creationId="{81FE1C6D-F36E-48C2-992F-AFB21F6BE7E7}"/>
          </ac:spMkLst>
        </pc:spChg>
      </pc:sldChg>
      <pc:sldChg chg="modSp new del mod">
        <pc:chgData name="Gupta, Swati" userId="a3cadf42-9970-41e5-bb67-4a4dd3e8759e" providerId="ADAL" clId="{890CB85C-24BC-4D49-9382-1D7D95E40860}" dt="2022-05-10T16:57:10.315" v="18" actId="2696"/>
        <pc:sldMkLst>
          <pc:docMk/>
          <pc:sldMk cId="2893024199" sldId="258"/>
        </pc:sldMkLst>
        <pc:spChg chg="mod">
          <ac:chgData name="Gupta, Swati" userId="a3cadf42-9970-41e5-bb67-4a4dd3e8759e" providerId="ADAL" clId="{890CB85C-24BC-4D49-9382-1D7D95E40860}" dt="2022-05-10T16:56:59.001" v="17" actId="207"/>
          <ac:spMkLst>
            <pc:docMk/>
            <pc:sldMk cId="2893024199" sldId="258"/>
            <ac:spMk id="5" creationId="{EAD3D53F-2FE4-4F69-99AE-D4BE8C7CC533}"/>
          </ac:spMkLst>
        </pc:spChg>
      </pc:sldChg>
    </pc:docChg>
  </pc:docChgLst>
  <pc:docChgLst>
    <pc:chgData name="White (she/her), Whitney" userId="65f39021-2f1d-4d8b-87dc-b123826f65bf" providerId="ADAL" clId="{6E7C972C-D217-4CB8-9308-9C4982DDFEDB}"/>
    <pc:docChg chg="custSel addSld delSld modSld">
      <pc:chgData name="White (she/her), Whitney" userId="65f39021-2f1d-4d8b-87dc-b123826f65bf" providerId="ADAL" clId="{6E7C972C-D217-4CB8-9308-9C4982DDFEDB}" dt="2022-09-17T04:57:57.078" v="953" actId="1076"/>
      <pc:docMkLst>
        <pc:docMk/>
      </pc:docMkLst>
      <pc:sldChg chg="del">
        <pc:chgData name="White (she/her), Whitney" userId="65f39021-2f1d-4d8b-87dc-b123826f65bf" providerId="ADAL" clId="{6E7C972C-D217-4CB8-9308-9C4982DDFEDB}" dt="2022-09-16T03:26:57.835" v="64" actId="2696"/>
        <pc:sldMkLst>
          <pc:docMk/>
          <pc:sldMk cId="1482277026" sldId="256"/>
        </pc:sldMkLst>
      </pc:sldChg>
      <pc:sldChg chg="del">
        <pc:chgData name="White (she/her), Whitney" userId="65f39021-2f1d-4d8b-87dc-b123826f65bf" providerId="ADAL" clId="{6E7C972C-D217-4CB8-9308-9C4982DDFEDB}" dt="2022-09-17T03:46:48.804" v="65" actId="2696"/>
        <pc:sldMkLst>
          <pc:docMk/>
          <pc:sldMk cId="2875402532" sldId="257"/>
        </pc:sldMkLst>
      </pc:sldChg>
      <pc:sldChg chg="modSp add mod">
        <pc:chgData name="White (she/her), Whitney" userId="65f39021-2f1d-4d8b-87dc-b123826f65bf" providerId="ADAL" clId="{6E7C972C-D217-4CB8-9308-9C4982DDFEDB}" dt="2022-09-16T03:26:55.215" v="63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6E7C972C-D217-4CB8-9308-9C4982DDFEDB}" dt="2022-09-16T03:26:55.215" v="63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6E7C972C-D217-4CB8-9308-9C4982DDFEDB}" dt="2022-09-16T03:26:51.615" v="59" actId="20577"/>
          <ac:spMkLst>
            <pc:docMk/>
            <pc:sldMk cId="3976098008" sldId="285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6E7C972C-D217-4CB8-9308-9C4982DDFEDB}" dt="2022-09-17T04:48:55.916" v="630" actId="403"/>
        <pc:sldMkLst>
          <pc:docMk/>
          <pc:sldMk cId="1942767112" sldId="286"/>
        </pc:sldMkLst>
        <pc:spChg chg="mod">
          <ac:chgData name="White (she/her), Whitney" userId="65f39021-2f1d-4d8b-87dc-b123826f65bf" providerId="ADAL" clId="{6E7C972C-D217-4CB8-9308-9C4982DDFEDB}" dt="2022-09-17T04:48:55.916" v="630" actId="403"/>
          <ac:spMkLst>
            <pc:docMk/>
            <pc:sldMk cId="1942767112" sldId="286"/>
            <ac:spMk id="3" creationId="{81FE1C6D-F36E-48C2-992F-AFB21F6BE7E7}"/>
          </ac:spMkLst>
        </pc:spChg>
      </pc:sldChg>
      <pc:sldChg chg="modSp mod">
        <pc:chgData name="White (she/her), Whitney" userId="65f39021-2f1d-4d8b-87dc-b123826f65bf" providerId="ADAL" clId="{6E7C972C-D217-4CB8-9308-9C4982DDFEDB}" dt="2022-09-17T04:46:25.007" v="81" actId="403"/>
        <pc:sldMkLst>
          <pc:docMk/>
          <pc:sldMk cId="223193067" sldId="287"/>
        </pc:sldMkLst>
        <pc:spChg chg="mod">
          <ac:chgData name="White (she/her), Whitney" userId="65f39021-2f1d-4d8b-87dc-b123826f65bf" providerId="ADAL" clId="{6E7C972C-D217-4CB8-9308-9C4982DDFEDB}" dt="2022-09-17T04:46:25.007" v="81" actId="403"/>
          <ac:spMkLst>
            <pc:docMk/>
            <pc:sldMk cId="223193067" sldId="287"/>
            <ac:spMk id="3" creationId="{81FE1C6D-F36E-48C2-992F-AFB21F6BE7E7}"/>
          </ac:spMkLst>
        </pc:spChg>
      </pc:sldChg>
      <pc:sldChg chg="modSp mod">
        <pc:chgData name="White (she/her), Whitney" userId="65f39021-2f1d-4d8b-87dc-b123826f65bf" providerId="ADAL" clId="{6E7C972C-D217-4CB8-9308-9C4982DDFEDB}" dt="2022-09-17T04:55:54.238" v="782"/>
        <pc:sldMkLst>
          <pc:docMk/>
          <pc:sldMk cId="2859908621" sldId="288"/>
        </pc:sldMkLst>
        <pc:spChg chg="mod">
          <ac:chgData name="White (she/her), Whitney" userId="65f39021-2f1d-4d8b-87dc-b123826f65bf" providerId="ADAL" clId="{6E7C972C-D217-4CB8-9308-9C4982DDFEDB}" dt="2022-09-17T04:55:52.103" v="781" actId="20577"/>
          <ac:spMkLst>
            <pc:docMk/>
            <pc:sldMk cId="2859908621" sldId="288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6E7C972C-D217-4CB8-9308-9C4982DDFEDB}" dt="2022-09-17T04:55:54.238" v="782"/>
          <ac:spMkLst>
            <pc:docMk/>
            <pc:sldMk cId="2859908621" sldId="288"/>
            <ac:spMk id="3" creationId="{81FE1C6D-F36E-48C2-992F-AFB21F6BE7E7}"/>
          </ac:spMkLst>
        </pc:spChg>
      </pc:sldChg>
      <pc:sldChg chg="modSp mod">
        <pc:chgData name="White (she/her), Whitney" userId="65f39021-2f1d-4d8b-87dc-b123826f65bf" providerId="ADAL" clId="{6E7C972C-D217-4CB8-9308-9C4982DDFEDB}" dt="2022-09-17T04:47:40.149" v="396" actId="403"/>
        <pc:sldMkLst>
          <pc:docMk/>
          <pc:sldMk cId="1894735719" sldId="289"/>
        </pc:sldMkLst>
        <pc:spChg chg="mod">
          <ac:chgData name="White (she/her), Whitney" userId="65f39021-2f1d-4d8b-87dc-b123826f65bf" providerId="ADAL" clId="{6E7C972C-D217-4CB8-9308-9C4982DDFEDB}" dt="2022-09-17T04:47:40.149" v="396" actId="403"/>
          <ac:spMkLst>
            <pc:docMk/>
            <pc:sldMk cId="1894735719" sldId="289"/>
            <ac:spMk id="3" creationId="{81FE1C6D-F36E-48C2-992F-AFB21F6BE7E7}"/>
          </ac:spMkLst>
        </pc:spChg>
      </pc:sldChg>
      <pc:sldChg chg="modSp mod">
        <pc:chgData name="White (she/her), Whitney" userId="65f39021-2f1d-4d8b-87dc-b123826f65bf" providerId="ADAL" clId="{6E7C972C-D217-4CB8-9308-9C4982DDFEDB}" dt="2022-09-17T04:55:21.192" v="719" actId="403"/>
        <pc:sldMkLst>
          <pc:docMk/>
          <pc:sldMk cId="2621417627" sldId="290"/>
        </pc:sldMkLst>
        <pc:spChg chg="mod">
          <ac:chgData name="White (she/her), Whitney" userId="65f39021-2f1d-4d8b-87dc-b123826f65bf" providerId="ADAL" clId="{6E7C972C-D217-4CB8-9308-9C4982DDFEDB}" dt="2022-09-17T04:54:55.295" v="668" actId="20577"/>
          <ac:spMkLst>
            <pc:docMk/>
            <pc:sldMk cId="2621417627" sldId="290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6E7C972C-D217-4CB8-9308-9C4982DDFEDB}" dt="2022-09-17T04:55:21.192" v="719" actId="403"/>
          <ac:spMkLst>
            <pc:docMk/>
            <pc:sldMk cId="2621417627" sldId="290"/>
            <ac:spMk id="3" creationId="{81FE1C6D-F36E-48C2-992F-AFB21F6BE7E7}"/>
          </ac:spMkLst>
        </pc:spChg>
      </pc:sldChg>
      <pc:sldChg chg="addSp delSp modSp mod">
        <pc:chgData name="White (she/her), Whitney" userId="65f39021-2f1d-4d8b-87dc-b123826f65bf" providerId="ADAL" clId="{6E7C972C-D217-4CB8-9308-9C4982DDFEDB}" dt="2022-09-17T04:57:57.078" v="953" actId="1076"/>
        <pc:sldMkLst>
          <pc:docMk/>
          <pc:sldMk cId="288503356" sldId="291"/>
        </pc:sldMkLst>
        <pc:spChg chg="add del mod">
          <ac:chgData name="White (she/her), Whitney" userId="65f39021-2f1d-4d8b-87dc-b123826f65bf" providerId="ADAL" clId="{6E7C972C-D217-4CB8-9308-9C4982DDFEDB}" dt="2022-09-17T04:45:12.518" v="68"/>
          <ac:spMkLst>
            <pc:docMk/>
            <pc:sldMk cId="288503356" sldId="291"/>
            <ac:spMk id="3" creationId="{81FE1C6D-F36E-48C2-992F-AFB21F6BE7E7}"/>
          </ac:spMkLst>
        </pc:spChg>
        <pc:spChg chg="add del">
          <ac:chgData name="White (she/her), Whitney" userId="65f39021-2f1d-4d8b-87dc-b123826f65bf" providerId="ADAL" clId="{6E7C972C-D217-4CB8-9308-9C4982DDFEDB}" dt="2022-09-17T04:45:06.196" v="67"/>
          <ac:spMkLst>
            <pc:docMk/>
            <pc:sldMk cId="288503356" sldId="291"/>
            <ac:spMk id="6" creationId="{CBC93DBF-3193-4B34-A9FA-5F059505AD79}"/>
          </ac:spMkLst>
        </pc:spChg>
        <pc:graphicFrameChg chg="add del mod">
          <ac:chgData name="White (she/her), Whitney" userId="65f39021-2f1d-4d8b-87dc-b123826f65bf" providerId="ADAL" clId="{6E7C972C-D217-4CB8-9308-9C4982DDFEDB}" dt="2022-09-17T04:45:06.196" v="67"/>
          <ac:graphicFrameMkLst>
            <pc:docMk/>
            <pc:sldMk cId="288503356" sldId="291"/>
            <ac:graphicFrameMk id="4" creationId="{C7496928-5774-4911-9E3E-C9AD2E142EE6}"/>
          </ac:graphicFrameMkLst>
        </pc:graphicFrameChg>
        <pc:graphicFrameChg chg="add mod modGraphic">
          <ac:chgData name="White (she/her), Whitney" userId="65f39021-2f1d-4d8b-87dc-b123826f65bf" providerId="ADAL" clId="{6E7C972C-D217-4CB8-9308-9C4982DDFEDB}" dt="2022-09-17T04:57:57.078" v="953" actId="1076"/>
          <ac:graphicFrameMkLst>
            <pc:docMk/>
            <pc:sldMk cId="288503356" sldId="291"/>
            <ac:graphicFrameMk id="7" creationId="{66706E52-6DEB-4FD7-8EDA-3BB693FCD3CC}"/>
          </ac:graphicFrameMkLst>
        </pc:graphicFrameChg>
      </pc:sldChg>
      <pc:sldChg chg="modSp add mod">
        <pc:chgData name="White (she/her), Whitney" userId="65f39021-2f1d-4d8b-87dc-b123826f65bf" providerId="ADAL" clId="{6E7C972C-D217-4CB8-9308-9C4982DDFEDB}" dt="2022-09-17T04:57:10.087" v="940" actId="115"/>
        <pc:sldMkLst>
          <pc:docMk/>
          <pc:sldMk cId="1997386934" sldId="292"/>
        </pc:sldMkLst>
        <pc:spChg chg="mod">
          <ac:chgData name="White (she/her), Whitney" userId="65f39021-2f1d-4d8b-87dc-b123826f65bf" providerId="ADAL" clId="{6E7C972C-D217-4CB8-9308-9C4982DDFEDB}" dt="2022-09-17T04:56:28.303" v="807" actId="20577"/>
          <ac:spMkLst>
            <pc:docMk/>
            <pc:sldMk cId="1997386934" sldId="292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6E7C972C-D217-4CB8-9308-9C4982DDFEDB}" dt="2022-09-17T04:57:10.087" v="940" actId="115"/>
          <ac:spMkLst>
            <pc:docMk/>
            <pc:sldMk cId="1997386934" sldId="292"/>
            <ac:spMk id="3" creationId="{81FE1C6D-F36E-48C2-992F-AFB21F6BE7E7}"/>
          </ac:spMkLst>
        </pc:spChg>
      </pc:sldChg>
      <pc:sldChg chg="add del">
        <pc:chgData name="White (she/her), Whitney" userId="65f39021-2f1d-4d8b-87dc-b123826f65bf" providerId="ADAL" clId="{6E7C972C-D217-4CB8-9308-9C4982DDFEDB}" dt="2022-09-17T04:57:50.344" v="950" actId="2696"/>
        <pc:sldMkLst>
          <pc:docMk/>
          <pc:sldMk cId="3591947675" sldId="293"/>
        </pc:sldMkLst>
      </pc:sldChg>
      <pc:sldChg chg="modSp add mod">
        <pc:chgData name="White (she/her), Whitney" userId="65f39021-2f1d-4d8b-87dc-b123826f65bf" providerId="ADAL" clId="{6E7C972C-D217-4CB8-9308-9C4982DDFEDB}" dt="2022-09-17T04:57:38.387" v="949" actId="114"/>
        <pc:sldMkLst>
          <pc:docMk/>
          <pc:sldMk cId="1448588614" sldId="294"/>
        </pc:sldMkLst>
        <pc:spChg chg="mod">
          <ac:chgData name="White (she/her), Whitney" userId="65f39021-2f1d-4d8b-87dc-b123826f65bf" providerId="ADAL" clId="{6E7C972C-D217-4CB8-9308-9C4982DDFEDB}" dt="2022-09-17T04:57:19.319" v="943" actId="20577"/>
          <ac:spMkLst>
            <pc:docMk/>
            <pc:sldMk cId="1448588614" sldId="294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6E7C972C-D217-4CB8-9308-9C4982DDFEDB}" dt="2022-09-17T04:57:38.387" v="949" actId="114"/>
          <ac:spMkLst>
            <pc:docMk/>
            <pc:sldMk cId="1448588614" sldId="294"/>
            <ac:spMk id="3" creationId="{81FE1C6D-F36E-48C2-992F-AFB21F6BE7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8/30/2023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4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97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8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2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46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7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2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iKQWwRRbNbbwcrAP1-k7MxRBPhfwm7Tj/view?usp=shar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1873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4.12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Meaningful Questioning for Cognitive Engagement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7E2B18-5A6C-4EB0-E97C-51C3093BF8A5}"/>
              </a:ext>
            </a:extLst>
          </p:cNvPr>
          <p:cNvSpPr txBox="1"/>
          <p:nvPr/>
        </p:nvSpPr>
        <p:spPr>
          <a:xfrm>
            <a:off x="0" y="6489032"/>
            <a:ext cx="10387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4A, 4B, 6D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The learner will…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…analyze how meaningful questions lead to cognitive engagement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…use questioning strategies to cognitively engage students and require effortful thinking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76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are Directive Prompts? 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what you learned in the previous lesson, what are two types of Directive Prompts you might use after a student responds correctly? 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 Directive Prompts lead to cognitive engagement?</a:t>
            </a: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9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Stretch It: Respond to students’ correct answers with more challenging questions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Directive Prompts: Question prompts to guide students to think further in a specific way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Non-Directive Prompts: Phrases to push students to further develop an idea without suggesting what to add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73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Non-Directive Prompts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“Say More”</a:t>
            </a:r>
          </a:p>
          <a:p>
            <a:r>
              <a:rPr lang="en-US" dirty="0">
                <a:latin typeface="Calibri" panose="020F0502020204030204" pitchFamily="34" charset="0"/>
              </a:rPr>
              <a:t>“Keep Going”</a:t>
            </a:r>
          </a:p>
          <a:p>
            <a:r>
              <a:rPr lang="en-US" dirty="0">
                <a:latin typeface="Calibri" panose="020F0502020204030204" pitchFamily="34" charset="0"/>
              </a:rPr>
              <a:t>“Develop That”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41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TLAC Video: Directive &amp; Non-Directive Prompts: MK Pope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Texas TLAC Online “Directive &amp; Non-Directive Prompts: MK Pope</a:t>
            </a: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90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#1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teacher-student interaction below.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could the teacher respond to the student using a Non-Directive prompt?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Teacher: Use the word "reassured" in a sentence.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Student: My mother reassured me that we were safe inside the house during the storm.</a:t>
            </a:r>
          </a:p>
          <a:p>
            <a:pPr marL="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38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#2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teacher-student interaction below.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could the teacher respond to the student using a Non-Directive prompt?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Teacher: What are the three branches of the federal government?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tudent: The three branches of the federal government are executive, judicial, and legislative.</a:t>
            </a:r>
          </a:p>
          <a:p>
            <a:pPr marL="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588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each prompt below and determine which prompts are examples of Non-Directive Prompts. Support your answers with evidence.</a:t>
            </a: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706E52-6DEB-4FD7-8EDA-3BB693FCD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296850"/>
              </p:ext>
            </p:extLst>
          </p:nvPr>
        </p:nvGraphicFramePr>
        <p:xfrm>
          <a:off x="2564234" y="2592198"/>
          <a:ext cx="7063531" cy="32293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81679">
                  <a:extLst>
                    <a:ext uri="{9D8B030D-6E8A-4147-A177-3AD203B41FA5}">
                      <a16:colId xmlns:a16="http://schemas.microsoft.com/office/drawing/2014/main" val="3552553181"/>
                    </a:ext>
                  </a:extLst>
                </a:gridCol>
                <a:gridCol w="896256">
                  <a:extLst>
                    <a:ext uri="{9D8B030D-6E8A-4147-A177-3AD203B41FA5}">
                      <a16:colId xmlns:a16="http://schemas.microsoft.com/office/drawing/2014/main" val="32105384"/>
                    </a:ext>
                  </a:extLst>
                </a:gridCol>
                <a:gridCol w="3685596">
                  <a:extLst>
                    <a:ext uri="{9D8B030D-6E8A-4147-A177-3AD203B41FA5}">
                      <a16:colId xmlns:a16="http://schemas.microsoft.com/office/drawing/2014/main" val="4199835925"/>
                    </a:ext>
                  </a:extLst>
                </a:gridCol>
              </a:tblGrid>
              <a:tr h="5236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Prompt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Directive Prompt? (Y or N)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Evidence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extLst>
                  <a:ext uri="{0D108BD9-81ED-4DB2-BD59-A6C34878D82A}">
                    <a16:rowId xmlns:a16="http://schemas.microsoft.com/office/drawing/2014/main" val="1221997383"/>
                  </a:ext>
                </a:extLst>
              </a:tr>
              <a:tr h="5398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Someone, build on that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extLst>
                  <a:ext uri="{0D108BD9-81ED-4DB2-BD59-A6C34878D82A}">
                    <a16:rowId xmlns:a16="http://schemas.microsoft.com/office/drawing/2014/main" val="2234119701"/>
                  </a:ext>
                </a:extLst>
              </a:tr>
              <a:tr h="5398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What part of the paragraph shows he is aggressive?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extLst>
                  <a:ext uri="{0D108BD9-81ED-4DB2-BD59-A6C34878D82A}">
                    <a16:rowId xmlns:a16="http://schemas.microsoft.com/office/drawing/2014/main" val="845504369"/>
                  </a:ext>
                </a:extLst>
              </a:tr>
              <a:tr h="5398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Tell me more.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extLst>
                  <a:ext uri="{0D108BD9-81ED-4DB2-BD59-A6C34878D82A}">
                    <a16:rowId xmlns:a16="http://schemas.microsoft.com/office/drawing/2014/main" val="2732725301"/>
                  </a:ext>
                </a:extLst>
              </a:tr>
              <a:tr h="5398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Good.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extLst>
                  <a:ext uri="{0D108BD9-81ED-4DB2-BD59-A6C34878D82A}">
                    <a16:rowId xmlns:a16="http://schemas.microsoft.com/office/drawing/2014/main" val="1511090310"/>
                  </a:ext>
                </a:extLst>
              </a:tr>
              <a:tr h="5398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Rolling gesture with your hand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31" marR="68331" marT="0" marB="0"/>
                </a:tc>
                <a:extLst>
                  <a:ext uri="{0D108BD9-81ED-4DB2-BD59-A6C34878D82A}">
                    <a16:rowId xmlns:a16="http://schemas.microsoft.com/office/drawing/2014/main" val="49961958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03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380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1_Office Theme</vt:lpstr>
      <vt:lpstr>Instructional Practices| Unit 4: The Science of Learning| Lesson 4.12</vt:lpstr>
      <vt:lpstr>TEKS &amp; Objectives</vt:lpstr>
      <vt:lpstr>Bellringer</vt:lpstr>
      <vt:lpstr>Vocabulary</vt:lpstr>
      <vt:lpstr>Examples of Non-Directive Prompts </vt:lpstr>
      <vt:lpstr>TLAC Video: Directive &amp; Non-Directive Prompts: MK Pope</vt:lpstr>
      <vt:lpstr>Interaction #1 </vt:lpstr>
      <vt:lpstr>Interaction #2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4.12: Meaningful Questioning for Cognitive Engagement</dc:title>
  <dc:subject>Lesson 4.12: Meaningful Questioning for Cognitive Engagement</dc:subject>
  <dc:creator>Texas Education Agency</dc:creator>
  <cp:lastModifiedBy>London White</cp:lastModifiedBy>
  <cp:revision>9</cp:revision>
  <dcterms:created xsi:type="dcterms:W3CDTF">2022-05-09T19:40:20Z</dcterms:created>
  <dcterms:modified xsi:type="dcterms:W3CDTF">2023-08-31T03:16:33Z</dcterms:modified>
</cp:coreProperties>
</file>
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8" r:id="rId2"/>
  </p:sldMasterIdLst>
  <p:notesMasterIdLst>
    <p:notesMasterId r:id="rId20"/>
  </p:notesMasterIdLst>
  <p:sldIdLst>
    <p:sldId id="280" r:id="rId3"/>
    <p:sldId id="259" r:id="rId4"/>
    <p:sldId id="258" r:id="rId5"/>
    <p:sldId id="265" r:id="rId6"/>
    <p:sldId id="261" r:id="rId7"/>
    <p:sldId id="267" r:id="rId8"/>
    <p:sldId id="268" r:id="rId9"/>
    <p:sldId id="269" r:id="rId10"/>
    <p:sldId id="266" r:id="rId11"/>
    <p:sldId id="262" r:id="rId12"/>
    <p:sldId id="273" r:id="rId13"/>
    <p:sldId id="275" r:id="rId14"/>
    <p:sldId id="276" r:id="rId15"/>
    <p:sldId id="271" r:id="rId16"/>
    <p:sldId id="278" r:id="rId17"/>
    <p:sldId id="279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C5B82-E8D5-4C03-9C62-5302EB31977D}" v="5" dt="2022-09-18T05:02:43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9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324" y="108"/>
      </p:cViewPr>
      <p:guideLst/>
    </p:cSldViewPr>
  </p:slideViewPr>
  <p:outlineViewPr>
    <p:cViewPr>
      <p:scale>
        <a:sx n="33" d="100"/>
        <a:sy n="33" d="100"/>
      </p:scale>
      <p:origin x="0" y="-42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DE2C9B56-DF44-444F-A14C-D09076C048FF}"/>
    <pc:docChg chg="undo custSel addSld delSld modSld sldOrd">
      <pc:chgData name="White, Whitney" userId="65f39021-2f1d-4d8b-87dc-b123826f65bf" providerId="ADAL" clId="{DE2C9B56-DF44-444F-A14C-D09076C048FF}" dt="2022-06-13T02:56:08.865" v="2976" actId="20577"/>
      <pc:docMkLst>
        <pc:docMk/>
      </pc:docMkLst>
      <pc:sldChg chg="modSp mod">
        <pc:chgData name="White, Whitney" userId="65f39021-2f1d-4d8b-87dc-b123826f65bf" providerId="ADAL" clId="{DE2C9B56-DF44-444F-A14C-D09076C048FF}" dt="2022-06-13T02:37:10.275" v="6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DE2C9B56-DF44-444F-A14C-D09076C048FF}" dt="2022-06-13T02:36:53.661" v="32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DE2C9B56-DF44-444F-A14C-D09076C048FF}" dt="2022-06-13T02:37:10.275" v="69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Sp modSp mod">
        <pc:chgData name="White, Whitney" userId="65f39021-2f1d-4d8b-87dc-b123826f65bf" providerId="ADAL" clId="{DE2C9B56-DF44-444F-A14C-D09076C048FF}" dt="2022-06-13T02:42:43.602" v="612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DE2C9B56-DF44-444F-A14C-D09076C048FF}" dt="2022-06-13T02:42:43.602" v="612" actId="20577"/>
          <ac:spMkLst>
            <pc:docMk/>
            <pc:sldMk cId="4071305681" sldId="258"/>
            <ac:spMk id="3" creationId="{392BE286-77A6-49DD-B15D-7E4718D52FE7}"/>
          </ac:spMkLst>
        </pc:spChg>
        <pc:spChg chg="del">
          <ac:chgData name="White, Whitney" userId="65f39021-2f1d-4d8b-87dc-b123826f65bf" providerId="ADAL" clId="{DE2C9B56-DF44-444F-A14C-D09076C048FF}" dt="2022-06-13T02:37:19.491" v="73" actId="478"/>
          <ac:spMkLst>
            <pc:docMk/>
            <pc:sldMk cId="4071305681" sldId="258"/>
            <ac:spMk id="4" creationId="{86451B0D-5AB4-49BF-9B29-498829F37A5E}"/>
          </ac:spMkLst>
        </pc:spChg>
      </pc:sldChg>
      <pc:sldChg chg="delSp modSp mod ord">
        <pc:chgData name="White, Whitney" userId="65f39021-2f1d-4d8b-87dc-b123826f65bf" providerId="ADAL" clId="{DE2C9B56-DF44-444F-A14C-D09076C048FF}" dt="2022-06-13T02:38:42.211" v="29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DE2C9B56-DF44-444F-A14C-D09076C048FF}" dt="2022-06-13T02:38:42.211" v="294" actId="20577"/>
          <ac:spMkLst>
            <pc:docMk/>
            <pc:sldMk cId="2772527113" sldId="259"/>
            <ac:spMk id="3" creationId="{8CE08C7F-0286-423B-92F7-DEB89F31111A}"/>
          </ac:spMkLst>
        </pc:spChg>
        <pc:spChg chg="del">
          <ac:chgData name="White, Whitney" userId="65f39021-2f1d-4d8b-87dc-b123826f65bf" providerId="ADAL" clId="{DE2C9B56-DF44-444F-A14C-D09076C048FF}" dt="2022-06-13T02:37:17.293" v="72" actId="478"/>
          <ac:spMkLst>
            <pc:docMk/>
            <pc:sldMk cId="2772527113" sldId="259"/>
            <ac:spMk id="4" creationId="{6156ADCE-AD69-4BAF-A0B5-1FBCA650BF7B}"/>
          </ac:spMkLst>
        </pc:spChg>
      </pc:sldChg>
      <pc:sldChg chg="delSp modSp mod">
        <pc:chgData name="White, Whitney" userId="65f39021-2f1d-4d8b-87dc-b123826f65bf" providerId="ADAL" clId="{DE2C9B56-DF44-444F-A14C-D09076C048FF}" dt="2022-06-13T02:56:08.865" v="297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DE2C9B56-DF44-444F-A14C-D09076C048FF}" dt="2022-06-13T02:56:08.865" v="2976" actId="20577"/>
          <ac:spMkLst>
            <pc:docMk/>
            <pc:sldMk cId="2147408764" sldId="260"/>
            <ac:spMk id="3" creationId="{49F2A5AF-3C0B-4968-A438-E435325199EA}"/>
          </ac:spMkLst>
        </pc:spChg>
        <pc:spChg chg="del">
          <ac:chgData name="White, Whitney" userId="65f39021-2f1d-4d8b-87dc-b123826f65bf" providerId="ADAL" clId="{DE2C9B56-DF44-444F-A14C-D09076C048FF}" dt="2022-06-13T02:37:21.380" v="74" actId="478"/>
          <ac:spMkLst>
            <pc:docMk/>
            <pc:sldMk cId="2147408764" sldId="260"/>
            <ac:spMk id="4" creationId="{096A50DB-6BBE-470E-8204-84AB046317B8}"/>
          </ac:spMkLst>
        </pc:spChg>
      </pc:sldChg>
      <pc:sldChg chg="addSp delSp modSp add del mod modAnim">
        <pc:chgData name="White, Whitney" userId="65f39021-2f1d-4d8b-87dc-b123826f65bf" providerId="ADAL" clId="{DE2C9B56-DF44-444F-A14C-D09076C048FF}" dt="2022-06-13T02:48:22.130" v="1249"/>
        <pc:sldMkLst>
          <pc:docMk/>
          <pc:sldMk cId="864738857" sldId="261"/>
        </pc:sldMkLst>
        <pc:spChg chg="mod">
          <ac:chgData name="White, Whitney" userId="65f39021-2f1d-4d8b-87dc-b123826f65bf" providerId="ADAL" clId="{DE2C9B56-DF44-444F-A14C-D09076C048FF}" dt="2022-06-13T02:43:26.580" v="648" actId="20577"/>
          <ac:spMkLst>
            <pc:docMk/>
            <pc:sldMk cId="864738857" sldId="261"/>
            <ac:spMk id="2" creationId="{2F03F004-EE4F-44F2-AA0E-56B8CFF11342}"/>
          </ac:spMkLst>
        </pc:spChg>
        <pc:spChg chg="add del mod">
          <ac:chgData name="White, Whitney" userId="65f39021-2f1d-4d8b-87dc-b123826f65bf" providerId="ADAL" clId="{DE2C9B56-DF44-444F-A14C-D09076C048FF}" dt="2022-06-13T02:44:01.097" v="652" actId="3680"/>
          <ac:spMkLst>
            <pc:docMk/>
            <pc:sldMk cId="864738857" sldId="261"/>
            <ac:spMk id="3" creationId="{392BE286-77A6-49DD-B15D-7E4718D52FE7}"/>
          </ac:spMkLst>
        </pc:spChg>
        <pc:graphicFrameChg chg="add del mod">
          <ac:chgData name="White, Whitney" userId="65f39021-2f1d-4d8b-87dc-b123826f65bf" providerId="ADAL" clId="{DE2C9B56-DF44-444F-A14C-D09076C048FF}" dt="2022-06-13T02:43:56.009" v="651"/>
          <ac:graphicFrameMkLst>
            <pc:docMk/>
            <pc:sldMk cId="864738857" sldId="261"/>
            <ac:graphicFrameMk id="4" creationId="{29DB73D6-D5B1-428C-BC3F-D50B346BA98A}"/>
          </ac:graphicFrameMkLst>
        </pc:graphicFrameChg>
        <pc:graphicFrameChg chg="add mod ord modGraphic">
          <ac:chgData name="White, Whitney" userId="65f39021-2f1d-4d8b-87dc-b123826f65bf" providerId="ADAL" clId="{DE2C9B56-DF44-444F-A14C-D09076C048FF}" dt="2022-06-13T02:48:02.054" v="1245" actId="1076"/>
          <ac:graphicFrameMkLst>
            <pc:docMk/>
            <pc:sldMk cId="864738857" sldId="261"/>
            <ac:graphicFrameMk id="6" creationId="{E6D46721-1554-4C12-B8EA-340CA351B6C0}"/>
          </ac:graphicFrameMkLst>
        </pc:graphicFrameChg>
      </pc:sldChg>
      <pc:sldChg chg="modSp add mod">
        <pc:chgData name="White, Whitney" userId="65f39021-2f1d-4d8b-87dc-b123826f65bf" providerId="ADAL" clId="{DE2C9B56-DF44-444F-A14C-D09076C048FF}" dt="2022-06-13T02:50:52.301" v="1917" actId="113"/>
        <pc:sldMkLst>
          <pc:docMk/>
          <pc:sldMk cId="3538840949" sldId="262"/>
        </pc:sldMkLst>
        <pc:spChg chg="mod">
          <ac:chgData name="White, Whitney" userId="65f39021-2f1d-4d8b-87dc-b123826f65bf" providerId="ADAL" clId="{DE2C9B56-DF44-444F-A14C-D09076C048FF}" dt="2022-06-13T02:48:57.349" v="1356" actId="20577"/>
          <ac:spMkLst>
            <pc:docMk/>
            <pc:sldMk cId="3538840949" sldId="262"/>
            <ac:spMk id="2" creationId="{2F03F004-EE4F-44F2-AA0E-56B8CFF11342}"/>
          </ac:spMkLst>
        </pc:spChg>
        <pc:spChg chg="mod">
          <ac:chgData name="White, Whitney" userId="65f39021-2f1d-4d8b-87dc-b123826f65bf" providerId="ADAL" clId="{DE2C9B56-DF44-444F-A14C-D09076C048FF}" dt="2022-06-13T02:50:52.301" v="1917" actId="113"/>
          <ac:spMkLst>
            <pc:docMk/>
            <pc:sldMk cId="3538840949" sldId="262"/>
            <ac:spMk id="3" creationId="{392BE286-77A6-49DD-B15D-7E4718D52FE7}"/>
          </ac:spMkLst>
        </pc:spChg>
      </pc:sldChg>
      <pc:sldChg chg="modSp add mod">
        <pc:chgData name="White, Whitney" userId="65f39021-2f1d-4d8b-87dc-b123826f65bf" providerId="ADAL" clId="{DE2C9B56-DF44-444F-A14C-D09076C048FF}" dt="2022-06-13T02:53:42.851" v="2433" actId="27636"/>
        <pc:sldMkLst>
          <pc:docMk/>
          <pc:sldMk cId="2253853375" sldId="263"/>
        </pc:sldMkLst>
        <pc:spChg chg="mod">
          <ac:chgData name="White, Whitney" userId="65f39021-2f1d-4d8b-87dc-b123826f65bf" providerId="ADAL" clId="{DE2C9B56-DF44-444F-A14C-D09076C048FF}" dt="2022-06-13T02:51:31.690" v="1943" actId="20577"/>
          <ac:spMkLst>
            <pc:docMk/>
            <pc:sldMk cId="2253853375" sldId="263"/>
            <ac:spMk id="2" creationId="{2F03F004-EE4F-44F2-AA0E-56B8CFF11342}"/>
          </ac:spMkLst>
        </pc:spChg>
        <pc:spChg chg="mod">
          <ac:chgData name="White, Whitney" userId="65f39021-2f1d-4d8b-87dc-b123826f65bf" providerId="ADAL" clId="{DE2C9B56-DF44-444F-A14C-D09076C048FF}" dt="2022-06-13T02:53:42.851" v="2433" actId="27636"/>
          <ac:spMkLst>
            <pc:docMk/>
            <pc:sldMk cId="2253853375" sldId="263"/>
            <ac:spMk id="3" creationId="{392BE286-77A6-49DD-B15D-7E4718D52FE7}"/>
          </ac:spMkLst>
        </pc:spChg>
      </pc:sldChg>
      <pc:sldChg chg="modSp add mod">
        <pc:chgData name="White, Whitney" userId="65f39021-2f1d-4d8b-87dc-b123826f65bf" providerId="ADAL" clId="{DE2C9B56-DF44-444F-A14C-D09076C048FF}" dt="2022-06-13T02:54:37.887" v="2707" actId="113"/>
        <pc:sldMkLst>
          <pc:docMk/>
          <pc:sldMk cId="995022424" sldId="264"/>
        </pc:sldMkLst>
        <pc:spChg chg="mod">
          <ac:chgData name="White, Whitney" userId="65f39021-2f1d-4d8b-87dc-b123826f65bf" providerId="ADAL" clId="{DE2C9B56-DF44-444F-A14C-D09076C048FF}" dt="2022-06-13T02:54:37.887" v="2707" actId="113"/>
          <ac:spMkLst>
            <pc:docMk/>
            <pc:sldMk cId="995022424" sldId="264"/>
            <ac:spMk id="3" creationId="{392BE286-77A6-49DD-B15D-7E4718D52FE7}"/>
          </ac:spMkLst>
        </pc:spChg>
      </pc:sldChg>
    </pc:docChg>
  </pc:docChgLst>
  <pc:docChgLst>
    <pc:chgData name="White (she/her), Whitney" userId="65f39021-2f1d-4d8b-87dc-b123826f65bf" providerId="ADAL" clId="{D83C5B82-E8D5-4C03-9C62-5302EB31977D}"/>
    <pc:docChg chg="delSld modSld">
      <pc:chgData name="White (she/her), Whitney" userId="65f39021-2f1d-4d8b-87dc-b123826f65bf" providerId="ADAL" clId="{D83C5B82-E8D5-4C03-9C62-5302EB31977D}" dt="2022-09-18T05:02:24.646" v="26" actId="2696"/>
      <pc:docMkLst>
        <pc:docMk/>
      </pc:docMkLst>
      <pc:sldChg chg="del">
        <pc:chgData name="White (she/her), Whitney" userId="65f39021-2f1d-4d8b-87dc-b123826f65bf" providerId="ADAL" clId="{D83C5B82-E8D5-4C03-9C62-5302EB31977D}" dt="2022-09-18T05:02:24.646" v="26" actId="2696"/>
        <pc:sldMkLst>
          <pc:docMk/>
          <pc:sldMk cId="1482277026" sldId="256"/>
        </pc:sldMkLst>
      </pc:sldChg>
      <pc:sldChg chg="modSp mod">
        <pc:chgData name="White (she/her), Whitney" userId="65f39021-2f1d-4d8b-87dc-b123826f65bf" providerId="ADAL" clId="{D83C5B82-E8D5-4C03-9C62-5302EB31977D}" dt="2022-09-18T05:02:18.522" v="25" actId="20577"/>
        <pc:sldMkLst>
          <pc:docMk/>
          <pc:sldMk cId="438399724" sldId="280"/>
        </pc:sldMkLst>
        <pc:spChg chg="mod">
          <ac:chgData name="White (she/her), Whitney" userId="65f39021-2f1d-4d8b-87dc-b123826f65bf" providerId="ADAL" clId="{D83C5B82-E8D5-4C03-9C62-5302EB31977D}" dt="2022-09-18T05:02:18.522" v="25" actId="20577"/>
          <ac:spMkLst>
            <pc:docMk/>
            <pc:sldMk cId="438399724" sldId="280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D83C5B82-E8D5-4C03-9C62-5302EB31977D}" dt="2022-09-18T05:02:14.386" v="21" actId="20577"/>
          <ac:spMkLst>
            <pc:docMk/>
            <pc:sldMk cId="438399724" sldId="280"/>
            <ac:spMk id="3" creationId="{E0FBD98F-3A67-498E-8174-652040DD7B60}"/>
          </ac:spMkLst>
        </pc:spChg>
      </pc:sldChg>
    </pc:docChg>
  </pc:docChgLst>
  <pc:docChgLst>
    <pc:chgData name="Gupta, Swati" userId="a3cadf42-9970-41e5-bb67-4a4dd3e8759e" providerId="ADAL" clId="{1175A794-129F-4030-93E7-B2CD18F3DFB3}"/>
    <pc:docChg chg="undo custSel addSld delSld modSld modMainMaster">
      <pc:chgData name="Gupta, Swati" userId="a3cadf42-9970-41e5-bb67-4a4dd3e8759e" providerId="ADAL" clId="{1175A794-129F-4030-93E7-B2CD18F3DFB3}" dt="2022-05-09T20:48:02.166" v="449" actId="47"/>
      <pc:docMkLst>
        <pc:docMk/>
      </pc:docMkLst>
      <pc:sldChg chg="modSp">
        <pc:chgData name="Gupta, Swati" userId="a3cadf42-9970-41e5-bb67-4a4dd3e8759e" providerId="ADAL" clId="{1175A794-129F-4030-93E7-B2CD18F3DFB3}" dt="2022-05-09T20:34:28.647" v="376"/>
        <pc:sldMkLst>
          <pc:docMk/>
          <pc:sldMk cId="1482277026" sldId="256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1482277026" sldId="256"/>
            <ac:spMk id="3" creationId="{E0FBD98F-3A67-498E-8174-652040DD7B60}"/>
          </ac:spMkLst>
        </pc:spChg>
      </pc:sldChg>
      <pc:sldChg chg="modSp new mod">
        <pc:chgData name="Gupta, Swati" userId="a3cadf42-9970-41e5-bb67-4a4dd3e8759e" providerId="ADAL" clId="{1175A794-129F-4030-93E7-B2CD18F3DFB3}" dt="2022-05-09T20:47:15.084" v="447" actId="20577"/>
        <pc:sldMkLst>
          <pc:docMk/>
          <pc:sldMk cId="2875402532" sldId="257"/>
        </pc:sldMkLst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2" creationId="{CA1EE61B-138F-43A4-8B56-5EF03A58679B}"/>
          </ac:spMkLst>
        </pc:spChg>
        <pc:spChg chg="mod">
          <ac:chgData name="Gupta, Swati" userId="a3cadf42-9970-41e5-bb67-4a4dd3e8759e" providerId="ADAL" clId="{1175A794-129F-4030-93E7-B2CD18F3DFB3}" dt="2022-05-09T20:47:15.084" v="447" actId="20577"/>
          <ac:spMkLst>
            <pc:docMk/>
            <pc:sldMk cId="2875402532" sldId="257"/>
            <ac:spMk id="3" creationId="{81FE1C6D-F36E-48C2-992F-AFB21F6BE7E7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4" creationId="{65501AFF-23E0-4DC7-A670-5487F12FC4DF}"/>
          </ac:spMkLst>
        </pc:spChg>
        <pc:spChg chg="mod">
          <ac:chgData name="Gupta, Swati" userId="a3cadf42-9970-41e5-bb67-4a4dd3e8759e" providerId="ADAL" clId="{1175A794-129F-4030-93E7-B2CD18F3DFB3}" dt="2022-05-09T20:34:28.647" v="376"/>
          <ac:spMkLst>
            <pc:docMk/>
            <pc:sldMk cId="2875402532" sldId="257"/>
            <ac:spMk id="5" creationId="{E771288C-B13A-490D-9B00-790E8D5BC0CB}"/>
          </ac:spMkLst>
        </pc:spChg>
      </pc:sldChg>
      <pc:sldChg chg="new del">
        <pc:chgData name="Gupta, Swati" userId="a3cadf42-9970-41e5-bb67-4a4dd3e8759e" providerId="ADAL" clId="{1175A794-129F-4030-93E7-B2CD18F3DFB3}" dt="2022-05-09T20:48:02.166" v="449" actId="47"/>
        <pc:sldMkLst>
          <pc:docMk/>
          <pc:sldMk cId="1059394166" sldId="258"/>
        </pc:sldMkLst>
      </pc:sldChg>
      <pc:sldChg chg="new del">
        <pc:chgData name="Gupta, Swati" userId="a3cadf42-9970-41e5-bb67-4a4dd3e8759e" providerId="ADAL" clId="{1175A794-129F-4030-93E7-B2CD18F3DFB3}" dt="2022-05-09T20:37:32.625" v="397" actId="47"/>
        <pc:sldMkLst>
          <pc:docMk/>
          <pc:sldMk cId="2138312952" sldId="258"/>
        </pc:sldMkLst>
      </pc:sldChg>
      <pc:sldMasterChg chg="delSldLayout modSldLayout">
        <pc:chgData name="Gupta, Swati" userId="a3cadf42-9970-41e5-bb67-4a4dd3e8759e" providerId="ADAL" clId="{1175A794-129F-4030-93E7-B2CD18F3DFB3}" dt="2022-05-09T20:36:37.876" v="395" actId="170"/>
        <pc:sldMasterMkLst>
          <pc:docMk/>
          <pc:sldMasterMk cId="3955077458" sldId="2147483648"/>
        </pc:sldMasterMkLst>
        <pc:sldLayoutChg chg="modSp mod">
          <pc:chgData name="Gupta, Swati" userId="a3cadf42-9970-41e5-bb67-4a4dd3e8759e" providerId="ADAL" clId="{1175A794-129F-4030-93E7-B2CD18F3DFB3}" dt="2022-05-09T20:36:37.876" v="395" actId="170"/>
          <pc:sldLayoutMkLst>
            <pc:docMk/>
            <pc:sldMasterMk cId="3955077458" sldId="2147483648"/>
            <pc:sldLayoutMk cId="1960563727" sldId="2147483649"/>
          </pc:sldLayoutMkLst>
          <pc:spChg chg="mod">
            <ac:chgData name="Gupta, Swati" userId="a3cadf42-9970-41e5-bb67-4a4dd3e8759e" providerId="ADAL" clId="{1175A794-129F-4030-93E7-B2CD18F3DFB3}" dt="2022-05-09T20:26:50.607" v="47" actId="6549"/>
            <ac:spMkLst>
              <pc:docMk/>
              <pc:sldMasterMk cId="3955077458" sldId="2147483648"/>
              <pc:sldLayoutMk cId="1960563727" sldId="2147483649"/>
              <ac:spMk id="2" creationId="{550E4FD1-C863-4F6C-BC67-9529A3DF2F59}"/>
            </ac:spMkLst>
          </pc:spChg>
          <pc:spChg chg="mod">
            <ac:chgData name="Gupta, Swati" userId="a3cadf42-9970-41e5-bb67-4a4dd3e8759e" providerId="ADAL" clId="{1175A794-129F-4030-93E7-B2CD18F3DFB3}" dt="2022-05-09T20:26:38.010" v="46" actId="20577"/>
            <ac:spMkLst>
              <pc:docMk/>
              <pc:sldMasterMk cId="3955077458" sldId="2147483648"/>
              <pc:sldLayoutMk cId="1960563727" sldId="2147483649"/>
              <ac:spMk id="3" creationId="{5F02A33A-B5BD-43C3-902B-F6F09D5D238A}"/>
            </ac:spMkLst>
          </pc:spChg>
          <pc:spChg chg="mod">
            <ac:chgData name="Gupta, Swati" userId="a3cadf42-9970-41e5-bb67-4a4dd3e8759e" providerId="ADAL" clId="{1175A794-129F-4030-93E7-B2CD18F3DFB3}" dt="2022-05-09T20:27:13.169" v="69" actId="20577"/>
            <ac:spMkLst>
              <pc:docMk/>
              <pc:sldMasterMk cId="3955077458" sldId="2147483648"/>
              <pc:sldLayoutMk cId="1960563727" sldId="2147483649"/>
              <ac:spMk id="4" creationId="{AD677D06-A159-4AA2-93DA-1C52F18ECBD7}"/>
            </ac:spMkLst>
          </pc:spChg>
          <pc:picChg chg="mod ord">
            <ac:chgData name="Gupta, Swati" userId="a3cadf42-9970-41e5-bb67-4a4dd3e8759e" providerId="ADAL" clId="{1175A794-129F-4030-93E7-B2CD18F3DFB3}" dt="2022-05-09T20:36:37.876" v="395" actId="170"/>
            <ac:picMkLst>
              <pc:docMk/>
              <pc:sldMasterMk cId="3955077458" sldId="2147483648"/>
              <pc:sldLayoutMk cId="1960563727" sldId="2147483649"/>
              <ac:picMk id="8" creationId="{253E1ECF-C55D-47F6-BD1B-E5CFD8AC6DC2}"/>
            </ac:picMkLst>
          </pc:picChg>
          <pc:picChg chg="mod">
            <ac:chgData name="Gupta, Swati" userId="a3cadf42-9970-41e5-bb67-4a4dd3e8759e" providerId="ADAL" clId="{1175A794-129F-4030-93E7-B2CD18F3DFB3}" dt="2022-05-09T20:31:00.660" v="279" actId="962"/>
            <ac:picMkLst>
              <pc:docMk/>
              <pc:sldMasterMk cId="3955077458" sldId="2147483648"/>
              <pc:sldLayoutMk cId="1960563727" sldId="2147483649"/>
              <ac:picMk id="9" creationId="{659EBB25-66A1-4A3B-BD33-7EA229672757}"/>
            </ac:picMkLst>
          </pc:picChg>
        </pc:sldLayoutChg>
        <pc:sldLayoutChg chg="delSp modSp mod">
          <pc:chgData name="Gupta, Swati" userId="a3cadf42-9970-41e5-bb67-4a4dd3e8759e" providerId="ADAL" clId="{1175A794-129F-4030-93E7-B2CD18F3DFB3}" dt="2022-05-09T20:36:28.380" v="394" actId="167"/>
          <pc:sldLayoutMkLst>
            <pc:docMk/>
            <pc:sldMasterMk cId="3955077458" sldId="2147483648"/>
            <pc:sldLayoutMk cId="866395689" sldId="2147483650"/>
          </pc:sldLayoutMkLst>
          <pc:spChg chg="mod">
            <ac:chgData name="Gupta, Swati" userId="a3cadf42-9970-41e5-bb67-4a4dd3e8759e" providerId="ADAL" clId="{1175A794-129F-4030-93E7-B2CD18F3DFB3}" dt="2022-05-09T20:27:29.071" v="76" actId="20577"/>
            <ac:spMkLst>
              <pc:docMk/>
              <pc:sldMasterMk cId="3955077458" sldId="2147483648"/>
              <pc:sldLayoutMk cId="866395689" sldId="2147483650"/>
              <ac:spMk id="4" creationId="{1D2676C1-1BAD-4C95-93B1-0521C6096717}"/>
            </ac:spMkLst>
          </pc:spChg>
          <pc:spChg chg="del">
            <ac:chgData name="Gupta, Swati" userId="a3cadf42-9970-41e5-bb67-4a4dd3e8759e" providerId="ADAL" clId="{1175A794-129F-4030-93E7-B2CD18F3DFB3}" dt="2022-05-09T20:27:21.633" v="70" actId="478"/>
            <ac:spMkLst>
              <pc:docMk/>
              <pc:sldMasterMk cId="3955077458" sldId="2147483648"/>
              <pc:sldLayoutMk cId="866395689" sldId="2147483650"/>
              <ac:spMk id="5" creationId="{723DF8FD-2FB5-4F5A-97DC-4D56EFF6E6BB}"/>
            </ac:spMkLst>
          </pc:spChg>
          <pc:spChg chg="mod">
            <ac:chgData name="Gupta, Swati" userId="a3cadf42-9970-41e5-bb67-4a4dd3e8759e" providerId="ADAL" clId="{1175A794-129F-4030-93E7-B2CD18F3DFB3}" dt="2022-05-09T20:25:47.868" v="2" actId="20577"/>
            <ac:spMkLst>
              <pc:docMk/>
              <pc:sldMasterMk cId="3955077458" sldId="2147483648"/>
              <pc:sldLayoutMk cId="866395689" sldId="2147483650"/>
              <ac:spMk id="6" creationId="{46950A59-130A-44A5-9168-67E5241BD61D}"/>
            </ac:spMkLst>
          </pc:spChg>
          <pc:picChg chg="mod ord">
            <ac:chgData name="Gupta, Swati" userId="a3cadf42-9970-41e5-bb67-4a4dd3e8759e" providerId="ADAL" clId="{1175A794-129F-4030-93E7-B2CD18F3DFB3}" dt="2022-05-09T20:36:24.843" v="393" actId="167"/>
            <ac:picMkLst>
              <pc:docMk/>
              <pc:sldMasterMk cId="3955077458" sldId="2147483648"/>
              <pc:sldLayoutMk cId="866395689" sldId="2147483650"/>
              <ac:picMk id="7" creationId="{5E0CFE64-7D39-43D0-AAFE-02B4F49538FD}"/>
            </ac:picMkLst>
          </pc:picChg>
          <pc:picChg chg="mod ord">
            <ac:chgData name="Gupta, Swati" userId="a3cadf42-9970-41e5-bb67-4a4dd3e8759e" providerId="ADAL" clId="{1175A794-129F-4030-93E7-B2CD18F3DFB3}" dt="2022-05-09T20:36:28.380" v="394" actId="167"/>
            <ac:picMkLst>
              <pc:docMk/>
              <pc:sldMasterMk cId="3955077458" sldId="2147483648"/>
              <pc:sldLayoutMk cId="866395689" sldId="2147483650"/>
              <ac:picMk id="9" creationId="{3952EC27-F26B-4322-BE1D-79E86DF93672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29:42.493" v="208" actId="2696"/>
          <pc:sldLayoutMkLst>
            <pc:docMk/>
            <pc:sldMasterMk cId="3955077458" sldId="2147483648"/>
            <pc:sldLayoutMk cId="1065787794" sldId="2147483651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21.009" v="392" actId="167"/>
          <pc:sldLayoutMkLst>
            <pc:docMk/>
            <pc:sldMasterMk cId="3955077458" sldId="2147483648"/>
            <pc:sldLayoutMk cId="6404041" sldId="2147483652"/>
          </pc:sldLayoutMkLst>
          <pc:spChg chg="del">
            <ac:chgData name="Gupta, Swati" userId="a3cadf42-9970-41e5-bb67-4a4dd3e8759e" providerId="ADAL" clId="{1175A794-129F-4030-93E7-B2CD18F3DFB3}" dt="2022-05-09T20:29:47.011" v="209" actId="478"/>
            <ac:spMkLst>
              <pc:docMk/>
              <pc:sldMasterMk cId="3955077458" sldId="2147483648"/>
              <pc:sldLayoutMk cId="6404041" sldId="2147483652"/>
              <ac:spMk id="6" creationId="{834DB673-8E3B-49FA-B8EE-4CA3CCE4267C}"/>
            </ac:spMkLst>
          </pc:spChg>
          <pc:picChg chg="add mod ord">
            <ac:chgData name="Gupta, Swati" userId="a3cadf42-9970-41e5-bb67-4a4dd3e8759e" providerId="ADAL" clId="{1175A794-129F-4030-93E7-B2CD18F3DFB3}" dt="2022-05-09T20:36:17.920" v="391" actId="167"/>
            <ac:picMkLst>
              <pc:docMk/>
              <pc:sldMasterMk cId="3955077458" sldId="2147483648"/>
              <pc:sldLayoutMk cId="6404041" sldId="2147483652"/>
              <ac:picMk id="8" creationId="{007F5972-B8BD-4624-B605-5D7E30461D9B}"/>
            </ac:picMkLst>
          </pc:picChg>
          <pc:picChg chg="add mod ord">
            <ac:chgData name="Gupta, Swati" userId="a3cadf42-9970-41e5-bb67-4a4dd3e8759e" providerId="ADAL" clId="{1175A794-129F-4030-93E7-B2CD18F3DFB3}" dt="2022-05-09T20:36:21.009" v="392" actId="167"/>
            <ac:picMkLst>
              <pc:docMk/>
              <pc:sldMasterMk cId="3955077458" sldId="2147483648"/>
              <pc:sldLayoutMk cId="6404041" sldId="2147483652"/>
              <ac:picMk id="9" creationId="{EB2BA44D-5463-4739-92DD-A12DF6D39EE3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1:58.442" v="368" actId="2696"/>
          <pc:sldLayoutMkLst>
            <pc:docMk/>
            <pc:sldMasterMk cId="3955077458" sldId="2147483648"/>
            <pc:sldLayoutMk cId="251332728" sldId="2147483653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13.905" v="390" actId="167"/>
          <pc:sldLayoutMkLst>
            <pc:docMk/>
            <pc:sldMasterMk cId="3955077458" sldId="2147483648"/>
            <pc:sldLayoutMk cId="2879760363" sldId="2147483654"/>
          </pc:sldLayoutMkLst>
          <pc:spChg chg="del">
            <ac:chgData name="Gupta, Swati" userId="a3cadf42-9970-41e5-bb67-4a4dd3e8759e" providerId="ADAL" clId="{1175A794-129F-4030-93E7-B2CD18F3DFB3}" dt="2022-05-09T20:32:20.943" v="370" actId="478"/>
            <ac:spMkLst>
              <pc:docMk/>
              <pc:sldMasterMk cId="3955077458" sldId="2147483648"/>
              <pc:sldLayoutMk cId="2879760363" sldId="2147483654"/>
              <ac:spMk id="4" creationId="{E602E473-F026-426E-B69B-C75E45BAA16A}"/>
            </ac:spMkLst>
          </pc:spChg>
          <pc:picChg chg="add mod ord">
            <ac:chgData name="Gupta, Swati" userId="a3cadf42-9970-41e5-bb67-4a4dd3e8759e" providerId="ADAL" clId="{1175A794-129F-4030-93E7-B2CD18F3DFB3}" dt="2022-05-09T20:36:11.302" v="389" actId="167"/>
            <ac:picMkLst>
              <pc:docMk/>
              <pc:sldMasterMk cId="3955077458" sldId="2147483648"/>
              <pc:sldLayoutMk cId="2879760363" sldId="2147483654"/>
              <ac:picMk id="6" creationId="{AFD2FB0B-28F4-4754-AC40-6EB57E165198}"/>
            </ac:picMkLst>
          </pc:picChg>
          <pc:picChg chg="add mod ord">
            <ac:chgData name="Gupta, Swati" userId="a3cadf42-9970-41e5-bb67-4a4dd3e8759e" providerId="ADAL" clId="{1175A794-129F-4030-93E7-B2CD18F3DFB3}" dt="2022-05-09T20:36:13.905" v="390" actId="167"/>
            <ac:picMkLst>
              <pc:docMk/>
              <pc:sldMasterMk cId="3955077458" sldId="2147483648"/>
              <pc:sldLayoutMk cId="2879760363" sldId="2147483654"/>
              <ac:picMk id="7" creationId="{ED6DCFE0-29AE-4AD0-BD08-B81AC0B7E71B}"/>
            </ac:picMkLst>
          </pc:picChg>
        </pc:sldLayoutChg>
        <pc:sldLayoutChg chg="del">
          <pc:chgData name="Gupta, Swati" userId="a3cadf42-9970-41e5-bb67-4a4dd3e8759e" providerId="ADAL" clId="{1175A794-129F-4030-93E7-B2CD18F3DFB3}" dt="2022-05-09T20:32:25.295" v="371" actId="2696"/>
          <pc:sldLayoutMkLst>
            <pc:docMk/>
            <pc:sldMasterMk cId="3955077458" sldId="2147483648"/>
            <pc:sldLayoutMk cId="1780436486" sldId="2147483655"/>
          </pc:sldLayoutMkLst>
        </pc:sldLayoutChg>
        <pc:sldLayoutChg chg="addSp delSp modSp mod">
          <pc:chgData name="Gupta, Swati" userId="a3cadf42-9970-41e5-bb67-4a4dd3e8759e" providerId="ADAL" clId="{1175A794-129F-4030-93E7-B2CD18F3DFB3}" dt="2022-05-09T20:36:06.828" v="388" actId="167"/>
          <pc:sldLayoutMkLst>
            <pc:docMk/>
            <pc:sldMasterMk cId="3955077458" sldId="2147483648"/>
            <pc:sldLayoutMk cId="339149044" sldId="2147483656"/>
          </pc:sldLayoutMkLst>
          <pc:spChg chg="del">
            <ac:chgData name="Gupta, Swati" userId="a3cadf42-9970-41e5-bb67-4a4dd3e8759e" providerId="ADAL" clId="{1175A794-129F-4030-93E7-B2CD18F3DFB3}" dt="2022-05-09T20:32:36.789" v="373" actId="478"/>
            <ac:spMkLst>
              <pc:docMk/>
              <pc:sldMasterMk cId="3955077458" sldId="2147483648"/>
              <pc:sldLayoutMk cId="339149044" sldId="2147483656"/>
              <ac:spMk id="6" creationId="{6E099699-7372-429C-8D7F-B60702B67CFB}"/>
            </ac:spMkLst>
          </pc:spChg>
          <pc:picChg chg="add mod ord">
            <ac:chgData name="Gupta, Swati" userId="a3cadf42-9970-41e5-bb67-4a4dd3e8759e" providerId="ADAL" clId="{1175A794-129F-4030-93E7-B2CD18F3DFB3}" dt="2022-05-09T20:36:03.969" v="387" actId="167"/>
            <ac:picMkLst>
              <pc:docMk/>
              <pc:sldMasterMk cId="3955077458" sldId="2147483648"/>
              <pc:sldLayoutMk cId="339149044" sldId="2147483656"/>
              <ac:picMk id="8" creationId="{D54A681B-39F8-4AF9-B518-FCFAA5D3B4FA}"/>
            </ac:picMkLst>
          </pc:picChg>
          <pc:picChg chg="add mod ord">
            <ac:chgData name="Gupta, Swati" userId="a3cadf42-9970-41e5-bb67-4a4dd3e8759e" providerId="ADAL" clId="{1175A794-129F-4030-93E7-B2CD18F3DFB3}" dt="2022-05-09T20:36:06.828" v="388" actId="167"/>
            <ac:picMkLst>
              <pc:docMk/>
              <pc:sldMasterMk cId="3955077458" sldId="2147483648"/>
              <pc:sldLayoutMk cId="339149044" sldId="2147483656"/>
              <ac:picMk id="9" creationId="{B5FAF1F7-69D1-48B7-B507-F3B679B89092}"/>
            </ac:picMkLst>
          </pc:picChg>
        </pc:sldLayoutChg>
        <pc:sldLayoutChg chg="addSp delSp modSp mod">
          <pc:chgData name="Gupta, Swati" userId="a3cadf42-9970-41e5-bb67-4a4dd3e8759e" providerId="ADAL" clId="{1175A794-129F-4030-93E7-B2CD18F3DFB3}" dt="2022-05-09T20:36:00.497" v="386" actId="167"/>
          <pc:sldLayoutMkLst>
            <pc:docMk/>
            <pc:sldMasterMk cId="3955077458" sldId="2147483648"/>
            <pc:sldLayoutMk cId="3819197707" sldId="2147483657"/>
          </pc:sldLayoutMkLst>
          <pc:spChg chg="del">
            <ac:chgData name="Gupta, Swati" userId="a3cadf42-9970-41e5-bb67-4a4dd3e8759e" providerId="ADAL" clId="{1175A794-129F-4030-93E7-B2CD18F3DFB3}" dt="2022-05-09T20:33:05.033" v="375" actId="478"/>
            <ac:spMkLst>
              <pc:docMk/>
              <pc:sldMasterMk cId="3955077458" sldId="2147483648"/>
              <pc:sldLayoutMk cId="3819197707" sldId="2147483657"/>
              <ac:spMk id="6" creationId="{45B692AF-B731-4CB6-A811-1DBCAC0E3A4C}"/>
            </ac:spMkLst>
          </pc:spChg>
          <pc:spChg chg="add del">
            <ac:chgData name="Gupta, Swati" userId="a3cadf42-9970-41e5-bb67-4a4dd3e8759e" providerId="ADAL" clId="{1175A794-129F-4030-93E7-B2CD18F3DFB3}" dt="2022-05-09T20:34:54.206" v="377" actId="11529"/>
            <ac:spMkLst>
              <pc:docMk/>
              <pc:sldMasterMk cId="3955077458" sldId="2147483648"/>
              <pc:sldLayoutMk cId="3819197707" sldId="2147483657"/>
              <ac:spMk id="10" creationId="{517E7A4D-2905-4CB8-ACEB-6B64081B6D81}"/>
            </ac:spMkLst>
          </pc:spChg>
          <pc:spChg chg="add del mod">
            <ac:chgData name="Gupta, Swati" userId="a3cadf42-9970-41e5-bb67-4a4dd3e8759e" providerId="ADAL" clId="{1175A794-129F-4030-93E7-B2CD18F3DFB3}" dt="2022-05-09T20:34:58.368" v="378" actId="478"/>
            <ac:spMkLst>
              <pc:docMk/>
              <pc:sldMasterMk cId="3955077458" sldId="2147483648"/>
              <pc:sldLayoutMk cId="3819197707" sldId="2147483657"/>
              <ac:spMk id="11" creationId="{00246E88-1C24-4759-9F70-0A57AAA72023}"/>
            </ac:spMkLst>
          </pc:spChg>
          <pc:picChg chg="add mod ord">
            <ac:chgData name="Gupta, Swati" userId="a3cadf42-9970-41e5-bb67-4a4dd3e8759e" providerId="ADAL" clId="{1175A794-129F-4030-93E7-B2CD18F3DFB3}" dt="2022-05-09T20:35:58.032" v="385" actId="167"/>
            <ac:picMkLst>
              <pc:docMk/>
              <pc:sldMasterMk cId="3955077458" sldId="2147483648"/>
              <pc:sldLayoutMk cId="3819197707" sldId="2147483657"/>
              <ac:picMk id="8" creationId="{25C4FCAD-219B-4F99-A83E-DA5126B57DE5}"/>
            </ac:picMkLst>
          </pc:picChg>
          <pc:picChg chg="add mod ord">
            <ac:chgData name="Gupta, Swati" userId="a3cadf42-9970-41e5-bb67-4a4dd3e8759e" providerId="ADAL" clId="{1175A794-129F-4030-93E7-B2CD18F3DFB3}" dt="2022-05-09T20:36:00.497" v="386" actId="167"/>
            <ac:picMkLst>
              <pc:docMk/>
              <pc:sldMasterMk cId="3955077458" sldId="2147483648"/>
              <pc:sldLayoutMk cId="3819197707" sldId="2147483657"/>
              <ac:picMk id="9" creationId="{E0EEECB2-4807-41E3-B2D3-991EE641007B}"/>
            </ac:picMkLst>
          </pc:picChg>
        </pc:sldLayoutChg>
      </pc:sldMasterChg>
    </pc:docChg>
  </pc:docChgLst>
  <pc:docChgLst>
    <pc:chgData name="White, Whitney" userId="65f39021-2f1d-4d8b-87dc-b123826f65bf" providerId="ADAL" clId="{606CC95E-CF05-4F19-A283-DBC706028E33}"/>
    <pc:docChg chg="undo custSel addSld delSld modSld sldOrd">
      <pc:chgData name="White, Whitney" userId="65f39021-2f1d-4d8b-87dc-b123826f65bf" providerId="ADAL" clId="{606CC95E-CF05-4F19-A283-DBC706028E33}" dt="2022-06-13T21:46:07.980" v="1360" actId="2696"/>
      <pc:docMkLst>
        <pc:docMk/>
      </pc:docMkLst>
      <pc:sldChg chg="addSp delSp modSp del mod setBg">
        <pc:chgData name="White, Whitney" userId="65f39021-2f1d-4d8b-87dc-b123826f65bf" providerId="ADAL" clId="{606CC95E-CF05-4F19-A283-DBC706028E33}" dt="2022-06-13T21:32:05.107" v="1172" actId="2696"/>
        <pc:sldMkLst>
          <pc:docMk/>
          <pc:sldMk cId="2253853375" sldId="263"/>
        </pc:sldMkLst>
        <pc:spChg chg="mod ord">
          <ac:chgData name="White, Whitney" userId="65f39021-2f1d-4d8b-87dc-b123826f65bf" providerId="ADAL" clId="{606CC95E-CF05-4F19-A283-DBC706028E33}" dt="2022-06-13T21:28:11.735" v="1106" actId="20577"/>
          <ac:spMkLst>
            <pc:docMk/>
            <pc:sldMk cId="2253853375" sldId="263"/>
            <ac:spMk id="2" creationId="{2F03F004-EE4F-44F2-AA0E-56B8CFF11342}"/>
          </ac:spMkLst>
        </pc:spChg>
        <pc:spChg chg="del mod ord">
          <ac:chgData name="White, Whitney" userId="65f39021-2f1d-4d8b-87dc-b123826f65bf" providerId="ADAL" clId="{606CC95E-CF05-4F19-A283-DBC706028E33}" dt="2022-06-13T21:27:07.613" v="1053" actId="21"/>
          <ac:spMkLst>
            <pc:docMk/>
            <pc:sldMk cId="2253853375" sldId="263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5" creationId="{BBD5CF72-8768-4745-95A3-E69AB44B0506}"/>
          </ac:spMkLst>
        </pc:spChg>
        <pc:spChg chg="add del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12" creationId="{1A95671B-3CC6-4792-9114-B74FAEA224E6}"/>
          </ac:spMkLst>
        </pc:spChg>
        <pc:spChg chg="add del">
          <ac:chgData name="White, Whitney" userId="65f39021-2f1d-4d8b-87dc-b123826f65bf" providerId="ADAL" clId="{606CC95E-CF05-4F19-A283-DBC706028E33}" dt="2022-06-13T21:25:21.511" v="1026" actId="26606"/>
          <ac:spMkLst>
            <pc:docMk/>
            <pc:sldMk cId="2253853375" sldId="263"/>
            <ac:spMk id="17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19.670" v="989" actId="26606"/>
          <ac:spMkLst>
            <pc:docMk/>
            <pc:sldMk cId="2253853375" sldId="263"/>
            <ac:spMk id="22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21.341" v="991" actId="26606"/>
          <ac:spMkLst>
            <pc:docMk/>
            <pc:sldMk cId="2253853375" sldId="263"/>
            <ac:spMk id="24" creationId="{84DF55BE-B4AB-4BA1-BDE1-E9F7FB3F110A}"/>
          </ac:spMkLst>
        </pc:spChg>
        <pc:spChg chg="add del">
          <ac:chgData name="White, Whitney" userId="65f39021-2f1d-4d8b-87dc-b123826f65bf" providerId="ADAL" clId="{606CC95E-CF05-4F19-A283-DBC706028E33}" dt="2022-06-13T21:24:23.114" v="993" actId="26606"/>
          <ac:spMkLst>
            <pc:docMk/>
            <pc:sldMk cId="2253853375" sldId="263"/>
            <ac:spMk id="26" creationId="{8761DDFE-071F-4200-B0AA-394476C2D2D6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28" creationId="{5E791F2F-79DB-4CC0-9FA1-001E3E91E8B7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29" creationId="{385E1BDC-A9B0-4A87-82E3-F3187F69A802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30" creationId="{0990C621-3B8B-4820-8328-D47EF7CE823C}"/>
          </ac:spMkLst>
        </pc:spChg>
        <pc:spChg chg="add del">
          <ac:chgData name="White, Whitney" userId="65f39021-2f1d-4d8b-87dc-b123826f65bf" providerId="ADAL" clId="{606CC95E-CF05-4F19-A283-DBC706028E33}" dt="2022-06-13T21:24:24.498" v="995" actId="26606"/>
          <ac:spMkLst>
            <pc:docMk/>
            <pc:sldMk cId="2253853375" sldId="263"/>
            <ac:spMk id="31" creationId="{C1A2385B-1D2A-4E17-84FA-6CB7F0AAE473}"/>
          </ac:spMkLst>
        </pc:spChg>
        <pc:spChg chg="add del">
          <ac:chgData name="White, Whitney" userId="65f39021-2f1d-4d8b-87dc-b123826f65bf" providerId="ADAL" clId="{606CC95E-CF05-4F19-A283-DBC706028E33}" dt="2022-06-13T21:24:27.085" v="997" actId="26606"/>
          <ac:spMkLst>
            <pc:docMk/>
            <pc:sldMk cId="2253853375" sldId="263"/>
            <ac:spMk id="33" creationId="{2CB962CF-61A3-4EF9-94F6-7C59B0329524}"/>
          </ac:spMkLst>
        </pc:spChg>
        <pc:spChg chg="add del">
          <ac:chgData name="White, Whitney" userId="65f39021-2f1d-4d8b-87dc-b123826f65bf" providerId="ADAL" clId="{606CC95E-CF05-4F19-A283-DBC706028E33}" dt="2022-06-13T21:25:18.811" v="1019" actId="26606"/>
          <ac:spMkLst>
            <pc:docMk/>
            <pc:sldMk cId="2253853375" sldId="263"/>
            <ac:spMk id="35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4:32.292" v="1001" actId="26606"/>
          <ac:spMkLst>
            <pc:docMk/>
            <pc:sldMk cId="2253853375" sldId="263"/>
            <ac:spMk id="40" creationId="{CEF6118E-44FB-4509-B4D9-129052E4C6EE}"/>
          </ac:spMkLst>
        </pc:spChg>
        <pc:spChg chg="add del">
          <ac:chgData name="White, Whitney" userId="65f39021-2f1d-4d8b-87dc-b123826f65bf" providerId="ADAL" clId="{606CC95E-CF05-4F19-A283-DBC706028E33}" dt="2022-06-13T21:25:18.519" v="1017" actId="26606"/>
          <ac:spMkLst>
            <pc:docMk/>
            <pc:sldMk cId="2253853375" sldId="263"/>
            <ac:spMk id="42" creationId="{8761DDFE-071F-4200-B0AA-394476C2D2D6}"/>
          </ac:spMkLst>
        </pc:spChg>
        <pc:picChg chg="add mod">
          <ac:chgData name="White, Whitney" userId="65f39021-2f1d-4d8b-87dc-b123826f65bf" providerId="ADAL" clId="{606CC95E-CF05-4F19-A283-DBC706028E33}" dt="2022-06-13T21:22:56.365" v="969"/>
          <ac:picMkLst>
            <pc:docMk/>
            <pc:sldMk cId="2253853375" sldId="263"/>
            <ac:picMk id="6" creationId="{C2E5D7C4-A4BB-4A2A-A219-A107F3A5CB21}"/>
          </ac:picMkLst>
        </pc:picChg>
        <pc:picChg chg="add del mod">
          <ac:chgData name="White, Whitney" userId="65f39021-2f1d-4d8b-87dc-b123826f65bf" providerId="ADAL" clId="{606CC95E-CF05-4F19-A283-DBC706028E33}" dt="2022-06-13T21:23:20.918" v="974" actId="21"/>
          <ac:picMkLst>
            <pc:docMk/>
            <pc:sldMk cId="2253853375" sldId="263"/>
            <ac:picMk id="7" creationId="{C6CEA9BB-0FC3-4680-AC1E-663A68E6EB61}"/>
          </ac:picMkLst>
        </pc:picChg>
        <pc:picChg chg="add del mod">
          <ac:chgData name="White, Whitney" userId="65f39021-2f1d-4d8b-87dc-b123826f65bf" providerId="ADAL" clId="{606CC95E-CF05-4F19-A283-DBC706028E33}" dt="2022-06-13T21:25:26.060" v="1030" actId="21"/>
          <ac:picMkLst>
            <pc:docMk/>
            <pc:sldMk cId="2253853375" sldId="263"/>
            <ac:picMk id="8" creationId="{1111D3C1-5BE0-4FEC-B619-0E75B8CF381D}"/>
          </ac:picMkLst>
        </pc:picChg>
        <pc:picChg chg="add del mod ord">
          <ac:chgData name="White, Whitney" userId="65f39021-2f1d-4d8b-87dc-b123826f65bf" providerId="ADAL" clId="{606CC95E-CF05-4F19-A283-DBC706028E33}" dt="2022-06-13T21:25:22.136" v="1028"/>
          <ac:picMkLst>
            <pc:docMk/>
            <pc:sldMk cId="2253853375" sldId="263"/>
            <ac:picMk id="9" creationId="{34E52411-ED3F-41D9-96B5-E5DD377B2C19}"/>
          </ac:picMkLst>
        </pc:picChg>
        <pc:picChg chg="add mod ord">
          <ac:chgData name="White, Whitney" userId="65f39021-2f1d-4d8b-87dc-b123826f65bf" providerId="ADAL" clId="{606CC95E-CF05-4F19-A283-DBC706028E33}" dt="2022-06-13T21:25:20.460" v="1023"/>
          <ac:picMkLst>
            <pc:docMk/>
            <pc:sldMk cId="2253853375" sldId="263"/>
            <ac:picMk id="11" creationId="{21C54130-B30A-4B99-99DA-88211F619AA9}"/>
          </ac:picMkLst>
        </pc:picChg>
        <pc:picChg chg="add mod">
          <ac:chgData name="White, Whitney" userId="65f39021-2f1d-4d8b-87dc-b123826f65bf" providerId="ADAL" clId="{606CC95E-CF05-4F19-A283-DBC706028E33}" dt="2022-06-13T21:25:19.770" v="1021"/>
          <ac:picMkLst>
            <pc:docMk/>
            <pc:sldMk cId="2253853375" sldId="263"/>
            <ac:picMk id="13" creationId="{317C615B-508C-4DFA-9069-9A29C62DF9EB}"/>
          </ac:picMkLst>
        </pc:picChg>
        <pc:picChg chg="add del mod">
          <ac:chgData name="White, Whitney" userId="65f39021-2f1d-4d8b-87dc-b123826f65bf" providerId="ADAL" clId="{606CC95E-CF05-4F19-A283-DBC706028E33}" dt="2022-06-13T21:27:21.412" v="1055" actId="21"/>
          <ac:picMkLst>
            <pc:docMk/>
            <pc:sldMk cId="2253853375" sldId="263"/>
            <ac:picMk id="25" creationId="{9BF88D52-9A0F-4E39-A0A5-623BCA3DC0DA}"/>
          </ac:picMkLst>
        </pc:picChg>
        <pc:picChg chg="add mod">
          <ac:chgData name="White, Whitney" userId="65f39021-2f1d-4d8b-87dc-b123826f65bf" providerId="ADAL" clId="{606CC95E-CF05-4F19-A283-DBC706028E33}" dt="2022-06-13T21:27:58.608" v="1064" actId="1076"/>
          <ac:picMkLst>
            <pc:docMk/>
            <pc:sldMk cId="2253853375" sldId="263"/>
            <ac:picMk id="27" creationId="{59AC9C61-4B39-4CCA-B1A1-15E5E8FD0EA9}"/>
          </ac:picMkLst>
        </pc:picChg>
      </pc:sldChg>
      <pc:sldChg chg="delSp add del setBg delDesignElem">
        <pc:chgData name="White, Whitney" userId="65f39021-2f1d-4d8b-87dc-b123826f65bf" providerId="ADAL" clId="{606CC95E-CF05-4F19-A283-DBC706028E33}" dt="2022-06-13T21:32:24.438" v="1178" actId="2696"/>
        <pc:sldMkLst>
          <pc:docMk/>
          <pc:sldMk cId="4256411082" sldId="263"/>
        </pc:sldMkLst>
        <pc:spChg chg="del">
          <ac:chgData name="White, Whitney" userId="65f39021-2f1d-4d8b-87dc-b123826f65bf" providerId="ADAL" clId="{606CC95E-CF05-4F19-A283-DBC706028E33}" dt="2022-06-13T21:32:10.467" v="1174"/>
          <ac:spMkLst>
            <pc:docMk/>
            <pc:sldMk cId="4256411082" sldId="263"/>
            <ac:spMk id="12" creationId="{1A95671B-3CC6-4792-9114-B74FAEA224E6}"/>
          </ac:spMkLst>
        </pc:spChg>
      </pc:sldChg>
      <pc:sldChg chg="addSp modSp del mod setBg">
        <pc:chgData name="White, Whitney" userId="65f39021-2f1d-4d8b-87dc-b123826f65bf" providerId="ADAL" clId="{606CC95E-CF05-4F19-A283-DBC706028E33}" dt="2022-06-13T21:33:17.823" v="1195" actId="2696"/>
        <pc:sldMkLst>
          <pc:docMk/>
          <pc:sldMk cId="995022424" sldId="264"/>
        </pc:sldMkLst>
        <pc:spChg chg="mod">
          <ac:chgData name="White, Whitney" userId="65f39021-2f1d-4d8b-87dc-b123826f65bf" providerId="ADAL" clId="{606CC95E-CF05-4F19-A283-DBC706028E33}" dt="2022-06-13T21:29:54.724" v="1139" actId="1076"/>
          <ac:spMkLst>
            <pc:docMk/>
            <pc:sldMk cId="995022424" sldId="264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29:56.886" v="1140" actId="1076"/>
          <ac:spMkLst>
            <pc:docMk/>
            <pc:sldMk cId="995022424" sldId="264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29:49.807" v="1138" actId="26606"/>
          <ac:spMkLst>
            <pc:docMk/>
            <pc:sldMk cId="995022424" sldId="264"/>
            <ac:spMk id="5" creationId="{BBD5CF72-8768-4745-95A3-E69AB44B0506}"/>
          </ac:spMkLst>
        </pc:spChg>
        <pc:spChg chg="add">
          <ac:chgData name="White, Whitney" userId="65f39021-2f1d-4d8b-87dc-b123826f65bf" providerId="ADAL" clId="{606CC95E-CF05-4F19-A283-DBC706028E33}" dt="2022-06-13T21:29:49.807" v="1138" actId="26606"/>
          <ac:spMkLst>
            <pc:docMk/>
            <pc:sldMk cId="995022424" sldId="264"/>
            <ac:spMk id="11" creationId="{22587ECF-85E9-4393-9D87-8EB6F3F6C208}"/>
          </ac:spMkLst>
        </pc:spChg>
        <pc:picChg chg="add mod">
          <ac:chgData name="White, Whitney" userId="65f39021-2f1d-4d8b-87dc-b123826f65bf" providerId="ADAL" clId="{606CC95E-CF05-4F19-A283-DBC706028E33}" dt="2022-06-13T21:30:07.419" v="1144" actId="1076"/>
          <ac:picMkLst>
            <pc:docMk/>
            <pc:sldMk cId="995022424" sldId="264"/>
            <ac:picMk id="6" creationId="{F86CB025-3844-4975-B3F3-1DEB86FDD96B}"/>
          </ac:picMkLst>
        </pc:picChg>
      </pc:sldChg>
      <pc:sldChg chg="addSp delSp modSp add mod ord">
        <pc:chgData name="White, Whitney" userId="65f39021-2f1d-4d8b-87dc-b123826f65bf" providerId="ADAL" clId="{606CC95E-CF05-4F19-A283-DBC706028E33}" dt="2022-06-13T21:17:36.470" v="536" actId="113"/>
        <pc:sldMkLst>
          <pc:docMk/>
          <pc:sldMk cId="2190702485" sldId="265"/>
        </pc:sldMkLst>
        <pc:spChg chg="mod">
          <ac:chgData name="White, Whitney" userId="65f39021-2f1d-4d8b-87dc-b123826f65bf" providerId="ADAL" clId="{606CC95E-CF05-4F19-A283-DBC706028E33}" dt="2022-06-13T21:16:27.456" v="301" actId="20577"/>
          <ac:spMkLst>
            <pc:docMk/>
            <pc:sldMk cId="2190702485" sldId="265"/>
            <ac:spMk id="2" creationId="{2F03F004-EE4F-44F2-AA0E-56B8CFF11342}"/>
          </ac:spMkLst>
        </pc:spChg>
        <pc:spChg chg="add mod">
          <ac:chgData name="White, Whitney" userId="65f39021-2f1d-4d8b-87dc-b123826f65bf" providerId="ADAL" clId="{606CC95E-CF05-4F19-A283-DBC706028E33}" dt="2022-06-13T21:17:36.470" v="536" actId="113"/>
          <ac:spMkLst>
            <pc:docMk/>
            <pc:sldMk cId="2190702485" sldId="265"/>
            <ac:spMk id="4" creationId="{BDA52D57-B8CB-474D-B25F-7750C8386076}"/>
          </ac:spMkLst>
        </pc:spChg>
        <pc:graphicFrameChg chg="del modGraphic">
          <ac:chgData name="White, Whitney" userId="65f39021-2f1d-4d8b-87dc-b123826f65bf" providerId="ADAL" clId="{606CC95E-CF05-4F19-A283-DBC706028E33}" dt="2022-06-13T21:15:06.288" v="4" actId="21"/>
          <ac:graphicFrameMkLst>
            <pc:docMk/>
            <pc:sldMk cId="2190702485" sldId="265"/>
            <ac:graphicFrameMk id="6" creationId="{E6D46721-1554-4C12-B8EA-340CA351B6C0}"/>
          </ac:graphicFrameMkLst>
        </pc:graphicFrameChg>
      </pc:sldChg>
      <pc:sldChg chg="modSp add mod ord">
        <pc:chgData name="White, Whitney" userId="65f39021-2f1d-4d8b-87dc-b123826f65bf" providerId="ADAL" clId="{606CC95E-CF05-4F19-A283-DBC706028E33}" dt="2022-06-13T21:21:34.550" v="954" actId="20577"/>
        <pc:sldMkLst>
          <pc:docMk/>
          <pc:sldMk cId="812555900" sldId="266"/>
        </pc:sldMkLst>
        <pc:spChg chg="mod">
          <ac:chgData name="White, Whitney" userId="65f39021-2f1d-4d8b-87dc-b123826f65bf" providerId="ADAL" clId="{606CC95E-CF05-4F19-A283-DBC706028E33}" dt="2022-06-13T21:19:20.733" v="936" actId="20577"/>
          <ac:spMkLst>
            <pc:docMk/>
            <pc:sldMk cId="812555900" sldId="266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21:34.550" v="954" actId="20577"/>
          <ac:spMkLst>
            <pc:docMk/>
            <pc:sldMk cId="812555900" sldId="266"/>
            <ac:spMk id="4" creationId="{BDA52D57-B8CB-474D-B25F-7750C8386076}"/>
          </ac:spMkLst>
        </pc:spChg>
      </pc:sldChg>
      <pc:sldChg chg="addSp delSp modSp new mod setBg">
        <pc:chgData name="White, Whitney" userId="65f39021-2f1d-4d8b-87dc-b123826f65bf" providerId="ADAL" clId="{606CC95E-CF05-4F19-A283-DBC706028E33}" dt="2022-06-13T21:20:18.868" v="946" actId="26606"/>
        <pc:sldMkLst>
          <pc:docMk/>
          <pc:sldMk cId="3557621704" sldId="267"/>
        </pc:sldMkLst>
        <pc:spChg chg="del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2" creationId="{77C109F8-C84D-4A22-A439-BCF886B342F3}"/>
          </ac:spMkLst>
        </pc:spChg>
        <pc:spChg chg="del">
          <ac:chgData name="White, Whitney" userId="65f39021-2f1d-4d8b-87dc-b123826f65bf" providerId="ADAL" clId="{606CC95E-CF05-4F19-A283-DBC706028E33}" dt="2022-06-13T21:20:13.489" v="945"/>
          <ac:spMkLst>
            <pc:docMk/>
            <pc:sldMk cId="3557621704" sldId="267"/>
            <ac:spMk id="3" creationId="{897CDA41-281A-436D-AF6A-B2DD593F0142}"/>
          </ac:spMkLst>
        </pc:spChg>
        <pc:spChg chg="del">
          <ac:chgData name="White, Whitney" userId="65f39021-2f1d-4d8b-87dc-b123826f65bf" providerId="ADAL" clId="{606CC95E-CF05-4F19-A283-DBC706028E33}" dt="2022-06-13T21:19:54.197" v="942" actId="478"/>
          <ac:spMkLst>
            <pc:docMk/>
            <pc:sldMk cId="3557621704" sldId="267"/>
            <ac:spMk id="4" creationId="{AFE675C5-F16F-44A6-8786-B5B902E5339C}"/>
          </ac:spMkLst>
        </pc:spChg>
        <pc:spChg chg="mod ord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5" creationId="{9D9B0E25-4D39-408C-BA1C-66EE57A441AC}"/>
          </ac:spMkLst>
        </pc:spChg>
        <pc:spChg chg="add">
          <ac:chgData name="White, Whitney" userId="65f39021-2f1d-4d8b-87dc-b123826f65bf" providerId="ADAL" clId="{606CC95E-CF05-4F19-A283-DBC706028E33}" dt="2022-06-13T21:20:18.868" v="946" actId="26606"/>
          <ac:spMkLst>
            <pc:docMk/>
            <pc:sldMk cId="3557621704" sldId="267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0:18.868" v="946" actId="26606"/>
          <ac:picMkLst>
            <pc:docMk/>
            <pc:sldMk cId="3557621704" sldId="267"/>
            <ac:picMk id="6" creationId="{9AC56902-7349-452A-8C3A-6DEDFEACC6B8}"/>
          </ac:picMkLst>
        </pc:picChg>
      </pc:sldChg>
      <pc:sldChg chg="addSp delSp modSp new mod setBg">
        <pc:chgData name="White, Whitney" userId="65f39021-2f1d-4d8b-87dc-b123826f65bf" providerId="ADAL" clId="{606CC95E-CF05-4F19-A283-DBC706028E33}" dt="2022-06-13T21:20:48.250" v="948" actId="26606"/>
        <pc:sldMkLst>
          <pc:docMk/>
          <pc:sldMk cId="448015201" sldId="268"/>
        </pc:sldMkLst>
        <pc:spChg chg="del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2" creationId="{8394ACF2-3F2E-41A4-B57B-AB20A0B6E317}"/>
          </ac:spMkLst>
        </pc:spChg>
        <pc:spChg chg="del">
          <ac:chgData name="White, Whitney" userId="65f39021-2f1d-4d8b-87dc-b123826f65bf" providerId="ADAL" clId="{606CC95E-CF05-4F19-A283-DBC706028E33}" dt="2022-06-13T21:20:45.914" v="947"/>
          <ac:spMkLst>
            <pc:docMk/>
            <pc:sldMk cId="448015201" sldId="268"/>
            <ac:spMk id="3" creationId="{0B5EC0FB-D962-4E94-9E5D-C1E9BD40D3F5}"/>
          </ac:spMkLst>
        </pc:spChg>
        <pc:spChg chg="del">
          <ac:chgData name="White, Whitney" userId="65f39021-2f1d-4d8b-87dc-b123826f65bf" providerId="ADAL" clId="{606CC95E-CF05-4F19-A283-DBC706028E33}" dt="2022-06-13T21:19:57.327" v="943" actId="478"/>
          <ac:spMkLst>
            <pc:docMk/>
            <pc:sldMk cId="448015201" sldId="268"/>
            <ac:spMk id="4" creationId="{7877211A-8FEE-43F7-8FA6-BB3BCBF6F905}"/>
          </ac:spMkLst>
        </pc:spChg>
        <pc:spChg chg="mod ord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5" creationId="{A2F33FE0-9728-44EE-AD73-6651C8C9A13C}"/>
          </ac:spMkLst>
        </pc:spChg>
        <pc:spChg chg="add">
          <ac:chgData name="White, Whitney" userId="65f39021-2f1d-4d8b-87dc-b123826f65bf" providerId="ADAL" clId="{606CC95E-CF05-4F19-A283-DBC706028E33}" dt="2022-06-13T21:20:48.250" v="948" actId="26606"/>
          <ac:spMkLst>
            <pc:docMk/>
            <pc:sldMk cId="448015201" sldId="268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0:48.250" v="948" actId="26606"/>
          <ac:picMkLst>
            <pc:docMk/>
            <pc:sldMk cId="448015201" sldId="268"/>
            <ac:picMk id="6" creationId="{561B93D7-85F5-4E0F-A944-9B9BDF1E7BD8}"/>
          </ac:picMkLst>
        </pc:picChg>
      </pc:sldChg>
      <pc:sldChg chg="addSp delSp modSp new mod setBg">
        <pc:chgData name="White, Whitney" userId="65f39021-2f1d-4d8b-87dc-b123826f65bf" providerId="ADAL" clId="{606CC95E-CF05-4F19-A283-DBC706028E33}" dt="2022-06-13T21:21:23.921" v="953" actId="27614"/>
        <pc:sldMkLst>
          <pc:docMk/>
          <pc:sldMk cId="546027333" sldId="269"/>
        </pc:sldMkLst>
        <pc:spChg chg="del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2" creationId="{43A0C3F9-6B91-475A-A8E5-FDE348206082}"/>
          </ac:spMkLst>
        </pc:spChg>
        <pc:spChg chg="del">
          <ac:chgData name="White, Whitney" userId="65f39021-2f1d-4d8b-87dc-b123826f65bf" providerId="ADAL" clId="{606CC95E-CF05-4F19-A283-DBC706028E33}" dt="2022-06-13T21:20:59.050" v="949"/>
          <ac:spMkLst>
            <pc:docMk/>
            <pc:sldMk cId="546027333" sldId="269"/>
            <ac:spMk id="3" creationId="{07CCF3EA-C1F3-4389-B57C-B6758A10A6BF}"/>
          </ac:spMkLst>
        </pc:spChg>
        <pc:spChg chg="del">
          <ac:chgData name="White, Whitney" userId="65f39021-2f1d-4d8b-87dc-b123826f65bf" providerId="ADAL" clId="{606CC95E-CF05-4F19-A283-DBC706028E33}" dt="2022-06-13T21:19:59.326" v="944" actId="478"/>
          <ac:spMkLst>
            <pc:docMk/>
            <pc:sldMk cId="546027333" sldId="269"/>
            <ac:spMk id="4" creationId="{1516C9EF-2495-4DC6-8FF7-240B3C151E2E}"/>
          </ac:spMkLst>
        </pc:spChg>
        <pc:spChg chg="mod ord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5" creationId="{94FD5D11-4875-4C3C-A155-FE2517E6EFA6}"/>
          </ac:spMkLst>
        </pc:spChg>
        <pc:spChg chg="add">
          <ac:chgData name="White, Whitney" userId="65f39021-2f1d-4d8b-87dc-b123826f65bf" providerId="ADAL" clId="{606CC95E-CF05-4F19-A283-DBC706028E33}" dt="2022-06-13T21:21:00.217" v="950" actId="26606"/>
          <ac:spMkLst>
            <pc:docMk/>
            <pc:sldMk cId="546027333" sldId="269"/>
            <ac:spMk id="11" creationId="{42A4FC2C-047E-45A5-965D-8E1E3BF09BC6}"/>
          </ac:spMkLst>
        </pc:spChg>
        <pc:picChg chg="add mod">
          <ac:chgData name="White, Whitney" userId="65f39021-2f1d-4d8b-87dc-b123826f65bf" providerId="ADAL" clId="{606CC95E-CF05-4F19-A283-DBC706028E33}" dt="2022-06-13T21:21:23.921" v="953" actId="27614"/>
          <ac:picMkLst>
            <pc:docMk/>
            <pc:sldMk cId="546027333" sldId="269"/>
            <ac:picMk id="6" creationId="{50E308E7-8F0C-4D40-AA40-F6F424555493}"/>
          </ac:picMkLst>
        </pc:picChg>
      </pc:sldChg>
      <pc:sldChg chg="add del ord">
        <pc:chgData name="White, Whitney" userId="65f39021-2f1d-4d8b-87dc-b123826f65bf" providerId="ADAL" clId="{606CC95E-CF05-4F19-A283-DBC706028E33}" dt="2022-06-13T21:31:42.934" v="1165" actId="2696"/>
        <pc:sldMkLst>
          <pc:docMk/>
          <pc:sldMk cId="4120778423" sldId="270"/>
        </pc:sldMkLst>
      </pc:sldChg>
      <pc:sldChg chg="add ord">
        <pc:chgData name="White, Whitney" userId="65f39021-2f1d-4d8b-87dc-b123826f65bf" providerId="ADAL" clId="{606CC95E-CF05-4F19-A283-DBC706028E33}" dt="2022-06-13T21:34:53.770" v="1203"/>
        <pc:sldMkLst>
          <pc:docMk/>
          <pc:sldMk cId="1690741087" sldId="271"/>
        </pc:sldMkLst>
      </pc:sldChg>
      <pc:sldChg chg="addSp delSp modSp add del mod ord">
        <pc:chgData name="White, Whitney" userId="65f39021-2f1d-4d8b-87dc-b123826f65bf" providerId="ADAL" clId="{606CC95E-CF05-4F19-A283-DBC706028E33}" dt="2022-06-13T21:46:05.862" v="1359" actId="2696"/>
        <pc:sldMkLst>
          <pc:docMk/>
          <pc:sldMk cId="3526156108" sldId="272"/>
        </pc:sldMkLst>
        <pc:spChg chg="del">
          <ac:chgData name="White, Whitney" userId="65f39021-2f1d-4d8b-87dc-b123826f65bf" providerId="ADAL" clId="{606CC95E-CF05-4F19-A283-DBC706028E33}" dt="2022-06-13T21:31:15.929" v="1157" actId="478"/>
          <ac:spMkLst>
            <pc:docMk/>
            <pc:sldMk cId="3526156108" sldId="272"/>
            <ac:spMk id="2" creationId="{2F03F004-EE4F-44F2-AA0E-56B8CFF11342}"/>
          </ac:spMkLst>
        </pc:spChg>
        <pc:spChg chg="del mod">
          <ac:chgData name="White, Whitney" userId="65f39021-2f1d-4d8b-87dc-b123826f65bf" providerId="ADAL" clId="{606CC95E-CF05-4F19-A283-DBC706028E33}" dt="2022-06-13T21:31:12.011" v="1155" actId="478"/>
          <ac:spMkLst>
            <pc:docMk/>
            <pc:sldMk cId="3526156108" sldId="272"/>
            <ac:spMk id="4" creationId="{BDA52D57-B8CB-474D-B25F-7750C8386076}"/>
          </ac:spMkLst>
        </pc:spChg>
        <pc:spChg chg="add del mod">
          <ac:chgData name="White, Whitney" userId="65f39021-2f1d-4d8b-87dc-b123826f65bf" providerId="ADAL" clId="{606CC95E-CF05-4F19-A283-DBC706028E33}" dt="2022-06-13T21:31:14.309" v="1156" actId="478"/>
          <ac:spMkLst>
            <pc:docMk/>
            <pc:sldMk cId="3526156108" sldId="272"/>
            <ac:spMk id="6" creationId="{0A270D7E-D244-444E-AFFE-F99F9C354BAE}"/>
          </ac:spMkLst>
        </pc:spChg>
        <pc:spChg chg="add del mod">
          <ac:chgData name="White, Whitney" userId="65f39021-2f1d-4d8b-87dc-b123826f65bf" providerId="ADAL" clId="{606CC95E-CF05-4F19-A283-DBC706028E33}" dt="2022-06-13T21:31:16.902" v="1158" actId="478"/>
          <ac:spMkLst>
            <pc:docMk/>
            <pc:sldMk cId="3526156108" sldId="272"/>
            <ac:spMk id="8" creationId="{42945C5D-D792-40A1-A717-F72033F196EB}"/>
          </ac:spMkLst>
        </pc:spChg>
      </pc:sldChg>
      <pc:sldChg chg="delSp modSp add mod ord setBg delDesignElem">
        <pc:chgData name="White, Whitney" userId="65f39021-2f1d-4d8b-87dc-b123826f65bf" providerId="ADAL" clId="{606CC95E-CF05-4F19-A283-DBC706028E33}" dt="2022-06-13T21:33:40.108" v="1199" actId="1076"/>
        <pc:sldMkLst>
          <pc:docMk/>
          <pc:sldMk cId="1801799345" sldId="273"/>
        </pc:sldMkLst>
        <pc:spChg chg="mod">
          <ac:chgData name="White, Whitney" userId="65f39021-2f1d-4d8b-87dc-b123826f65bf" providerId="ADAL" clId="{606CC95E-CF05-4F19-A283-DBC706028E33}" dt="2022-06-13T21:33:37.103" v="1198" actId="1076"/>
          <ac:spMkLst>
            <pc:docMk/>
            <pc:sldMk cId="1801799345" sldId="273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33:40.108" v="1199" actId="1076"/>
          <ac:spMkLst>
            <pc:docMk/>
            <pc:sldMk cId="1801799345" sldId="273"/>
            <ac:spMk id="3" creationId="{392BE286-77A6-49DD-B15D-7E4718D52FE7}"/>
          </ac:spMkLst>
        </pc:spChg>
        <pc:spChg chg="del">
          <ac:chgData name="White, Whitney" userId="65f39021-2f1d-4d8b-87dc-b123826f65bf" providerId="ADAL" clId="{606CC95E-CF05-4F19-A283-DBC706028E33}" dt="2022-06-13T21:31:32.719" v="1162"/>
          <ac:spMkLst>
            <pc:docMk/>
            <pc:sldMk cId="1801799345" sldId="273"/>
            <ac:spMk id="12" creationId="{1A95671B-3CC6-4792-9114-B74FAEA224E6}"/>
          </ac:spMkLst>
        </pc:spChg>
      </pc:sldChg>
      <pc:sldChg chg="add del">
        <pc:chgData name="White, Whitney" userId="65f39021-2f1d-4d8b-87dc-b123826f65bf" providerId="ADAL" clId="{606CC95E-CF05-4F19-A283-DBC706028E33}" dt="2022-06-13T21:31:28.846" v="1160"/>
        <pc:sldMkLst>
          <pc:docMk/>
          <pc:sldMk cId="2111562903" sldId="273"/>
        </pc:sldMkLst>
      </pc:sldChg>
      <pc:sldChg chg="add del">
        <pc:chgData name="White, Whitney" userId="65f39021-2f1d-4d8b-87dc-b123826f65bf" providerId="ADAL" clId="{606CC95E-CF05-4F19-A283-DBC706028E33}" dt="2022-06-13T21:46:07.980" v="1360" actId="2696"/>
        <pc:sldMkLst>
          <pc:docMk/>
          <pc:sldMk cId="3515733704" sldId="274"/>
        </pc:sldMkLst>
      </pc:sldChg>
      <pc:sldChg chg="delSp modSp add mod ord setBg delDesignElem">
        <pc:chgData name="White, Whitney" userId="65f39021-2f1d-4d8b-87dc-b123826f65bf" providerId="ADAL" clId="{606CC95E-CF05-4F19-A283-DBC706028E33}" dt="2022-06-13T21:33:48.283" v="1200" actId="1076"/>
        <pc:sldMkLst>
          <pc:docMk/>
          <pc:sldMk cId="3955853140" sldId="275"/>
        </pc:sldMkLst>
        <pc:spChg chg="mod">
          <ac:chgData name="White, Whitney" userId="65f39021-2f1d-4d8b-87dc-b123826f65bf" providerId="ADAL" clId="{606CC95E-CF05-4F19-A283-DBC706028E33}" dt="2022-06-13T21:33:48.283" v="1200" actId="1076"/>
          <ac:spMkLst>
            <pc:docMk/>
            <pc:sldMk cId="3955853140" sldId="275"/>
            <ac:spMk id="2" creationId="{2F03F004-EE4F-44F2-AA0E-56B8CFF11342}"/>
          </ac:spMkLst>
        </pc:spChg>
        <pc:spChg chg="del">
          <ac:chgData name="White, Whitney" userId="65f39021-2f1d-4d8b-87dc-b123826f65bf" providerId="ADAL" clId="{606CC95E-CF05-4F19-A283-DBC706028E33}" dt="2022-06-13T21:31:54.822" v="1168"/>
          <ac:spMkLst>
            <pc:docMk/>
            <pc:sldMk cId="3955853140" sldId="275"/>
            <ac:spMk id="12" creationId="{1A95671B-3CC6-4792-9114-B74FAEA224E6}"/>
          </ac:spMkLst>
        </pc:spChg>
        <pc:picChg chg="mod">
          <ac:chgData name="White, Whitney" userId="65f39021-2f1d-4d8b-87dc-b123826f65bf" providerId="ADAL" clId="{606CC95E-CF05-4F19-A283-DBC706028E33}" dt="2022-06-13T21:31:59.600" v="1169" actId="1076"/>
          <ac:picMkLst>
            <pc:docMk/>
            <pc:sldMk cId="3955853140" sldId="275"/>
            <ac:picMk id="27" creationId="{59AC9C61-4B39-4CCA-B1A1-15E5E8FD0EA9}"/>
          </ac:picMkLst>
        </pc:picChg>
      </pc:sldChg>
      <pc:sldChg chg="delSp modSp add mod setBg delDesignElem">
        <pc:chgData name="White, Whitney" userId="65f39021-2f1d-4d8b-87dc-b123826f65bf" providerId="ADAL" clId="{606CC95E-CF05-4F19-A283-DBC706028E33}" dt="2022-06-13T21:34:07.536" v="1201" actId="1076"/>
        <pc:sldMkLst>
          <pc:docMk/>
          <pc:sldMk cId="168239272" sldId="276"/>
        </pc:sldMkLst>
        <pc:spChg chg="mod">
          <ac:chgData name="White, Whitney" userId="65f39021-2f1d-4d8b-87dc-b123826f65bf" providerId="ADAL" clId="{606CC95E-CF05-4F19-A283-DBC706028E33}" dt="2022-06-13T21:33:00.089" v="1189" actId="1076"/>
          <ac:spMkLst>
            <pc:docMk/>
            <pc:sldMk cId="168239272" sldId="276"/>
            <ac:spMk id="2" creationId="{2F03F004-EE4F-44F2-AA0E-56B8CFF11342}"/>
          </ac:spMkLst>
        </pc:spChg>
        <pc:spChg chg="mod">
          <ac:chgData name="White, Whitney" userId="65f39021-2f1d-4d8b-87dc-b123826f65bf" providerId="ADAL" clId="{606CC95E-CF05-4F19-A283-DBC706028E33}" dt="2022-06-13T21:34:07.536" v="1201" actId="1076"/>
          <ac:spMkLst>
            <pc:docMk/>
            <pc:sldMk cId="168239272" sldId="276"/>
            <ac:spMk id="3" creationId="{392BE286-77A6-49DD-B15D-7E4718D52FE7}"/>
          </ac:spMkLst>
        </pc:spChg>
        <pc:spChg chg="del">
          <ac:chgData name="White, Whitney" userId="65f39021-2f1d-4d8b-87dc-b123826f65bf" providerId="ADAL" clId="{606CC95E-CF05-4F19-A283-DBC706028E33}" dt="2022-06-13T21:32:30.426" v="1180"/>
          <ac:spMkLst>
            <pc:docMk/>
            <pc:sldMk cId="168239272" sldId="276"/>
            <ac:spMk id="11" creationId="{22587ECF-85E9-4393-9D87-8EB6F3F6C208}"/>
          </ac:spMkLst>
        </pc:spChg>
        <pc:picChg chg="mod ord">
          <ac:chgData name="White, Whitney" userId="65f39021-2f1d-4d8b-87dc-b123826f65bf" providerId="ADAL" clId="{606CC95E-CF05-4F19-A283-DBC706028E33}" dt="2022-06-13T21:32:54.504" v="1187" actId="167"/>
          <ac:picMkLst>
            <pc:docMk/>
            <pc:sldMk cId="168239272" sldId="276"/>
            <ac:picMk id="6" creationId="{F86CB025-3844-4975-B3F3-1DEB86FDD96B}"/>
          </ac:picMkLst>
        </pc:picChg>
      </pc:sldChg>
      <pc:sldChg chg="addSp delSp add del setBg delDesignElem">
        <pc:chgData name="White, Whitney" userId="65f39021-2f1d-4d8b-87dc-b123826f65bf" providerId="ADAL" clId="{606CC95E-CF05-4F19-A283-DBC706028E33}" dt="2022-06-13T21:32:19.693" v="1177"/>
        <pc:sldMkLst>
          <pc:docMk/>
          <pc:sldMk cId="416006122" sldId="276"/>
        </pc:sldMkLst>
        <pc:spChg chg="add del">
          <ac:chgData name="White, Whitney" userId="65f39021-2f1d-4d8b-87dc-b123826f65bf" providerId="ADAL" clId="{606CC95E-CF05-4F19-A283-DBC706028E33}" dt="2022-06-13T21:32:19.693" v="1177"/>
          <ac:spMkLst>
            <pc:docMk/>
            <pc:sldMk cId="416006122" sldId="276"/>
            <ac:spMk id="12" creationId="{1A95671B-3CC6-4792-9114-B74FAEA224E6}"/>
          </ac:spMkLst>
        </pc:spChg>
      </pc:sldChg>
      <pc:sldChg chg="addSp delSp modSp add del mod setBg">
        <pc:chgData name="White, Whitney" userId="65f39021-2f1d-4d8b-87dc-b123826f65bf" providerId="ADAL" clId="{606CC95E-CF05-4F19-A283-DBC706028E33}" dt="2022-06-13T21:39:48.355" v="1322" actId="2696"/>
        <pc:sldMkLst>
          <pc:docMk/>
          <pc:sldMk cId="1216678546" sldId="277"/>
        </pc:sldMkLst>
        <pc:spChg chg="del mod">
          <ac:chgData name="White, Whitney" userId="65f39021-2f1d-4d8b-87dc-b123826f65bf" providerId="ADAL" clId="{606CC95E-CF05-4F19-A283-DBC706028E33}" dt="2022-06-13T21:38:40.321" v="1293" actId="21"/>
          <ac:spMkLst>
            <pc:docMk/>
            <pc:sldMk cId="1216678546" sldId="277"/>
            <ac:spMk id="2" creationId="{2F03F004-EE4F-44F2-AA0E-56B8CFF11342}"/>
          </ac:spMkLst>
        </pc:spChg>
        <pc:spChg chg="del mod">
          <ac:chgData name="White, Whitney" userId="65f39021-2f1d-4d8b-87dc-b123826f65bf" providerId="ADAL" clId="{606CC95E-CF05-4F19-A283-DBC706028E33}" dt="2022-06-13T21:39:00.361" v="1298" actId="21"/>
          <ac:spMkLst>
            <pc:docMk/>
            <pc:sldMk cId="1216678546" sldId="277"/>
            <ac:spMk id="3" creationId="{392BE286-77A6-49DD-B15D-7E4718D52FE7}"/>
          </ac:spMkLst>
        </pc:spChg>
        <pc:spChg chg="mod ord">
          <ac:chgData name="White, Whitney" userId="65f39021-2f1d-4d8b-87dc-b123826f65bf" providerId="ADAL" clId="{606CC95E-CF05-4F19-A283-DBC706028E33}" dt="2022-06-13T21:38:06.429" v="1285" actId="26606"/>
          <ac:spMkLst>
            <pc:docMk/>
            <pc:sldMk cId="1216678546" sldId="277"/>
            <ac:spMk id="5" creationId="{BBD5CF72-8768-4745-95A3-E69AB44B0506}"/>
          </ac:spMkLst>
        </pc:spChg>
        <pc:spChg chg="add del mod">
          <ac:chgData name="White, Whitney" userId="65f39021-2f1d-4d8b-87dc-b123826f65bf" providerId="ADAL" clId="{606CC95E-CF05-4F19-A283-DBC706028E33}" dt="2022-06-13T21:38:42.046" v="1294"/>
          <ac:spMkLst>
            <pc:docMk/>
            <pc:sldMk cId="1216678546" sldId="277"/>
            <ac:spMk id="7" creationId="{D13678D2-827D-462B-8110-B83B1EB0244B}"/>
          </ac:spMkLst>
        </pc:spChg>
        <pc:spChg chg="add mod">
          <ac:chgData name="White, Whitney" userId="65f39021-2f1d-4d8b-87dc-b123826f65bf" providerId="ADAL" clId="{606CC95E-CF05-4F19-A283-DBC706028E33}" dt="2022-06-13T21:39:31.011" v="1315" actId="1076"/>
          <ac:spMkLst>
            <pc:docMk/>
            <pc:sldMk cId="1216678546" sldId="277"/>
            <ac:spMk id="9" creationId="{B04D149A-3A75-4E9B-9F8A-DAFEAA3D539C}"/>
          </ac:spMkLst>
        </pc:spChg>
        <pc:spChg chg="add del mod">
          <ac:chgData name="White, Whitney" userId="65f39021-2f1d-4d8b-87dc-b123826f65bf" providerId="ADAL" clId="{606CC95E-CF05-4F19-A283-DBC706028E33}" dt="2022-06-13T21:38:45.529" v="1295" actId="21"/>
          <ac:spMkLst>
            <pc:docMk/>
            <pc:sldMk cId="1216678546" sldId="277"/>
            <ac:spMk id="10" creationId="{CE1458B8-C5A8-43FE-9320-A21D5CEEFFF4}"/>
          </ac:spMkLst>
        </pc:spChg>
        <pc:spChg chg="add del">
          <ac:chgData name="White, Whitney" userId="65f39021-2f1d-4d8b-87dc-b123826f65bf" providerId="ADAL" clId="{606CC95E-CF05-4F19-A283-DBC706028E33}" dt="2022-06-13T21:38:06.421" v="1284" actId="26606"/>
          <ac:spMkLst>
            <pc:docMk/>
            <pc:sldMk cId="1216678546" sldId="277"/>
            <ac:spMk id="11" creationId="{1A95671B-3CC6-4792-9114-B74FAEA224E6}"/>
          </ac:spMkLst>
        </pc:spChg>
        <pc:spChg chg="add">
          <ac:chgData name="White, Whitney" userId="65f39021-2f1d-4d8b-87dc-b123826f65bf" providerId="ADAL" clId="{606CC95E-CF05-4F19-A283-DBC706028E33}" dt="2022-06-13T21:38:06.429" v="1285" actId="26606"/>
          <ac:spMkLst>
            <pc:docMk/>
            <pc:sldMk cId="1216678546" sldId="277"/>
            <ac:spMk id="13" creationId="{D19BB8BE-1351-4D9B-B761-F84A0B5B6519}"/>
          </ac:spMkLst>
        </pc:spChg>
        <pc:picChg chg="add mod">
          <ac:chgData name="White, Whitney" userId="65f39021-2f1d-4d8b-87dc-b123826f65bf" providerId="ADAL" clId="{606CC95E-CF05-4F19-A283-DBC706028E33}" dt="2022-06-13T21:39:36.802" v="1319" actId="1076"/>
          <ac:picMkLst>
            <pc:docMk/>
            <pc:sldMk cId="1216678546" sldId="277"/>
            <ac:picMk id="6" creationId="{D6A6B8D0-6893-4BD0-8F13-99F160753434}"/>
          </ac:picMkLst>
        </pc:picChg>
      </pc:sldChg>
      <pc:sldChg chg="delSp modSp add mod ord setBg delDesignElem">
        <pc:chgData name="White, Whitney" userId="65f39021-2f1d-4d8b-87dc-b123826f65bf" providerId="ADAL" clId="{606CC95E-CF05-4F19-A283-DBC706028E33}" dt="2022-06-13T21:39:59.889" v="1327" actId="1076"/>
        <pc:sldMkLst>
          <pc:docMk/>
          <pc:sldMk cId="3966942042" sldId="278"/>
        </pc:sldMkLst>
        <pc:spChg chg="del">
          <ac:chgData name="White, Whitney" userId="65f39021-2f1d-4d8b-87dc-b123826f65bf" providerId="ADAL" clId="{606CC95E-CF05-4F19-A283-DBC706028E33}" dt="2022-06-13T21:39:43.317" v="1321"/>
          <ac:spMkLst>
            <pc:docMk/>
            <pc:sldMk cId="3966942042" sldId="278"/>
            <ac:spMk id="13" creationId="{D19BB8BE-1351-4D9B-B761-F84A0B5B6519}"/>
          </ac:spMkLst>
        </pc:spChg>
        <pc:picChg chg="mod">
          <ac:chgData name="White, Whitney" userId="65f39021-2f1d-4d8b-87dc-b123826f65bf" providerId="ADAL" clId="{606CC95E-CF05-4F19-A283-DBC706028E33}" dt="2022-06-13T21:39:59.889" v="1327" actId="1076"/>
          <ac:picMkLst>
            <pc:docMk/>
            <pc:sldMk cId="3966942042" sldId="278"/>
            <ac:picMk id="6" creationId="{D6A6B8D0-6893-4BD0-8F13-99F160753434}"/>
          </ac:picMkLst>
        </pc:picChg>
      </pc:sldChg>
      <pc:sldChg chg="addSp delSp modSp add mod ord">
        <pc:chgData name="White, Whitney" userId="65f39021-2f1d-4d8b-87dc-b123826f65bf" providerId="ADAL" clId="{606CC95E-CF05-4F19-A283-DBC706028E33}" dt="2022-06-13T21:45:14.659" v="1358"/>
        <pc:sldMkLst>
          <pc:docMk/>
          <pc:sldMk cId="3402395064" sldId="279"/>
        </pc:sldMkLst>
        <pc:spChg chg="mod">
          <ac:chgData name="White, Whitney" userId="65f39021-2f1d-4d8b-87dc-b123826f65bf" providerId="ADAL" clId="{606CC95E-CF05-4F19-A283-DBC706028E33}" dt="2022-06-13T21:44:45.389" v="1354" actId="1076"/>
          <ac:spMkLst>
            <pc:docMk/>
            <pc:sldMk cId="3402395064" sldId="279"/>
            <ac:spMk id="9" creationId="{B04D149A-3A75-4E9B-9F8A-DAFEAA3D539C}"/>
          </ac:spMkLst>
        </pc:spChg>
        <pc:picChg chg="del">
          <ac:chgData name="White, Whitney" userId="65f39021-2f1d-4d8b-87dc-b123826f65bf" providerId="ADAL" clId="{606CC95E-CF05-4F19-A283-DBC706028E33}" dt="2022-06-13T21:41:33.155" v="1329" actId="478"/>
          <ac:picMkLst>
            <pc:docMk/>
            <pc:sldMk cId="3402395064" sldId="279"/>
            <ac:picMk id="6" creationId="{D6A6B8D0-6893-4BD0-8F13-99F160753434}"/>
          </ac:picMkLst>
        </pc:picChg>
        <pc:picChg chg="add mod">
          <ac:chgData name="White, Whitney" userId="65f39021-2f1d-4d8b-87dc-b123826f65bf" providerId="ADAL" clId="{606CC95E-CF05-4F19-A283-DBC706028E33}" dt="2022-06-13T21:44:52.574" v="1356" actId="1076"/>
          <ac:picMkLst>
            <pc:docMk/>
            <pc:sldMk cId="3402395064" sldId="279"/>
            <ac:picMk id="7" creationId="{AC860D49-47EA-4FB2-8472-F0C1963BEE12}"/>
          </ac:picMkLst>
        </pc:picChg>
      </pc:sldChg>
    </pc:docChg>
  </pc:docChgLst>
  <pc:docChgLst>
    <pc:chgData name="White, Whitney" userId="65f39021-2f1d-4d8b-87dc-b123826f65bf" providerId="ADAL" clId="{F54A2E86-6A11-4DAE-84C6-E6AC17D2FBA8}"/>
    <pc:docChg chg="addSld delSld modSld">
      <pc:chgData name="White, Whitney" userId="65f39021-2f1d-4d8b-87dc-b123826f65bf" providerId="ADAL" clId="{F54A2E86-6A11-4DAE-84C6-E6AC17D2FBA8}" dt="2022-06-10T19:06:10.121" v="67" actId="2696"/>
      <pc:docMkLst>
        <pc:docMk/>
      </pc:docMkLst>
      <pc:sldChg chg="del">
        <pc:chgData name="White, Whitney" userId="65f39021-2f1d-4d8b-87dc-b123826f65bf" providerId="ADAL" clId="{F54A2E86-6A11-4DAE-84C6-E6AC17D2FBA8}" dt="2022-06-10T19:06:10.121" v="67" actId="2696"/>
        <pc:sldMkLst>
          <pc:docMk/>
          <pc:sldMk cId="2875402532" sldId="257"/>
        </pc:sldMkLst>
      </pc:sldChg>
      <pc:sldChg chg="modSp new mod">
        <pc:chgData name="White, Whitney" userId="65f39021-2f1d-4d8b-87dc-b123826f65bf" providerId="ADAL" clId="{F54A2E86-6A11-4DAE-84C6-E6AC17D2FBA8}" dt="2022-06-10T19:05:40.920" v="10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54A2E86-6A11-4DAE-84C6-E6AC17D2FBA8}" dt="2022-06-10T19:05:40.920" v="10" actId="20577"/>
          <ac:spMkLst>
            <pc:docMk/>
            <pc:sldMk cId="4071305681" sldId="258"/>
            <ac:spMk id="2" creationId="{2F03F004-EE4F-44F2-AA0E-56B8CFF11342}"/>
          </ac:spMkLst>
        </pc:spChg>
      </pc:sldChg>
      <pc:sldChg chg="modSp new mod">
        <pc:chgData name="White, Whitney" userId="65f39021-2f1d-4d8b-87dc-b123826f65bf" providerId="ADAL" clId="{F54A2E86-6A11-4DAE-84C6-E6AC17D2FBA8}" dt="2022-06-10T19:05:59.363" v="54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54A2E86-6A11-4DAE-84C6-E6AC17D2FBA8}" dt="2022-06-10T19:05:59.363" v="54" actId="20577"/>
          <ac:spMkLst>
            <pc:docMk/>
            <pc:sldMk cId="2772527113" sldId="259"/>
            <ac:spMk id="2" creationId="{B4A3C58C-DC1D-4BDF-8706-48D86266F7FD}"/>
          </ac:spMkLst>
        </pc:spChg>
      </pc:sldChg>
      <pc:sldChg chg="modSp new mod">
        <pc:chgData name="White, Whitney" userId="65f39021-2f1d-4d8b-87dc-b123826f65bf" providerId="ADAL" clId="{F54A2E86-6A11-4DAE-84C6-E6AC17D2FBA8}" dt="2022-06-10T19:06:04.598" v="66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F54A2E86-6A11-4DAE-84C6-E6AC17D2FBA8}" dt="2022-06-10T19:06:04.598" v="66" actId="20577"/>
          <ac:spMkLst>
            <pc:docMk/>
            <pc:sldMk cId="2147408764" sldId="260"/>
            <ac:spMk id="2" creationId="{9AFB837C-3E07-4129-B371-9F5CA97D56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F45DF0-00B2-468D-ADF1-6351EEFB9CD7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0A4456-6D77-4237-8218-40872579093E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F0A51-8860-45B4-B3C2-078DBFFE3F11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8E0D3-5DEF-4424-A66B-248169F8979E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D87F3-74DF-4702-8D1B-0BA8CE9CA57F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42763-A1D0-477C-A610-38D23465485E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7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31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2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56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5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22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0EFE5-A68C-4E4B-9D40-F26D6ED979C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6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High Quality Curricula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06875-90F3-2672-9A27-D9884AB97E02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9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will…</a:t>
            </a:r>
          </a:p>
          <a:p>
            <a:pPr marL="0" indent="0">
              <a:buNone/>
            </a:pPr>
            <a:r>
              <a:rPr lang="en-US" dirty="0"/>
              <a:t>…identify and describe the purpose and value of a high-quality curriculum.</a:t>
            </a:r>
          </a:p>
          <a:p>
            <a:pPr marL="0" indent="0">
              <a:buNone/>
            </a:pPr>
            <a:r>
              <a:rPr lang="en-US" dirty="0"/>
              <a:t>…identify the components of a high-quality curriculum.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7D31D-3C4D-4F5C-A388-CC3AF44F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complete the anticipatory set to demonstrate what you already know about curriculum.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Curriculum</a:t>
            </a:r>
            <a:r>
              <a:rPr lang="en-US" dirty="0"/>
              <a:t>: A sequenced collection of instructional materials such as lesson plans, learning tasks, and assessments.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&amp; HQIM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52D57-B8CB-474D-B25F-7750C838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Curriculum: </a:t>
            </a:r>
            <a:r>
              <a:rPr lang="en-US" dirty="0"/>
              <a:t>A sequenced collection of instructional materials such as lesson plans, learning tasks, and assessments.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Curriculum is used by teachers to guide students towards proficiency in content knowledge and skills.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High Quality Instructional Materials (HQIM): </a:t>
            </a:r>
            <a:r>
              <a:rPr lang="en-US" dirty="0"/>
              <a:t>Instructional materials that are research based, closely aligned to rigorous standards, and reviewed by a team of experts.</a:t>
            </a:r>
          </a:p>
        </p:txBody>
      </p:sp>
    </p:spTree>
    <p:extLst>
      <p:ext uri="{BB962C8B-B14F-4D97-AF65-F5344CB8AC3E}">
        <p14:creationId xmlns:p14="http://schemas.microsoft.com/office/powerpoint/2010/main" val="219070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Quality Instructional Materials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6D46721-1554-4C12-B8EA-340CA351B6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217845"/>
              </p:ext>
            </p:extLst>
          </p:nvPr>
        </p:nvGraphicFramePr>
        <p:xfrm>
          <a:off x="838200" y="1690688"/>
          <a:ext cx="10515600" cy="3711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764898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85071551"/>
                    </a:ext>
                  </a:extLst>
                </a:gridCol>
              </a:tblGrid>
              <a:tr h="73797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 Quality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May Not be High Quality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68147"/>
                  </a:ext>
                </a:extLst>
              </a:tr>
              <a:tr h="2973601">
                <a:tc>
                  <a:txBody>
                    <a:bodyPr/>
                    <a:lstStyle/>
                    <a:p>
                      <a:r>
                        <a:rPr lang="en-US" dirty="0"/>
                        <a:t>Materials rated as high-quality by the Texas Resource Review: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Based on Texas Standards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Latest curriculum research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Best practices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§"/>
                      </a:pPr>
                      <a:r>
                        <a:rPr lang="en-US" dirty="0"/>
                        <a:t>Input from Texas educators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Materials found online (both free and paid for)—these materials may not have been vetted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Older instructional materials—these may not reflect the latest TEKS or curricular research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Materials from conferences or professional learning—these materials may not have been vetted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147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3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91293-F98A-0781-E2CF-B2A4FBFB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HQIM</a:t>
            </a:r>
          </a:p>
        </p:txBody>
      </p:sp>
      <p:pic>
        <p:nvPicPr>
          <p:cNvPr id="6" name="Content Placeholder 5" descr="A quote on top of a picture of a clock. &#10;&quot;When teachers don't have access to great materials they hunt for them online--often leading to inconsistent quality that impacts low-income students of color the most.&quot;&#10;&#10;Below the clock it provides the following information: &#10;Teachers spend 7-12 hours per week searching for and creating instructional resources (free and paid), drawing from a variety of sources, many of them unvetted.">
            <a:extLst>
              <a:ext uri="{FF2B5EF4-FFF2-40B4-BE49-F238E27FC236}">
                <a16:creationId xmlns:a16="http://schemas.microsoft.com/office/drawing/2014/main" id="{9AC56902-7349-452A-8C3A-6DEDFEACC6B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B0E25-4D39-408C-BA1C-66EE57A4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621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DAB8C-8EEE-E4B1-1807-17F3E2E5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HQIM2</a:t>
            </a:r>
          </a:p>
        </p:txBody>
      </p:sp>
      <p:pic>
        <p:nvPicPr>
          <p:cNvPr id="6" name="Content Placeholder 5" descr="A photo of books on a bookshelf. Beside the books is this following text: Inconsistent access to high-quality content impacts student learning in schools across the country. In a single school year, the average student spends 581 of 720 available hours on assignments that are not high quality. ">
            <a:extLst>
              <a:ext uri="{FF2B5EF4-FFF2-40B4-BE49-F238E27FC236}">
                <a16:creationId xmlns:a16="http://schemas.microsoft.com/office/drawing/2014/main" id="{561B93D7-85F5-4E0F-A944-9B9BDF1E7BD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3452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3FE0-9728-44EE-AD73-6651C8C9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01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0FDC34-DA66-02E0-6483-F0676B98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HQIM3</a:t>
            </a:r>
          </a:p>
        </p:txBody>
      </p:sp>
      <p:pic>
        <p:nvPicPr>
          <p:cNvPr id="6" name="Content Placeholder 5" descr="A photo of three students at a desk. &#10;Beside the photo is the following text: &#10;But when teachers have access to high-quality, aligned instructional materials, it makes a difference in their classroom practice and the instruction students receive. &#10;A 2018 student illustrated that teachers using aligned materials engaged students in mathematics practices at a significantly higher rate than teachers who did not have access to aligned curriculum. ">
            <a:extLst>
              <a:ext uri="{FF2B5EF4-FFF2-40B4-BE49-F238E27FC236}">
                <a16:creationId xmlns:a16="http://schemas.microsoft.com/office/drawing/2014/main" id="{50E308E7-8F0C-4D40-AA40-F6F42455549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D5D11-4875-4C3C-A155-FE2517E6E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027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Quality Curriculum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52D57-B8CB-474D-B25F-7750C8386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high-quality curriculum is a tool that, when used properly by a well-prepared teacher, can have a significant positive impact on student learning.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high-quality curriculum is </a:t>
            </a:r>
            <a:r>
              <a:rPr lang="en-US" b="1" u="sng" dirty="0"/>
              <a:t>NOT </a:t>
            </a:r>
            <a:r>
              <a:rPr lang="en-US" dirty="0"/>
              <a:t>a substitute for a qualified teacher. </a:t>
            </a:r>
          </a:p>
        </p:txBody>
      </p:sp>
    </p:spTree>
    <p:extLst>
      <p:ext uri="{BB962C8B-B14F-4D97-AF65-F5344CB8AC3E}">
        <p14:creationId xmlns:p14="http://schemas.microsoft.com/office/powerpoint/2010/main" val="812555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teachers know what to teach or what should be in a curriculum?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Standards: </a:t>
            </a:r>
            <a:r>
              <a:rPr lang="en-US" dirty="0"/>
              <a:t>The expectations for what students should know and be able to do by the end of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Texas Essential Knowledge and Skills (TEKS): </a:t>
            </a:r>
            <a:r>
              <a:rPr lang="en-US" dirty="0"/>
              <a:t>The Texas state learning standards. The TEKS outline what students in Texas should know and be able to do at each grade level.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English Language Proficiency Standards (ELPS): </a:t>
            </a:r>
            <a:r>
              <a:rPr lang="en-US" dirty="0"/>
              <a:t>These standards outline the instruction that must be provided to allow English language learners the full opportunity to learn English and succeed academically.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84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53" y="568844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Components of a Curriculum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064" y="2281718"/>
            <a:ext cx="5159825" cy="167490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Vertical Alignment: </a:t>
            </a:r>
            <a:r>
              <a:rPr lang="en-US" dirty="0"/>
              <a:t>Shows the standards that are taught at each grade level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7" name="Picture 26" descr="A pre-K to grade 2 vertical alignment chart for Comparing and Ordering Numbers.">
            <a:extLst>
              <a:ext uri="{FF2B5EF4-FFF2-40B4-BE49-F238E27FC236}">
                <a16:creationId xmlns:a16="http://schemas.microsoft.com/office/drawing/2014/main" id="{59AC9C61-4B39-4CCA-B1A1-15E5E8FD0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234" y="1341079"/>
            <a:ext cx="5666732" cy="2615544"/>
          </a:xfrm>
          <a:prstGeom prst="rect">
            <a:avLst/>
          </a:prstGeom>
        </p:spPr>
      </p:pic>
      <p:pic>
        <p:nvPicPr>
          <p:cNvPr id="25" name="Picture 24" descr="A pre-K to Grade 2 vertical alignment chart for literary elements.">
            <a:extLst>
              <a:ext uri="{FF2B5EF4-FFF2-40B4-BE49-F238E27FC236}">
                <a16:creationId xmlns:a16="http://schemas.microsoft.com/office/drawing/2014/main" id="{9BF88D52-9A0F-4E39-A0A5-623BCA3DC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53" y="3994593"/>
            <a:ext cx="7814694" cy="25443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99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35" y="238394"/>
            <a:ext cx="5165936" cy="1674904"/>
          </a:xfrm>
        </p:spPr>
        <p:txBody>
          <a:bodyPr anchor="ctr">
            <a:normAutofit/>
          </a:bodyPr>
          <a:lstStyle/>
          <a:p>
            <a:r>
              <a:rPr lang="en-US" sz="4000" dirty="0"/>
              <a:t>Vertical Alignment Example</a:t>
            </a:r>
          </a:p>
        </p:txBody>
      </p:sp>
      <p:pic>
        <p:nvPicPr>
          <p:cNvPr id="27" name="Picture 26" descr="A pre-K to grade 2 vertical alignment chart for Comparing and Ordering Numbers.">
            <a:extLst>
              <a:ext uri="{FF2B5EF4-FFF2-40B4-BE49-F238E27FC236}">
                <a16:creationId xmlns:a16="http://schemas.microsoft.com/office/drawing/2014/main" id="{59AC9C61-4B39-4CCA-B1A1-15E5E8FD0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35" y="1293719"/>
            <a:ext cx="11292929" cy="50499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5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466" y="850672"/>
            <a:ext cx="4238815" cy="1641632"/>
          </a:xfrm>
        </p:spPr>
        <p:txBody>
          <a:bodyPr anchor="b">
            <a:normAutofit/>
          </a:bodyPr>
          <a:lstStyle/>
          <a:p>
            <a:r>
              <a:rPr lang="en-US" sz="4000" dirty="0"/>
              <a:t>Scope and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466" y="3044754"/>
            <a:ext cx="4367583" cy="3311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Scope and Sequence: </a:t>
            </a:r>
            <a:r>
              <a:rPr lang="en-US" sz="2000" dirty="0"/>
              <a:t>Outlines the learning plan for the year. Shows when certain standards are taught and how long it will take to teach them.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 descr="A kindergarten pacing guide showing the Science TEKS Module, Pacing Information (number of days spent on each topic), and the TEKS/ELPS standards addressed.">
            <a:extLst>
              <a:ext uri="{FF2B5EF4-FFF2-40B4-BE49-F238E27FC236}">
                <a16:creationId xmlns:a16="http://schemas.microsoft.com/office/drawing/2014/main" id="{F86CB025-3844-4975-B3F3-1DEB86FDD9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1142"/>
          <a:stretch/>
        </p:blipFill>
        <p:spPr bwMode="auto">
          <a:xfrm>
            <a:off x="4888282" y="382706"/>
            <a:ext cx="5731621" cy="6092588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3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a Curriculum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Units: </a:t>
            </a:r>
          </a:p>
          <a:p>
            <a:r>
              <a:rPr lang="en-US" dirty="0"/>
              <a:t>Groups of learning standards are taught in units or modules</a:t>
            </a:r>
          </a:p>
          <a:p>
            <a:r>
              <a:rPr lang="en-US" dirty="0"/>
              <a:t>A unit is a collection of daily lessons and assessments around a broad topic</a:t>
            </a:r>
          </a:p>
          <a:p>
            <a:r>
              <a:rPr lang="en-US" dirty="0"/>
              <a:t>Each unit has goals or essential questions and a summative assessment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Lesson Plans: </a:t>
            </a:r>
          </a:p>
          <a:p>
            <a:r>
              <a:rPr lang="en-US" dirty="0"/>
              <a:t>Units are divided into daily lesson plans</a:t>
            </a:r>
          </a:p>
          <a:p>
            <a:r>
              <a:rPr lang="en-US" dirty="0"/>
              <a:t>Daily lesson plans target specific objects that support achievement of unit goals and standards</a:t>
            </a:r>
          </a:p>
          <a:p>
            <a:r>
              <a:rPr lang="en-US" dirty="0"/>
              <a:t>Lesson plans include targeted objectives, learning activities, and formative assessments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41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04D149A-3A75-4E9B-9F8A-DAFEAA3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636" y="255493"/>
            <a:ext cx="10515600" cy="8202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2700" dirty="0"/>
              <a:t>Essential Question: A big, memorable question that students need to be able to answer at the end of a unit or course.</a:t>
            </a:r>
            <a:endParaRPr lang="en-US" dirty="0"/>
          </a:p>
        </p:txBody>
      </p:sp>
      <p:pic>
        <p:nvPicPr>
          <p:cNvPr id="6" name="Picture 5" descr="A Kindergarten Module Map on the concept: Parts of Weather.">
            <a:extLst>
              <a:ext uri="{FF2B5EF4-FFF2-40B4-BE49-F238E27FC236}">
                <a16:creationId xmlns:a16="http://schemas.microsoft.com/office/drawing/2014/main" id="{D6A6B8D0-6893-4BD0-8F13-99F16075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70" y="1284119"/>
            <a:ext cx="10228730" cy="507223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42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04D149A-3A75-4E9B-9F8A-DAFEAA3D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49" y="284404"/>
            <a:ext cx="10515600" cy="82027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2700" dirty="0"/>
              <a:t>Assessment: </a:t>
            </a:r>
            <a:r>
              <a:rPr lang="en-US" sz="2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Any tool used to collect, analyze and respond to information about student understanding of learning targets</a:t>
            </a:r>
            <a:endParaRPr lang="en-US" sz="2700" dirty="0"/>
          </a:p>
        </p:txBody>
      </p:sp>
      <p:pic>
        <p:nvPicPr>
          <p:cNvPr id="7" name="Picture 6" descr="An excerpt from a Kindergarten Module Map on the concept: Parts of Weather.">
            <a:extLst>
              <a:ext uri="{FF2B5EF4-FFF2-40B4-BE49-F238E27FC236}">
                <a16:creationId xmlns:a16="http://schemas.microsoft.com/office/drawing/2014/main" id="{AC860D49-47EA-4FB2-8472-F0C1963BE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49" y="1604271"/>
            <a:ext cx="11385160" cy="36494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5CF72-8768-4745-95A3-E69AB44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95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your Student Guide, answer the following questions: </a:t>
            </a:r>
          </a:p>
          <a:p>
            <a:pPr marL="514350" indent="-514350">
              <a:buAutoNum type="arabicParenR"/>
            </a:pPr>
            <a:r>
              <a:rPr lang="en-US" dirty="0"/>
              <a:t>What are the features of a high-quality curriculum?</a:t>
            </a:r>
          </a:p>
          <a:p>
            <a:pPr marL="514350" indent="-514350">
              <a:buAutoNum type="arabicParenR"/>
            </a:pPr>
            <a:r>
              <a:rPr lang="en-US" dirty="0"/>
              <a:t>What are the benefits of using a high-quality curriculum? </a:t>
            </a:r>
          </a:p>
          <a:p>
            <a:pPr marL="514350" indent="-514350">
              <a:buAutoNum type="arabicParenR"/>
            </a:pPr>
            <a:r>
              <a:rPr lang="en-US" dirty="0"/>
              <a:t>Match the components of a curriculum with the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BE154-4C0D-48FA-BB92-9E83DBB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624</Words>
  <Application>Microsoft Office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1_Office Theme</vt:lpstr>
      <vt:lpstr>Instructional Practices| Unit 6: Instructional Alignment| Lesson 6.01</vt:lpstr>
      <vt:lpstr>TEKS Standards &amp; Objectives</vt:lpstr>
      <vt:lpstr>Bellringer</vt:lpstr>
      <vt:lpstr>Curriculum &amp; HQIM</vt:lpstr>
      <vt:lpstr>High Quality Instructional Materials</vt:lpstr>
      <vt:lpstr>HQIM</vt:lpstr>
      <vt:lpstr>HQIM2</vt:lpstr>
      <vt:lpstr>HQIM3</vt:lpstr>
      <vt:lpstr>High Quality Curriculum</vt:lpstr>
      <vt:lpstr>How do teachers know what to teach or what should be in a curriculum?</vt:lpstr>
      <vt:lpstr>Components of a Curriculum</vt:lpstr>
      <vt:lpstr>Vertical Alignment Example</vt:lpstr>
      <vt:lpstr>Scope and Sequence</vt:lpstr>
      <vt:lpstr>Components of a Curriculum </vt:lpstr>
      <vt:lpstr> Essential Question: A big, memorable question that students need to be able to answer at the end of a unit or course.</vt:lpstr>
      <vt:lpstr> Assessment: Any tool used to collect, analyze and respond to information about student understanding of learning targets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6.01: High Quality Curricula</dc:title>
  <dc:subject>Lesson 6.01: High Quality Curricula</dc:subject>
  <dc:creator>Texas Education Agency</dc:creator>
  <cp:lastModifiedBy>London White</cp:lastModifiedBy>
  <cp:revision>3</cp:revision>
  <dcterms:created xsi:type="dcterms:W3CDTF">2022-05-09T19:40:20Z</dcterms:created>
  <dcterms:modified xsi:type="dcterms:W3CDTF">2023-08-31T04:26:53Z</dcterms:modified>
</cp:coreProperties>
</file>
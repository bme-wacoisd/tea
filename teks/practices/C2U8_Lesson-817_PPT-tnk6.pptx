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9"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490C0-EC31-4D5A-857D-B30248D704AD}" v="11" dt="2023-01-25T15:42:11.181"/>
    <p1510:client id="{590480D1-D213-43E9-96E8-8D9EE0D4E4AE}" v="3" dt="2023-01-25T16:09:48.576"/>
    <p1510:client id="{97A8789F-27EC-493A-B13E-DB853CC06DF7}" v="4" dt="2023-01-25T15:58:05.898"/>
    <p1510:client id="{CF9D4ACC-8173-4156-80C6-C997ADD24D3A}" v="3" dt="2023-01-26T07:05:33.5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2" autoAdjust="0"/>
    <p:restoredTop sz="94614" autoAdjust="0"/>
  </p:normalViewPr>
  <p:slideViewPr>
    <p:cSldViewPr snapToGrid="0">
      <p:cViewPr varScale="1">
        <p:scale>
          <a:sx n="108" d="100"/>
          <a:sy n="108" d="100"/>
        </p:scale>
        <p:origin x="51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CF9D4ACC-8173-4156-80C6-C997ADD24D3A}"/>
    <pc:docChg chg="custSel delSld modSld modSection">
      <pc:chgData name="White (she/her), Whitney" userId="65f39021-2f1d-4d8b-87dc-b123826f65bf" providerId="ADAL" clId="{CF9D4ACC-8173-4156-80C6-C997ADD24D3A}" dt="2023-01-26T07:05:13.992" v="84" actId="20577"/>
      <pc:docMkLst>
        <pc:docMk/>
      </pc:docMkLst>
      <pc:sldChg chg="modSp mod">
        <pc:chgData name="White (she/her), Whitney" userId="65f39021-2f1d-4d8b-87dc-b123826f65bf" providerId="ADAL" clId="{CF9D4ACC-8173-4156-80C6-C997ADD24D3A}" dt="2023-01-26T07:05:13.992" v="84" actId="20577"/>
        <pc:sldMkLst>
          <pc:docMk/>
          <pc:sldMk cId="1482277026" sldId="256"/>
        </pc:sldMkLst>
        <pc:spChg chg="mod">
          <ac:chgData name="White (she/her), Whitney" userId="65f39021-2f1d-4d8b-87dc-b123826f65bf" providerId="ADAL" clId="{CF9D4ACC-8173-4156-80C6-C997ADD24D3A}" dt="2023-01-26T07:05:13.992" v="84" actId="20577"/>
          <ac:spMkLst>
            <pc:docMk/>
            <pc:sldMk cId="1482277026" sldId="256"/>
            <ac:spMk id="3" creationId="{E0FBD98F-3A67-498E-8174-652040DD7B60}"/>
          </ac:spMkLst>
        </pc:spChg>
      </pc:sldChg>
      <pc:sldChg chg="modSp mod">
        <pc:chgData name="White (she/her), Whitney" userId="65f39021-2f1d-4d8b-87dc-b123826f65bf" providerId="ADAL" clId="{CF9D4ACC-8173-4156-80C6-C997ADD24D3A}" dt="2023-01-26T07:03:47.841" v="23" actId="403"/>
        <pc:sldMkLst>
          <pc:docMk/>
          <pc:sldMk cId="4071305681" sldId="258"/>
        </pc:sldMkLst>
        <pc:spChg chg="mod">
          <ac:chgData name="White (she/her), Whitney" userId="65f39021-2f1d-4d8b-87dc-b123826f65bf" providerId="ADAL" clId="{CF9D4ACC-8173-4156-80C6-C997ADD24D3A}" dt="2023-01-26T07:03:47.841" v="23" actId="403"/>
          <ac:spMkLst>
            <pc:docMk/>
            <pc:sldMk cId="4071305681" sldId="258"/>
            <ac:spMk id="3" creationId="{392BE286-77A6-49DD-B15D-7E4718D52FE7}"/>
          </ac:spMkLst>
        </pc:spChg>
      </pc:sldChg>
      <pc:sldChg chg="modSp mod">
        <pc:chgData name="White (she/her), Whitney" userId="65f39021-2f1d-4d8b-87dc-b123826f65bf" providerId="ADAL" clId="{CF9D4ACC-8173-4156-80C6-C997ADD24D3A}" dt="2023-01-26T07:03:17.545" v="15" actId="255"/>
        <pc:sldMkLst>
          <pc:docMk/>
          <pc:sldMk cId="2772527113" sldId="259"/>
        </pc:sldMkLst>
        <pc:spChg chg="mod">
          <ac:chgData name="White (she/her), Whitney" userId="65f39021-2f1d-4d8b-87dc-b123826f65bf" providerId="ADAL" clId="{CF9D4ACC-8173-4156-80C6-C997ADD24D3A}" dt="2023-01-26T07:03:17.545" v="15" actId="255"/>
          <ac:spMkLst>
            <pc:docMk/>
            <pc:sldMk cId="2772527113" sldId="259"/>
            <ac:spMk id="3" creationId="{8CE08C7F-0286-423B-92F7-DEB89F31111A}"/>
          </ac:spMkLst>
        </pc:spChg>
      </pc:sldChg>
      <pc:sldChg chg="modSp mod">
        <pc:chgData name="White (she/her), Whitney" userId="65f39021-2f1d-4d8b-87dc-b123826f65bf" providerId="ADAL" clId="{CF9D4ACC-8173-4156-80C6-C997ADD24D3A}" dt="2023-01-26T07:04:56.383" v="46" actId="255"/>
        <pc:sldMkLst>
          <pc:docMk/>
          <pc:sldMk cId="2147408764" sldId="260"/>
        </pc:sldMkLst>
        <pc:spChg chg="mod">
          <ac:chgData name="White (she/her), Whitney" userId="65f39021-2f1d-4d8b-87dc-b123826f65bf" providerId="ADAL" clId="{CF9D4ACC-8173-4156-80C6-C997ADD24D3A}" dt="2023-01-26T07:04:56.383" v="46" actId="255"/>
          <ac:spMkLst>
            <pc:docMk/>
            <pc:sldMk cId="2147408764" sldId="260"/>
            <ac:spMk id="3" creationId="{49F2A5AF-3C0B-4968-A438-E435325199EA}"/>
          </ac:spMkLst>
        </pc:spChg>
      </pc:sldChg>
      <pc:sldChg chg="del">
        <pc:chgData name="White (she/her), Whitney" userId="65f39021-2f1d-4d8b-87dc-b123826f65bf" providerId="ADAL" clId="{CF9D4ACC-8173-4156-80C6-C997ADD24D3A}" dt="2023-01-26T07:04:20.524" v="24" actId="47"/>
        <pc:sldMkLst>
          <pc:docMk/>
          <pc:sldMk cId="258332572" sldId="262"/>
        </pc:sldMkLst>
      </pc:sldChg>
      <pc:sldChg chg="del">
        <pc:chgData name="White (she/her), Whitney" userId="65f39021-2f1d-4d8b-87dc-b123826f65bf" providerId="ADAL" clId="{CF9D4ACC-8173-4156-80C6-C997ADD24D3A}" dt="2023-01-26T07:04:20.885" v="25" actId="47"/>
        <pc:sldMkLst>
          <pc:docMk/>
          <pc:sldMk cId="498985592" sldId="263"/>
        </pc:sldMkLst>
      </pc:sldChg>
      <pc:sldChg chg="del">
        <pc:chgData name="White (she/her), Whitney" userId="65f39021-2f1d-4d8b-87dc-b123826f65bf" providerId="ADAL" clId="{CF9D4ACC-8173-4156-80C6-C997ADD24D3A}" dt="2023-01-26T07:04:21.262" v="26" actId="47"/>
        <pc:sldMkLst>
          <pc:docMk/>
          <pc:sldMk cId="4157156871" sldId="268"/>
        </pc:sldMkLst>
      </pc:sldChg>
      <pc:sldChg chg="del">
        <pc:chgData name="White (she/her), Whitney" userId="65f39021-2f1d-4d8b-87dc-b123826f65bf" providerId="ADAL" clId="{CF9D4ACC-8173-4156-80C6-C997ADD24D3A}" dt="2023-01-26T07:04:22.289" v="27" actId="47"/>
        <pc:sldMkLst>
          <pc:docMk/>
          <pc:sldMk cId="818675080" sldId="269"/>
        </pc:sldMkLst>
      </pc:sldChg>
      <pc:sldChg chg="del">
        <pc:chgData name="White (she/her), Whitney" userId="65f39021-2f1d-4d8b-87dc-b123826f65bf" providerId="ADAL" clId="{CF9D4ACC-8173-4156-80C6-C997ADD24D3A}" dt="2023-01-26T07:04:22.939" v="28" actId="47"/>
        <pc:sldMkLst>
          <pc:docMk/>
          <pc:sldMk cId="3968532148" sldId="270"/>
        </pc:sldMkLst>
      </pc:sldChg>
    </pc:docChg>
  </pc:docChgLst>
  <pc:docChgLst>
    <pc:chgData name="White (she/her), Whitney" userId="65f39021-2f1d-4d8b-87dc-b123826f65bf" providerId="ADAL" clId="{590480D1-D213-43E9-96E8-8D9EE0D4E4AE}"/>
    <pc:docChg chg="modSld">
      <pc:chgData name="White (she/her), Whitney" userId="65f39021-2f1d-4d8b-87dc-b123826f65bf" providerId="ADAL" clId="{590480D1-D213-43E9-96E8-8D9EE0D4E4AE}" dt="2023-01-25T16:06:28.426" v="1" actId="20577"/>
      <pc:docMkLst>
        <pc:docMk/>
      </pc:docMkLst>
      <pc:sldChg chg="modSp mod">
        <pc:chgData name="White (she/her), Whitney" userId="65f39021-2f1d-4d8b-87dc-b123826f65bf" providerId="ADAL" clId="{590480D1-D213-43E9-96E8-8D9EE0D4E4AE}" dt="2023-01-25T16:06:28.426" v="1" actId="20577"/>
        <pc:sldMkLst>
          <pc:docMk/>
          <pc:sldMk cId="1482277026" sldId="256"/>
        </pc:sldMkLst>
        <pc:spChg chg="mod">
          <ac:chgData name="White (she/her), Whitney" userId="65f39021-2f1d-4d8b-87dc-b123826f65bf" providerId="ADAL" clId="{590480D1-D213-43E9-96E8-8D9EE0D4E4AE}" dt="2023-01-25T16:06:25.208" v="0" actId="20577"/>
          <ac:spMkLst>
            <pc:docMk/>
            <pc:sldMk cId="1482277026" sldId="256"/>
            <ac:spMk id="2" creationId="{BFFCF5BD-F8FF-4A67-A8B6-EBB21E79279B}"/>
          </ac:spMkLst>
        </pc:spChg>
        <pc:spChg chg="mod">
          <ac:chgData name="White (she/her), Whitney" userId="65f39021-2f1d-4d8b-87dc-b123826f65bf" providerId="ADAL" clId="{590480D1-D213-43E9-96E8-8D9EE0D4E4AE}" dt="2023-01-25T16:06:28.426" v="1" actId="20577"/>
          <ac:spMkLst>
            <pc:docMk/>
            <pc:sldMk cId="1482277026" sldId="256"/>
            <ac:spMk id="3" creationId="{E0FBD98F-3A67-498E-8174-652040DD7B60}"/>
          </ac:spMkLst>
        </pc:spChg>
      </pc:sldChg>
    </pc:docChg>
  </pc:docChgLst>
  <pc:docChgLst>
    <pc:chgData name="White (she/her), Whitney" userId="65f39021-2f1d-4d8b-87dc-b123826f65bf" providerId="ADAL" clId="{7DC62D2F-EE24-4487-9929-02D1D00D3CE9}"/>
    <pc:docChg chg="custSel addSld modSld modSection">
      <pc:chgData name="White (she/her), Whitney" userId="65f39021-2f1d-4d8b-87dc-b123826f65bf" providerId="ADAL" clId="{7DC62D2F-EE24-4487-9929-02D1D00D3CE9}" dt="2023-01-17T18:31:53.332" v="185" actId="1076"/>
      <pc:docMkLst>
        <pc:docMk/>
      </pc:docMkLst>
      <pc:sldChg chg="modSp mod">
        <pc:chgData name="White (she/her), Whitney" userId="65f39021-2f1d-4d8b-87dc-b123826f65bf" providerId="ADAL" clId="{7DC62D2F-EE24-4487-9929-02D1D00D3CE9}" dt="2023-01-17T18:26:04.583" v="86" actId="20577"/>
        <pc:sldMkLst>
          <pc:docMk/>
          <pc:sldMk cId="1482277026" sldId="256"/>
        </pc:sldMkLst>
        <pc:spChg chg="mod">
          <ac:chgData name="White (she/her), Whitney" userId="65f39021-2f1d-4d8b-87dc-b123826f65bf" providerId="ADAL" clId="{7DC62D2F-EE24-4487-9929-02D1D00D3CE9}" dt="2023-01-17T18:26:04.583" v="86" actId="20577"/>
          <ac:spMkLst>
            <pc:docMk/>
            <pc:sldMk cId="1482277026" sldId="256"/>
            <ac:spMk id="2" creationId="{BFFCF5BD-F8FF-4A67-A8B6-EBB21E79279B}"/>
          </ac:spMkLst>
        </pc:spChg>
        <pc:spChg chg="mod">
          <ac:chgData name="White (she/her), Whitney" userId="65f39021-2f1d-4d8b-87dc-b123826f65bf" providerId="ADAL" clId="{7DC62D2F-EE24-4487-9929-02D1D00D3CE9}" dt="2023-01-17T18:25:34.332" v="46" actId="20577"/>
          <ac:spMkLst>
            <pc:docMk/>
            <pc:sldMk cId="1482277026" sldId="256"/>
            <ac:spMk id="3" creationId="{E0FBD98F-3A67-498E-8174-652040DD7B60}"/>
          </ac:spMkLst>
        </pc:spChg>
      </pc:sldChg>
      <pc:sldChg chg="modSp mod">
        <pc:chgData name="White (she/her), Whitney" userId="65f39021-2f1d-4d8b-87dc-b123826f65bf" providerId="ADAL" clId="{7DC62D2F-EE24-4487-9929-02D1D00D3CE9}" dt="2023-01-17T18:29:06.181" v="116" actId="403"/>
        <pc:sldMkLst>
          <pc:docMk/>
          <pc:sldMk cId="4071305681" sldId="258"/>
        </pc:sldMkLst>
        <pc:spChg chg="mod">
          <ac:chgData name="White (she/her), Whitney" userId="65f39021-2f1d-4d8b-87dc-b123826f65bf" providerId="ADAL" clId="{7DC62D2F-EE24-4487-9929-02D1D00D3CE9}" dt="2023-01-17T18:29:06.181" v="116" actId="403"/>
          <ac:spMkLst>
            <pc:docMk/>
            <pc:sldMk cId="4071305681" sldId="258"/>
            <ac:spMk id="3" creationId="{392BE286-77A6-49DD-B15D-7E4718D52FE7}"/>
          </ac:spMkLst>
        </pc:spChg>
      </pc:sldChg>
      <pc:sldChg chg="modSp mod">
        <pc:chgData name="White (she/her), Whitney" userId="65f39021-2f1d-4d8b-87dc-b123826f65bf" providerId="ADAL" clId="{7DC62D2F-EE24-4487-9929-02D1D00D3CE9}" dt="2023-01-17T18:27:35.195" v="106" actId="403"/>
        <pc:sldMkLst>
          <pc:docMk/>
          <pc:sldMk cId="2772527113" sldId="259"/>
        </pc:sldMkLst>
        <pc:spChg chg="mod">
          <ac:chgData name="White (she/her), Whitney" userId="65f39021-2f1d-4d8b-87dc-b123826f65bf" providerId="ADAL" clId="{7DC62D2F-EE24-4487-9929-02D1D00D3CE9}" dt="2023-01-17T18:27:35.195" v="106" actId="403"/>
          <ac:spMkLst>
            <pc:docMk/>
            <pc:sldMk cId="2772527113" sldId="259"/>
            <ac:spMk id="3" creationId="{8CE08C7F-0286-423B-92F7-DEB89F31111A}"/>
          </ac:spMkLst>
        </pc:spChg>
      </pc:sldChg>
      <pc:sldChg chg="modSp mod">
        <pc:chgData name="White (she/her), Whitney" userId="65f39021-2f1d-4d8b-87dc-b123826f65bf" providerId="ADAL" clId="{7DC62D2F-EE24-4487-9929-02D1D00D3CE9}" dt="2023-01-17T18:28:20.545" v="111" actId="403"/>
        <pc:sldMkLst>
          <pc:docMk/>
          <pc:sldMk cId="2147408764" sldId="260"/>
        </pc:sldMkLst>
        <pc:spChg chg="mod">
          <ac:chgData name="White (she/her), Whitney" userId="65f39021-2f1d-4d8b-87dc-b123826f65bf" providerId="ADAL" clId="{7DC62D2F-EE24-4487-9929-02D1D00D3CE9}" dt="2023-01-17T18:28:20.545" v="111" actId="403"/>
          <ac:spMkLst>
            <pc:docMk/>
            <pc:sldMk cId="2147408764" sldId="260"/>
            <ac:spMk id="3" creationId="{49F2A5AF-3C0B-4968-A438-E435325199EA}"/>
          </ac:spMkLst>
        </pc:spChg>
      </pc:sldChg>
      <pc:sldChg chg="modSp mod">
        <pc:chgData name="White (she/her), Whitney" userId="65f39021-2f1d-4d8b-87dc-b123826f65bf" providerId="ADAL" clId="{7DC62D2F-EE24-4487-9929-02D1D00D3CE9}" dt="2023-01-17T18:29:51.513" v="125" actId="403"/>
        <pc:sldMkLst>
          <pc:docMk/>
          <pc:sldMk cId="3054216349" sldId="261"/>
        </pc:sldMkLst>
        <pc:spChg chg="mod">
          <ac:chgData name="White (she/her), Whitney" userId="65f39021-2f1d-4d8b-87dc-b123826f65bf" providerId="ADAL" clId="{7DC62D2F-EE24-4487-9929-02D1D00D3CE9}" dt="2023-01-17T18:29:51.513" v="125" actId="403"/>
          <ac:spMkLst>
            <pc:docMk/>
            <pc:sldMk cId="3054216349" sldId="261"/>
            <ac:spMk id="3" creationId="{AE13FDB6-F093-4D9E-B14E-3D7DB894C34C}"/>
          </ac:spMkLst>
        </pc:spChg>
      </pc:sldChg>
      <pc:sldChg chg="modSp new mod">
        <pc:chgData name="White (she/her), Whitney" userId="65f39021-2f1d-4d8b-87dc-b123826f65bf" providerId="ADAL" clId="{7DC62D2F-EE24-4487-9929-02D1D00D3CE9}" dt="2023-01-17T18:30:49.902" v="142" actId="403"/>
        <pc:sldMkLst>
          <pc:docMk/>
          <pc:sldMk cId="258332572" sldId="262"/>
        </pc:sldMkLst>
        <pc:spChg chg="mod">
          <ac:chgData name="White (she/her), Whitney" userId="65f39021-2f1d-4d8b-87dc-b123826f65bf" providerId="ADAL" clId="{7DC62D2F-EE24-4487-9929-02D1D00D3CE9}" dt="2023-01-17T18:30:39.016" v="136" actId="20577"/>
          <ac:spMkLst>
            <pc:docMk/>
            <pc:sldMk cId="258332572" sldId="262"/>
            <ac:spMk id="2" creationId="{570D72F3-79E4-4001-9748-B7FC67079A57}"/>
          </ac:spMkLst>
        </pc:spChg>
        <pc:spChg chg="mod">
          <ac:chgData name="White (she/her), Whitney" userId="65f39021-2f1d-4d8b-87dc-b123826f65bf" providerId="ADAL" clId="{7DC62D2F-EE24-4487-9929-02D1D00D3CE9}" dt="2023-01-17T18:30:49.902" v="142" actId="403"/>
          <ac:spMkLst>
            <pc:docMk/>
            <pc:sldMk cId="258332572" sldId="262"/>
            <ac:spMk id="3" creationId="{0E82C669-9955-4209-B20C-3F3A754CDA3C}"/>
          </ac:spMkLst>
        </pc:spChg>
      </pc:sldChg>
      <pc:sldChg chg="addSp delSp modSp new mod">
        <pc:chgData name="White (she/her), Whitney" userId="65f39021-2f1d-4d8b-87dc-b123826f65bf" providerId="ADAL" clId="{7DC62D2F-EE24-4487-9929-02D1D00D3CE9}" dt="2023-01-17T18:31:53.332" v="185" actId="1076"/>
        <pc:sldMkLst>
          <pc:docMk/>
          <pc:sldMk cId="498985592" sldId="263"/>
        </pc:sldMkLst>
        <pc:spChg chg="mod">
          <ac:chgData name="White (she/her), Whitney" userId="65f39021-2f1d-4d8b-87dc-b123826f65bf" providerId="ADAL" clId="{7DC62D2F-EE24-4487-9929-02D1D00D3CE9}" dt="2023-01-17T18:31:53.332" v="185" actId="1076"/>
          <ac:spMkLst>
            <pc:docMk/>
            <pc:sldMk cId="498985592" sldId="263"/>
            <ac:spMk id="2" creationId="{67E8180B-6498-44E5-AD81-0674C51652BA}"/>
          </ac:spMkLst>
        </pc:spChg>
        <pc:spChg chg="del mod">
          <ac:chgData name="White (she/her), Whitney" userId="65f39021-2f1d-4d8b-87dc-b123826f65bf" providerId="ADAL" clId="{7DC62D2F-EE24-4487-9929-02D1D00D3CE9}" dt="2023-01-17T18:31:12.625" v="145"/>
          <ac:spMkLst>
            <pc:docMk/>
            <pc:sldMk cId="498985592" sldId="263"/>
            <ac:spMk id="3" creationId="{B5D47964-DA24-4793-B602-9850F1CB377F}"/>
          </ac:spMkLst>
        </pc:spChg>
        <pc:spChg chg="mod ord">
          <ac:chgData name="White (she/her), Whitney" userId="65f39021-2f1d-4d8b-87dc-b123826f65bf" providerId="ADAL" clId="{7DC62D2F-EE24-4487-9929-02D1D00D3CE9}" dt="2023-01-17T18:31:29.183" v="177" actId="26606"/>
          <ac:spMkLst>
            <pc:docMk/>
            <pc:sldMk cId="498985592" sldId="263"/>
            <ac:spMk id="4" creationId="{AE9B95AA-02D0-4645-A751-287261502606}"/>
          </ac:spMkLst>
        </pc:spChg>
        <pc:picChg chg="add mod">
          <ac:chgData name="White (she/her), Whitney" userId="65f39021-2f1d-4d8b-87dc-b123826f65bf" providerId="ADAL" clId="{7DC62D2F-EE24-4487-9929-02D1D00D3CE9}" dt="2023-01-17T18:31:47.521" v="184" actId="1076"/>
          <ac:picMkLst>
            <pc:docMk/>
            <pc:sldMk cId="498985592" sldId="263"/>
            <ac:picMk id="5" creationId="{63239C00-4576-4356-885C-80F8C6E20940}"/>
          </ac:picMkLst>
        </pc:picChg>
      </pc:sldChg>
    </pc:docChg>
  </pc:docChgLst>
  <pc:docChgLst>
    <pc:chgData name="White (she/her), Whitney" userId="65f39021-2f1d-4d8b-87dc-b123826f65bf" providerId="ADAL" clId="{2C5490C0-EC31-4D5A-857D-B30248D704AD}"/>
    <pc:docChg chg="undo custSel addSld delSld modSld modSection">
      <pc:chgData name="White (she/her), Whitney" userId="65f39021-2f1d-4d8b-87dc-b123826f65bf" providerId="ADAL" clId="{2C5490C0-EC31-4D5A-857D-B30248D704AD}" dt="2023-01-25T15:41:36.742" v="244" actId="20577"/>
      <pc:docMkLst>
        <pc:docMk/>
      </pc:docMkLst>
      <pc:sldChg chg="modSp mod">
        <pc:chgData name="White (she/her), Whitney" userId="65f39021-2f1d-4d8b-87dc-b123826f65bf" providerId="ADAL" clId="{2C5490C0-EC31-4D5A-857D-B30248D704AD}" dt="2023-01-25T15:18:55.560" v="33" actId="20577"/>
        <pc:sldMkLst>
          <pc:docMk/>
          <pc:sldMk cId="1482277026" sldId="256"/>
        </pc:sldMkLst>
        <pc:spChg chg="mod">
          <ac:chgData name="White (she/her), Whitney" userId="65f39021-2f1d-4d8b-87dc-b123826f65bf" providerId="ADAL" clId="{2C5490C0-EC31-4D5A-857D-B30248D704AD}" dt="2023-01-25T15:18:37.032" v="5" actId="20577"/>
          <ac:spMkLst>
            <pc:docMk/>
            <pc:sldMk cId="1482277026" sldId="256"/>
            <ac:spMk id="2" creationId="{BFFCF5BD-F8FF-4A67-A8B6-EBB21E79279B}"/>
          </ac:spMkLst>
        </pc:spChg>
        <pc:spChg chg="mod">
          <ac:chgData name="White (she/her), Whitney" userId="65f39021-2f1d-4d8b-87dc-b123826f65bf" providerId="ADAL" clId="{2C5490C0-EC31-4D5A-857D-B30248D704AD}" dt="2023-01-25T15:18:55.560" v="33" actId="20577"/>
          <ac:spMkLst>
            <pc:docMk/>
            <pc:sldMk cId="1482277026" sldId="256"/>
            <ac:spMk id="3" creationId="{E0FBD98F-3A67-498E-8174-652040DD7B60}"/>
          </ac:spMkLst>
        </pc:spChg>
      </pc:sldChg>
      <pc:sldChg chg="modSp mod">
        <pc:chgData name="White (she/her), Whitney" userId="65f39021-2f1d-4d8b-87dc-b123826f65bf" providerId="ADAL" clId="{2C5490C0-EC31-4D5A-857D-B30248D704AD}" dt="2023-01-25T15:21:20.149" v="59" actId="20577"/>
        <pc:sldMkLst>
          <pc:docMk/>
          <pc:sldMk cId="4071305681" sldId="258"/>
        </pc:sldMkLst>
        <pc:spChg chg="mod">
          <ac:chgData name="White (she/her), Whitney" userId="65f39021-2f1d-4d8b-87dc-b123826f65bf" providerId="ADAL" clId="{2C5490C0-EC31-4D5A-857D-B30248D704AD}" dt="2023-01-25T15:21:20.149" v="59" actId="20577"/>
          <ac:spMkLst>
            <pc:docMk/>
            <pc:sldMk cId="4071305681" sldId="258"/>
            <ac:spMk id="3" creationId="{392BE286-77A6-49DD-B15D-7E4718D52FE7}"/>
          </ac:spMkLst>
        </pc:spChg>
      </pc:sldChg>
      <pc:sldChg chg="modSp mod">
        <pc:chgData name="White (she/her), Whitney" userId="65f39021-2f1d-4d8b-87dc-b123826f65bf" providerId="ADAL" clId="{2C5490C0-EC31-4D5A-857D-B30248D704AD}" dt="2023-01-25T15:19:21.934" v="42" actId="255"/>
        <pc:sldMkLst>
          <pc:docMk/>
          <pc:sldMk cId="2772527113" sldId="259"/>
        </pc:sldMkLst>
        <pc:spChg chg="mod">
          <ac:chgData name="White (she/her), Whitney" userId="65f39021-2f1d-4d8b-87dc-b123826f65bf" providerId="ADAL" clId="{2C5490C0-EC31-4D5A-857D-B30248D704AD}" dt="2023-01-25T15:19:21.934" v="42" actId="255"/>
          <ac:spMkLst>
            <pc:docMk/>
            <pc:sldMk cId="2772527113" sldId="259"/>
            <ac:spMk id="3" creationId="{8CE08C7F-0286-423B-92F7-DEB89F31111A}"/>
          </ac:spMkLst>
        </pc:spChg>
      </pc:sldChg>
      <pc:sldChg chg="modSp mod">
        <pc:chgData name="White (she/her), Whitney" userId="65f39021-2f1d-4d8b-87dc-b123826f65bf" providerId="ADAL" clId="{2C5490C0-EC31-4D5A-857D-B30248D704AD}" dt="2023-01-25T15:41:36.742" v="244" actId="20577"/>
        <pc:sldMkLst>
          <pc:docMk/>
          <pc:sldMk cId="2147408764" sldId="260"/>
        </pc:sldMkLst>
        <pc:spChg chg="mod">
          <ac:chgData name="White (she/her), Whitney" userId="65f39021-2f1d-4d8b-87dc-b123826f65bf" providerId="ADAL" clId="{2C5490C0-EC31-4D5A-857D-B30248D704AD}" dt="2023-01-25T15:41:36.742" v="244" actId="20577"/>
          <ac:spMkLst>
            <pc:docMk/>
            <pc:sldMk cId="2147408764" sldId="260"/>
            <ac:spMk id="3" creationId="{49F2A5AF-3C0B-4968-A438-E435325199EA}"/>
          </ac:spMkLst>
        </pc:spChg>
      </pc:sldChg>
      <pc:sldChg chg="addSp delSp modSp mod">
        <pc:chgData name="White (she/her), Whitney" userId="65f39021-2f1d-4d8b-87dc-b123826f65bf" providerId="ADAL" clId="{2C5490C0-EC31-4D5A-857D-B30248D704AD}" dt="2023-01-25T15:25:43.300" v="71" actId="14100"/>
        <pc:sldMkLst>
          <pc:docMk/>
          <pc:sldMk cId="3054216349" sldId="261"/>
        </pc:sldMkLst>
        <pc:spChg chg="del mod">
          <ac:chgData name="White (she/her), Whitney" userId="65f39021-2f1d-4d8b-87dc-b123826f65bf" providerId="ADAL" clId="{2C5490C0-EC31-4D5A-857D-B30248D704AD}" dt="2023-01-25T15:25:15.998" v="61"/>
          <ac:spMkLst>
            <pc:docMk/>
            <pc:sldMk cId="3054216349" sldId="261"/>
            <ac:spMk id="3" creationId="{AE13FDB6-F093-4D9E-B14E-3D7DB894C34C}"/>
          </ac:spMkLst>
        </pc:spChg>
        <pc:graphicFrameChg chg="add mod modGraphic">
          <ac:chgData name="White (she/her), Whitney" userId="65f39021-2f1d-4d8b-87dc-b123826f65bf" providerId="ADAL" clId="{2C5490C0-EC31-4D5A-857D-B30248D704AD}" dt="2023-01-25T15:25:43.300" v="71" actId="14100"/>
          <ac:graphicFrameMkLst>
            <pc:docMk/>
            <pc:sldMk cId="3054216349" sldId="261"/>
            <ac:graphicFrameMk id="5" creationId="{A4957574-645A-47DA-BD7C-77BE31A01943}"/>
          </ac:graphicFrameMkLst>
        </pc:graphicFrameChg>
      </pc:sldChg>
      <pc:sldChg chg="addSp delSp modSp mod">
        <pc:chgData name="White (she/her), Whitney" userId="65f39021-2f1d-4d8b-87dc-b123826f65bf" providerId="ADAL" clId="{2C5490C0-EC31-4D5A-857D-B30248D704AD}" dt="2023-01-25T15:26:48.440" v="81" actId="1076"/>
        <pc:sldMkLst>
          <pc:docMk/>
          <pc:sldMk cId="258332572" sldId="262"/>
        </pc:sldMkLst>
        <pc:spChg chg="del mod">
          <ac:chgData name="White (she/her), Whitney" userId="65f39021-2f1d-4d8b-87dc-b123826f65bf" providerId="ADAL" clId="{2C5490C0-EC31-4D5A-857D-B30248D704AD}" dt="2023-01-25T15:26:46.398" v="80" actId="21"/>
          <ac:spMkLst>
            <pc:docMk/>
            <pc:sldMk cId="258332572" sldId="262"/>
            <ac:spMk id="2" creationId="{570D72F3-79E4-4001-9748-B7FC67079A57}"/>
          </ac:spMkLst>
        </pc:spChg>
        <pc:spChg chg="del mod">
          <ac:chgData name="White (she/her), Whitney" userId="65f39021-2f1d-4d8b-87dc-b123826f65bf" providerId="ADAL" clId="{2C5490C0-EC31-4D5A-857D-B30248D704AD}" dt="2023-01-25T15:26:14.533" v="73"/>
          <ac:spMkLst>
            <pc:docMk/>
            <pc:sldMk cId="258332572" sldId="262"/>
            <ac:spMk id="3" creationId="{0E82C669-9955-4209-B20C-3F3A754CDA3C}"/>
          </ac:spMkLst>
        </pc:spChg>
        <pc:picChg chg="add mod">
          <ac:chgData name="White (she/her), Whitney" userId="65f39021-2f1d-4d8b-87dc-b123826f65bf" providerId="ADAL" clId="{2C5490C0-EC31-4D5A-857D-B30248D704AD}" dt="2023-01-25T15:26:48.440" v="81" actId="1076"/>
          <ac:picMkLst>
            <pc:docMk/>
            <pc:sldMk cId="258332572" sldId="262"/>
            <ac:picMk id="5" creationId="{DC7D3B62-46B2-43FE-B87C-3AED60C836B8}"/>
          </ac:picMkLst>
        </pc:picChg>
      </pc:sldChg>
      <pc:sldChg chg="addSp delSp modSp mod">
        <pc:chgData name="White (she/her), Whitney" userId="65f39021-2f1d-4d8b-87dc-b123826f65bf" providerId="ADAL" clId="{2C5490C0-EC31-4D5A-857D-B30248D704AD}" dt="2023-01-25T15:28:56.060" v="133" actId="403"/>
        <pc:sldMkLst>
          <pc:docMk/>
          <pc:sldMk cId="498985592" sldId="263"/>
        </pc:sldMkLst>
        <pc:spChg chg="mod">
          <ac:chgData name="White (she/her), Whitney" userId="65f39021-2f1d-4d8b-87dc-b123826f65bf" providerId="ADAL" clId="{2C5490C0-EC31-4D5A-857D-B30248D704AD}" dt="2023-01-25T15:28:00.254" v="118" actId="1076"/>
          <ac:spMkLst>
            <pc:docMk/>
            <pc:sldMk cId="498985592" sldId="263"/>
            <ac:spMk id="2" creationId="{67E8180B-6498-44E5-AD81-0674C51652BA}"/>
          </ac:spMkLst>
        </pc:spChg>
        <pc:spChg chg="add del mod">
          <ac:chgData name="White (she/her), Whitney" userId="65f39021-2f1d-4d8b-87dc-b123826f65bf" providerId="ADAL" clId="{2C5490C0-EC31-4D5A-857D-B30248D704AD}" dt="2023-01-25T15:28:07.039" v="120"/>
          <ac:spMkLst>
            <pc:docMk/>
            <pc:sldMk cId="498985592" sldId="263"/>
            <ac:spMk id="6" creationId="{60CC13CC-9F80-4130-81D3-549F69C61675}"/>
          </ac:spMkLst>
        </pc:spChg>
        <pc:graphicFrameChg chg="add mod modGraphic">
          <ac:chgData name="White (she/her), Whitney" userId="65f39021-2f1d-4d8b-87dc-b123826f65bf" providerId="ADAL" clId="{2C5490C0-EC31-4D5A-857D-B30248D704AD}" dt="2023-01-25T15:28:56.060" v="133" actId="403"/>
          <ac:graphicFrameMkLst>
            <pc:docMk/>
            <pc:sldMk cId="498985592" sldId="263"/>
            <ac:graphicFrameMk id="7" creationId="{5FDD475B-C6CC-4B8A-BF1E-CC6CB3E6FF61}"/>
          </ac:graphicFrameMkLst>
        </pc:graphicFrameChg>
        <pc:picChg chg="del">
          <ac:chgData name="White (she/her), Whitney" userId="65f39021-2f1d-4d8b-87dc-b123826f65bf" providerId="ADAL" clId="{2C5490C0-EC31-4D5A-857D-B30248D704AD}" dt="2023-01-25T15:27:27.959" v="83" actId="21"/>
          <ac:picMkLst>
            <pc:docMk/>
            <pc:sldMk cId="498985592" sldId="263"/>
            <ac:picMk id="5" creationId="{63239C00-4576-4356-885C-80F8C6E20940}"/>
          </ac:picMkLst>
        </pc:picChg>
      </pc:sldChg>
      <pc:sldChg chg="modSp add mod">
        <pc:chgData name="White (she/her), Whitney" userId="65f39021-2f1d-4d8b-87dc-b123826f65bf" providerId="ADAL" clId="{2C5490C0-EC31-4D5A-857D-B30248D704AD}" dt="2023-01-25T15:29:21.296" v="136" actId="255"/>
        <pc:sldMkLst>
          <pc:docMk/>
          <pc:sldMk cId="2234076779" sldId="264"/>
        </pc:sldMkLst>
        <pc:graphicFrameChg chg="mod modGraphic">
          <ac:chgData name="White (she/her), Whitney" userId="65f39021-2f1d-4d8b-87dc-b123826f65bf" providerId="ADAL" clId="{2C5490C0-EC31-4D5A-857D-B30248D704AD}" dt="2023-01-25T15:29:21.296" v="136" actId="255"/>
          <ac:graphicFrameMkLst>
            <pc:docMk/>
            <pc:sldMk cId="2234076779" sldId="264"/>
            <ac:graphicFrameMk id="7" creationId="{5FDD475B-C6CC-4B8A-BF1E-CC6CB3E6FF61}"/>
          </ac:graphicFrameMkLst>
        </pc:graphicFrameChg>
      </pc:sldChg>
      <pc:sldChg chg="modSp add mod">
        <pc:chgData name="White (she/her), Whitney" userId="65f39021-2f1d-4d8b-87dc-b123826f65bf" providerId="ADAL" clId="{2C5490C0-EC31-4D5A-857D-B30248D704AD}" dt="2023-01-25T15:29:44.019" v="139" actId="255"/>
        <pc:sldMkLst>
          <pc:docMk/>
          <pc:sldMk cId="3746039917" sldId="265"/>
        </pc:sldMkLst>
        <pc:graphicFrameChg chg="mod modGraphic">
          <ac:chgData name="White (she/her), Whitney" userId="65f39021-2f1d-4d8b-87dc-b123826f65bf" providerId="ADAL" clId="{2C5490C0-EC31-4D5A-857D-B30248D704AD}" dt="2023-01-25T15:29:44.019" v="139" actId="255"/>
          <ac:graphicFrameMkLst>
            <pc:docMk/>
            <pc:sldMk cId="3746039917" sldId="265"/>
            <ac:graphicFrameMk id="7" creationId="{5FDD475B-C6CC-4B8A-BF1E-CC6CB3E6FF61}"/>
          </ac:graphicFrameMkLst>
        </pc:graphicFrameChg>
      </pc:sldChg>
      <pc:sldChg chg="modSp new mod">
        <pc:chgData name="White (she/her), Whitney" userId="65f39021-2f1d-4d8b-87dc-b123826f65bf" providerId="ADAL" clId="{2C5490C0-EC31-4D5A-857D-B30248D704AD}" dt="2023-01-25T15:33:05.023" v="200" actId="20577"/>
        <pc:sldMkLst>
          <pc:docMk/>
          <pc:sldMk cId="2877505278" sldId="266"/>
        </pc:sldMkLst>
        <pc:spChg chg="mod">
          <ac:chgData name="White (she/her), Whitney" userId="65f39021-2f1d-4d8b-87dc-b123826f65bf" providerId="ADAL" clId="{2C5490C0-EC31-4D5A-857D-B30248D704AD}" dt="2023-01-25T15:33:05.023" v="200" actId="20577"/>
          <ac:spMkLst>
            <pc:docMk/>
            <pc:sldMk cId="2877505278" sldId="266"/>
            <ac:spMk id="2" creationId="{CECF6631-6CAC-42C0-B2F9-C75B06FDDEA7}"/>
          </ac:spMkLst>
        </pc:spChg>
        <pc:spChg chg="mod">
          <ac:chgData name="White (she/her), Whitney" userId="65f39021-2f1d-4d8b-87dc-b123826f65bf" providerId="ADAL" clId="{2C5490C0-EC31-4D5A-857D-B30248D704AD}" dt="2023-01-25T15:30:19.617" v="167" actId="403"/>
          <ac:spMkLst>
            <pc:docMk/>
            <pc:sldMk cId="2877505278" sldId="266"/>
            <ac:spMk id="3" creationId="{A7B3D956-96C0-497F-85BA-4332DFF84C2F}"/>
          </ac:spMkLst>
        </pc:spChg>
      </pc:sldChg>
      <pc:sldChg chg="addSp delSp modSp new mod">
        <pc:chgData name="White (she/her), Whitney" userId="65f39021-2f1d-4d8b-87dc-b123826f65bf" providerId="ADAL" clId="{2C5490C0-EC31-4D5A-857D-B30248D704AD}" dt="2023-01-25T15:32:00.991" v="186" actId="1076"/>
        <pc:sldMkLst>
          <pc:docMk/>
          <pc:sldMk cId="3055683484" sldId="267"/>
        </pc:sldMkLst>
        <pc:spChg chg="mod">
          <ac:chgData name="White (she/her), Whitney" userId="65f39021-2f1d-4d8b-87dc-b123826f65bf" providerId="ADAL" clId="{2C5490C0-EC31-4D5A-857D-B30248D704AD}" dt="2023-01-25T15:31:42.562" v="181" actId="20577"/>
          <ac:spMkLst>
            <pc:docMk/>
            <pc:sldMk cId="3055683484" sldId="267"/>
            <ac:spMk id="2" creationId="{8B2EB68F-78A0-49ED-8653-187AD2088682}"/>
          </ac:spMkLst>
        </pc:spChg>
        <pc:spChg chg="del mod">
          <ac:chgData name="White (she/her), Whitney" userId="65f39021-2f1d-4d8b-87dc-b123826f65bf" providerId="ADAL" clId="{2C5490C0-EC31-4D5A-857D-B30248D704AD}" dt="2023-01-25T15:31:45.440" v="183"/>
          <ac:spMkLst>
            <pc:docMk/>
            <pc:sldMk cId="3055683484" sldId="267"/>
            <ac:spMk id="3" creationId="{E508AEE9-105F-4DAD-BFBB-1188A026AC9A}"/>
          </ac:spMkLst>
        </pc:spChg>
        <pc:picChg chg="add mod">
          <ac:chgData name="White (she/her), Whitney" userId="65f39021-2f1d-4d8b-87dc-b123826f65bf" providerId="ADAL" clId="{2C5490C0-EC31-4D5A-857D-B30248D704AD}" dt="2023-01-25T15:32:00.991" v="186" actId="1076"/>
          <ac:picMkLst>
            <pc:docMk/>
            <pc:sldMk cId="3055683484" sldId="267"/>
            <ac:picMk id="5" creationId="{A1B7D056-B3B7-4442-9111-1D7A6BD01157}"/>
          </ac:picMkLst>
        </pc:picChg>
      </pc:sldChg>
      <pc:sldChg chg="new del">
        <pc:chgData name="White (she/her), Whitney" userId="65f39021-2f1d-4d8b-87dc-b123826f65bf" providerId="ADAL" clId="{2C5490C0-EC31-4D5A-857D-B30248D704AD}" dt="2023-01-25T15:37:13.929" v="202" actId="2696"/>
        <pc:sldMkLst>
          <pc:docMk/>
          <pc:sldMk cId="3765266163" sldId="268"/>
        </pc:sldMkLst>
      </pc:sldChg>
    </pc:docChg>
  </pc:docChgLst>
  <pc:docChgLst>
    <pc:chgData name="White (she/her), Whitney" userId="65f39021-2f1d-4d8b-87dc-b123826f65bf" providerId="ADAL" clId="{97A8789F-27EC-493A-B13E-DB853CC06DF7}"/>
    <pc:docChg chg="undo custSel addSld delSld modSld modSection">
      <pc:chgData name="White (she/her), Whitney" userId="65f39021-2f1d-4d8b-87dc-b123826f65bf" providerId="ADAL" clId="{97A8789F-27EC-493A-B13E-DB853CC06DF7}" dt="2023-01-25T16:02:09.847" v="153" actId="255"/>
      <pc:docMkLst>
        <pc:docMk/>
      </pc:docMkLst>
      <pc:sldChg chg="modSp mod">
        <pc:chgData name="White (she/her), Whitney" userId="65f39021-2f1d-4d8b-87dc-b123826f65bf" providerId="ADAL" clId="{97A8789F-27EC-493A-B13E-DB853CC06DF7}" dt="2023-01-25T15:50:48.729" v="41" actId="20577"/>
        <pc:sldMkLst>
          <pc:docMk/>
          <pc:sldMk cId="1482277026" sldId="256"/>
        </pc:sldMkLst>
        <pc:spChg chg="mod">
          <ac:chgData name="White (she/her), Whitney" userId="65f39021-2f1d-4d8b-87dc-b123826f65bf" providerId="ADAL" clId="{97A8789F-27EC-493A-B13E-DB853CC06DF7}" dt="2023-01-25T15:50:48.729" v="41" actId="20577"/>
          <ac:spMkLst>
            <pc:docMk/>
            <pc:sldMk cId="1482277026" sldId="256"/>
            <ac:spMk id="2" creationId="{BFFCF5BD-F8FF-4A67-A8B6-EBB21E79279B}"/>
          </ac:spMkLst>
        </pc:spChg>
        <pc:spChg chg="mod">
          <ac:chgData name="White (she/her), Whitney" userId="65f39021-2f1d-4d8b-87dc-b123826f65bf" providerId="ADAL" clId="{97A8789F-27EC-493A-B13E-DB853CC06DF7}" dt="2023-01-25T15:50:46.145" v="39" actId="313"/>
          <ac:spMkLst>
            <pc:docMk/>
            <pc:sldMk cId="1482277026" sldId="256"/>
            <ac:spMk id="3" creationId="{E0FBD98F-3A67-498E-8174-652040DD7B60}"/>
          </ac:spMkLst>
        </pc:spChg>
      </pc:sldChg>
      <pc:sldChg chg="modSp mod">
        <pc:chgData name="White (she/her), Whitney" userId="65f39021-2f1d-4d8b-87dc-b123826f65bf" providerId="ADAL" clId="{97A8789F-27EC-493A-B13E-DB853CC06DF7}" dt="2023-01-25T15:55:39.745" v="55" actId="115"/>
        <pc:sldMkLst>
          <pc:docMk/>
          <pc:sldMk cId="4071305681" sldId="258"/>
        </pc:sldMkLst>
        <pc:spChg chg="mod">
          <ac:chgData name="White (she/her), Whitney" userId="65f39021-2f1d-4d8b-87dc-b123826f65bf" providerId="ADAL" clId="{97A8789F-27EC-493A-B13E-DB853CC06DF7}" dt="2023-01-25T15:55:39.745" v="55" actId="115"/>
          <ac:spMkLst>
            <pc:docMk/>
            <pc:sldMk cId="4071305681" sldId="258"/>
            <ac:spMk id="3" creationId="{392BE286-77A6-49DD-B15D-7E4718D52FE7}"/>
          </ac:spMkLst>
        </pc:spChg>
      </pc:sldChg>
      <pc:sldChg chg="modSp mod">
        <pc:chgData name="White (she/her), Whitney" userId="65f39021-2f1d-4d8b-87dc-b123826f65bf" providerId="ADAL" clId="{97A8789F-27EC-493A-B13E-DB853CC06DF7}" dt="2023-01-25T15:55:13.133" v="46" actId="255"/>
        <pc:sldMkLst>
          <pc:docMk/>
          <pc:sldMk cId="2772527113" sldId="259"/>
        </pc:sldMkLst>
        <pc:spChg chg="mod">
          <ac:chgData name="White (she/her), Whitney" userId="65f39021-2f1d-4d8b-87dc-b123826f65bf" providerId="ADAL" clId="{97A8789F-27EC-493A-B13E-DB853CC06DF7}" dt="2023-01-25T15:55:13.133" v="46" actId="255"/>
          <ac:spMkLst>
            <pc:docMk/>
            <pc:sldMk cId="2772527113" sldId="259"/>
            <ac:spMk id="3" creationId="{8CE08C7F-0286-423B-92F7-DEB89F31111A}"/>
          </ac:spMkLst>
        </pc:spChg>
      </pc:sldChg>
      <pc:sldChg chg="modSp mod">
        <pc:chgData name="White (she/her), Whitney" userId="65f39021-2f1d-4d8b-87dc-b123826f65bf" providerId="ADAL" clId="{97A8789F-27EC-493A-B13E-DB853CC06DF7}" dt="2023-01-25T16:02:09.847" v="153" actId="255"/>
        <pc:sldMkLst>
          <pc:docMk/>
          <pc:sldMk cId="2147408764" sldId="260"/>
        </pc:sldMkLst>
        <pc:spChg chg="mod">
          <ac:chgData name="White (she/her), Whitney" userId="65f39021-2f1d-4d8b-87dc-b123826f65bf" providerId="ADAL" clId="{97A8789F-27EC-493A-B13E-DB853CC06DF7}" dt="2023-01-25T16:02:09.847" v="153" actId="255"/>
          <ac:spMkLst>
            <pc:docMk/>
            <pc:sldMk cId="2147408764" sldId="260"/>
            <ac:spMk id="3" creationId="{49F2A5AF-3C0B-4968-A438-E435325199EA}"/>
          </ac:spMkLst>
        </pc:spChg>
      </pc:sldChg>
      <pc:sldChg chg="del">
        <pc:chgData name="White (she/her), Whitney" userId="65f39021-2f1d-4d8b-87dc-b123826f65bf" providerId="ADAL" clId="{97A8789F-27EC-493A-B13E-DB853CC06DF7}" dt="2023-01-25T15:56:07.346" v="56" actId="2696"/>
        <pc:sldMkLst>
          <pc:docMk/>
          <pc:sldMk cId="3054216349" sldId="261"/>
        </pc:sldMkLst>
      </pc:sldChg>
      <pc:sldChg chg="modSp mod">
        <pc:chgData name="White (she/her), Whitney" userId="65f39021-2f1d-4d8b-87dc-b123826f65bf" providerId="ADAL" clId="{97A8789F-27EC-493A-B13E-DB853CC06DF7}" dt="2023-01-25T15:57:06.140" v="127" actId="1076"/>
        <pc:sldMkLst>
          <pc:docMk/>
          <pc:sldMk cId="498985592" sldId="263"/>
        </pc:sldMkLst>
        <pc:spChg chg="mod">
          <ac:chgData name="White (she/her), Whitney" userId="65f39021-2f1d-4d8b-87dc-b123826f65bf" providerId="ADAL" clId="{97A8789F-27EC-493A-B13E-DB853CC06DF7}" dt="2023-01-25T15:56:37.477" v="91" actId="20577"/>
          <ac:spMkLst>
            <pc:docMk/>
            <pc:sldMk cId="498985592" sldId="263"/>
            <ac:spMk id="2" creationId="{67E8180B-6498-44E5-AD81-0674C51652BA}"/>
          </ac:spMkLst>
        </pc:spChg>
        <pc:graphicFrameChg chg="mod modGraphic">
          <ac:chgData name="White (she/her), Whitney" userId="65f39021-2f1d-4d8b-87dc-b123826f65bf" providerId="ADAL" clId="{97A8789F-27EC-493A-B13E-DB853CC06DF7}" dt="2023-01-25T15:57:06.140" v="127" actId="1076"/>
          <ac:graphicFrameMkLst>
            <pc:docMk/>
            <pc:sldMk cId="498985592" sldId="263"/>
            <ac:graphicFrameMk id="7" creationId="{5FDD475B-C6CC-4B8A-BF1E-CC6CB3E6FF61}"/>
          </ac:graphicFrameMkLst>
        </pc:graphicFrameChg>
      </pc:sldChg>
      <pc:sldChg chg="del">
        <pc:chgData name="White (she/her), Whitney" userId="65f39021-2f1d-4d8b-87dc-b123826f65bf" providerId="ADAL" clId="{97A8789F-27EC-493A-B13E-DB853CC06DF7}" dt="2023-01-25T15:57:09.888" v="128" actId="47"/>
        <pc:sldMkLst>
          <pc:docMk/>
          <pc:sldMk cId="2234076779" sldId="264"/>
        </pc:sldMkLst>
      </pc:sldChg>
      <pc:sldChg chg="del">
        <pc:chgData name="White (she/her), Whitney" userId="65f39021-2f1d-4d8b-87dc-b123826f65bf" providerId="ADAL" clId="{97A8789F-27EC-493A-B13E-DB853CC06DF7}" dt="2023-01-25T15:57:11.200" v="129" actId="47"/>
        <pc:sldMkLst>
          <pc:docMk/>
          <pc:sldMk cId="3746039917" sldId="265"/>
        </pc:sldMkLst>
      </pc:sldChg>
      <pc:sldChg chg="del">
        <pc:chgData name="White (she/her), Whitney" userId="65f39021-2f1d-4d8b-87dc-b123826f65bf" providerId="ADAL" clId="{97A8789F-27EC-493A-B13E-DB853CC06DF7}" dt="2023-01-25T16:01:47.111" v="141" actId="47"/>
        <pc:sldMkLst>
          <pc:docMk/>
          <pc:sldMk cId="2877505278" sldId="266"/>
        </pc:sldMkLst>
      </pc:sldChg>
      <pc:sldChg chg="del">
        <pc:chgData name="White (she/her), Whitney" userId="65f39021-2f1d-4d8b-87dc-b123826f65bf" providerId="ADAL" clId="{97A8789F-27EC-493A-B13E-DB853CC06DF7}" dt="2023-01-25T16:01:47.573" v="142" actId="47"/>
        <pc:sldMkLst>
          <pc:docMk/>
          <pc:sldMk cId="3055683484" sldId="267"/>
        </pc:sldMkLst>
      </pc:sldChg>
      <pc:sldChg chg="modSp add mod">
        <pc:chgData name="White (she/her), Whitney" userId="65f39021-2f1d-4d8b-87dc-b123826f65bf" providerId="ADAL" clId="{97A8789F-27EC-493A-B13E-DB853CC06DF7}" dt="2023-01-25T15:57:26.871" v="133" actId="255"/>
        <pc:sldMkLst>
          <pc:docMk/>
          <pc:sldMk cId="4157156871" sldId="268"/>
        </pc:sldMkLst>
        <pc:graphicFrameChg chg="mod modGraphic">
          <ac:chgData name="White (she/her), Whitney" userId="65f39021-2f1d-4d8b-87dc-b123826f65bf" providerId="ADAL" clId="{97A8789F-27EC-493A-B13E-DB853CC06DF7}" dt="2023-01-25T15:57:26.871" v="133" actId="255"/>
          <ac:graphicFrameMkLst>
            <pc:docMk/>
            <pc:sldMk cId="4157156871" sldId="268"/>
            <ac:graphicFrameMk id="7" creationId="{5FDD475B-C6CC-4B8A-BF1E-CC6CB3E6FF61}"/>
          </ac:graphicFrameMkLst>
        </pc:graphicFrameChg>
      </pc:sldChg>
      <pc:sldChg chg="modSp add mod">
        <pc:chgData name="White (she/her), Whitney" userId="65f39021-2f1d-4d8b-87dc-b123826f65bf" providerId="ADAL" clId="{97A8789F-27EC-493A-B13E-DB853CC06DF7}" dt="2023-01-25T15:57:52.991" v="135" actId="255"/>
        <pc:sldMkLst>
          <pc:docMk/>
          <pc:sldMk cId="818675080" sldId="269"/>
        </pc:sldMkLst>
        <pc:graphicFrameChg chg="mod modGraphic">
          <ac:chgData name="White (she/her), Whitney" userId="65f39021-2f1d-4d8b-87dc-b123826f65bf" providerId="ADAL" clId="{97A8789F-27EC-493A-B13E-DB853CC06DF7}" dt="2023-01-25T15:57:52.991" v="135" actId="255"/>
          <ac:graphicFrameMkLst>
            <pc:docMk/>
            <pc:sldMk cId="818675080" sldId="269"/>
            <ac:graphicFrameMk id="7" creationId="{5FDD475B-C6CC-4B8A-BF1E-CC6CB3E6FF61}"/>
          </ac:graphicFrameMkLst>
        </pc:graphicFrameChg>
      </pc:sldChg>
      <pc:sldChg chg="new del">
        <pc:chgData name="White (she/her), Whitney" userId="65f39021-2f1d-4d8b-87dc-b123826f65bf" providerId="ADAL" clId="{97A8789F-27EC-493A-B13E-DB853CC06DF7}" dt="2023-01-25T15:57:57.447" v="137" actId="680"/>
        <pc:sldMkLst>
          <pc:docMk/>
          <pc:sldMk cId="3626793949" sldId="270"/>
        </pc:sldMkLst>
      </pc:sldChg>
      <pc:sldChg chg="modSp add mod">
        <pc:chgData name="White (she/her), Whitney" userId="65f39021-2f1d-4d8b-87dc-b123826f65bf" providerId="ADAL" clId="{97A8789F-27EC-493A-B13E-DB853CC06DF7}" dt="2023-01-25T15:58:08.941" v="140" actId="255"/>
        <pc:sldMkLst>
          <pc:docMk/>
          <pc:sldMk cId="3968532148" sldId="270"/>
        </pc:sldMkLst>
        <pc:graphicFrameChg chg="mod modGraphic">
          <ac:chgData name="White (she/her), Whitney" userId="65f39021-2f1d-4d8b-87dc-b123826f65bf" providerId="ADAL" clId="{97A8789F-27EC-493A-B13E-DB853CC06DF7}" dt="2023-01-25T15:58:08.941" v="140" actId="255"/>
          <ac:graphicFrameMkLst>
            <pc:docMk/>
            <pc:sldMk cId="3968532148" sldId="270"/>
            <ac:graphicFrameMk id="7" creationId="{5FDD475B-C6CC-4B8A-BF1E-CC6CB3E6FF61}"/>
          </ac:graphicFrameMkLst>
        </pc:graphicFrame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8: Planning for Diverse Learners| Lesson 8.0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UDL Capstone Lesson | Part III</a:t>
            </a:r>
          </a:p>
        </p:txBody>
      </p:sp>
      <p:sp>
        <p:nvSpPr>
          <p:cNvPr id="4" name="TextBox 3">
            <a:extLst>
              <a:ext uri="{FF2B5EF4-FFF2-40B4-BE49-F238E27FC236}">
                <a16:creationId xmlns:a16="http://schemas.microsoft.com/office/drawing/2014/main" id="{4578031C-0A73-76AE-2688-6296B9F00799}"/>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7A, 7F, 10A, 10B</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Deliver a lesson from HQIM that incorporates guidelines for UDL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Give and receive feedback on lesson delivery and use of UDL guidelines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Reflect on the teaching experience and use of the UDL guidelines in the lesson.</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Autofit/>
          </a:bodyPr>
          <a:lstStyle/>
          <a:p>
            <a:pPr marL="0" marR="0" indent="0">
              <a:lnSpc>
                <a:spcPct val="107000"/>
              </a:lnSpc>
              <a:spcBef>
                <a:spcPts val="600"/>
              </a:spcBef>
              <a:spcAft>
                <a:spcPts val="600"/>
              </a:spcAft>
              <a:buNone/>
            </a:pPr>
            <a:r>
              <a:rPr lang="en-US" sz="3200" dirty="0">
                <a:effectLst/>
                <a:latin typeface="Calibri" panose="020F0502020204030204" pitchFamily="34" charset="0"/>
                <a:ea typeface="Calibri" panose="020F0502020204030204" pitchFamily="34" charset="0"/>
                <a:cs typeface="Arial" panose="020B0604020202020204" pitchFamily="34" charset="0"/>
              </a:rPr>
              <a:t>What is the purpose of the UDL guidelines?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sz="3200" dirty="0">
                <a:effectLst/>
                <a:latin typeface="Calibri" panose="020F0502020204030204" pitchFamily="34" charset="0"/>
                <a:ea typeface="Calibri" panose="020F0502020204030204" pitchFamily="34" charset="0"/>
                <a:cs typeface="Arial" panose="020B0604020202020204" pitchFamily="34"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sz="3200" dirty="0">
                <a:effectLst/>
                <a:latin typeface="Calibri" panose="020F0502020204030204" pitchFamily="34" charset="0"/>
                <a:ea typeface="Calibri" panose="020F0502020204030204" pitchFamily="34" charset="0"/>
                <a:cs typeface="Arial" panose="020B0604020202020204" pitchFamily="34" charset="0"/>
              </a:rPr>
              <a:t>What does a teacher need to consider when trying to plan a lesson using the UDL guidelines?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342900" marR="0" lvl="0" indent="-342900">
              <a:lnSpc>
                <a:spcPct val="107000"/>
              </a:lnSpc>
              <a:spcBef>
                <a:spcPts val="600"/>
              </a:spcBef>
              <a:spcAft>
                <a:spcPts val="600"/>
              </a:spcAft>
              <a:buFont typeface="+mj-lt"/>
              <a:buAutoNum type="arabicPeriod"/>
            </a:pPr>
            <a:r>
              <a:rPr lang="en-US" sz="3000" dirty="0">
                <a:effectLst/>
                <a:latin typeface="Calibri" panose="020F0502020204030204" pitchFamily="34" charset="0"/>
                <a:ea typeface="Calibri" panose="020F0502020204030204" pitchFamily="34" charset="0"/>
                <a:cs typeface="Arial" panose="020B0604020202020204" pitchFamily="34" charset="0"/>
              </a:rPr>
              <a:t>Reflect on the lesson planning process and your performance while delivering the lesson. Identify the UDL strategies you used and explain how those strategies support the needs of all the students, including individuals and small subgroups, such as English Language Learners and gifted students. </a:t>
            </a:r>
            <a:endParaRPr lang="en-US" sz="3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mj-lt"/>
              <a:buAutoNum type="arabicPeriod"/>
            </a:pPr>
            <a:r>
              <a:rPr lang="en-US" sz="3000" dirty="0">
                <a:effectLst/>
                <a:latin typeface="Calibri" panose="020F0502020204030204" pitchFamily="34" charset="0"/>
                <a:ea typeface="Calibri" panose="020F0502020204030204" pitchFamily="34" charset="0"/>
                <a:cs typeface="Arial" panose="020B0604020202020204" pitchFamily="34" charset="0"/>
              </a:rPr>
              <a:t>How does the use of these strategies differ from an approach that teaches to the average student?</a:t>
            </a:r>
            <a:endParaRPr lang="en-US" sz="3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75</TotalTime>
  <Words>188</Words>
  <Application>Microsoft Office PowerPoint</Application>
  <PresentationFormat>Widescreen</PresentationFormat>
  <Paragraphs>20</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Symbol</vt:lpstr>
      <vt:lpstr>Office Theme</vt:lpstr>
      <vt:lpstr>Instructional Practices| Unit 8: Planning for Diverse Learners| Lesson 8.0</vt:lpstr>
      <vt:lpstr>TEKS Standards &amp; Objectives</vt:lpstr>
      <vt:lpstr>Bellringer</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8.17:UDL Capstone Lesson | Part III</dc:title>
  <dc:subject>8.17:UDL Capstone Lesson | Part III</dc:subject>
  <dc:creator>Texas Education Agency</dc:creator>
  <cp:lastModifiedBy>London White</cp:lastModifiedBy>
  <cp:revision>2</cp:revision>
  <dcterms:created xsi:type="dcterms:W3CDTF">2022-09-17T16:30:16Z</dcterms:created>
  <dcterms:modified xsi:type="dcterms:W3CDTF">2023-08-31T05:17:55Z</dcterms:modified>
</cp:coreProperties>
</file>
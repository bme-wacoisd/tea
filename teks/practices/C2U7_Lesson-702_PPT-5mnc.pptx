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9" r:id="rId3"/>
    <p:sldId id="258" r:id="rId4"/>
    <p:sldId id="261" r:id="rId5"/>
    <p:sldId id="262" r:id="rId6"/>
    <p:sldId id="263" r:id="rId7"/>
    <p:sldId id="264"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58"/>
            <p14:sldId id="261"/>
            <p14:sldId id="262"/>
            <p14:sldId id="263"/>
            <p14:sldId id="264"/>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26AC27-E180-47F0-A2F9-6B8C60A71876}" v="13" dt="2023-01-17T04:26:33.233"/>
    <p1510:client id="{38F44297-F94C-4991-BC7E-AAD79838D019}" v="4" dt="2023-01-17T03:43:33.9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2"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1D26AC27-E180-47F0-A2F9-6B8C60A71876}"/>
    <pc:docChg chg="undo custSel addSld modSld modSection">
      <pc:chgData name="White (she/her), Whitney" userId="65f39021-2f1d-4d8b-87dc-b123826f65bf" providerId="ADAL" clId="{1D26AC27-E180-47F0-A2F9-6B8C60A71876}" dt="2023-01-17T04:26:33.233" v="377"/>
      <pc:docMkLst>
        <pc:docMk/>
      </pc:docMkLst>
      <pc:sldChg chg="modSp mod">
        <pc:chgData name="White (she/her), Whitney" userId="65f39021-2f1d-4d8b-87dc-b123826f65bf" providerId="ADAL" clId="{1D26AC27-E180-47F0-A2F9-6B8C60A71876}" dt="2023-01-17T04:03:41.356" v="64" actId="20577"/>
        <pc:sldMkLst>
          <pc:docMk/>
          <pc:sldMk cId="1482277026" sldId="256"/>
        </pc:sldMkLst>
        <pc:spChg chg="mod">
          <ac:chgData name="White (she/her), Whitney" userId="65f39021-2f1d-4d8b-87dc-b123826f65bf" providerId="ADAL" clId="{1D26AC27-E180-47F0-A2F9-6B8C60A71876}" dt="2023-01-17T04:03:41.356" v="64" actId="20577"/>
          <ac:spMkLst>
            <pc:docMk/>
            <pc:sldMk cId="1482277026" sldId="256"/>
            <ac:spMk id="2" creationId="{BFFCF5BD-F8FF-4A67-A8B6-EBB21E79279B}"/>
          </ac:spMkLst>
        </pc:spChg>
        <pc:spChg chg="mod">
          <ac:chgData name="White (she/her), Whitney" userId="65f39021-2f1d-4d8b-87dc-b123826f65bf" providerId="ADAL" clId="{1D26AC27-E180-47F0-A2F9-6B8C60A71876}" dt="2023-01-17T04:03:38.182" v="62" actId="20577"/>
          <ac:spMkLst>
            <pc:docMk/>
            <pc:sldMk cId="1482277026" sldId="256"/>
            <ac:spMk id="3" creationId="{E0FBD98F-3A67-498E-8174-652040DD7B60}"/>
          </ac:spMkLst>
        </pc:spChg>
      </pc:sldChg>
      <pc:sldChg chg="addSp delSp modSp mod modClrScheme chgLayout">
        <pc:chgData name="White (she/her), Whitney" userId="65f39021-2f1d-4d8b-87dc-b123826f65bf" providerId="ADAL" clId="{1D26AC27-E180-47F0-A2F9-6B8C60A71876}" dt="2023-01-17T04:11:21.873" v="160" actId="20577"/>
        <pc:sldMkLst>
          <pc:docMk/>
          <pc:sldMk cId="4071305681" sldId="258"/>
        </pc:sldMkLst>
        <pc:spChg chg="mod ord">
          <ac:chgData name="White (she/her), Whitney" userId="65f39021-2f1d-4d8b-87dc-b123826f65bf" providerId="ADAL" clId="{1D26AC27-E180-47F0-A2F9-6B8C60A71876}" dt="2023-01-17T04:10:19.977" v="137" actId="700"/>
          <ac:spMkLst>
            <pc:docMk/>
            <pc:sldMk cId="4071305681" sldId="258"/>
            <ac:spMk id="2" creationId="{2F03F004-EE4F-44F2-AA0E-56B8CFF11342}"/>
          </ac:spMkLst>
        </pc:spChg>
        <pc:spChg chg="mod ord">
          <ac:chgData name="White (she/her), Whitney" userId="65f39021-2f1d-4d8b-87dc-b123826f65bf" providerId="ADAL" clId="{1D26AC27-E180-47F0-A2F9-6B8C60A71876}" dt="2023-01-17T04:11:21.873" v="160" actId="20577"/>
          <ac:spMkLst>
            <pc:docMk/>
            <pc:sldMk cId="4071305681" sldId="258"/>
            <ac:spMk id="3" creationId="{392BE286-77A6-49DD-B15D-7E4718D52FE7}"/>
          </ac:spMkLst>
        </pc:spChg>
        <pc:spChg chg="mod ord">
          <ac:chgData name="White (she/her), Whitney" userId="65f39021-2f1d-4d8b-87dc-b123826f65bf" providerId="ADAL" clId="{1D26AC27-E180-47F0-A2F9-6B8C60A71876}" dt="2023-01-17T04:10:19.977" v="137" actId="700"/>
          <ac:spMkLst>
            <pc:docMk/>
            <pc:sldMk cId="4071305681" sldId="258"/>
            <ac:spMk id="4" creationId="{2DC7D18A-F106-4CA1-A59B-DE4084E585CF}"/>
          </ac:spMkLst>
        </pc:spChg>
        <pc:spChg chg="add del mod ord">
          <ac:chgData name="White (she/her), Whitney" userId="65f39021-2f1d-4d8b-87dc-b123826f65bf" providerId="ADAL" clId="{1D26AC27-E180-47F0-A2F9-6B8C60A71876}" dt="2023-01-17T04:10:19.977" v="137" actId="700"/>
          <ac:spMkLst>
            <pc:docMk/>
            <pc:sldMk cId="4071305681" sldId="258"/>
            <ac:spMk id="5" creationId="{BB355BF8-3E83-49B0-9E7B-A17697BCD73F}"/>
          </ac:spMkLst>
        </pc:spChg>
      </pc:sldChg>
      <pc:sldChg chg="modSp mod">
        <pc:chgData name="White (she/her), Whitney" userId="65f39021-2f1d-4d8b-87dc-b123826f65bf" providerId="ADAL" clId="{1D26AC27-E180-47F0-A2F9-6B8C60A71876}" dt="2023-01-17T04:05:21.446" v="79" actId="255"/>
        <pc:sldMkLst>
          <pc:docMk/>
          <pc:sldMk cId="2772527113" sldId="259"/>
        </pc:sldMkLst>
        <pc:spChg chg="mod">
          <ac:chgData name="White (she/her), Whitney" userId="65f39021-2f1d-4d8b-87dc-b123826f65bf" providerId="ADAL" clId="{1D26AC27-E180-47F0-A2F9-6B8C60A71876}" dt="2023-01-17T04:05:21.446" v="79" actId="255"/>
          <ac:spMkLst>
            <pc:docMk/>
            <pc:sldMk cId="2772527113" sldId="259"/>
            <ac:spMk id="3" creationId="{8CE08C7F-0286-423B-92F7-DEB89F31111A}"/>
          </ac:spMkLst>
        </pc:spChg>
      </pc:sldChg>
      <pc:sldChg chg="modSp mod">
        <pc:chgData name="White (she/her), Whitney" userId="65f39021-2f1d-4d8b-87dc-b123826f65bf" providerId="ADAL" clId="{1D26AC27-E180-47F0-A2F9-6B8C60A71876}" dt="2023-01-17T04:13:08.882" v="234" actId="114"/>
        <pc:sldMkLst>
          <pc:docMk/>
          <pc:sldMk cId="2147408764" sldId="260"/>
        </pc:sldMkLst>
        <pc:spChg chg="mod">
          <ac:chgData name="White (she/her), Whitney" userId="65f39021-2f1d-4d8b-87dc-b123826f65bf" providerId="ADAL" clId="{1D26AC27-E180-47F0-A2F9-6B8C60A71876}" dt="2023-01-17T04:13:08.882" v="234" actId="114"/>
          <ac:spMkLst>
            <pc:docMk/>
            <pc:sldMk cId="2147408764" sldId="260"/>
            <ac:spMk id="3" creationId="{49F2A5AF-3C0B-4968-A438-E435325199EA}"/>
          </ac:spMkLst>
        </pc:spChg>
      </pc:sldChg>
      <pc:sldChg chg="modSp mod">
        <pc:chgData name="White (she/her), Whitney" userId="65f39021-2f1d-4d8b-87dc-b123826f65bf" providerId="ADAL" clId="{1D26AC27-E180-47F0-A2F9-6B8C60A71876}" dt="2023-01-17T04:11:52.981" v="186" actId="255"/>
        <pc:sldMkLst>
          <pc:docMk/>
          <pc:sldMk cId="3054216349" sldId="261"/>
        </pc:sldMkLst>
        <pc:spChg chg="mod">
          <ac:chgData name="White (she/her), Whitney" userId="65f39021-2f1d-4d8b-87dc-b123826f65bf" providerId="ADAL" clId="{1D26AC27-E180-47F0-A2F9-6B8C60A71876}" dt="2023-01-17T04:11:52.981" v="186" actId="255"/>
          <ac:spMkLst>
            <pc:docMk/>
            <pc:sldMk cId="3054216349" sldId="261"/>
            <ac:spMk id="3" creationId="{AE13FDB6-F093-4D9E-B14E-3D7DB894C34C}"/>
          </ac:spMkLst>
        </pc:spChg>
      </pc:sldChg>
      <pc:sldChg chg="addSp delSp modSp new mod modClrScheme modAnim chgLayout">
        <pc:chgData name="White (she/her), Whitney" userId="65f39021-2f1d-4d8b-87dc-b123826f65bf" providerId="ADAL" clId="{1D26AC27-E180-47F0-A2F9-6B8C60A71876}" dt="2023-01-17T04:24:29.305" v="327"/>
        <pc:sldMkLst>
          <pc:docMk/>
          <pc:sldMk cId="697238517" sldId="262"/>
        </pc:sldMkLst>
        <pc:spChg chg="del mod ord">
          <ac:chgData name="White (she/her), Whitney" userId="65f39021-2f1d-4d8b-87dc-b123826f65bf" providerId="ADAL" clId="{1D26AC27-E180-47F0-A2F9-6B8C60A71876}" dt="2023-01-17T04:21:44.716" v="238" actId="700"/>
          <ac:spMkLst>
            <pc:docMk/>
            <pc:sldMk cId="697238517" sldId="262"/>
            <ac:spMk id="2" creationId="{A909BF71-D1BF-47EC-B9BA-893F0375C2F7}"/>
          </ac:spMkLst>
        </pc:spChg>
        <pc:spChg chg="del mod ord">
          <ac:chgData name="White (she/her), Whitney" userId="65f39021-2f1d-4d8b-87dc-b123826f65bf" providerId="ADAL" clId="{1D26AC27-E180-47F0-A2F9-6B8C60A71876}" dt="2023-01-17T04:21:44.716" v="238" actId="700"/>
          <ac:spMkLst>
            <pc:docMk/>
            <pc:sldMk cId="697238517" sldId="262"/>
            <ac:spMk id="3" creationId="{12DF686B-E624-4CFF-B161-8BB8777DE957}"/>
          </ac:spMkLst>
        </pc:spChg>
        <pc:spChg chg="mod ord">
          <ac:chgData name="White (she/her), Whitney" userId="65f39021-2f1d-4d8b-87dc-b123826f65bf" providerId="ADAL" clId="{1D26AC27-E180-47F0-A2F9-6B8C60A71876}" dt="2023-01-17T04:21:44.716" v="238" actId="700"/>
          <ac:spMkLst>
            <pc:docMk/>
            <pc:sldMk cId="697238517" sldId="262"/>
            <ac:spMk id="4" creationId="{2C35843E-3BA8-46E1-8D3A-9B53D71DDA0F}"/>
          </ac:spMkLst>
        </pc:spChg>
        <pc:spChg chg="add mod ord">
          <ac:chgData name="White (she/her), Whitney" userId="65f39021-2f1d-4d8b-87dc-b123826f65bf" providerId="ADAL" clId="{1D26AC27-E180-47F0-A2F9-6B8C60A71876}" dt="2023-01-17T04:22:29.238" v="282" actId="20577"/>
          <ac:spMkLst>
            <pc:docMk/>
            <pc:sldMk cId="697238517" sldId="262"/>
            <ac:spMk id="5" creationId="{DD1D0B7A-1696-46AC-AA77-4A5DD0FFAEB3}"/>
          </ac:spMkLst>
        </pc:spChg>
        <pc:spChg chg="add mod ord">
          <ac:chgData name="White (she/her), Whitney" userId="65f39021-2f1d-4d8b-87dc-b123826f65bf" providerId="ADAL" clId="{1D26AC27-E180-47F0-A2F9-6B8C60A71876}" dt="2023-01-17T04:22:51.239" v="310" actId="207"/>
          <ac:spMkLst>
            <pc:docMk/>
            <pc:sldMk cId="697238517" sldId="262"/>
            <ac:spMk id="6" creationId="{D1BAC79F-1B5F-40AA-8ADF-15DDB87EA8FA}"/>
          </ac:spMkLst>
        </pc:spChg>
        <pc:spChg chg="add mod ord">
          <ac:chgData name="White (she/her), Whitney" userId="65f39021-2f1d-4d8b-87dc-b123826f65bf" providerId="ADAL" clId="{1D26AC27-E180-47F0-A2F9-6B8C60A71876}" dt="2023-01-17T04:22:48.503" v="309" actId="207"/>
          <ac:spMkLst>
            <pc:docMk/>
            <pc:sldMk cId="697238517" sldId="262"/>
            <ac:spMk id="7" creationId="{62FE4A19-E302-4A78-B0CF-23BFEF1EE52F}"/>
          </ac:spMkLst>
        </pc:spChg>
      </pc:sldChg>
      <pc:sldChg chg="modSp new mod modAnim">
        <pc:chgData name="White (she/her), Whitney" userId="65f39021-2f1d-4d8b-87dc-b123826f65bf" providerId="ADAL" clId="{1D26AC27-E180-47F0-A2F9-6B8C60A71876}" dt="2023-01-17T04:24:19.016" v="325"/>
        <pc:sldMkLst>
          <pc:docMk/>
          <pc:sldMk cId="432401867" sldId="263"/>
        </pc:sldMkLst>
        <pc:spChg chg="mod">
          <ac:chgData name="White (she/her), Whitney" userId="65f39021-2f1d-4d8b-87dc-b123826f65bf" providerId="ADAL" clId="{1D26AC27-E180-47F0-A2F9-6B8C60A71876}" dt="2023-01-17T04:23:27.417" v="314" actId="255"/>
          <ac:spMkLst>
            <pc:docMk/>
            <pc:sldMk cId="432401867" sldId="263"/>
            <ac:spMk id="2" creationId="{5132BDEC-80E3-4334-A49E-08B3BD2C7B3F}"/>
          </ac:spMkLst>
        </pc:spChg>
        <pc:spChg chg="mod">
          <ac:chgData name="White (she/her), Whitney" userId="65f39021-2f1d-4d8b-87dc-b123826f65bf" providerId="ADAL" clId="{1D26AC27-E180-47F0-A2F9-6B8C60A71876}" dt="2023-01-17T04:24:01.572" v="319" actId="255"/>
          <ac:spMkLst>
            <pc:docMk/>
            <pc:sldMk cId="432401867" sldId="263"/>
            <ac:spMk id="3" creationId="{A82EAB90-8803-4ABC-B9DB-130DA3F36657}"/>
          </ac:spMkLst>
        </pc:spChg>
      </pc:sldChg>
      <pc:sldChg chg="addSp delSp modSp new mod modClrScheme modAnim chgLayout">
        <pc:chgData name="White (she/her), Whitney" userId="65f39021-2f1d-4d8b-87dc-b123826f65bf" providerId="ADAL" clId="{1D26AC27-E180-47F0-A2F9-6B8C60A71876}" dt="2023-01-17T04:26:33.233" v="377"/>
        <pc:sldMkLst>
          <pc:docMk/>
          <pc:sldMk cId="2854074048" sldId="264"/>
        </pc:sldMkLst>
        <pc:spChg chg="mod ord">
          <ac:chgData name="White (she/her), Whitney" userId="65f39021-2f1d-4d8b-87dc-b123826f65bf" providerId="ADAL" clId="{1D26AC27-E180-47F0-A2F9-6B8C60A71876}" dt="2023-01-17T04:25:11.365" v="346" actId="700"/>
          <ac:spMkLst>
            <pc:docMk/>
            <pc:sldMk cId="2854074048" sldId="264"/>
            <ac:spMk id="2" creationId="{5F8E8657-CAE6-4980-AD04-D0A190049B5E}"/>
          </ac:spMkLst>
        </pc:spChg>
        <pc:spChg chg="del mod ord">
          <ac:chgData name="White (she/her), Whitney" userId="65f39021-2f1d-4d8b-87dc-b123826f65bf" providerId="ADAL" clId="{1D26AC27-E180-47F0-A2F9-6B8C60A71876}" dt="2023-01-17T04:25:11.365" v="346" actId="700"/>
          <ac:spMkLst>
            <pc:docMk/>
            <pc:sldMk cId="2854074048" sldId="264"/>
            <ac:spMk id="3" creationId="{56C7F1C0-F34A-48F4-A742-4EDEDCE2933D}"/>
          </ac:spMkLst>
        </pc:spChg>
        <pc:spChg chg="mod ord">
          <ac:chgData name="White (she/her), Whitney" userId="65f39021-2f1d-4d8b-87dc-b123826f65bf" providerId="ADAL" clId="{1D26AC27-E180-47F0-A2F9-6B8C60A71876}" dt="2023-01-17T04:25:11.365" v="346" actId="700"/>
          <ac:spMkLst>
            <pc:docMk/>
            <pc:sldMk cId="2854074048" sldId="264"/>
            <ac:spMk id="4" creationId="{9A99EBA0-2CA6-43B4-8FA8-2B29AA9B15AD}"/>
          </ac:spMkLst>
        </pc:spChg>
        <pc:spChg chg="add mod ord">
          <ac:chgData name="White (she/her), Whitney" userId="65f39021-2f1d-4d8b-87dc-b123826f65bf" providerId="ADAL" clId="{1D26AC27-E180-47F0-A2F9-6B8C60A71876}" dt="2023-01-17T04:26:23.700" v="375" actId="403"/>
          <ac:spMkLst>
            <pc:docMk/>
            <pc:sldMk cId="2854074048" sldId="264"/>
            <ac:spMk id="5" creationId="{001FDA1F-A5B2-44F3-AC17-7F2EC0DF7E2A}"/>
          </ac:spMkLst>
        </pc:spChg>
        <pc:spChg chg="add mod ord">
          <ac:chgData name="White (she/her), Whitney" userId="65f39021-2f1d-4d8b-87dc-b123826f65bf" providerId="ADAL" clId="{1D26AC27-E180-47F0-A2F9-6B8C60A71876}" dt="2023-01-17T04:26:23.700" v="375" actId="403"/>
          <ac:spMkLst>
            <pc:docMk/>
            <pc:sldMk cId="2854074048" sldId="264"/>
            <ac:spMk id="6" creationId="{6A7CAB81-AF26-475A-BE73-3F97CDC8D38B}"/>
          </ac:spMkLst>
        </pc:spChg>
      </pc:sldChg>
    </pc:docChg>
  </pc:docChgLst>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7: High Leverage Teaching Practices| Lesson 7.02</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Focus on Instructional Outcomes</a:t>
            </a:r>
          </a:p>
        </p:txBody>
      </p:sp>
      <p:sp>
        <p:nvSpPr>
          <p:cNvPr id="4" name="TextBox 3">
            <a:extLst>
              <a:ext uri="{FF2B5EF4-FFF2-40B4-BE49-F238E27FC236}">
                <a16:creationId xmlns:a16="http://schemas.microsoft.com/office/drawing/2014/main" id="{AC54BC6D-51A2-9E74-DE6E-90726999B784}"/>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4B, 6D</a:t>
            </a:r>
          </a:p>
          <a:p>
            <a:pPr marL="0" indent="0">
              <a:buNone/>
            </a:pPr>
            <a:endParaRPr lang="en-US" dirty="0"/>
          </a:p>
          <a:p>
            <a:pPr marL="342900" marR="0" lvl="0" indent="-342900">
              <a:spcBef>
                <a:spcPts val="600"/>
              </a:spcBef>
              <a:spcAft>
                <a:spcPts val="0"/>
              </a:spcAft>
              <a:buFont typeface="Calibri" panose="020F0502020204030204" pitchFamily="34" charset="0"/>
              <a:buChar char="•"/>
            </a:pPr>
            <a:r>
              <a:rPr lang="en-US" dirty="0"/>
              <a:t>The student will:</a:t>
            </a:r>
          </a:p>
          <a:p>
            <a:pPr marL="342900" marR="0" lvl="0" indent="-342900">
              <a:spcBef>
                <a:spcPts val="600"/>
              </a:spcBef>
              <a:spcAft>
                <a:spcPts val="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Describe how focusing on instructional outcomes supports student learning</a:t>
            </a:r>
          </a:p>
          <a:p>
            <a:pPr marL="342900" marR="0" lvl="0" indent="-342900">
              <a:spcBef>
                <a:spcPts val="0"/>
              </a:spcBef>
              <a:spcAft>
                <a:spcPts val="60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Describe the characteristics of quality “I can” statements and how they are used to clarify learning outcomes for students</a:t>
            </a:r>
          </a:p>
          <a:p>
            <a:pPr marL="342900" marR="0" lvl="0" indent="-342900">
              <a:spcBef>
                <a:spcPts val="0"/>
              </a:spcBef>
              <a:spcAft>
                <a:spcPts val="60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Practice and reflect on strategies used to clarify instructional outcomes and ensure students understand the criteria for success</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Students in Ms. Zimmer’s 5</a:t>
            </a:r>
            <a:r>
              <a:rPr lang="en-US" baseline="30000" dirty="0">
                <a:effectLst/>
                <a:latin typeface="Calibri" panose="020F0502020204030204" pitchFamily="34" charset="0"/>
                <a:ea typeface="Calibri" panose="020F0502020204030204" pitchFamily="34" charset="0"/>
                <a:cs typeface="Times New Roman" panose="02020603050405020304" pitchFamily="18" charset="0"/>
              </a:rPr>
              <a:t>th</a:t>
            </a:r>
            <a:r>
              <a:rPr lang="en-US" dirty="0">
                <a:effectLst/>
                <a:latin typeface="Calibri" panose="020F0502020204030204" pitchFamily="34" charset="0"/>
                <a:ea typeface="Calibri" panose="020F0502020204030204" pitchFamily="34" charset="0"/>
                <a:cs typeface="Times New Roman" panose="02020603050405020304" pitchFamily="18" charset="0"/>
              </a:rPr>
              <a:t> grade class sees the information (in your Student Guide) posted on the board.</a:t>
            </a:r>
          </a:p>
          <a:p>
            <a:pPr marL="0" marR="0" indent="0">
              <a:spcBef>
                <a:spcPts val="600"/>
              </a:spcBef>
              <a:spcAft>
                <a:spcPts val="6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 </a:t>
            </a:r>
            <a:br>
              <a:rPr lang="en-US" dirty="0">
                <a:effectLst/>
              </a:rPr>
            </a:br>
            <a:r>
              <a:rPr lang="en-US" dirty="0">
                <a:effectLst/>
                <a:latin typeface="Calibri" panose="020F0502020204030204" pitchFamily="34" charset="0"/>
                <a:ea typeface="Calibri" panose="020F0502020204030204" pitchFamily="34" charset="0"/>
                <a:cs typeface="Times New Roman" panose="02020603050405020304" pitchFamily="18" charset="0"/>
              </a:rPr>
              <a:t>Why did Ms. Zimmer post this information on the board for students to see at the beginning of the class?  How does it help students to understand what they need to know and be able to do in today’s lesson?</a:t>
            </a: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sp>
        <p:nvSpPr>
          <p:cNvPr id="3" name="Content Placeholder 2">
            <a:extLst>
              <a:ext uri="{FF2B5EF4-FFF2-40B4-BE49-F238E27FC236}">
                <a16:creationId xmlns:a16="http://schemas.microsoft.com/office/drawing/2014/main" id="{AE13FDB6-F093-4D9E-B14E-3D7DB894C34C}"/>
              </a:ext>
            </a:extLst>
          </p:cNvPr>
          <p:cNvSpPr>
            <a:spLocks noGrp="1"/>
          </p:cNvSpPr>
          <p:nvPr>
            <p:ph idx="1"/>
          </p:nvPr>
        </p:nvSpPr>
        <p:spPr/>
        <p:txBody>
          <a:bodyPr/>
          <a:lstStyle/>
          <a:p>
            <a:pPr marL="0" indent="0">
              <a:buNone/>
            </a:pPr>
            <a:r>
              <a:rPr lang="en-US" dirty="0"/>
              <a:t>Instructional Outcome: </a:t>
            </a:r>
            <a:r>
              <a:rPr lang="en-US" dirty="0">
                <a:effectLst/>
                <a:latin typeface="Calibri" panose="020F0502020204030204" pitchFamily="34" charset="0"/>
                <a:ea typeface="Calibri" panose="020F0502020204030204" pitchFamily="34" charset="0"/>
                <a:cs typeface="Times New Roman" panose="02020603050405020304" pitchFamily="18" charset="0"/>
              </a:rPr>
              <a:t>Statements that describe the knowledge and skills students should know and be able to do by the end of a lesson</a:t>
            </a: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D1D0B7A-1696-46AC-AA77-4A5DD0FFAEB3}"/>
              </a:ext>
            </a:extLst>
          </p:cNvPr>
          <p:cNvSpPr>
            <a:spLocks noGrp="1"/>
          </p:cNvSpPr>
          <p:nvPr>
            <p:ph type="title"/>
          </p:nvPr>
        </p:nvSpPr>
        <p:spPr/>
        <p:txBody>
          <a:bodyPr/>
          <a:lstStyle/>
          <a:p>
            <a:r>
              <a:rPr lang="en-US" dirty="0"/>
              <a:t>Benefits of Instructional Outcomes</a:t>
            </a:r>
          </a:p>
        </p:txBody>
      </p:sp>
      <p:sp>
        <p:nvSpPr>
          <p:cNvPr id="6" name="Content Placeholder 5">
            <a:extLst>
              <a:ext uri="{FF2B5EF4-FFF2-40B4-BE49-F238E27FC236}">
                <a16:creationId xmlns:a16="http://schemas.microsoft.com/office/drawing/2014/main" id="{D1BAC79F-1B5F-40AA-8ADF-15DDB87EA8FA}"/>
              </a:ext>
            </a:extLst>
          </p:cNvPr>
          <p:cNvSpPr>
            <a:spLocks noGrp="1"/>
          </p:cNvSpPr>
          <p:nvPr>
            <p:ph sz="half" idx="1"/>
          </p:nvPr>
        </p:nvSpPr>
        <p:spPr/>
        <p:txBody>
          <a:bodyPr>
            <a:normAutofit/>
          </a:bodyPr>
          <a:lstStyle/>
          <a:p>
            <a:pPr marL="0" marR="0" indent="0">
              <a:lnSpc>
                <a:spcPct val="107000"/>
              </a:lnSpc>
              <a:spcBef>
                <a:spcPts val="0"/>
              </a:spcBef>
              <a:spcAft>
                <a:spcPts val="800"/>
              </a:spcAft>
              <a:buNone/>
            </a:pPr>
            <a:r>
              <a:rPr lang="en-US" dirty="0">
                <a:effectLst/>
                <a:latin typeface="Calibri" panose="020F0502020204030204" pitchFamily="34" charset="0"/>
                <a:ea typeface="Calibri" panose="020F0502020204030204" pitchFamily="34" charset="0"/>
                <a:cs typeface="Times New Roman" panose="02020603050405020304" pitchFamily="18" charset="0"/>
              </a:rPr>
              <a:t>For Students</a:t>
            </a:r>
          </a:p>
          <a:p>
            <a:pPr marL="342900" marR="0" lvl="0" indent="-342900">
              <a:lnSpc>
                <a:spcPct val="107000"/>
              </a:lnSpc>
              <a:spcBef>
                <a:spcPts val="0"/>
              </a:spcBef>
              <a:spcAft>
                <a:spcPts val="0"/>
              </a:spcAft>
              <a:buFont typeface="Symbol" panose="05050102010706020507" pitchFamily="18" charset="2"/>
              <a:buChar char=""/>
            </a:pPr>
            <a:r>
              <a:rPr lang="en-US" i="1" dirty="0">
                <a:effectLst/>
                <a:latin typeface="Calibri" panose="020F0502020204030204" pitchFamily="34" charset="0"/>
                <a:ea typeface="Calibri" panose="020F0502020204030204" pitchFamily="34" charset="0"/>
                <a:cs typeface="Times New Roman" panose="02020603050405020304" pitchFamily="18" charset="0"/>
              </a:rPr>
              <a:t>Communicates what students need to know and be able to do</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i="1" dirty="0">
                <a:effectLst/>
                <a:latin typeface="Calibri" panose="020F0502020204030204" pitchFamily="34" charset="0"/>
                <a:ea typeface="Calibri" panose="020F0502020204030204" pitchFamily="34" charset="0"/>
                <a:cs typeface="Times New Roman" panose="02020603050405020304" pitchFamily="18" charset="0"/>
              </a:rPr>
              <a:t>Provides criteria for success in instructional tasks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i="1" dirty="0">
                <a:effectLst/>
                <a:latin typeface="Calibri" panose="020F0502020204030204" pitchFamily="34" charset="0"/>
                <a:ea typeface="Calibri" panose="020F0502020204030204" pitchFamily="34" charset="0"/>
                <a:cs typeface="Times New Roman" panose="02020603050405020304" pitchFamily="18" charset="0"/>
              </a:rPr>
              <a:t>Helps to ensure that students are focusing on the most important content</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7" name="Content Placeholder 6">
            <a:extLst>
              <a:ext uri="{FF2B5EF4-FFF2-40B4-BE49-F238E27FC236}">
                <a16:creationId xmlns:a16="http://schemas.microsoft.com/office/drawing/2014/main" id="{62FE4A19-E302-4A78-B0CF-23BFEF1EE52F}"/>
              </a:ext>
            </a:extLst>
          </p:cNvPr>
          <p:cNvSpPr>
            <a:spLocks noGrp="1"/>
          </p:cNvSpPr>
          <p:nvPr>
            <p:ph sz="half" idx="2"/>
          </p:nvPr>
        </p:nvSpPr>
        <p:spPr/>
        <p:txBody>
          <a:bodyPr>
            <a:normAutofit/>
          </a:bodyPr>
          <a:lstStyle/>
          <a:p>
            <a:pPr marL="0" marR="0" indent="0">
              <a:lnSpc>
                <a:spcPct val="107000"/>
              </a:lnSpc>
              <a:spcBef>
                <a:spcPts val="0"/>
              </a:spcBef>
              <a:spcAft>
                <a:spcPts val="800"/>
              </a:spcAft>
              <a:buNone/>
            </a:pPr>
            <a:r>
              <a:rPr lang="en-US" sz="2800" dirty="0">
                <a:effectLst/>
                <a:latin typeface="Calibri" panose="020F0502020204030204" pitchFamily="34" charset="0"/>
                <a:ea typeface="Calibri" panose="020F0502020204030204" pitchFamily="34" charset="0"/>
                <a:cs typeface="Times New Roman" panose="02020603050405020304" pitchFamily="18" charset="0"/>
              </a:rPr>
              <a:t>For Teachers</a:t>
            </a:r>
          </a:p>
          <a:p>
            <a:pPr marL="342900" marR="0" lvl="0" indent="-342900">
              <a:lnSpc>
                <a:spcPct val="107000"/>
              </a:lnSpc>
              <a:spcBef>
                <a:spcPts val="0"/>
              </a:spcBef>
              <a:spcAft>
                <a:spcPts val="0"/>
              </a:spcAft>
              <a:buFont typeface="Symbol" panose="05050102010706020507" pitchFamily="18" charset="2"/>
              <a:buChar char=""/>
            </a:pPr>
            <a:r>
              <a:rPr lang="en-US" sz="2800" i="1" dirty="0">
                <a:effectLst/>
                <a:latin typeface="Calibri" panose="020F0502020204030204" pitchFamily="34" charset="0"/>
                <a:ea typeface="Calibri" panose="020F0502020204030204" pitchFamily="34" charset="0"/>
                <a:cs typeface="Times New Roman" panose="02020603050405020304" pitchFamily="18" charset="0"/>
              </a:rPr>
              <a:t>Helps to make sure activities and practice are aligned to learning outcomes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sz="2800" i="1" dirty="0">
                <a:effectLst/>
                <a:latin typeface="Calibri" panose="020F0502020204030204" pitchFamily="34" charset="0"/>
                <a:ea typeface="Calibri" panose="020F0502020204030204" pitchFamily="34" charset="0"/>
                <a:cs typeface="Times New Roman" panose="02020603050405020304" pitchFamily="18" charset="0"/>
              </a:rPr>
              <a:t>Ensure that all students are challenged by learning outcomes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2C35843E-3BA8-46E1-8D3A-9B53D71DDA0F}"/>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69723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2BDEC-80E3-4334-A49E-08B3BD2C7B3F}"/>
              </a:ext>
            </a:extLst>
          </p:cNvPr>
          <p:cNvSpPr>
            <a:spLocks noGrp="1"/>
          </p:cNvSpPr>
          <p:nvPr>
            <p:ph type="title"/>
          </p:nvPr>
        </p:nvSpPr>
        <p:spPr/>
        <p:txBody>
          <a:bodyPr>
            <a:normAutofit/>
          </a:bodyPr>
          <a:lstStyle/>
          <a:p>
            <a:r>
              <a:rPr lang="en-US" dirty="0">
                <a:effectLst/>
                <a:ea typeface="Calibri" panose="020F0502020204030204" pitchFamily="34" charset="0"/>
                <a:cs typeface="Times New Roman" panose="02020603050405020304" pitchFamily="18" charset="0"/>
              </a:rPr>
              <a:t>4 Ways Teachers Make Instructional Outcomes Clear for Students</a:t>
            </a:r>
            <a:endParaRPr lang="en-US" dirty="0"/>
          </a:p>
        </p:txBody>
      </p:sp>
      <p:sp>
        <p:nvSpPr>
          <p:cNvPr id="3" name="Content Placeholder 2">
            <a:extLst>
              <a:ext uri="{FF2B5EF4-FFF2-40B4-BE49-F238E27FC236}">
                <a16:creationId xmlns:a16="http://schemas.microsoft.com/office/drawing/2014/main" id="{A82EAB90-8803-4ABC-B9DB-130DA3F36657}"/>
              </a:ext>
            </a:extLst>
          </p:cNvPr>
          <p:cNvSpPr>
            <a:spLocks noGrp="1"/>
          </p:cNvSpPr>
          <p:nvPr>
            <p:ph idx="1"/>
          </p:nvPr>
        </p:nvSpPr>
        <p:spPr/>
        <p:txBody>
          <a:bodyPr/>
          <a:lstStyle/>
          <a:p>
            <a:pPr marL="342900" marR="0" lvl="0" indent="-342900">
              <a:spcBef>
                <a:spcPts val="60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Making the instructional outcomes visible for students</a:t>
            </a:r>
          </a:p>
          <a:p>
            <a:pPr marL="342900" marR="0" lvl="0" indent="-342900">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Reviewing instructional outcomes with students at the beginning of the lesson</a:t>
            </a:r>
          </a:p>
          <a:p>
            <a:pPr marL="342900" marR="0" lvl="0" indent="-342900">
              <a:spcBef>
                <a:spcPts val="0"/>
              </a:spcBef>
              <a:spcAft>
                <a:spcPts val="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Returning to the instructional outcomes throughout the lesson as a formative check</a:t>
            </a:r>
          </a:p>
          <a:p>
            <a:pPr marL="342900" marR="0" lvl="0" indent="-342900">
              <a:spcBef>
                <a:spcPts val="0"/>
              </a:spcBef>
              <a:spcAft>
                <a:spcPts val="600"/>
              </a:spcAft>
              <a:buFont typeface="Symbol" panose="05050102010706020507" pitchFamily="18" charset="2"/>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Reviewing the instructional outcomes at the conclusion of the lesson</a:t>
            </a:r>
          </a:p>
          <a:p>
            <a:pPr marL="0" indent="0">
              <a:buNone/>
            </a:pPr>
            <a:endParaRPr lang="en-US" dirty="0"/>
          </a:p>
        </p:txBody>
      </p:sp>
      <p:sp>
        <p:nvSpPr>
          <p:cNvPr id="4" name="Slide Number Placeholder 3">
            <a:extLst>
              <a:ext uri="{FF2B5EF4-FFF2-40B4-BE49-F238E27FC236}">
                <a16:creationId xmlns:a16="http://schemas.microsoft.com/office/drawing/2014/main" id="{EB206C6D-603C-4585-8712-F1A53D8F95BF}"/>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432401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E8657-CAE6-4980-AD04-D0A190049B5E}"/>
              </a:ext>
            </a:extLst>
          </p:cNvPr>
          <p:cNvSpPr>
            <a:spLocks noGrp="1"/>
          </p:cNvSpPr>
          <p:nvPr>
            <p:ph type="title"/>
          </p:nvPr>
        </p:nvSpPr>
        <p:spPr/>
        <p:txBody>
          <a:bodyPr/>
          <a:lstStyle/>
          <a:p>
            <a:r>
              <a:rPr lang="en-US" dirty="0"/>
              <a:t>I Can Statements</a:t>
            </a:r>
          </a:p>
        </p:txBody>
      </p:sp>
      <p:sp>
        <p:nvSpPr>
          <p:cNvPr id="5" name="Content Placeholder 4">
            <a:extLst>
              <a:ext uri="{FF2B5EF4-FFF2-40B4-BE49-F238E27FC236}">
                <a16:creationId xmlns:a16="http://schemas.microsoft.com/office/drawing/2014/main" id="{001FDA1F-A5B2-44F3-AC17-7F2EC0DF7E2A}"/>
              </a:ext>
            </a:extLst>
          </p:cNvPr>
          <p:cNvSpPr>
            <a:spLocks noGrp="1"/>
          </p:cNvSpPr>
          <p:nvPr>
            <p:ph sz="half" idx="1"/>
          </p:nvPr>
        </p:nvSpPr>
        <p:spPr>
          <a:xfrm>
            <a:off x="838200" y="1841500"/>
            <a:ext cx="5181600" cy="4351338"/>
          </a:xfrm>
        </p:spPr>
        <p:txBody>
          <a:bodyPr>
            <a:normAutofit fontScale="62500" lnSpcReduction="20000"/>
          </a:bodyPr>
          <a:lstStyle/>
          <a:p>
            <a:pPr marL="0" marR="0" indent="0">
              <a:lnSpc>
                <a:spcPct val="107000"/>
              </a:lnSpc>
              <a:spcBef>
                <a:spcPts val="200"/>
              </a:spcBef>
              <a:spcAft>
                <a:spcPts val="0"/>
              </a:spcAft>
              <a:buNone/>
            </a:pPr>
            <a:r>
              <a:rPr lang="en-US" sz="4500" b="0" dirty="0">
                <a:effectLst/>
                <a:latin typeface="Calibri" panose="020F0502020204030204" pitchFamily="34" charset="0"/>
                <a:ea typeface="SimSun" panose="02010600030101010101" pitchFamily="2" charset="-122"/>
                <a:cs typeface="Times New Roman" panose="02020603050405020304" pitchFamily="18" charset="0"/>
              </a:rPr>
              <a:t>Characteristics of Quality “I can” statements</a:t>
            </a:r>
            <a:endParaRPr lang="en-US" sz="4500" b="1" dirty="0">
              <a:effectLst/>
              <a:latin typeface="Calibri" panose="020F0502020204030204" pitchFamily="34" charset="0"/>
              <a:ea typeface="SimSun" panose="02010600030101010101" pitchFamily="2" charset="-122"/>
              <a:cs typeface="Times New Roman" panose="02020603050405020304" pitchFamily="18" charset="0"/>
            </a:endParaRPr>
          </a:p>
          <a:p>
            <a:pPr marL="800100" lvl="1" indent="-342900">
              <a:spcBef>
                <a:spcPts val="600"/>
              </a:spcBef>
              <a:buFont typeface="Symbol" panose="05050102010706020507" pitchFamily="18" charset="2"/>
              <a:buChar char=""/>
            </a:pPr>
            <a:r>
              <a:rPr lang="en-US" sz="3800" dirty="0">
                <a:effectLst/>
                <a:latin typeface="Calibri" panose="020F0502020204030204" pitchFamily="34" charset="0"/>
                <a:ea typeface="Calibri" panose="020F0502020204030204" pitchFamily="34" charset="0"/>
                <a:cs typeface="Times New Roman" panose="02020603050405020304" pitchFamily="18" charset="0"/>
              </a:rPr>
              <a:t>Use student-friendly language</a:t>
            </a:r>
          </a:p>
          <a:p>
            <a:pPr marL="800100" lvl="1" indent="-342900">
              <a:spcBef>
                <a:spcPts val="0"/>
              </a:spcBef>
              <a:buFont typeface="Symbol" panose="05050102010706020507" pitchFamily="18" charset="2"/>
              <a:buChar char=""/>
            </a:pPr>
            <a:r>
              <a:rPr lang="en-US" sz="3800" dirty="0">
                <a:effectLst/>
                <a:latin typeface="Calibri" panose="020F0502020204030204" pitchFamily="34" charset="0"/>
                <a:ea typeface="Calibri" panose="020F0502020204030204" pitchFamily="34" charset="0"/>
                <a:cs typeface="Times New Roman" panose="02020603050405020304" pitchFamily="18" charset="0"/>
              </a:rPr>
              <a:t>Focus on one key skill or concept</a:t>
            </a:r>
          </a:p>
          <a:p>
            <a:pPr marL="800100" lvl="1" indent="-342900">
              <a:spcBef>
                <a:spcPts val="0"/>
              </a:spcBef>
              <a:spcAft>
                <a:spcPts val="600"/>
              </a:spcAft>
              <a:buFont typeface="Symbol" panose="05050102010706020507" pitchFamily="18" charset="2"/>
              <a:buChar char=""/>
            </a:pPr>
            <a:r>
              <a:rPr lang="en-US" sz="3800" dirty="0">
                <a:effectLst/>
                <a:latin typeface="Calibri" panose="020F0502020204030204" pitchFamily="34" charset="0"/>
                <a:ea typeface="Calibri" panose="020F0502020204030204" pitchFamily="34" charset="0"/>
                <a:cs typeface="Times New Roman" panose="02020603050405020304" pitchFamily="18" charset="0"/>
              </a:rPr>
              <a:t>Are measurable</a:t>
            </a:r>
          </a:p>
          <a:p>
            <a:endParaRPr lang="en-US" dirty="0"/>
          </a:p>
        </p:txBody>
      </p:sp>
      <p:sp>
        <p:nvSpPr>
          <p:cNvPr id="6" name="Content Placeholder 5">
            <a:extLst>
              <a:ext uri="{FF2B5EF4-FFF2-40B4-BE49-F238E27FC236}">
                <a16:creationId xmlns:a16="http://schemas.microsoft.com/office/drawing/2014/main" id="{6A7CAB81-AF26-475A-BE73-3F97CDC8D38B}"/>
              </a:ext>
            </a:extLst>
          </p:cNvPr>
          <p:cNvSpPr>
            <a:spLocks noGrp="1"/>
          </p:cNvSpPr>
          <p:nvPr>
            <p:ph sz="half" idx="2"/>
          </p:nvPr>
        </p:nvSpPr>
        <p:spPr/>
        <p:txBody>
          <a:bodyPr>
            <a:normAutofit fontScale="62500" lnSpcReduction="20000"/>
          </a:bodyPr>
          <a:lstStyle/>
          <a:p>
            <a:pPr marL="0" marR="0" indent="0">
              <a:lnSpc>
                <a:spcPct val="107000"/>
              </a:lnSpc>
              <a:spcBef>
                <a:spcPts val="0"/>
              </a:spcBef>
              <a:spcAft>
                <a:spcPts val="800"/>
              </a:spcAft>
              <a:buNone/>
            </a:pPr>
            <a:r>
              <a:rPr lang="en-US" sz="4000" dirty="0">
                <a:effectLst/>
                <a:latin typeface="Calibri" panose="020F0502020204030204" pitchFamily="34" charset="0"/>
                <a:ea typeface="Calibri" panose="020F0502020204030204" pitchFamily="34" charset="0"/>
                <a:cs typeface="Times New Roman" panose="02020603050405020304" pitchFamily="18" charset="0"/>
              </a:rPr>
              <a:t>Process for Writing “I can” statements</a:t>
            </a:r>
          </a:p>
          <a:p>
            <a:pPr marL="342900" marR="0" lvl="0" indent="-342900">
              <a:spcBef>
                <a:spcPts val="600"/>
              </a:spcBef>
              <a:spcAft>
                <a:spcPts val="0"/>
              </a:spcAft>
              <a:buFont typeface="+mj-lt"/>
              <a:buAutoNum type="arabicPeriod"/>
            </a:pPr>
            <a:r>
              <a:rPr lang="en-US" sz="4000" i="1" dirty="0">
                <a:effectLst/>
                <a:latin typeface="Calibri" panose="020F0502020204030204" pitchFamily="34" charset="0"/>
                <a:ea typeface="Calibri" panose="020F0502020204030204" pitchFamily="34" charset="0"/>
                <a:cs typeface="Times New Roman" panose="02020603050405020304" pitchFamily="18" charset="0"/>
              </a:rPr>
              <a:t>Start with the standard: Determine what instructional standard you will focus on during the lesson.</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mj-lt"/>
              <a:buAutoNum type="arabicPeriod"/>
            </a:pPr>
            <a:r>
              <a:rPr lang="en-US" sz="4000" i="1" dirty="0">
                <a:effectLst/>
                <a:latin typeface="Calibri" panose="020F0502020204030204" pitchFamily="34" charset="0"/>
                <a:ea typeface="Calibri" panose="020F0502020204030204" pitchFamily="34" charset="0"/>
                <a:cs typeface="Times New Roman" panose="02020603050405020304" pitchFamily="18" charset="0"/>
              </a:rPr>
              <a:t>Break the standard apart in to smaller, measurable skills. Try to keep one skill per “I can” statement.</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600"/>
              </a:spcAft>
              <a:buFont typeface="+mj-lt"/>
              <a:buAutoNum type="arabicPeriod"/>
            </a:pPr>
            <a:r>
              <a:rPr lang="en-US" sz="4000" i="1" dirty="0">
                <a:effectLst/>
                <a:latin typeface="Calibri" panose="020F0502020204030204" pitchFamily="34" charset="0"/>
                <a:ea typeface="Calibri" panose="020F0502020204030204" pitchFamily="34" charset="0"/>
                <a:cs typeface="Times New Roman" panose="02020603050405020304" pitchFamily="18" charset="0"/>
              </a:rPr>
              <a:t>Describe each skill in a statement beginning with the phrase “I can”.  Check to make sure the statement uses language appropriate for the level of students.</a:t>
            </a:r>
            <a:endParaRPr lang="en-US" sz="40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a:extLst>
              <a:ext uri="{FF2B5EF4-FFF2-40B4-BE49-F238E27FC236}">
                <a16:creationId xmlns:a16="http://schemas.microsoft.com/office/drawing/2014/main" id="{9A99EBA0-2CA6-43B4-8FA8-2B29AA9B15AD}"/>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2854074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normAutofit fontScale="92500" lnSpcReduction="20000"/>
          </a:bodyPr>
          <a:lstStyle/>
          <a:p>
            <a:pPr marL="0" marR="0" indent="0">
              <a:lnSpc>
                <a:spcPct val="107000"/>
              </a:lnSpc>
              <a:spcBef>
                <a:spcPts val="0"/>
              </a:spcBef>
              <a:spcAft>
                <a:spcPts val="800"/>
              </a:spcAft>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Which of the following “I can” statements provided below does NOT meet the criteria for quality “I can” statements? Explain your rationale.</a:t>
            </a:r>
          </a:p>
          <a:p>
            <a:pPr marL="342900" marR="0" lvl="0" indent="-342900">
              <a:lnSpc>
                <a:spcPct val="107000"/>
              </a:lnSpc>
              <a:spcBef>
                <a:spcPts val="0"/>
              </a:spcBef>
              <a:spcAft>
                <a:spcPts val="0"/>
              </a:spcAft>
              <a:buFont typeface="+mj-lt"/>
              <a:buAutoNum type="alphaUcPeriod"/>
            </a:pPr>
            <a:r>
              <a:rPr lang="en-US" sz="2400" i="1" dirty="0">
                <a:effectLst/>
                <a:latin typeface="Calibri" panose="020F0502020204030204" pitchFamily="34" charset="0"/>
                <a:ea typeface="Calibri" panose="020F0502020204030204" pitchFamily="34" charset="0"/>
                <a:cs typeface="Times New Roman" panose="02020603050405020304" pitchFamily="18" charset="0"/>
              </a:rPr>
              <a:t> I can explain a story by referring to details and examples in a text.</a:t>
            </a:r>
          </a:p>
          <a:p>
            <a:pPr marL="342900" marR="0" lvl="0" indent="-342900">
              <a:lnSpc>
                <a:spcPct val="107000"/>
              </a:lnSpc>
              <a:spcBef>
                <a:spcPts val="0"/>
              </a:spcBef>
              <a:spcAft>
                <a:spcPts val="0"/>
              </a:spcAft>
              <a:buFont typeface="+mj-lt"/>
              <a:buAutoNum type="alphaUcPeriod"/>
            </a:pPr>
            <a:r>
              <a:rPr lang="en-US" sz="2400" i="1" dirty="0">
                <a:effectLst/>
                <a:latin typeface="Calibri" panose="020F0502020204030204" pitchFamily="34" charset="0"/>
                <a:ea typeface="Calibri" panose="020F0502020204030204" pitchFamily="34" charset="0"/>
                <a:cs typeface="Times New Roman" panose="02020603050405020304" pitchFamily="18" charset="0"/>
              </a:rPr>
              <a:t>I can add, subtract, multiply and divide decimals to the hundredth’s place using strategies based on place value, the properties of operations, and the relationships between operations.</a:t>
            </a:r>
          </a:p>
          <a:p>
            <a:pPr marL="342900" marR="0" lvl="0" indent="-342900">
              <a:lnSpc>
                <a:spcPct val="107000"/>
              </a:lnSpc>
              <a:spcBef>
                <a:spcPts val="0"/>
              </a:spcBef>
              <a:spcAft>
                <a:spcPts val="0"/>
              </a:spcAft>
              <a:buFont typeface="+mj-lt"/>
              <a:buAutoNum type="alphaUcPeriod"/>
            </a:pPr>
            <a:r>
              <a:rPr lang="en-US" sz="2400" i="1" dirty="0">
                <a:effectLst/>
                <a:latin typeface="Calibri" panose="020F0502020204030204" pitchFamily="34" charset="0"/>
                <a:ea typeface="Calibri" panose="020F0502020204030204" pitchFamily="34" charset="0"/>
                <a:cs typeface="Times New Roman" panose="02020603050405020304" pitchFamily="18" charset="0"/>
              </a:rPr>
              <a:t>I can use three elements in my art to create unity.</a:t>
            </a:r>
          </a:p>
          <a:p>
            <a:pPr marL="342900" marR="0" lvl="0" indent="-342900">
              <a:lnSpc>
                <a:spcPct val="107000"/>
              </a:lnSpc>
              <a:spcBef>
                <a:spcPts val="0"/>
              </a:spcBef>
              <a:spcAft>
                <a:spcPts val="800"/>
              </a:spcAft>
              <a:buFont typeface="+mj-lt"/>
              <a:buAutoNum type="alphaUcPeriod"/>
            </a:pPr>
            <a:r>
              <a:rPr lang="en-US" sz="2400" i="1" dirty="0">
                <a:effectLst/>
                <a:latin typeface="Calibri" panose="020F0502020204030204" pitchFamily="34" charset="0"/>
                <a:ea typeface="Calibri" panose="020F0502020204030204" pitchFamily="34" charset="0"/>
                <a:cs typeface="Times New Roman" panose="02020603050405020304" pitchFamily="18" charset="0"/>
              </a:rPr>
              <a:t>I can identify ways that young plants resemble the parent plant.</a:t>
            </a:r>
          </a:p>
          <a:p>
            <a:pPr marL="0" marR="0" indent="0">
              <a:lnSpc>
                <a:spcPct val="107000"/>
              </a:lnSpc>
              <a:spcBef>
                <a:spcPts val="0"/>
              </a:spcBef>
              <a:spcAft>
                <a:spcPts val="800"/>
              </a:spcAft>
              <a:buNone/>
            </a:pP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What is your rationale?</a:t>
            </a:r>
          </a:p>
          <a:p>
            <a:pPr marL="0" marR="0" indent="0">
              <a:lnSpc>
                <a:spcPct val="107000"/>
              </a:lnSpc>
              <a:spcBef>
                <a:spcPts val="0"/>
              </a:spcBef>
              <a:spcAft>
                <a:spcPts val="800"/>
              </a:spcAft>
              <a:buNone/>
            </a:pPr>
            <a:r>
              <a:rPr lang="en-US" sz="2400" dirty="0">
                <a:effectLst/>
                <a:latin typeface="Calibri" panose="020F0502020204030204" pitchFamily="34" charset="0"/>
                <a:ea typeface="Calibri" panose="020F0502020204030204" pitchFamily="34" charset="0"/>
                <a:cs typeface="Calibri" panose="020F0502020204030204" pitchFamily="34" charset="0"/>
              </a:rPr>
              <a:t>How does using a strategy such as writing “I can” statements help teachers to communicate learning expectations to students?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55</TotalTime>
  <Words>528</Words>
  <Application>Microsoft Office PowerPoint</Application>
  <PresentationFormat>Widescreen</PresentationFormat>
  <Paragraphs>53</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Symbol</vt:lpstr>
      <vt:lpstr>Office Theme</vt:lpstr>
      <vt:lpstr>Instructional Practices| Unit 7: High Leverage Teaching Practices| Lesson 7.02</vt:lpstr>
      <vt:lpstr>TEKS Standards &amp; Objectives</vt:lpstr>
      <vt:lpstr>Bellringer</vt:lpstr>
      <vt:lpstr>Vocabulary</vt:lpstr>
      <vt:lpstr>Benefits of Instructional Outcomes</vt:lpstr>
      <vt:lpstr>4 Ways Teachers Make Instructional Outcomes Clear for Students</vt:lpstr>
      <vt:lpstr>I Can Statements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Focus on Instructional Outcomes</dc:title>
  <dc:subject>Focus on Instructional Outcomes</dc:subject>
  <dc:creator>Texas Education Agency</dc:creator>
  <cp:lastModifiedBy>London White</cp:lastModifiedBy>
  <cp:revision>2</cp:revision>
  <dcterms:created xsi:type="dcterms:W3CDTF">2022-09-17T16:30:16Z</dcterms:created>
  <dcterms:modified xsi:type="dcterms:W3CDTF">2023-08-31T04:57:37Z</dcterms:modified>
</cp:coreProperties>
</file>
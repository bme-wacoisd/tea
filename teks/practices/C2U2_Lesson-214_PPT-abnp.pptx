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4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351B5E-B6F8-4977-A574-9206319CB7AD}" v="1" dt="2023-08-31T01:33:49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A62FCC97-E215-4924-AE16-9CC80E873097}"/>
    <pc:docChg chg="undo custSel delSld modSld">
      <pc:chgData name="White, Whitney" userId="65f39021-2f1d-4d8b-87dc-b123826f65bf" providerId="ADAL" clId="{A62FCC97-E215-4924-AE16-9CC80E873097}" dt="2022-08-03T18:56:40.410" v="393" actId="255"/>
      <pc:docMkLst>
        <pc:docMk/>
      </pc:docMkLst>
      <pc:sldChg chg="modSp mod">
        <pc:chgData name="White, Whitney" userId="65f39021-2f1d-4d8b-87dc-b123826f65bf" providerId="ADAL" clId="{A62FCC97-E215-4924-AE16-9CC80E873097}" dt="2022-08-03T18:43:54.401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A62FCC97-E215-4924-AE16-9CC80E873097}" dt="2022-08-03T18:43:54.401" v="4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A62FCC97-E215-4924-AE16-9CC80E873097}" dt="2022-08-03T18:43:50.838" v="4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A62FCC97-E215-4924-AE16-9CC80E873097}" dt="2022-08-03T18:45:07.804" v="67" actId="403"/>
        <pc:sldMkLst>
          <pc:docMk/>
          <pc:sldMk cId="4071305681" sldId="258"/>
        </pc:sldMkLst>
        <pc:spChg chg="mod">
          <ac:chgData name="White, Whitney" userId="65f39021-2f1d-4d8b-87dc-b123826f65bf" providerId="ADAL" clId="{A62FCC97-E215-4924-AE16-9CC80E873097}" dt="2022-08-03T18:45:07.804" v="67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A62FCC97-E215-4924-AE16-9CC80E873097}" dt="2022-08-03T18:44:55.279" v="63" actId="255"/>
        <pc:sldMkLst>
          <pc:docMk/>
          <pc:sldMk cId="2772527113" sldId="259"/>
        </pc:sldMkLst>
        <pc:spChg chg="mod">
          <ac:chgData name="White, Whitney" userId="65f39021-2f1d-4d8b-87dc-b123826f65bf" providerId="ADAL" clId="{A62FCC97-E215-4924-AE16-9CC80E873097}" dt="2022-08-03T18:44:55.279" v="63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A62FCC97-E215-4924-AE16-9CC80E873097}" dt="2022-08-03T18:56:40.410" v="393" actId="255"/>
        <pc:sldMkLst>
          <pc:docMk/>
          <pc:sldMk cId="2147408764" sldId="260"/>
        </pc:sldMkLst>
        <pc:spChg chg="mod">
          <ac:chgData name="White, Whitney" userId="65f39021-2f1d-4d8b-87dc-b123826f65bf" providerId="ADAL" clId="{A62FCC97-E215-4924-AE16-9CC80E873097}" dt="2022-08-03T18:56:40.410" v="393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A62FCC97-E215-4924-AE16-9CC80E873097}" dt="2022-08-03T18:45:32.558" v="210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A62FCC97-E215-4924-AE16-9CC80E873097}" dt="2022-08-03T18:45:32.558" v="210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A62FCC97-E215-4924-AE16-9CC80E873097}" dt="2022-08-03T18:56:23.409" v="390" actId="47"/>
        <pc:sldMkLst>
          <pc:docMk/>
          <pc:sldMk cId="4170921578" sldId="262"/>
        </pc:sldMkLst>
      </pc:sldChg>
      <pc:sldChg chg="modSp mod modAnim">
        <pc:chgData name="White, Whitney" userId="65f39021-2f1d-4d8b-87dc-b123826f65bf" providerId="ADAL" clId="{A62FCC97-E215-4924-AE16-9CC80E873097}" dt="2022-08-03T18:56:13.447" v="389"/>
        <pc:sldMkLst>
          <pc:docMk/>
          <pc:sldMk cId="1163931679" sldId="263"/>
        </pc:sldMkLst>
        <pc:spChg chg="mod">
          <ac:chgData name="White, Whitney" userId="65f39021-2f1d-4d8b-87dc-b123826f65bf" providerId="ADAL" clId="{A62FCC97-E215-4924-AE16-9CC80E873097}" dt="2022-08-03T18:54:52.855" v="337" actId="20577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A62FCC97-E215-4924-AE16-9CC80E873097}" dt="2022-08-03T18:56:02.316" v="385" actId="11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A62FCC97-E215-4924-AE16-9CC80E873097}" dt="2022-08-03T18:54:39.522" v="317"/>
        <pc:sldMkLst>
          <pc:docMk/>
          <pc:sldMk cId="3493109116" sldId="264"/>
        </pc:sldMkLst>
        <pc:spChg chg="mod">
          <ac:chgData name="White, Whitney" userId="65f39021-2f1d-4d8b-87dc-b123826f65bf" providerId="ADAL" clId="{A62FCC97-E215-4924-AE16-9CC80E873097}" dt="2022-08-03T18:52:24.309" v="279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A62FCC97-E215-4924-AE16-9CC80E873097}" dt="2022-08-03T18:54:16.055" v="312" actId="114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 (she/her), Whitney" userId="65f39021-2f1d-4d8b-87dc-b123826f65bf" providerId="ADAL" clId="{8B351B5E-B6F8-4977-A574-9206319CB7AD}"/>
    <pc:docChg chg="modSld">
      <pc:chgData name="White (she/her), Whitney" userId="65f39021-2f1d-4d8b-87dc-b123826f65bf" providerId="ADAL" clId="{8B351B5E-B6F8-4977-A574-9206319CB7AD}" dt="2023-08-31T01:33:52.626" v="2" actId="1076"/>
      <pc:docMkLst>
        <pc:docMk/>
      </pc:docMkLst>
      <pc:sldChg chg="addSp modSp mod">
        <pc:chgData name="White (she/her), Whitney" userId="65f39021-2f1d-4d8b-87dc-b123826f65bf" providerId="ADAL" clId="{8B351B5E-B6F8-4977-A574-9206319CB7AD}" dt="2023-08-31T01:33:52.626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B351B5E-B6F8-4977-A574-9206319CB7AD}" dt="2023-08-31T01:33:52.626" v="2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8B351B5E-B6F8-4977-A574-9206319CB7AD}" dt="2023-08-31T01:33:49.625" v="1"/>
          <ac:spMkLst>
            <pc:docMk/>
            <pc:sldMk cId="1482277026" sldId="256"/>
            <ac:spMk id="4" creationId="{D6F51DF6-A56A-371B-87E5-948343D40D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A Well-Designed Classroom, Part III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51DF6-A56A-371B-87E5-948343D40D17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</a:rPr>
              <a:t>e</a:t>
            </a:r>
            <a:r>
              <a:rPr lang="en-US" dirty="0">
                <a:effectLst/>
                <a:ea typeface="Times New Roman" panose="02020603050405020304" pitchFamily="18" charset="0"/>
              </a:rPr>
              <a:t>valuate classroom designs for effectiveness </a:t>
            </a: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fontAlgn="base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Calibri" panose="020F0502020204030204" pitchFamily="34" charset="0"/>
              </a:rPr>
              <a:t>design a classroom layout that allows for smooth transitions, whole group discussion, small group work, and access to materials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What design considerations have we already learned about that support students who may be exhibiting behavior challenges in the classroom? 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Calm Down Corner: An area in the classroom that is designated for students to regulate and refocus their emotions if they feel overwhelmed.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Calm Down Corners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It is. . . </a:t>
            </a:r>
            <a:r>
              <a:rPr lang="en-US" sz="8000" i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“</a:t>
            </a: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a designated place where students can go when they are feeling overwhelmed or upset. The purpose is to create a safe space where kids can practice self-regulation skills and work to calm themselves.” 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 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It is not. . . “designed to be used as a punishment. Instead, it is designed to be a space that offers students a break from frustration and stress while they work to recover composure.”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 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 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Purpose: 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 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4400" algn="l"/>
              </a:tabLst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Helps keep students in class as much as possible – even when they are having a hard time. Time in class increases student achievement. 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4400" algn="l"/>
              </a:tabLst>
            </a:pPr>
            <a:endParaRPr lang="en-US" sz="8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Open Sans" panose="020B0606030504020204" pitchFamily="34" charset="0"/>
            </a:endParaRP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914400" algn="l"/>
              </a:tabLst>
            </a:pPr>
            <a:r>
              <a:rPr lang="en-US" sz="80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Helps students learn to control their emotions and learn to self-regulate.</a:t>
            </a:r>
            <a:endParaRPr lang="en-US" sz="8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C84E3-4C09-4253-8964-13B9C34E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Select a spot in your classroom that is not in a high-traffic area. While you don’t need a large space, make sure there is room for a student to move a bit and the area is relatively free from distractions.</a:t>
            </a: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Open Sans" panose="020B0606030504020204" pitchFamily="34" charset="0"/>
            </a:endParaRP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Use a small rug or seating to define the space and create a comfortable spot for students. </a:t>
            </a: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Add a calming box or toolkit with sensory tools and fidgets that can help students refocus and decompress from the stress they were feeling. Consider adding a visual timer if you feel students may be likely to abuse the space. </a:t>
            </a: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Open Sans" panose="020B0606030504020204" pitchFamily="34" charset="0"/>
            </a:endParaRPr>
          </a:p>
          <a:p>
            <a:pPr marL="514350" marR="0" indent="-5143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Add purposeful decorations and signs to help students select and utilize calming strategies.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your classroom design and the feedback provided by your peers.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did you do well?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arenR"/>
            </a:pP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do you need to change for a stronger design?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Words>403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2.14</vt:lpstr>
      <vt:lpstr>TEKS Standards &amp; Objectives</vt:lpstr>
      <vt:lpstr>Bellringer</vt:lpstr>
      <vt:lpstr>Vocabulary</vt:lpstr>
      <vt:lpstr>Calm Down Corners</vt:lpstr>
      <vt:lpstr>Best Practices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2.14: A Well-Designed Classroom, Part III</dc:title>
  <dc:subject>Lesson 2.14: A Well-Designed Classroom, Part III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2023-08-31T01:33:58Z</dcterms:modified>
</cp:coreProperties>
</file>
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322713-440F-4B31-B345-1C3DC5C540BB}" v="1" dt="2023-08-31T01:08:48.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8C94EF3D-043D-4244-B247-F8786FA662A3}"/>
    <pc:docChg chg="delSld modSld">
      <pc:chgData name="White, Whitney" userId="65f39021-2f1d-4d8b-87dc-b123826f65bf" providerId="ADAL" clId="{8C94EF3D-043D-4244-B247-F8786FA662A3}" dt="2022-07-29T06:13:04.004" v="70" actId="20577"/>
      <pc:docMkLst>
        <pc:docMk/>
      </pc:docMkLst>
      <pc:sldChg chg="modSp mod">
        <pc:chgData name="White, Whitney" userId="65f39021-2f1d-4d8b-87dc-b123826f65bf" providerId="ADAL" clId="{8C94EF3D-043D-4244-B247-F8786FA662A3}" dt="2022-07-29T06:13:04.004" v="70" actId="20577"/>
        <pc:sldMkLst>
          <pc:docMk/>
          <pc:sldMk cId="1482277026" sldId="256"/>
        </pc:sldMkLst>
        <pc:spChg chg="mod">
          <ac:chgData name="White, Whitney" userId="65f39021-2f1d-4d8b-87dc-b123826f65bf" providerId="ADAL" clId="{8C94EF3D-043D-4244-B247-F8786FA662A3}" dt="2022-07-29T06:13:04.004" v="70" actId="20577"/>
          <ac:spMkLst>
            <pc:docMk/>
            <pc:sldMk cId="1482277026" sldId="256"/>
            <ac:spMk id="2" creationId="{BFFCF5BD-F8FF-4A67-A8B6-EBB21E79279B}"/>
          </ac:spMkLst>
        </pc:spChg>
        <pc:spChg chg="mod">
          <ac:chgData name="White, Whitney" userId="65f39021-2f1d-4d8b-87dc-b123826f65bf" providerId="ADAL" clId="{8C94EF3D-043D-4244-B247-F8786FA662A3}" dt="2022-07-29T06:12:57.977" v="64" actId="20577"/>
          <ac:spMkLst>
            <pc:docMk/>
            <pc:sldMk cId="1482277026" sldId="256"/>
            <ac:spMk id="3" creationId="{E0FBD98F-3A67-498E-8174-652040DD7B60}"/>
          </ac:spMkLst>
        </pc:spChg>
      </pc:sldChg>
      <pc:sldChg chg="modSp mod">
        <pc:chgData name="White, Whitney" userId="65f39021-2f1d-4d8b-87dc-b123826f65bf" providerId="ADAL" clId="{8C94EF3D-043D-4244-B247-F8786FA662A3}" dt="2022-07-29T06:12:00.436" v="24" actId="403"/>
        <pc:sldMkLst>
          <pc:docMk/>
          <pc:sldMk cId="4071305681" sldId="258"/>
        </pc:sldMkLst>
        <pc:spChg chg="mod">
          <ac:chgData name="White, Whitney" userId="65f39021-2f1d-4d8b-87dc-b123826f65bf" providerId="ADAL" clId="{8C94EF3D-043D-4244-B247-F8786FA662A3}" dt="2022-07-29T06:12:00.436" v="24" actId="403"/>
          <ac:spMkLst>
            <pc:docMk/>
            <pc:sldMk cId="4071305681" sldId="258"/>
            <ac:spMk id="3" creationId="{392BE286-77A6-49DD-B15D-7E4718D52FE7}"/>
          </ac:spMkLst>
        </pc:spChg>
      </pc:sldChg>
      <pc:sldChg chg="modSp mod">
        <pc:chgData name="White, Whitney" userId="65f39021-2f1d-4d8b-87dc-b123826f65bf" providerId="ADAL" clId="{8C94EF3D-043D-4244-B247-F8786FA662A3}" dt="2022-07-29T06:11:46.644" v="20" actId="255"/>
        <pc:sldMkLst>
          <pc:docMk/>
          <pc:sldMk cId="2772527113" sldId="259"/>
        </pc:sldMkLst>
        <pc:spChg chg="mod">
          <ac:chgData name="White, Whitney" userId="65f39021-2f1d-4d8b-87dc-b123826f65bf" providerId="ADAL" clId="{8C94EF3D-043D-4244-B247-F8786FA662A3}" dt="2022-07-29T06:11:46.644" v="20" actId="255"/>
          <ac:spMkLst>
            <pc:docMk/>
            <pc:sldMk cId="2772527113" sldId="259"/>
            <ac:spMk id="3" creationId="{8CE08C7F-0286-423B-92F7-DEB89F31111A}"/>
          </ac:spMkLst>
        </pc:spChg>
      </pc:sldChg>
      <pc:sldChg chg="modSp mod">
        <pc:chgData name="White, Whitney" userId="65f39021-2f1d-4d8b-87dc-b123826f65bf" providerId="ADAL" clId="{8C94EF3D-043D-4244-B247-F8786FA662A3}" dt="2022-07-29T06:12:43.923" v="32" actId="255"/>
        <pc:sldMkLst>
          <pc:docMk/>
          <pc:sldMk cId="2147408764" sldId="260"/>
        </pc:sldMkLst>
        <pc:spChg chg="mod">
          <ac:chgData name="White, Whitney" userId="65f39021-2f1d-4d8b-87dc-b123826f65bf" providerId="ADAL" clId="{8C94EF3D-043D-4244-B247-F8786FA662A3}" dt="2022-07-29T06:12:43.923" v="32" actId="255"/>
          <ac:spMkLst>
            <pc:docMk/>
            <pc:sldMk cId="2147408764" sldId="260"/>
            <ac:spMk id="3" creationId="{49F2A5AF-3C0B-4968-A438-E435325199EA}"/>
          </ac:spMkLst>
        </pc:spChg>
      </pc:sldChg>
      <pc:sldChg chg="del">
        <pc:chgData name="White, Whitney" userId="65f39021-2f1d-4d8b-87dc-b123826f65bf" providerId="ADAL" clId="{8C94EF3D-043D-4244-B247-F8786FA662A3}" dt="2022-07-29T06:12:05.244" v="25" actId="2696"/>
        <pc:sldMkLst>
          <pc:docMk/>
          <pc:sldMk cId="3054216349" sldId="261"/>
        </pc:sldMkLst>
      </pc:sldChg>
      <pc:sldChg chg="del">
        <pc:chgData name="White, Whitney" userId="65f39021-2f1d-4d8b-87dc-b123826f65bf" providerId="ADAL" clId="{8C94EF3D-043D-4244-B247-F8786FA662A3}" dt="2022-07-29T06:12:23.949" v="28" actId="47"/>
        <pc:sldMkLst>
          <pc:docMk/>
          <pc:sldMk cId="4170921578" sldId="262"/>
        </pc:sldMkLst>
      </pc:sldChg>
      <pc:sldChg chg="del">
        <pc:chgData name="White, Whitney" userId="65f39021-2f1d-4d8b-87dc-b123826f65bf" providerId="ADAL" clId="{8C94EF3D-043D-4244-B247-F8786FA662A3}" dt="2022-07-29T06:12:23.427" v="27" actId="47"/>
        <pc:sldMkLst>
          <pc:docMk/>
          <pc:sldMk cId="1163931679" sldId="263"/>
        </pc:sldMkLst>
      </pc:sldChg>
      <pc:sldChg chg="del">
        <pc:chgData name="White, Whitney" userId="65f39021-2f1d-4d8b-87dc-b123826f65bf" providerId="ADAL" clId="{8C94EF3D-043D-4244-B247-F8786FA662A3}" dt="2022-07-29T06:12:23.043" v="26" actId="47"/>
        <pc:sldMkLst>
          <pc:docMk/>
          <pc:sldMk cId="3493109116" sldId="264"/>
        </pc:sldMkLst>
      </pc:sldChg>
    </pc:docChg>
  </pc:docChgLst>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01322713-440F-4B31-B345-1C3DC5C540BB}"/>
    <pc:docChg chg="modSld">
      <pc:chgData name="White (she/her), Whitney" userId="65f39021-2f1d-4d8b-87dc-b123826f65bf" providerId="ADAL" clId="{01322713-440F-4B31-B345-1C3DC5C540BB}" dt="2023-08-31T01:08:51.097" v="2" actId="1076"/>
      <pc:docMkLst>
        <pc:docMk/>
      </pc:docMkLst>
      <pc:sldChg chg="addSp modSp mod">
        <pc:chgData name="White (she/her), Whitney" userId="65f39021-2f1d-4d8b-87dc-b123826f65bf" providerId="ADAL" clId="{01322713-440F-4B31-B345-1C3DC5C540BB}" dt="2023-08-31T01:08:51.097" v="2" actId="1076"/>
        <pc:sldMkLst>
          <pc:docMk/>
          <pc:sldMk cId="1482277026" sldId="256"/>
        </pc:sldMkLst>
        <pc:spChg chg="mod">
          <ac:chgData name="White (she/her), Whitney" userId="65f39021-2f1d-4d8b-87dc-b123826f65bf" providerId="ADAL" clId="{01322713-440F-4B31-B345-1C3DC5C540BB}" dt="2023-08-31T01:08:47.536" v="0" actId="1076"/>
          <ac:spMkLst>
            <pc:docMk/>
            <pc:sldMk cId="1482277026" sldId="256"/>
            <ac:spMk id="2" creationId="{BFFCF5BD-F8FF-4A67-A8B6-EBB21E79279B}"/>
          </ac:spMkLst>
        </pc:spChg>
        <pc:spChg chg="add mod">
          <ac:chgData name="White (she/her), Whitney" userId="65f39021-2f1d-4d8b-87dc-b123826f65bf" providerId="ADAL" clId="{01322713-440F-4B31-B345-1C3DC5C540BB}" dt="2023-08-31T01:08:51.097" v="2" actId="1076"/>
          <ac:spMkLst>
            <pc:docMk/>
            <pc:sldMk cId="1482277026" sldId="256"/>
            <ac:spMk id="4" creationId="{25681DE9-54FC-F1A5-D9A5-6D0C1C9718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Instructional Practices | Unit 1: Building an Effective Classroom | Classroom Culture| Lesson 1.14</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Systems and Routines</a:t>
            </a:r>
          </a:p>
        </p:txBody>
      </p:sp>
      <p:sp>
        <p:nvSpPr>
          <p:cNvPr id="4" name="TextBox 3">
            <a:extLst>
              <a:ext uri="{FF2B5EF4-FFF2-40B4-BE49-F238E27FC236}">
                <a16:creationId xmlns:a16="http://schemas.microsoft.com/office/drawing/2014/main" id="{25681DE9-54FC-F1A5-D9A5-6D0C1C9718A3}"/>
              </a:ext>
            </a:extLst>
          </p:cNvPr>
          <p:cNvSpPr txBox="1"/>
          <p:nvPr/>
        </p:nvSpPr>
        <p:spPr>
          <a:xfrm>
            <a:off x="-88472" y="6430161"/>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 </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e</a:t>
            </a:r>
            <a:r>
              <a:rPr lang="en-US" dirty="0">
                <a:effectLst/>
                <a:latin typeface="Calibri" panose="020F0502020204030204" pitchFamily="34" charset="0"/>
                <a:ea typeface="Calibri" panose="020F0502020204030204" pitchFamily="34" charset="0"/>
                <a:cs typeface="Times New Roman" panose="02020603050405020304" pitchFamily="18" charset="0"/>
              </a:rPr>
              <a:t>ngage “students” in deliberate practice of a routine</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Arial" panose="020B0604020202020204" pitchFamily="34" charset="0"/>
              </a:rPr>
              <a:t>r</a:t>
            </a:r>
            <a:r>
              <a:rPr lang="en-US" dirty="0">
                <a:effectLst/>
                <a:latin typeface="Calibri" panose="020F0502020204030204" pitchFamily="34" charset="0"/>
                <a:ea typeface="Calibri" panose="020F0502020204030204" pitchFamily="34" charset="0"/>
                <a:cs typeface="Arial" panose="020B0604020202020204" pitchFamily="34" charset="0"/>
              </a:rPr>
              <a:t>eflect on implementation of the roll-out including the roll-out speech and the deliberate practice</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Review the completed Feedback Rubrics that you received from your group members during our last class. Do you have any clarifying questions for your peers? What is the most important piece of feedback you received?</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Imagine you are talking to a brand-new teacher a few days before the first day of school. What would you tell this teacher about the importance of implementing systems and routines in his/her classroom? </a:t>
            </a:r>
          </a:p>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What tips would you provide about how to get it right in the first weeks of school?</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TotalTime>
  <Words>173</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Instructional Practices | Unit 1: Building an Effective Classroom | Classroom Culture| Lesson 1.14</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1.14: Rolling Out Systems and Routines</dc:title>
  <dc:subject>Lesson 1.14: Rolling Out Systems and Routines</dc:subject>
  <dc:creator>Texas Education Agency</dc:creator>
  <cp:lastModifiedBy>White (she/her), Whitney</cp:lastModifiedBy>
  <cp:revision>3</cp:revision>
  <dcterms:created xsi:type="dcterms:W3CDTF">2022-05-09T19:40:20Z</dcterms:created>
  <dcterms:modified xsi:type="dcterms:W3CDTF">2023-08-31T01:09:00Z</dcterms:modified>
</cp:coreProperties>
</file>
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1" r:id="rId4"/>
    <p:sldId id="258" r:id="rId5"/>
    <p:sldId id="264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14CAF1-B74B-4969-890A-E1214DD06684}" v="2" dt="2022-09-18T04:30:59.0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4E14CAF1-B74B-4969-890A-E1214DD06684}"/>
    <pc:docChg chg="undo custSel delSld modSld sldOrd">
      <pc:chgData name="White (she/her), Whitney" userId="65f39021-2f1d-4d8b-87dc-b123826f65bf" providerId="ADAL" clId="{4E14CAF1-B74B-4969-890A-E1214DD06684}" dt="2022-09-18T04:34:43.189" v="1382" actId="255"/>
      <pc:docMkLst>
        <pc:docMk/>
      </pc:docMkLst>
      <pc:sldChg chg="modSp mod">
        <pc:chgData name="White (she/her), Whitney" userId="65f39021-2f1d-4d8b-87dc-b123826f65bf" providerId="ADAL" clId="{4E14CAF1-B74B-4969-890A-E1214DD06684}" dt="2022-09-18T04:26:02.071" v="5" actId="13926"/>
        <pc:sldMkLst>
          <pc:docMk/>
          <pc:sldMk cId="1482277026" sldId="256"/>
        </pc:sldMkLst>
        <pc:spChg chg="mod">
          <ac:chgData name="White (she/her), Whitney" userId="65f39021-2f1d-4d8b-87dc-b123826f65bf" providerId="ADAL" clId="{4E14CAF1-B74B-4969-890A-E1214DD06684}" dt="2022-09-18T04:26:02.071" v="5" actId="1392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4E14CAF1-B74B-4969-890A-E1214DD06684}" dt="2022-09-18T04:25:59.957" v="4" actId="13926"/>
          <ac:spMkLst>
            <pc:docMk/>
            <pc:sldMk cId="1482277026" sldId="256"/>
            <ac:spMk id="3" creationId="{E0FBD98F-3A67-498E-8174-652040DD7B60}"/>
          </ac:spMkLst>
        </pc:spChg>
      </pc:sldChg>
      <pc:sldChg chg="addSp delSp modSp mod modClrScheme chgLayout">
        <pc:chgData name="White (she/her), Whitney" userId="65f39021-2f1d-4d8b-87dc-b123826f65bf" providerId="ADAL" clId="{4E14CAF1-B74B-4969-890A-E1214DD06684}" dt="2022-09-18T04:30:39.370" v="908" actId="313"/>
        <pc:sldMkLst>
          <pc:docMk/>
          <pc:sldMk cId="4071305681" sldId="258"/>
        </pc:sldMkLst>
        <pc:spChg chg="mod ord">
          <ac:chgData name="White (she/her), Whitney" userId="65f39021-2f1d-4d8b-87dc-b123826f65bf" providerId="ADAL" clId="{4E14CAF1-B74B-4969-890A-E1214DD06684}" dt="2022-09-18T04:28:36.299" v="228" actId="20577"/>
          <ac:spMkLst>
            <pc:docMk/>
            <pc:sldMk cId="4071305681" sldId="258"/>
            <ac:spMk id="2" creationId="{2F03F004-EE4F-44F2-AA0E-56B8CFF11342}"/>
          </ac:spMkLst>
        </pc:spChg>
        <pc:spChg chg="del mod">
          <ac:chgData name="White (she/her), Whitney" userId="65f39021-2f1d-4d8b-87dc-b123826f65bf" providerId="ADAL" clId="{4E14CAF1-B74B-4969-890A-E1214DD06684}" dt="2022-09-18T04:27:12.832" v="190"/>
          <ac:spMkLst>
            <pc:docMk/>
            <pc:sldMk cId="4071305681" sldId="258"/>
            <ac:spMk id="3" creationId="{392BE286-77A6-49DD-B15D-7E4718D52FE7}"/>
          </ac:spMkLst>
        </pc:spChg>
        <pc:spChg chg="mod ord">
          <ac:chgData name="White (she/her), Whitney" userId="65f39021-2f1d-4d8b-87dc-b123826f65bf" providerId="ADAL" clId="{4E14CAF1-B74B-4969-890A-E1214DD06684}" dt="2022-09-18T04:28:30.510" v="211" actId="700"/>
          <ac:spMkLst>
            <pc:docMk/>
            <pc:sldMk cId="4071305681" sldId="258"/>
            <ac:spMk id="4" creationId="{2DC7D18A-F106-4CA1-A59B-DE4084E585CF}"/>
          </ac:spMkLst>
        </pc:spChg>
        <pc:spChg chg="add del mod ord">
          <ac:chgData name="White (she/her), Whitney" userId="65f39021-2f1d-4d8b-87dc-b123826f65bf" providerId="ADAL" clId="{4E14CAF1-B74B-4969-890A-E1214DD06684}" dt="2022-09-18T04:28:30.510" v="211" actId="700"/>
          <ac:spMkLst>
            <pc:docMk/>
            <pc:sldMk cId="4071305681" sldId="258"/>
            <ac:spMk id="7" creationId="{B25A3B1A-B76B-4A69-AA69-F64D5ABBAD9F}"/>
          </ac:spMkLst>
        </pc:spChg>
        <pc:spChg chg="add mod ord">
          <ac:chgData name="White (she/her), Whitney" userId="65f39021-2f1d-4d8b-87dc-b123826f65bf" providerId="ADAL" clId="{4E14CAF1-B74B-4969-890A-E1214DD06684}" dt="2022-09-18T04:30:32.235" v="881" actId="27636"/>
          <ac:spMkLst>
            <pc:docMk/>
            <pc:sldMk cId="4071305681" sldId="258"/>
            <ac:spMk id="8" creationId="{8052B1D0-C886-4E99-92A6-7CF38266F7AC}"/>
          </ac:spMkLst>
        </pc:spChg>
        <pc:spChg chg="add mod ord">
          <ac:chgData name="White (she/her), Whitney" userId="65f39021-2f1d-4d8b-87dc-b123826f65bf" providerId="ADAL" clId="{4E14CAF1-B74B-4969-890A-E1214DD06684}" dt="2022-09-18T04:30:39.370" v="908" actId="313"/>
          <ac:spMkLst>
            <pc:docMk/>
            <pc:sldMk cId="4071305681" sldId="258"/>
            <ac:spMk id="9" creationId="{C37BE897-834C-4075-B69F-2BA3B2DE3D8B}"/>
          </ac:spMkLst>
        </pc:spChg>
        <pc:graphicFrameChg chg="add del mod modGraphic">
          <ac:chgData name="White (she/her), Whitney" userId="65f39021-2f1d-4d8b-87dc-b123826f65bf" providerId="ADAL" clId="{4E14CAF1-B74B-4969-890A-E1214DD06684}" dt="2022-09-18T04:28:27.612" v="210" actId="21"/>
          <ac:graphicFrameMkLst>
            <pc:docMk/>
            <pc:sldMk cId="4071305681" sldId="258"/>
            <ac:graphicFrameMk id="5" creationId="{C4EE21F6-1B02-40AF-9244-CE5D03E8845F}"/>
          </ac:graphicFrameMkLst>
        </pc:graphicFrameChg>
      </pc:sldChg>
      <pc:sldChg chg="modSp mod">
        <pc:chgData name="White (she/her), Whitney" userId="65f39021-2f1d-4d8b-87dc-b123826f65bf" providerId="ADAL" clId="{4E14CAF1-B74B-4969-890A-E1214DD06684}" dt="2022-09-18T04:26:46.811" v="188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4E14CAF1-B74B-4969-890A-E1214DD06684}" dt="2022-09-18T04:26:46.811" v="188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4E14CAF1-B74B-4969-890A-E1214DD06684}" dt="2022-09-18T04:34:43.189" v="1382" actId="255"/>
        <pc:sldMkLst>
          <pc:docMk/>
          <pc:sldMk cId="2147408764" sldId="260"/>
        </pc:sldMkLst>
        <pc:spChg chg="mod">
          <ac:chgData name="White (she/her), Whitney" userId="65f39021-2f1d-4d8b-87dc-b123826f65bf" providerId="ADAL" clId="{4E14CAF1-B74B-4969-890A-E1214DD06684}" dt="2022-09-18T04:34:43.189" v="1382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 ord">
        <pc:chgData name="White (she/her), Whitney" userId="65f39021-2f1d-4d8b-87dc-b123826f65bf" providerId="ADAL" clId="{4E14CAF1-B74B-4969-890A-E1214DD06684}" dt="2022-09-18T04:31:22.824" v="924"/>
        <pc:sldMkLst>
          <pc:docMk/>
          <pc:sldMk cId="3054216349" sldId="261"/>
        </pc:sldMkLst>
        <pc:spChg chg="del mod">
          <ac:chgData name="White (she/her), Whitney" userId="65f39021-2f1d-4d8b-87dc-b123826f65bf" providerId="ADAL" clId="{4E14CAF1-B74B-4969-890A-E1214DD06684}" dt="2022-09-18T04:30:59.044" v="910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 (she/her), Whitney" userId="65f39021-2f1d-4d8b-87dc-b123826f65bf" providerId="ADAL" clId="{4E14CAF1-B74B-4969-890A-E1214DD06684}" dt="2022-09-18T04:31:17.943" v="922" actId="403"/>
          <ac:graphicFrameMkLst>
            <pc:docMk/>
            <pc:sldMk cId="3054216349" sldId="261"/>
            <ac:graphicFrameMk id="5" creationId="{BAD152C3-26C2-476E-A190-65C09B0877B5}"/>
          </ac:graphicFrameMkLst>
        </pc:graphicFrameChg>
      </pc:sldChg>
      <pc:sldChg chg="del">
        <pc:chgData name="White (she/her), Whitney" userId="65f39021-2f1d-4d8b-87dc-b123826f65bf" providerId="ADAL" clId="{4E14CAF1-B74B-4969-890A-E1214DD06684}" dt="2022-09-18T04:34:19.956" v="1378" actId="47"/>
        <pc:sldMkLst>
          <pc:docMk/>
          <pc:sldMk cId="4170921578" sldId="262"/>
        </pc:sldMkLst>
      </pc:sldChg>
      <pc:sldChg chg="del">
        <pc:chgData name="White (she/her), Whitney" userId="65f39021-2f1d-4d8b-87dc-b123826f65bf" providerId="ADAL" clId="{4E14CAF1-B74B-4969-890A-E1214DD06684}" dt="2022-09-18T04:34:19.407" v="1377" actId="47"/>
        <pc:sldMkLst>
          <pc:docMk/>
          <pc:sldMk cId="1163931679" sldId="263"/>
        </pc:sldMkLst>
      </pc:sldChg>
      <pc:sldChg chg="modSp mod">
        <pc:chgData name="White (she/her), Whitney" userId="65f39021-2f1d-4d8b-87dc-b123826f65bf" providerId="ADAL" clId="{4E14CAF1-B74B-4969-890A-E1214DD06684}" dt="2022-09-18T04:33:27.380" v="1376" actId="12"/>
        <pc:sldMkLst>
          <pc:docMk/>
          <pc:sldMk cId="3493109116" sldId="264"/>
        </pc:sldMkLst>
        <pc:spChg chg="mod">
          <ac:chgData name="White (she/her), Whitney" userId="65f39021-2f1d-4d8b-87dc-b123826f65bf" providerId="ADAL" clId="{4E14CAF1-B74B-4969-890A-E1214DD06684}" dt="2022-09-18T04:33:20.236" v="1374" actId="13926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 (she/her), Whitney" userId="65f39021-2f1d-4d8b-87dc-b123826f65bf" providerId="ADAL" clId="{4E14CAF1-B74B-4969-890A-E1214DD06684}" dt="2022-09-18T04:33:27.380" v="1376" actId="12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Putting It All Together | Lesson 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11062F-BE78-C5F6-BA30-1CEA314804B1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Deliver a lesson from HQIM</a:t>
            </a:r>
          </a:p>
          <a:p>
            <a:r>
              <a:rPr lang="en-US" dirty="0"/>
              <a:t>Give and receive feedback on lesson delivery</a:t>
            </a:r>
          </a:p>
          <a:p>
            <a:r>
              <a:rPr lang="en-US" dirty="0"/>
              <a:t>Analyze the alignment of the components of a lesson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AD152C3-26C2-476E-A190-65C09B087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4541687"/>
              </p:ext>
            </p:extLst>
          </p:nvPr>
        </p:nvGraphicFramePr>
        <p:xfrm>
          <a:off x="838200" y="1883959"/>
          <a:ext cx="10515600" cy="412409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13544">
                  <a:extLst>
                    <a:ext uri="{9D8B030D-6E8A-4147-A177-3AD203B41FA5}">
                      <a16:colId xmlns:a16="http://schemas.microsoft.com/office/drawing/2014/main" val="4053618290"/>
                    </a:ext>
                  </a:extLst>
                </a:gridCol>
                <a:gridCol w="7902056">
                  <a:extLst>
                    <a:ext uri="{9D8B030D-6E8A-4147-A177-3AD203B41FA5}">
                      <a16:colId xmlns:a16="http://schemas.microsoft.com/office/drawing/2014/main" val="3487945062"/>
                    </a:ext>
                  </a:extLst>
                </a:gridCol>
              </a:tblGrid>
              <a:tr h="12863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Curriculum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 curriculum is a year-long, standards-based guide of instructional practices, learning experiences, and assessments used to facilitate student learning of grade-level concepts.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2523098241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Objectives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Brief statements that describe what students will be expected to learn by the end of the unit or lesson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2466489086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Assessment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Any tool used to collect, analyze, and respond to information about student understanding of learning targets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3202347065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Lesson Plan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 teacher’s detailed plan for teaching an individual lesson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3403681481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Norms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</a:rPr>
                        <a:t>Agreements adopted by a group for how it will do something together and/or behave together.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308398819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Bellringer: Reviewing Norms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052B1D0-C886-4E99-92A6-7CF38266F7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Norms for Teacher	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Take teaching seriously and stay “in character.”</a:t>
            </a:r>
          </a:p>
          <a:p>
            <a:r>
              <a:rPr lang="en-US" dirty="0"/>
              <a:t>Talk to your students in a grade appropriate way.</a:t>
            </a:r>
          </a:p>
          <a:p>
            <a:r>
              <a:rPr lang="en-US" dirty="0"/>
              <a:t>Take time to prepare.</a:t>
            </a:r>
          </a:p>
          <a:p>
            <a:r>
              <a:rPr lang="en-US" dirty="0"/>
              <a:t>Forgive yourself if at first it seems hard.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7BE897-834C-4075-B69F-2BA3B2DE3D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Norms for Role-Playing Students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Take being a student seriously and stay “in character.”</a:t>
            </a:r>
          </a:p>
          <a:p>
            <a:r>
              <a:rPr lang="en-US" dirty="0"/>
              <a:t>Actively respond to the teachers prompts and questions.</a:t>
            </a:r>
          </a:p>
          <a:p>
            <a:r>
              <a:rPr lang="en-US" dirty="0"/>
              <a:t>Don’t act out or intentionally misbehave.</a:t>
            </a:r>
          </a:p>
          <a:p>
            <a:r>
              <a:rPr lang="en-US" dirty="0"/>
              <a:t>Remember you are a third grader—the content may seem easy to you.</a:t>
            </a:r>
          </a:p>
          <a:p>
            <a:r>
              <a:rPr lang="en-US" dirty="0"/>
              <a:t>Extend kindness to your teacher if, at first, they have trouble taking on the teaching role.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Rehearsal Plan (17 minutes per role play round)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9 minutes: Teach the lesson with the other two classmates acting as the students</a:t>
            </a:r>
          </a:p>
          <a:p>
            <a:r>
              <a:rPr lang="en-US" dirty="0"/>
              <a:t>4 minutes: Record reflections on your experience, using either the teacher reflection table or the student reflection table in your Student Guide</a:t>
            </a:r>
          </a:p>
          <a:p>
            <a:r>
              <a:rPr lang="en-US" dirty="0"/>
              <a:t>2 minutes: Share warm and cool feedback with the teacher</a:t>
            </a:r>
          </a:p>
          <a:p>
            <a:r>
              <a:rPr lang="en-US" dirty="0"/>
              <a:t>2 minutes: Allow the teacher to reflect on teaching the lesson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the alignment of instructional activities to the objective of one of lessons you experienced today as a student by answering the following two questions: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was the lesson’s objective?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did the instructional activities (direct instruction, practice, and formative assessments) align to that objective?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C2U6 Template</Template>
  <TotalTime>10</TotalTime>
  <Words>403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Instructional Practices| Unit 6: Instructional Alignment| Lesson 6.13</vt:lpstr>
      <vt:lpstr>TEKS Standards &amp; Objectives</vt:lpstr>
      <vt:lpstr>Vocabulary</vt:lpstr>
      <vt:lpstr>Bellringer: Reviewing Norms</vt:lpstr>
      <vt:lpstr>Rehearsal Plan (17 minutes per role play round)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Instructional Practices| Unit 6: Instructional Alignment| Lesson 6.XX</dc:title>
  <dc:subject>Lesson X.XX: Title Goes Here</dc:subject>
  <dc:creator>White (she/her), Whitney</dc:creator>
  <cp:lastModifiedBy>London White</cp:lastModifiedBy>
  <cp:revision>3</cp:revision>
  <dcterms:created xsi:type="dcterms:W3CDTF">2022-09-18T02:07:21Z</dcterms:created>
  <dcterms:modified xsi:type="dcterms:W3CDTF">2023-08-31T04:47:39Z</dcterms:modified>
</cp:coreProperties>
</file>
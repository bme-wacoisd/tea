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58" r:id="rId4"/>
    <p:sldId id="264" r:id="rId5"/>
    <p:sldId id="265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D021DD-F7E0-45FE-BE91-7829E7710B79}" v="3" dt="2023-04-10T18:35:01.4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6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, Whitney" userId="65f39021-2f1d-4d8b-87dc-b123826f65bf" providerId="ADAL" clId="{AF78A5FE-F389-4B3D-B9E0-43F597D00737}"/>
    <pc:docChg chg="custSel modSld">
      <pc:chgData name="White, Whitney" userId="65f39021-2f1d-4d8b-87dc-b123826f65bf" providerId="ADAL" clId="{AF78A5FE-F389-4B3D-B9E0-43F597D00737}" dt="2022-08-12T20:53:12.142" v="376"/>
      <pc:docMkLst>
        <pc:docMk/>
      </pc:docMkLst>
      <pc:sldChg chg="modSp mod">
        <pc:chgData name="White, Whitney" userId="65f39021-2f1d-4d8b-87dc-b123826f65bf" providerId="ADAL" clId="{AF78A5FE-F389-4B3D-B9E0-43F597D00737}" dt="2022-08-12T20:51:20.143" v="68" actId="13926"/>
        <pc:sldMkLst>
          <pc:docMk/>
          <pc:sldMk cId="1482277026" sldId="256"/>
        </pc:sldMkLst>
        <pc:spChg chg="mod">
          <ac:chgData name="White, Whitney" userId="65f39021-2f1d-4d8b-87dc-b123826f65bf" providerId="ADAL" clId="{AF78A5FE-F389-4B3D-B9E0-43F597D00737}" dt="2022-08-12T20:51:15.246" v="67" actId="1392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AF78A5FE-F389-4B3D-B9E0-43F597D00737}" dt="2022-08-12T20:51:20.143" v="68" actId="13926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AF78A5FE-F389-4B3D-B9E0-43F597D00737}" dt="2022-08-12T20:51:57.663" v="164" actId="13926"/>
        <pc:sldMkLst>
          <pc:docMk/>
          <pc:sldMk cId="4071305681" sldId="258"/>
        </pc:sldMkLst>
        <pc:spChg chg="mod">
          <ac:chgData name="White, Whitney" userId="65f39021-2f1d-4d8b-87dc-b123826f65bf" providerId="ADAL" clId="{AF78A5FE-F389-4B3D-B9E0-43F597D00737}" dt="2022-08-12T20:51:57.663" v="164" actId="13926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AF78A5FE-F389-4B3D-B9E0-43F597D00737}" dt="2022-08-12T20:51:50.334" v="140" actId="13926"/>
        <pc:sldMkLst>
          <pc:docMk/>
          <pc:sldMk cId="2772527113" sldId="259"/>
        </pc:sldMkLst>
        <pc:spChg chg="mod">
          <ac:chgData name="White, Whitney" userId="65f39021-2f1d-4d8b-87dc-b123826f65bf" providerId="ADAL" clId="{AF78A5FE-F389-4B3D-B9E0-43F597D00737}" dt="2022-08-12T20:51:50.334" v="140" actId="13926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AF78A5FE-F389-4B3D-B9E0-43F597D00737}" dt="2022-08-12T20:53:00.536" v="374" actId="13926"/>
        <pc:sldMkLst>
          <pc:docMk/>
          <pc:sldMk cId="2147408764" sldId="260"/>
        </pc:sldMkLst>
        <pc:spChg chg="mod">
          <ac:chgData name="White, Whitney" userId="65f39021-2f1d-4d8b-87dc-b123826f65bf" providerId="ADAL" clId="{AF78A5FE-F389-4B3D-B9E0-43F597D00737}" dt="2022-08-12T20:53:00.536" v="374" actId="13926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AF78A5FE-F389-4B3D-B9E0-43F597D00737}" dt="2022-08-12T20:52:31.947" v="289" actId="13926"/>
        <pc:sldMkLst>
          <pc:docMk/>
          <pc:sldMk cId="3054216349" sldId="261"/>
        </pc:sldMkLst>
        <pc:spChg chg="mod">
          <ac:chgData name="White, Whitney" userId="65f39021-2f1d-4d8b-87dc-b123826f65bf" providerId="ADAL" clId="{AF78A5FE-F389-4B3D-B9E0-43F597D00737}" dt="2022-08-12T20:52:31.947" v="289" actId="13926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">
        <pc:chgData name="White, Whitney" userId="65f39021-2f1d-4d8b-87dc-b123826f65bf" providerId="ADAL" clId="{AF78A5FE-F389-4B3D-B9E0-43F597D00737}" dt="2022-08-12T20:53:12.142" v="376"/>
        <pc:sldMkLst>
          <pc:docMk/>
          <pc:sldMk cId="4170921578" sldId="262"/>
        </pc:sldMkLst>
        <pc:spChg chg="mod">
          <ac:chgData name="White, Whitney" userId="65f39021-2f1d-4d8b-87dc-b123826f65bf" providerId="ADAL" clId="{AF78A5FE-F389-4B3D-B9E0-43F597D00737}" dt="2022-08-12T20:53:12.142" v="3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AF78A5FE-F389-4B3D-B9E0-43F597D00737}" dt="2022-08-12T20:53:10.980" v="375"/>
        <pc:sldMkLst>
          <pc:docMk/>
          <pc:sldMk cId="1163931679" sldId="263"/>
        </pc:sldMkLst>
        <pc:spChg chg="mod">
          <ac:chgData name="White, Whitney" userId="65f39021-2f1d-4d8b-87dc-b123826f65bf" providerId="ADAL" clId="{AF78A5FE-F389-4B3D-B9E0-43F597D00737}" dt="2022-08-12T20:53:10.980" v="375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AF78A5FE-F389-4B3D-B9E0-43F597D00737}" dt="2022-08-12T20:52:42.719" v="331" actId="13926"/>
        <pc:sldMkLst>
          <pc:docMk/>
          <pc:sldMk cId="3493109116" sldId="264"/>
        </pc:sldMkLst>
        <pc:spChg chg="mod">
          <ac:chgData name="White, Whitney" userId="65f39021-2f1d-4d8b-87dc-b123826f65bf" providerId="ADAL" clId="{AF78A5FE-F389-4B3D-B9E0-43F597D00737}" dt="2022-08-12T20:52:42.719" v="331" actId="1392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Preston, Jennifer" userId="0406a4f8-ec61-4be9-b43b-10a5e470692b" providerId="ADAL" clId="{FBA3C0E9-6EE0-4F2B-921D-C56E1845BFA1}"/>
    <pc:docChg chg="undo custSel addSld modSld">
      <pc:chgData name="Preston, Jennifer" userId="0406a4f8-ec61-4be9-b43b-10a5e470692b" providerId="ADAL" clId="{FBA3C0E9-6EE0-4F2B-921D-C56E1845BFA1}" dt="2023-01-28T19:03:30.187" v="232" actId="948"/>
      <pc:docMkLst>
        <pc:docMk/>
      </pc:docMkLst>
      <pc:sldChg chg="modSp mod">
        <pc:chgData name="Preston, Jennifer" userId="0406a4f8-ec61-4be9-b43b-10a5e470692b" providerId="ADAL" clId="{FBA3C0E9-6EE0-4F2B-921D-C56E1845BFA1}" dt="2023-01-28T18:56:40.462" v="2"/>
        <pc:sldMkLst>
          <pc:docMk/>
          <pc:sldMk cId="1482277026" sldId="256"/>
        </pc:sldMkLst>
        <pc:spChg chg="mod">
          <ac:chgData name="Preston, Jennifer" userId="0406a4f8-ec61-4be9-b43b-10a5e470692b" providerId="ADAL" clId="{FBA3C0E9-6EE0-4F2B-921D-C56E1845BFA1}" dt="2023-01-28T18:56:22.832" v="1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Preston, Jennifer" userId="0406a4f8-ec61-4be9-b43b-10a5e470692b" providerId="ADAL" clId="{FBA3C0E9-6EE0-4F2B-921D-C56E1845BFA1}" dt="2023-01-28T18:56:40.462" v="2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Preston, Jennifer" userId="0406a4f8-ec61-4be9-b43b-10a5e470692b" providerId="ADAL" clId="{FBA3C0E9-6EE0-4F2B-921D-C56E1845BFA1}" dt="2023-01-28T18:57:21.416" v="16"/>
        <pc:sldMkLst>
          <pc:docMk/>
          <pc:sldMk cId="4071305681" sldId="258"/>
        </pc:sldMkLst>
        <pc:spChg chg="mod">
          <ac:chgData name="Preston, Jennifer" userId="0406a4f8-ec61-4be9-b43b-10a5e470692b" providerId="ADAL" clId="{FBA3C0E9-6EE0-4F2B-921D-C56E1845BFA1}" dt="2023-01-28T18:57:21.416" v="16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Preston, Jennifer" userId="0406a4f8-ec61-4be9-b43b-10a5e470692b" providerId="ADAL" clId="{FBA3C0E9-6EE0-4F2B-921D-C56E1845BFA1}" dt="2023-01-28T18:57:07.668" v="15" actId="12"/>
        <pc:sldMkLst>
          <pc:docMk/>
          <pc:sldMk cId="2772527113" sldId="259"/>
        </pc:sldMkLst>
        <pc:spChg chg="mod">
          <ac:chgData name="Preston, Jennifer" userId="0406a4f8-ec61-4be9-b43b-10a5e470692b" providerId="ADAL" clId="{FBA3C0E9-6EE0-4F2B-921D-C56E1845BFA1}" dt="2023-01-28T18:57:07.668" v="15" actId="12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Preston, Jennifer" userId="0406a4f8-ec61-4be9-b43b-10a5e470692b" providerId="ADAL" clId="{FBA3C0E9-6EE0-4F2B-921D-C56E1845BFA1}" dt="2023-01-28T19:02:32.453" v="210" actId="20577"/>
        <pc:sldMkLst>
          <pc:docMk/>
          <pc:sldMk cId="2147408764" sldId="260"/>
        </pc:sldMkLst>
        <pc:spChg chg="mod">
          <ac:chgData name="Preston, Jennifer" userId="0406a4f8-ec61-4be9-b43b-10a5e470692b" providerId="ADAL" clId="{FBA3C0E9-6EE0-4F2B-921D-C56E1845BFA1}" dt="2023-01-28T19:02:01.968" v="200" actId="20577"/>
          <ac:spMkLst>
            <pc:docMk/>
            <pc:sldMk cId="2147408764" sldId="260"/>
            <ac:spMk id="2" creationId="{9AFB837C-3E07-4129-B371-9F5CA97D5605}"/>
          </ac:spMkLst>
        </pc:spChg>
        <pc:spChg chg="mod">
          <ac:chgData name="Preston, Jennifer" userId="0406a4f8-ec61-4be9-b43b-10a5e470692b" providerId="ADAL" clId="{FBA3C0E9-6EE0-4F2B-921D-C56E1845BFA1}" dt="2023-01-28T19:02:32.453" v="210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Preston, Jennifer" userId="0406a4f8-ec61-4be9-b43b-10a5e470692b" providerId="ADAL" clId="{FBA3C0E9-6EE0-4F2B-921D-C56E1845BFA1}" dt="2023-01-28T18:57:54.246" v="21" actId="255"/>
        <pc:sldMkLst>
          <pc:docMk/>
          <pc:sldMk cId="3054216349" sldId="261"/>
        </pc:sldMkLst>
        <pc:graphicFrameChg chg="mod modGraphic">
          <ac:chgData name="Preston, Jennifer" userId="0406a4f8-ec61-4be9-b43b-10a5e470692b" providerId="ADAL" clId="{FBA3C0E9-6EE0-4F2B-921D-C56E1845BFA1}" dt="2023-01-28T18:57:54.246" v="21" actId="255"/>
          <ac:graphicFrameMkLst>
            <pc:docMk/>
            <pc:sldMk cId="3054216349" sldId="261"/>
            <ac:graphicFrameMk id="6" creationId="{4D7AD552-194E-43A8-B343-2596176B6C10}"/>
          </ac:graphicFrameMkLst>
        </pc:graphicFrameChg>
      </pc:sldChg>
      <pc:sldChg chg="addSp delSp modSp mod">
        <pc:chgData name="Preston, Jennifer" userId="0406a4f8-ec61-4be9-b43b-10a5e470692b" providerId="ADAL" clId="{FBA3C0E9-6EE0-4F2B-921D-C56E1845BFA1}" dt="2023-01-28T18:59:20.344" v="107" actId="255"/>
        <pc:sldMkLst>
          <pc:docMk/>
          <pc:sldMk cId="3493109116" sldId="264"/>
        </pc:sldMkLst>
        <pc:spChg chg="mod">
          <ac:chgData name="Preston, Jennifer" userId="0406a4f8-ec61-4be9-b43b-10a5e470692b" providerId="ADAL" clId="{FBA3C0E9-6EE0-4F2B-921D-C56E1845BFA1}" dt="2023-01-28T18:58:37.837" v="81" actId="20577"/>
          <ac:spMkLst>
            <pc:docMk/>
            <pc:sldMk cId="3493109116" sldId="264"/>
            <ac:spMk id="2" creationId="{D7836664-70C0-47BA-9BFF-496A04EBBFDE}"/>
          </ac:spMkLst>
        </pc:spChg>
        <pc:spChg chg="add mod">
          <ac:chgData name="Preston, Jennifer" userId="0406a4f8-ec61-4be9-b43b-10a5e470692b" providerId="ADAL" clId="{FBA3C0E9-6EE0-4F2B-921D-C56E1845BFA1}" dt="2023-01-28T18:59:20.344" v="107" actId="255"/>
          <ac:spMkLst>
            <pc:docMk/>
            <pc:sldMk cId="3493109116" sldId="264"/>
            <ac:spMk id="6" creationId="{19C5131E-1EAA-47E0-B568-992AB23A8362}"/>
          </ac:spMkLst>
        </pc:spChg>
        <pc:graphicFrameChg chg="del">
          <ac:chgData name="Preston, Jennifer" userId="0406a4f8-ec61-4be9-b43b-10a5e470692b" providerId="ADAL" clId="{FBA3C0E9-6EE0-4F2B-921D-C56E1845BFA1}" dt="2023-01-28T18:58:41.257" v="82" actId="478"/>
          <ac:graphicFrameMkLst>
            <pc:docMk/>
            <pc:sldMk cId="3493109116" sldId="264"/>
            <ac:graphicFrameMk id="5" creationId="{DE9D1987-8869-46A7-894F-77470F881C40}"/>
          </ac:graphicFrameMkLst>
        </pc:graphicFrameChg>
      </pc:sldChg>
      <pc:sldChg chg="modSp new mod">
        <pc:chgData name="Preston, Jennifer" userId="0406a4f8-ec61-4be9-b43b-10a5e470692b" providerId="ADAL" clId="{FBA3C0E9-6EE0-4F2B-921D-C56E1845BFA1}" dt="2023-01-28T18:59:56.859" v="124" actId="255"/>
        <pc:sldMkLst>
          <pc:docMk/>
          <pc:sldMk cId="7208277" sldId="265"/>
        </pc:sldMkLst>
        <pc:spChg chg="mod">
          <ac:chgData name="Preston, Jennifer" userId="0406a4f8-ec61-4be9-b43b-10a5e470692b" providerId="ADAL" clId="{FBA3C0E9-6EE0-4F2B-921D-C56E1845BFA1}" dt="2023-01-28T18:59:40.652" v="120" actId="20577"/>
          <ac:spMkLst>
            <pc:docMk/>
            <pc:sldMk cId="7208277" sldId="265"/>
            <ac:spMk id="2" creationId="{D4B39D08-4965-4B04-BF97-E30B218C94CA}"/>
          </ac:spMkLst>
        </pc:spChg>
        <pc:spChg chg="mod">
          <ac:chgData name="Preston, Jennifer" userId="0406a4f8-ec61-4be9-b43b-10a5e470692b" providerId="ADAL" clId="{FBA3C0E9-6EE0-4F2B-921D-C56E1845BFA1}" dt="2023-01-28T18:59:56.859" v="124" actId="255"/>
          <ac:spMkLst>
            <pc:docMk/>
            <pc:sldMk cId="7208277" sldId="265"/>
            <ac:spMk id="3" creationId="{A0290174-9144-4812-B9B1-BA3EB43DC531}"/>
          </ac:spMkLst>
        </pc:spChg>
      </pc:sldChg>
      <pc:sldChg chg="modSp new mod">
        <pc:chgData name="Preston, Jennifer" userId="0406a4f8-ec61-4be9-b43b-10a5e470692b" providerId="ADAL" clId="{FBA3C0E9-6EE0-4F2B-921D-C56E1845BFA1}" dt="2023-01-28T19:00:25.717" v="142" actId="255"/>
        <pc:sldMkLst>
          <pc:docMk/>
          <pc:sldMk cId="3158027851" sldId="266"/>
        </pc:sldMkLst>
        <pc:spChg chg="mod">
          <ac:chgData name="Preston, Jennifer" userId="0406a4f8-ec61-4be9-b43b-10a5e470692b" providerId="ADAL" clId="{FBA3C0E9-6EE0-4F2B-921D-C56E1845BFA1}" dt="2023-01-28T19:00:09.309" v="137" actId="20577"/>
          <ac:spMkLst>
            <pc:docMk/>
            <pc:sldMk cId="3158027851" sldId="266"/>
            <ac:spMk id="2" creationId="{CAB07C0F-5E27-4805-B23E-39AC62FE7EF0}"/>
          </ac:spMkLst>
        </pc:spChg>
        <pc:spChg chg="mod">
          <ac:chgData name="Preston, Jennifer" userId="0406a4f8-ec61-4be9-b43b-10a5e470692b" providerId="ADAL" clId="{FBA3C0E9-6EE0-4F2B-921D-C56E1845BFA1}" dt="2023-01-28T19:00:25.717" v="142" actId="255"/>
          <ac:spMkLst>
            <pc:docMk/>
            <pc:sldMk cId="3158027851" sldId="266"/>
            <ac:spMk id="3" creationId="{82D3BBCB-A561-41AF-BCB1-769F4FF18277}"/>
          </ac:spMkLst>
        </pc:spChg>
      </pc:sldChg>
      <pc:sldChg chg="modSp new mod">
        <pc:chgData name="Preston, Jennifer" userId="0406a4f8-ec61-4be9-b43b-10a5e470692b" providerId="ADAL" clId="{FBA3C0E9-6EE0-4F2B-921D-C56E1845BFA1}" dt="2023-01-28T19:00:56.062" v="160" actId="255"/>
        <pc:sldMkLst>
          <pc:docMk/>
          <pc:sldMk cId="41019662" sldId="267"/>
        </pc:sldMkLst>
        <pc:spChg chg="mod">
          <ac:chgData name="Preston, Jennifer" userId="0406a4f8-ec61-4be9-b43b-10a5e470692b" providerId="ADAL" clId="{FBA3C0E9-6EE0-4F2B-921D-C56E1845BFA1}" dt="2023-01-28T19:00:37.904" v="155" actId="20577"/>
          <ac:spMkLst>
            <pc:docMk/>
            <pc:sldMk cId="41019662" sldId="267"/>
            <ac:spMk id="2" creationId="{94C6B59E-942D-4E45-9E8F-3D9C8A57FAD5}"/>
          </ac:spMkLst>
        </pc:spChg>
        <pc:spChg chg="mod">
          <ac:chgData name="Preston, Jennifer" userId="0406a4f8-ec61-4be9-b43b-10a5e470692b" providerId="ADAL" clId="{FBA3C0E9-6EE0-4F2B-921D-C56E1845BFA1}" dt="2023-01-28T19:00:56.062" v="160" actId="255"/>
          <ac:spMkLst>
            <pc:docMk/>
            <pc:sldMk cId="41019662" sldId="267"/>
            <ac:spMk id="3" creationId="{0E0D4D3B-8524-40B7-9301-DE045B8FEFE0}"/>
          </ac:spMkLst>
        </pc:spChg>
      </pc:sldChg>
      <pc:sldChg chg="modSp add mod">
        <pc:chgData name="Preston, Jennifer" userId="0406a4f8-ec61-4be9-b43b-10a5e470692b" providerId="ADAL" clId="{FBA3C0E9-6EE0-4F2B-921D-C56E1845BFA1}" dt="2023-01-28T19:03:30.187" v="232" actId="948"/>
        <pc:sldMkLst>
          <pc:docMk/>
          <pc:sldMk cId="1158100260" sldId="268"/>
        </pc:sldMkLst>
        <pc:spChg chg="mod">
          <ac:chgData name="Preston, Jennifer" userId="0406a4f8-ec61-4be9-b43b-10a5e470692b" providerId="ADAL" clId="{FBA3C0E9-6EE0-4F2B-921D-C56E1845BFA1}" dt="2023-01-28T19:02:22.456" v="206" actId="20577"/>
          <ac:spMkLst>
            <pc:docMk/>
            <pc:sldMk cId="1158100260" sldId="268"/>
            <ac:spMk id="2" creationId="{9AFB837C-3E07-4129-B371-9F5CA97D5605}"/>
          </ac:spMkLst>
        </pc:spChg>
        <pc:spChg chg="mod">
          <ac:chgData name="Preston, Jennifer" userId="0406a4f8-ec61-4be9-b43b-10a5e470692b" providerId="ADAL" clId="{FBA3C0E9-6EE0-4F2B-921D-C56E1845BFA1}" dt="2023-01-28T19:03:30.187" v="232" actId="948"/>
          <ac:spMkLst>
            <pc:docMk/>
            <pc:sldMk cId="1158100260" sldId="268"/>
            <ac:spMk id="3" creationId="{49F2A5AF-3C0B-4968-A438-E435325199EA}"/>
          </ac:spMkLst>
        </pc:spChg>
      </pc:sldChg>
    </pc:docChg>
  </pc:docChgLst>
  <pc:docChgLst>
    <pc:chgData name="Preston, Jennifer" userId="0406a4f8-ec61-4be9-b43b-10a5e470692b" providerId="ADAL" clId="{2A8EF213-B2A7-4ECD-B38F-DA6A44F1C3D6}"/>
    <pc:docChg chg="undo custSel delSld modSld">
      <pc:chgData name="Preston, Jennifer" userId="0406a4f8-ec61-4be9-b43b-10a5e470692b" providerId="ADAL" clId="{2A8EF213-B2A7-4ECD-B38F-DA6A44F1C3D6}" dt="2023-01-29T19:00:26.762" v="120" actId="255"/>
      <pc:docMkLst>
        <pc:docMk/>
      </pc:docMkLst>
      <pc:sldChg chg="modSp mod">
        <pc:chgData name="Preston, Jennifer" userId="0406a4f8-ec61-4be9-b43b-10a5e470692b" providerId="ADAL" clId="{2A8EF213-B2A7-4ECD-B38F-DA6A44F1C3D6}" dt="2023-01-29T18:54:56.317" v="2"/>
        <pc:sldMkLst>
          <pc:docMk/>
          <pc:sldMk cId="1482277026" sldId="256"/>
        </pc:sldMkLst>
        <pc:spChg chg="mod">
          <ac:chgData name="Preston, Jennifer" userId="0406a4f8-ec61-4be9-b43b-10a5e470692b" providerId="ADAL" clId="{2A8EF213-B2A7-4ECD-B38F-DA6A44F1C3D6}" dt="2023-01-29T18:54:27.281" v="1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Preston, Jennifer" userId="0406a4f8-ec61-4be9-b43b-10a5e470692b" providerId="ADAL" clId="{2A8EF213-B2A7-4ECD-B38F-DA6A44F1C3D6}" dt="2023-01-29T18:54:56.317" v="2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Preston, Jennifer" userId="0406a4f8-ec61-4be9-b43b-10a5e470692b" providerId="ADAL" clId="{2A8EF213-B2A7-4ECD-B38F-DA6A44F1C3D6}" dt="2023-01-29T18:55:56.604" v="27" actId="12"/>
        <pc:sldMkLst>
          <pc:docMk/>
          <pc:sldMk cId="4071305681" sldId="258"/>
        </pc:sldMkLst>
        <pc:spChg chg="mod">
          <ac:chgData name="Preston, Jennifer" userId="0406a4f8-ec61-4be9-b43b-10a5e470692b" providerId="ADAL" clId="{2A8EF213-B2A7-4ECD-B38F-DA6A44F1C3D6}" dt="2023-01-29T18:55:56.604" v="27" actId="12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Preston, Jennifer" userId="0406a4f8-ec61-4be9-b43b-10a5e470692b" providerId="ADAL" clId="{2A8EF213-B2A7-4ECD-B38F-DA6A44F1C3D6}" dt="2023-01-29T18:55:32.976" v="17" actId="12"/>
        <pc:sldMkLst>
          <pc:docMk/>
          <pc:sldMk cId="2772527113" sldId="259"/>
        </pc:sldMkLst>
        <pc:spChg chg="mod">
          <ac:chgData name="Preston, Jennifer" userId="0406a4f8-ec61-4be9-b43b-10a5e470692b" providerId="ADAL" clId="{2A8EF213-B2A7-4ECD-B38F-DA6A44F1C3D6}" dt="2023-01-29T18:55:32.976" v="17" actId="12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Preston, Jennifer" userId="0406a4f8-ec61-4be9-b43b-10a5e470692b" providerId="ADAL" clId="{2A8EF213-B2A7-4ECD-B38F-DA6A44F1C3D6}" dt="2023-01-29T19:00:26.762" v="120" actId="255"/>
        <pc:sldMkLst>
          <pc:docMk/>
          <pc:sldMk cId="2147408764" sldId="260"/>
        </pc:sldMkLst>
        <pc:spChg chg="mod">
          <ac:chgData name="Preston, Jennifer" userId="0406a4f8-ec61-4be9-b43b-10a5e470692b" providerId="ADAL" clId="{2A8EF213-B2A7-4ECD-B38F-DA6A44F1C3D6}" dt="2023-01-29T18:59:59.304" v="114" actId="20577"/>
          <ac:spMkLst>
            <pc:docMk/>
            <pc:sldMk cId="2147408764" sldId="260"/>
            <ac:spMk id="2" creationId="{9AFB837C-3E07-4129-B371-9F5CA97D5605}"/>
          </ac:spMkLst>
        </pc:spChg>
        <pc:spChg chg="mod">
          <ac:chgData name="Preston, Jennifer" userId="0406a4f8-ec61-4be9-b43b-10a5e470692b" providerId="ADAL" clId="{2A8EF213-B2A7-4ECD-B38F-DA6A44F1C3D6}" dt="2023-01-29T19:00:26.762" v="120" actId="255"/>
          <ac:spMkLst>
            <pc:docMk/>
            <pc:sldMk cId="2147408764" sldId="260"/>
            <ac:spMk id="3" creationId="{49F2A5AF-3C0B-4968-A438-E435325199EA}"/>
          </ac:spMkLst>
        </pc:spChg>
      </pc:sldChg>
      <pc:sldChg chg="del">
        <pc:chgData name="Preston, Jennifer" userId="0406a4f8-ec61-4be9-b43b-10a5e470692b" providerId="ADAL" clId="{2A8EF213-B2A7-4ECD-B38F-DA6A44F1C3D6}" dt="2023-01-29T18:56:05.484" v="28" actId="2696"/>
        <pc:sldMkLst>
          <pc:docMk/>
          <pc:sldMk cId="3054216349" sldId="261"/>
        </pc:sldMkLst>
      </pc:sldChg>
      <pc:sldChg chg="modSp mod">
        <pc:chgData name="Preston, Jennifer" userId="0406a4f8-ec61-4be9-b43b-10a5e470692b" providerId="ADAL" clId="{2A8EF213-B2A7-4ECD-B38F-DA6A44F1C3D6}" dt="2023-01-29T18:56:33.615" v="63" actId="20577"/>
        <pc:sldMkLst>
          <pc:docMk/>
          <pc:sldMk cId="3493109116" sldId="264"/>
        </pc:sldMkLst>
        <pc:spChg chg="mod">
          <ac:chgData name="Preston, Jennifer" userId="0406a4f8-ec61-4be9-b43b-10a5e470692b" providerId="ADAL" clId="{2A8EF213-B2A7-4ECD-B38F-DA6A44F1C3D6}" dt="2023-01-29T18:56:20.954" v="58" actId="20577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Preston, Jennifer" userId="0406a4f8-ec61-4be9-b43b-10a5e470692b" providerId="ADAL" clId="{2A8EF213-B2A7-4ECD-B38F-DA6A44F1C3D6}" dt="2023-01-29T18:56:33.615" v="63" actId="20577"/>
          <ac:spMkLst>
            <pc:docMk/>
            <pc:sldMk cId="3493109116" sldId="264"/>
            <ac:spMk id="6" creationId="{19C5131E-1EAA-47E0-B568-992AB23A8362}"/>
          </ac:spMkLst>
        </pc:spChg>
      </pc:sldChg>
      <pc:sldChg chg="addSp delSp modSp mod">
        <pc:chgData name="Preston, Jennifer" userId="0406a4f8-ec61-4be9-b43b-10a5e470692b" providerId="ADAL" clId="{2A8EF213-B2A7-4ECD-B38F-DA6A44F1C3D6}" dt="2023-01-29T18:59:44.659" v="110" actId="14734"/>
        <pc:sldMkLst>
          <pc:docMk/>
          <pc:sldMk cId="7208277" sldId="265"/>
        </pc:sldMkLst>
        <pc:spChg chg="mod">
          <ac:chgData name="Preston, Jennifer" userId="0406a4f8-ec61-4be9-b43b-10a5e470692b" providerId="ADAL" clId="{2A8EF213-B2A7-4ECD-B38F-DA6A44F1C3D6}" dt="2023-01-29T18:58:45.634" v="92" actId="20577"/>
          <ac:spMkLst>
            <pc:docMk/>
            <pc:sldMk cId="7208277" sldId="265"/>
            <ac:spMk id="2" creationId="{D4B39D08-4965-4B04-BF97-E30B218C94CA}"/>
          </ac:spMkLst>
        </pc:spChg>
        <pc:spChg chg="del mod">
          <ac:chgData name="Preston, Jennifer" userId="0406a4f8-ec61-4be9-b43b-10a5e470692b" providerId="ADAL" clId="{2A8EF213-B2A7-4ECD-B38F-DA6A44F1C3D6}" dt="2023-01-29T18:58:57.556" v="94" actId="3680"/>
          <ac:spMkLst>
            <pc:docMk/>
            <pc:sldMk cId="7208277" sldId="265"/>
            <ac:spMk id="3" creationId="{A0290174-9144-4812-B9B1-BA3EB43DC531}"/>
          </ac:spMkLst>
        </pc:spChg>
        <pc:graphicFrameChg chg="add mod ord modGraphic">
          <ac:chgData name="Preston, Jennifer" userId="0406a4f8-ec61-4be9-b43b-10a5e470692b" providerId="ADAL" clId="{2A8EF213-B2A7-4ECD-B38F-DA6A44F1C3D6}" dt="2023-01-29T18:59:44.659" v="110" actId="14734"/>
          <ac:graphicFrameMkLst>
            <pc:docMk/>
            <pc:sldMk cId="7208277" sldId="265"/>
            <ac:graphicFrameMk id="5" creationId="{FEA67699-D780-4FE5-9C45-17E0889A67FD}"/>
          </ac:graphicFrameMkLst>
        </pc:graphicFrameChg>
      </pc:sldChg>
      <pc:sldChg chg="del">
        <pc:chgData name="Preston, Jennifer" userId="0406a4f8-ec61-4be9-b43b-10a5e470692b" providerId="ADAL" clId="{2A8EF213-B2A7-4ECD-B38F-DA6A44F1C3D6}" dt="2023-01-29T18:59:54.419" v="111" actId="47"/>
        <pc:sldMkLst>
          <pc:docMk/>
          <pc:sldMk cId="3158027851" sldId="266"/>
        </pc:sldMkLst>
      </pc:sldChg>
      <pc:sldChg chg="del">
        <pc:chgData name="Preston, Jennifer" userId="0406a4f8-ec61-4be9-b43b-10a5e470692b" providerId="ADAL" clId="{2A8EF213-B2A7-4ECD-B38F-DA6A44F1C3D6}" dt="2023-01-29T18:59:55.101" v="112" actId="47"/>
        <pc:sldMkLst>
          <pc:docMk/>
          <pc:sldMk cId="41019662" sldId="267"/>
        </pc:sldMkLst>
      </pc:sldChg>
      <pc:sldChg chg="del">
        <pc:chgData name="Preston, Jennifer" userId="0406a4f8-ec61-4be9-b43b-10a5e470692b" providerId="ADAL" clId="{2A8EF213-B2A7-4ECD-B38F-DA6A44F1C3D6}" dt="2023-01-29T18:59:57.260" v="113" actId="47"/>
        <pc:sldMkLst>
          <pc:docMk/>
          <pc:sldMk cId="1158100260" sldId="268"/>
        </pc:sldMkLst>
      </pc:sldChg>
    </pc:docChg>
  </pc:docChgLst>
  <pc:docChgLst>
    <pc:chgData name="Preston, Jennifer" userId="0406a4f8-ec61-4be9-b43b-10a5e470692b" providerId="ADAL" clId="{548A96B6-9BC6-47C7-B88A-4F98D624B1D1}"/>
    <pc:docChg chg="undo custSel delSld modSld">
      <pc:chgData name="Preston, Jennifer" userId="0406a4f8-ec61-4be9-b43b-10a5e470692b" providerId="ADAL" clId="{548A96B6-9BC6-47C7-B88A-4F98D624B1D1}" dt="2023-01-28T18:37:20.397" v="233" actId="12"/>
      <pc:docMkLst>
        <pc:docMk/>
      </pc:docMkLst>
      <pc:sldChg chg="modSp mod">
        <pc:chgData name="Preston, Jennifer" userId="0406a4f8-ec61-4be9-b43b-10a5e470692b" providerId="ADAL" clId="{548A96B6-9BC6-47C7-B88A-4F98D624B1D1}" dt="2023-01-28T18:32:05.419" v="70" actId="13926"/>
        <pc:sldMkLst>
          <pc:docMk/>
          <pc:sldMk cId="1482277026" sldId="256"/>
        </pc:sldMkLst>
        <pc:spChg chg="mod">
          <ac:chgData name="Preston, Jennifer" userId="0406a4f8-ec61-4be9-b43b-10a5e470692b" providerId="ADAL" clId="{548A96B6-9BC6-47C7-B88A-4F98D624B1D1}" dt="2023-01-28T18:32:05.419" v="70" actId="1392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Preston, Jennifer" userId="0406a4f8-ec61-4be9-b43b-10a5e470692b" providerId="ADAL" clId="{548A96B6-9BC6-47C7-B88A-4F98D624B1D1}" dt="2023-01-28T18:31:02.452" v="7" actId="13926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Preston, Jennifer" userId="0406a4f8-ec61-4be9-b43b-10a5e470692b" providerId="ADAL" clId="{548A96B6-9BC6-47C7-B88A-4F98D624B1D1}" dt="2023-01-28T18:34:00.477" v="113" actId="13926"/>
        <pc:sldMkLst>
          <pc:docMk/>
          <pc:sldMk cId="4071305681" sldId="258"/>
        </pc:sldMkLst>
        <pc:spChg chg="mod">
          <ac:chgData name="Preston, Jennifer" userId="0406a4f8-ec61-4be9-b43b-10a5e470692b" providerId="ADAL" clId="{548A96B6-9BC6-47C7-B88A-4F98D624B1D1}" dt="2023-01-28T18:34:00.477" v="113" actId="13926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Preston, Jennifer" userId="0406a4f8-ec61-4be9-b43b-10a5e470692b" providerId="ADAL" clId="{548A96B6-9BC6-47C7-B88A-4F98D624B1D1}" dt="2023-01-28T18:33:35.797" v="111" actId="12"/>
        <pc:sldMkLst>
          <pc:docMk/>
          <pc:sldMk cId="2772527113" sldId="259"/>
        </pc:sldMkLst>
        <pc:spChg chg="mod">
          <ac:chgData name="Preston, Jennifer" userId="0406a4f8-ec61-4be9-b43b-10a5e470692b" providerId="ADAL" clId="{548A96B6-9BC6-47C7-B88A-4F98D624B1D1}" dt="2023-01-28T18:33:35.797" v="111" actId="12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Preston, Jennifer" userId="0406a4f8-ec61-4be9-b43b-10a5e470692b" providerId="ADAL" clId="{548A96B6-9BC6-47C7-B88A-4F98D624B1D1}" dt="2023-01-28T18:37:20.397" v="233" actId="12"/>
        <pc:sldMkLst>
          <pc:docMk/>
          <pc:sldMk cId="2147408764" sldId="260"/>
        </pc:sldMkLst>
        <pc:spChg chg="mod">
          <ac:chgData name="Preston, Jennifer" userId="0406a4f8-ec61-4be9-b43b-10a5e470692b" providerId="ADAL" clId="{548A96B6-9BC6-47C7-B88A-4F98D624B1D1}" dt="2023-01-28T18:37:20.397" v="233" actId="12"/>
          <ac:spMkLst>
            <pc:docMk/>
            <pc:sldMk cId="2147408764" sldId="260"/>
            <ac:spMk id="3" creationId="{49F2A5AF-3C0B-4968-A438-E435325199EA}"/>
          </ac:spMkLst>
        </pc:spChg>
      </pc:sldChg>
      <pc:sldChg chg="addSp delSp modSp mod">
        <pc:chgData name="Preston, Jennifer" userId="0406a4f8-ec61-4be9-b43b-10a5e470692b" providerId="ADAL" clId="{548A96B6-9BC6-47C7-B88A-4F98D624B1D1}" dt="2023-01-28T18:36:23.239" v="223"/>
        <pc:sldMkLst>
          <pc:docMk/>
          <pc:sldMk cId="3054216349" sldId="261"/>
        </pc:sldMkLst>
        <pc:spChg chg="add del mod">
          <ac:chgData name="Preston, Jennifer" userId="0406a4f8-ec61-4be9-b43b-10a5e470692b" providerId="ADAL" clId="{548A96B6-9BC6-47C7-B88A-4F98D624B1D1}" dt="2023-01-28T18:34:25.999" v="117" actId="3680"/>
          <ac:spMkLst>
            <pc:docMk/>
            <pc:sldMk cId="3054216349" sldId="261"/>
            <ac:spMk id="3" creationId="{AE13FDB6-F093-4D9E-B14E-3D7DB894C34C}"/>
          </ac:spMkLst>
        </pc:spChg>
        <pc:graphicFrameChg chg="add del mod">
          <ac:chgData name="Preston, Jennifer" userId="0406a4f8-ec61-4be9-b43b-10a5e470692b" providerId="ADAL" clId="{548A96B6-9BC6-47C7-B88A-4F98D624B1D1}" dt="2023-01-28T18:34:16.643" v="116"/>
          <ac:graphicFrameMkLst>
            <pc:docMk/>
            <pc:sldMk cId="3054216349" sldId="261"/>
            <ac:graphicFrameMk id="5" creationId="{7B7231F7-F491-40C6-B303-5C1466089BFB}"/>
          </ac:graphicFrameMkLst>
        </pc:graphicFrameChg>
        <pc:graphicFrameChg chg="add mod ord modGraphic">
          <ac:chgData name="Preston, Jennifer" userId="0406a4f8-ec61-4be9-b43b-10a5e470692b" providerId="ADAL" clId="{548A96B6-9BC6-47C7-B88A-4F98D624B1D1}" dt="2023-01-28T18:36:23.239" v="223"/>
          <ac:graphicFrameMkLst>
            <pc:docMk/>
            <pc:sldMk cId="3054216349" sldId="261"/>
            <ac:graphicFrameMk id="6" creationId="{4D7AD552-194E-43A8-B343-2596176B6C10}"/>
          </ac:graphicFrameMkLst>
        </pc:graphicFrameChg>
      </pc:sldChg>
      <pc:sldChg chg="del">
        <pc:chgData name="Preston, Jennifer" userId="0406a4f8-ec61-4be9-b43b-10a5e470692b" providerId="ADAL" clId="{548A96B6-9BC6-47C7-B88A-4F98D624B1D1}" dt="2023-01-28T18:36:48.615" v="226" actId="47"/>
        <pc:sldMkLst>
          <pc:docMk/>
          <pc:sldMk cId="4170921578" sldId="262"/>
        </pc:sldMkLst>
      </pc:sldChg>
      <pc:sldChg chg="del">
        <pc:chgData name="Preston, Jennifer" userId="0406a4f8-ec61-4be9-b43b-10a5e470692b" providerId="ADAL" clId="{548A96B6-9BC6-47C7-B88A-4F98D624B1D1}" dt="2023-01-28T18:36:47.952" v="225" actId="47"/>
        <pc:sldMkLst>
          <pc:docMk/>
          <pc:sldMk cId="1163931679" sldId="263"/>
        </pc:sldMkLst>
      </pc:sldChg>
      <pc:sldChg chg="addSp delSp modSp mod">
        <pc:chgData name="Preston, Jennifer" userId="0406a4f8-ec61-4be9-b43b-10a5e470692b" providerId="ADAL" clId="{548A96B6-9BC6-47C7-B88A-4F98D624B1D1}" dt="2023-01-28T18:36:25.608" v="224" actId="108"/>
        <pc:sldMkLst>
          <pc:docMk/>
          <pc:sldMk cId="3493109116" sldId="264"/>
        </pc:sldMkLst>
        <pc:spChg chg="mod">
          <ac:chgData name="Preston, Jennifer" userId="0406a4f8-ec61-4be9-b43b-10a5e470692b" providerId="ADAL" clId="{548A96B6-9BC6-47C7-B88A-4F98D624B1D1}" dt="2023-01-28T18:35:51.955" v="219" actId="13926"/>
          <ac:spMkLst>
            <pc:docMk/>
            <pc:sldMk cId="3493109116" sldId="264"/>
            <ac:spMk id="2" creationId="{D7836664-70C0-47BA-9BFF-496A04EBBFDE}"/>
          </ac:spMkLst>
        </pc:spChg>
        <pc:spChg chg="del">
          <ac:chgData name="Preston, Jennifer" userId="0406a4f8-ec61-4be9-b43b-10a5e470692b" providerId="ADAL" clId="{548A96B6-9BC6-47C7-B88A-4F98D624B1D1}" dt="2023-01-28T18:36:02.575" v="220" actId="3680"/>
          <ac:spMkLst>
            <pc:docMk/>
            <pc:sldMk cId="3493109116" sldId="264"/>
            <ac:spMk id="3" creationId="{F64339F5-2F5D-46B5-A25D-C197D73747BD}"/>
          </ac:spMkLst>
        </pc:spChg>
        <pc:graphicFrameChg chg="add mod ord modGraphic">
          <ac:chgData name="Preston, Jennifer" userId="0406a4f8-ec61-4be9-b43b-10a5e470692b" providerId="ADAL" clId="{548A96B6-9BC6-47C7-B88A-4F98D624B1D1}" dt="2023-01-28T18:36:25.608" v="224" actId="108"/>
          <ac:graphicFrameMkLst>
            <pc:docMk/>
            <pc:sldMk cId="3493109116" sldId="264"/>
            <ac:graphicFrameMk id="5" creationId="{DE9D1987-8869-46A7-894F-77470F881C40}"/>
          </ac:graphicFrameMkLst>
        </pc:graphicFrameChg>
      </pc:sldChg>
    </pc:docChg>
  </pc:docChgLst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 (she/her), Whitney" userId="65f39021-2f1d-4d8b-87dc-b123826f65bf" providerId="ADAL" clId="{D6D021DD-F7E0-45FE-BE91-7829E7710B79}"/>
    <pc:docChg chg="modSld">
      <pc:chgData name="White (she/her), Whitney" userId="65f39021-2f1d-4d8b-87dc-b123826f65bf" providerId="ADAL" clId="{D6D021DD-F7E0-45FE-BE91-7829E7710B79}" dt="2023-04-10T18:34:48.801" v="0" actId="20577"/>
      <pc:docMkLst>
        <pc:docMk/>
      </pc:docMkLst>
      <pc:sldChg chg="modSp mod">
        <pc:chgData name="White (she/her), Whitney" userId="65f39021-2f1d-4d8b-87dc-b123826f65bf" providerId="ADAL" clId="{D6D021DD-F7E0-45FE-BE91-7829E7710B79}" dt="2023-04-10T18:34:48.801" v="0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D6D021DD-F7E0-45FE-BE91-7829E7710B79}" dt="2023-04-10T18:34:48.801" v="0" actId="20577"/>
          <ac:spMkLst>
            <pc:docMk/>
            <pc:sldMk cId="1482277026" sldId="256"/>
            <ac:spMk id="3" creationId="{E0FBD98F-3A67-498E-8174-652040DD7B6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101806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10: Putting It All Together| Lesson 10.14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Professional </a:t>
            </a:r>
            <a:r>
              <a:rPr lang="en-US" sz="6000"/>
              <a:t>Portfolio Interviewing</a:t>
            </a:r>
            <a:endParaRPr lang="en-US" sz="6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CDEFEA-1A27-0BD9-EFED-3B99DE78DF25}"/>
              </a:ext>
            </a:extLst>
          </p:cNvPr>
          <p:cNvSpPr txBox="1"/>
          <p:nvPr/>
        </p:nvSpPr>
        <p:spPr>
          <a:xfrm>
            <a:off x="0" y="6472106"/>
            <a:ext cx="118144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TEKS: </a:t>
            </a:r>
            <a:r>
              <a:rPr lang="en-US" dirty="0"/>
              <a:t>1C, 13A, 13B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r>
              <a:rPr lang="en-US" dirty="0"/>
              <a:t>Identify key practices for effective program or job interviews, both in preparation and in the interview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Respond to one of the following questions:</a:t>
            </a:r>
          </a:p>
          <a:p>
            <a:r>
              <a:rPr lang="en-US" dirty="0"/>
              <a:t>Think of a time when you saw an interview and were impressed by the person being interviewed. Why were you impressed? </a:t>
            </a:r>
          </a:p>
          <a:p>
            <a:r>
              <a:rPr lang="en-US" dirty="0"/>
              <a:t>Why do employers conduct interviews with people when they make hiring decisions?</a:t>
            </a:r>
          </a:p>
          <a:p>
            <a:r>
              <a:rPr lang="en-US" dirty="0"/>
              <a:t>Write about a time when you were interviewed for a job.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The Importance of Interviews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C5131E-1EAA-47E0-B568-992AB23A8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Just as you need to put your best foot forward in written form, you also need to be able to prepare and present appropriately for program and/or job interviews.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More than anything, an interview is an opportunity to show your best self. It takes preparation, thoughtful self-presentation, and thinking on your feet.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39D08-4965-4B04-BF97-E30B218C9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 for Interviews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EA67699-D780-4FE5-9C45-17E0889A67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3322455"/>
              </p:ext>
            </p:extLst>
          </p:nvPr>
        </p:nvGraphicFramePr>
        <p:xfrm>
          <a:off x="838200" y="1825625"/>
          <a:ext cx="10515600" cy="3962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5025">
                  <a:extLst>
                    <a:ext uri="{9D8B030D-6E8A-4147-A177-3AD203B41FA5}">
                      <a16:colId xmlns:a16="http://schemas.microsoft.com/office/drawing/2014/main" val="970223514"/>
                    </a:ext>
                  </a:extLst>
                </a:gridCol>
                <a:gridCol w="8410575">
                  <a:extLst>
                    <a:ext uri="{9D8B030D-6E8A-4147-A177-3AD203B41FA5}">
                      <a16:colId xmlns:a16="http://schemas.microsoft.com/office/drawing/2014/main" val="11845083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Research the position and school and/or program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644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Plan out what you want the interviewers to know about you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804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Plan for how to respond to concerns that the interviewers might have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472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Have some well-developed questions ready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82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Practice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020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Know your why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009254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3DB1EE-5C32-4B5D-9E02-8FE533422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8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7000"/>
              </a:lnSpc>
              <a:spcBef>
                <a:spcPts val="600"/>
              </a:spcBef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Describe the steps that you would take to prepare and interview for a job.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en-US" sz="20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</TotalTime>
  <Words>257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Instructional Practices| Unit 10: Putting It All Together| Lesson 10.14</vt:lpstr>
      <vt:lpstr>TEKS Standards &amp; Objectives</vt:lpstr>
      <vt:lpstr>Bellringer</vt:lpstr>
      <vt:lpstr>The Importance of Interviews</vt:lpstr>
      <vt:lpstr>Best Practices for Interviews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10.14: Professional Portfolio | Interviewing</dc:title>
  <dc:subject>Lesson 10.14: Professional Portfolio | Interviewing</dc:subject>
  <dc:creator>Texas Education Agency</dc:creator>
  <cp:lastModifiedBy>London White</cp:lastModifiedBy>
  <cp:revision>4</cp:revision>
  <dcterms:created xsi:type="dcterms:W3CDTF">2022-05-09T19:40:20Z</dcterms:created>
  <dcterms:modified xsi:type="dcterms:W3CDTF">2023-08-31T05:58:36Z</dcterms:modified>
</cp:coreProperties>
</file>
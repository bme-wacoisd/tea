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9" r:id="rId3"/>
    <p:sldId id="258" r:id="rId4"/>
    <p:sldId id="265" r:id="rId5"/>
    <p:sldId id="261" r:id="rId6"/>
    <p:sldId id="264" r:id="rId7"/>
    <p:sldId id="266" r:id="rId8"/>
    <p:sldId id="267" r:id="rId9"/>
    <p:sldId id="269" r:id="rId10"/>
    <p:sldId id="268" r:id="rId11"/>
    <p:sldId id="270" r:id="rId12"/>
    <p:sldId id="271" r:id="rId13"/>
    <p:sldId id="272" r:id="rId14"/>
    <p:sldId id="273" r:id="rId15"/>
    <p:sldId id="26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BE50B1-1C20-422B-AD0F-768AE6585E4F}" v="1" dt="2023-08-31T01:55:29.5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4" d="100"/>
          <a:sy n="114" d="100"/>
        </p:scale>
        <p:origin x="360" y="1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Whitney" userId="65f39021-2f1d-4d8b-87dc-b123826f65bf" providerId="ADAL" clId="{AF78A5FE-F389-4B3D-B9E0-43F597D00737}"/>
    <pc:docChg chg="custSel modSld">
      <pc:chgData name="White, Whitney" userId="65f39021-2f1d-4d8b-87dc-b123826f65bf" providerId="ADAL" clId="{AF78A5FE-F389-4B3D-B9E0-43F597D00737}" dt="2022-08-12T20:53:12.142" v="376"/>
      <pc:docMkLst>
        <pc:docMk/>
      </pc:docMkLst>
      <pc:sldChg chg="modSp mod">
        <pc:chgData name="White, Whitney" userId="65f39021-2f1d-4d8b-87dc-b123826f65bf" providerId="ADAL" clId="{AF78A5FE-F389-4B3D-B9E0-43F597D00737}" dt="2022-08-12T20:51:20.143" v="68" actId="13926"/>
        <pc:sldMkLst>
          <pc:docMk/>
          <pc:sldMk cId="1482277026" sldId="256"/>
        </pc:sldMkLst>
        <pc:spChg chg="mod">
          <ac:chgData name="White, Whitney" userId="65f39021-2f1d-4d8b-87dc-b123826f65bf" providerId="ADAL" clId="{AF78A5FE-F389-4B3D-B9E0-43F597D00737}" dt="2022-08-12T20:51:15.246" v="67" actId="13926"/>
          <ac:spMkLst>
            <pc:docMk/>
            <pc:sldMk cId="1482277026" sldId="256"/>
            <ac:spMk id="2" creationId="{BFFCF5BD-F8FF-4A67-A8B6-EBB21E79279B}"/>
          </ac:spMkLst>
        </pc:spChg>
        <pc:spChg chg="mod">
          <ac:chgData name="White, Whitney" userId="65f39021-2f1d-4d8b-87dc-b123826f65bf" providerId="ADAL" clId="{AF78A5FE-F389-4B3D-B9E0-43F597D00737}" dt="2022-08-12T20:51:20.143" v="68" actId="13926"/>
          <ac:spMkLst>
            <pc:docMk/>
            <pc:sldMk cId="1482277026" sldId="256"/>
            <ac:spMk id="3" creationId="{E0FBD98F-3A67-498E-8174-652040DD7B60}"/>
          </ac:spMkLst>
        </pc:spChg>
      </pc:sldChg>
      <pc:sldChg chg="modSp mod">
        <pc:chgData name="White, Whitney" userId="65f39021-2f1d-4d8b-87dc-b123826f65bf" providerId="ADAL" clId="{AF78A5FE-F389-4B3D-B9E0-43F597D00737}" dt="2022-08-12T20:51:57.663" v="164" actId="13926"/>
        <pc:sldMkLst>
          <pc:docMk/>
          <pc:sldMk cId="4071305681" sldId="258"/>
        </pc:sldMkLst>
        <pc:spChg chg="mod">
          <ac:chgData name="White, Whitney" userId="65f39021-2f1d-4d8b-87dc-b123826f65bf" providerId="ADAL" clId="{AF78A5FE-F389-4B3D-B9E0-43F597D00737}" dt="2022-08-12T20:51:57.663" v="164" actId="13926"/>
          <ac:spMkLst>
            <pc:docMk/>
            <pc:sldMk cId="4071305681" sldId="258"/>
            <ac:spMk id="3" creationId="{392BE286-77A6-49DD-B15D-7E4718D52FE7}"/>
          </ac:spMkLst>
        </pc:spChg>
      </pc:sldChg>
      <pc:sldChg chg="modSp mod">
        <pc:chgData name="White, Whitney" userId="65f39021-2f1d-4d8b-87dc-b123826f65bf" providerId="ADAL" clId="{AF78A5FE-F389-4B3D-B9E0-43F597D00737}" dt="2022-08-12T20:51:50.334" v="140" actId="13926"/>
        <pc:sldMkLst>
          <pc:docMk/>
          <pc:sldMk cId="2772527113" sldId="259"/>
        </pc:sldMkLst>
        <pc:spChg chg="mod">
          <ac:chgData name="White, Whitney" userId="65f39021-2f1d-4d8b-87dc-b123826f65bf" providerId="ADAL" clId="{AF78A5FE-F389-4B3D-B9E0-43F597D00737}" dt="2022-08-12T20:51:50.334" v="140" actId="13926"/>
          <ac:spMkLst>
            <pc:docMk/>
            <pc:sldMk cId="2772527113" sldId="259"/>
            <ac:spMk id="3" creationId="{8CE08C7F-0286-423B-92F7-DEB89F31111A}"/>
          </ac:spMkLst>
        </pc:spChg>
      </pc:sldChg>
      <pc:sldChg chg="modSp mod">
        <pc:chgData name="White, Whitney" userId="65f39021-2f1d-4d8b-87dc-b123826f65bf" providerId="ADAL" clId="{AF78A5FE-F389-4B3D-B9E0-43F597D00737}" dt="2022-08-12T20:53:00.536" v="374" actId="13926"/>
        <pc:sldMkLst>
          <pc:docMk/>
          <pc:sldMk cId="2147408764" sldId="260"/>
        </pc:sldMkLst>
        <pc:spChg chg="mod">
          <ac:chgData name="White, Whitney" userId="65f39021-2f1d-4d8b-87dc-b123826f65bf" providerId="ADAL" clId="{AF78A5FE-F389-4B3D-B9E0-43F597D00737}" dt="2022-08-12T20:53:00.536" v="374" actId="13926"/>
          <ac:spMkLst>
            <pc:docMk/>
            <pc:sldMk cId="2147408764" sldId="260"/>
            <ac:spMk id="3" creationId="{49F2A5AF-3C0B-4968-A438-E435325199EA}"/>
          </ac:spMkLst>
        </pc:spChg>
      </pc:sldChg>
      <pc:sldChg chg="modSp mod">
        <pc:chgData name="White, Whitney" userId="65f39021-2f1d-4d8b-87dc-b123826f65bf" providerId="ADAL" clId="{AF78A5FE-F389-4B3D-B9E0-43F597D00737}" dt="2022-08-12T20:52:31.947" v="289" actId="13926"/>
        <pc:sldMkLst>
          <pc:docMk/>
          <pc:sldMk cId="3054216349" sldId="261"/>
        </pc:sldMkLst>
        <pc:spChg chg="mod">
          <ac:chgData name="White, Whitney" userId="65f39021-2f1d-4d8b-87dc-b123826f65bf" providerId="ADAL" clId="{AF78A5FE-F389-4B3D-B9E0-43F597D00737}" dt="2022-08-12T20:52:31.947" v="289" actId="13926"/>
          <ac:spMkLst>
            <pc:docMk/>
            <pc:sldMk cId="3054216349" sldId="261"/>
            <ac:spMk id="3" creationId="{AE13FDB6-F093-4D9E-B14E-3D7DB894C34C}"/>
          </ac:spMkLst>
        </pc:spChg>
      </pc:sldChg>
      <pc:sldChg chg="modSp mod">
        <pc:chgData name="White, Whitney" userId="65f39021-2f1d-4d8b-87dc-b123826f65bf" providerId="ADAL" clId="{AF78A5FE-F389-4B3D-B9E0-43F597D00737}" dt="2022-08-12T20:53:12.142" v="376"/>
        <pc:sldMkLst>
          <pc:docMk/>
          <pc:sldMk cId="4170921578" sldId="262"/>
        </pc:sldMkLst>
        <pc:spChg chg="mod">
          <ac:chgData name="White, Whitney" userId="65f39021-2f1d-4d8b-87dc-b123826f65bf" providerId="ADAL" clId="{AF78A5FE-F389-4B3D-B9E0-43F597D00737}" dt="2022-08-12T20:53:12.142" v="376"/>
          <ac:spMkLst>
            <pc:docMk/>
            <pc:sldMk cId="4170921578" sldId="262"/>
            <ac:spMk id="2" creationId="{A7DAC820-49EE-4F41-8B1F-B9E33FF6BE24}"/>
          </ac:spMkLst>
        </pc:spChg>
      </pc:sldChg>
      <pc:sldChg chg="modSp mod">
        <pc:chgData name="White, Whitney" userId="65f39021-2f1d-4d8b-87dc-b123826f65bf" providerId="ADAL" clId="{AF78A5FE-F389-4B3D-B9E0-43F597D00737}" dt="2022-08-12T20:53:10.980" v="375"/>
        <pc:sldMkLst>
          <pc:docMk/>
          <pc:sldMk cId="1163931679" sldId="263"/>
        </pc:sldMkLst>
        <pc:spChg chg="mod">
          <ac:chgData name="White, Whitney" userId="65f39021-2f1d-4d8b-87dc-b123826f65bf" providerId="ADAL" clId="{AF78A5FE-F389-4B3D-B9E0-43F597D00737}" dt="2022-08-12T20:53:10.980" v="375"/>
          <ac:spMkLst>
            <pc:docMk/>
            <pc:sldMk cId="1163931679" sldId="263"/>
            <ac:spMk id="2" creationId="{531ECDB3-7F62-4124-A1E9-E48D699D2427}"/>
          </ac:spMkLst>
        </pc:spChg>
      </pc:sldChg>
      <pc:sldChg chg="modSp mod">
        <pc:chgData name="White, Whitney" userId="65f39021-2f1d-4d8b-87dc-b123826f65bf" providerId="ADAL" clId="{AF78A5FE-F389-4B3D-B9E0-43F597D00737}" dt="2022-08-12T20:52:42.719" v="331" actId="13926"/>
        <pc:sldMkLst>
          <pc:docMk/>
          <pc:sldMk cId="3493109116" sldId="264"/>
        </pc:sldMkLst>
        <pc:spChg chg="mod">
          <ac:chgData name="White, Whitney" userId="65f39021-2f1d-4d8b-87dc-b123826f65bf" providerId="ADAL" clId="{AF78A5FE-F389-4B3D-B9E0-43F597D00737}" dt="2022-08-12T20:52:42.719" v="331" actId="13926"/>
          <ac:spMkLst>
            <pc:docMk/>
            <pc:sldMk cId="3493109116" sldId="264"/>
            <ac:spMk id="2" creationId="{D7836664-70C0-47BA-9BFF-496A04EBBFDE}"/>
          </ac:spMkLst>
        </pc:spChg>
      </pc:sldChg>
    </pc:docChg>
  </pc:docChgLst>
  <pc:docChgLst>
    <pc:chgData name="Rogers, Kristana" userId="S::klrogers@rti.org::06c54908-b913-4b34-a3f2-9a6986972442" providerId="AD" clId="Web-{90F69521-6319-4079-D7BE-4619C6E69DDA}"/>
    <pc:docChg chg="delSld modSld">
      <pc:chgData name="Rogers, Kristana" userId="S::klrogers@rti.org::06c54908-b913-4b34-a3f2-9a6986972442" providerId="AD" clId="Web-{90F69521-6319-4079-D7BE-4619C6E69DDA}" dt="2022-09-25T00:38:18.020" v="458" actId="20577"/>
      <pc:docMkLst>
        <pc:docMk/>
      </pc:docMkLst>
      <pc:sldChg chg="modSp">
        <pc:chgData name="Rogers, Kristana" userId="S::klrogers@rti.org::06c54908-b913-4b34-a3f2-9a6986972442" providerId="AD" clId="Web-{90F69521-6319-4079-D7BE-4619C6E69DDA}" dt="2022-09-25T00:27:22.747" v="34" actId="20577"/>
        <pc:sldMkLst>
          <pc:docMk/>
          <pc:sldMk cId="1482277026" sldId="256"/>
        </pc:sldMkLst>
        <pc:spChg chg="mod">
          <ac:chgData name="Rogers, Kristana" userId="S::klrogers@rti.org::06c54908-b913-4b34-a3f2-9a6986972442" providerId="AD" clId="Web-{90F69521-6319-4079-D7BE-4619C6E69DDA}" dt="2022-09-25T00:27:22.747" v="34" actId="20577"/>
          <ac:spMkLst>
            <pc:docMk/>
            <pc:sldMk cId="1482277026" sldId="256"/>
            <ac:spMk id="2" creationId="{BFFCF5BD-F8FF-4A67-A8B6-EBB21E79279B}"/>
          </ac:spMkLst>
        </pc:spChg>
        <pc:spChg chg="mod">
          <ac:chgData name="Rogers, Kristana" userId="S::klrogers@rti.org::06c54908-b913-4b34-a3f2-9a6986972442" providerId="AD" clId="Web-{90F69521-6319-4079-D7BE-4619C6E69DDA}" dt="2022-09-25T00:27:18.185" v="33" actId="20577"/>
          <ac:spMkLst>
            <pc:docMk/>
            <pc:sldMk cId="1482277026" sldId="256"/>
            <ac:spMk id="3" creationId="{E0FBD98F-3A67-498E-8174-652040DD7B60}"/>
          </ac:spMkLst>
        </pc:spChg>
      </pc:sldChg>
      <pc:sldChg chg="modSp">
        <pc:chgData name="Rogers, Kristana" userId="S::klrogers@rti.org::06c54908-b913-4b34-a3f2-9a6986972442" providerId="AD" clId="Web-{90F69521-6319-4079-D7BE-4619C6E69DDA}" dt="2022-09-25T00:28:11.014" v="41" actId="20577"/>
        <pc:sldMkLst>
          <pc:docMk/>
          <pc:sldMk cId="4071305681" sldId="258"/>
        </pc:sldMkLst>
        <pc:spChg chg="mod">
          <ac:chgData name="Rogers, Kristana" userId="S::klrogers@rti.org::06c54908-b913-4b34-a3f2-9a6986972442" providerId="AD" clId="Web-{90F69521-6319-4079-D7BE-4619C6E69DDA}" dt="2022-09-25T00:28:11.014" v="41" actId="20577"/>
          <ac:spMkLst>
            <pc:docMk/>
            <pc:sldMk cId="4071305681" sldId="258"/>
            <ac:spMk id="3" creationId="{392BE286-77A6-49DD-B15D-7E4718D52FE7}"/>
          </ac:spMkLst>
        </pc:spChg>
      </pc:sldChg>
      <pc:sldChg chg="modSp">
        <pc:chgData name="Rogers, Kristana" userId="S::klrogers@rti.org::06c54908-b913-4b34-a3f2-9a6986972442" providerId="AD" clId="Web-{90F69521-6319-4079-D7BE-4619C6E69DDA}" dt="2022-09-25T00:27:53.045" v="39" actId="20577"/>
        <pc:sldMkLst>
          <pc:docMk/>
          <pc:sldMk cId="2772527113" sldId="259"/>
        </pc:sldMkLst>
        <pc:spChg chg="mod">
          <ac:chgData name="Rogers, Kristana" userId="S::klrogers@rti.org::06c54908-b913-4b34-a3f2-9a6986972442" providerId="AD" clId="Web-{90F69521-6319-4079-D7BE-4619C6E69DDA}" dt="2022-09-25T00:27:53.045" v="39" actId="20577"/>
          <ac:spMkLst>
            <pc:docMk/>
            <pc:sldMk cId="2772527113" sldId="259"/>
            <ac:spMk id="3" creationId="{8CE08C7F-0286-423B-92F7-DEB89F31111A}"/>
          </ac:spMkLst>
        </pc:spChg>
      </pc:sldChg>
      <pc:sldChg chg="modSp">
        <pc:chgData name="Rogers, Kristana" userId="S::klrogers@rti.org::06c54908-b913-4b34-a3f2-9a6986972442" providerId="AD" clId="Web-{90F69521-6319-4079-D7BE-4619C6E69DDA}" dt="2022-09-25T00:38:18.020" v="458" actId="20577"/>
        <pc:sldMkLst>
          <pc:docMk/>
          <pc:sldMk cId="2147408764" sldId="260"/>
        </pc:sldMkLst>
        <pc:spChg chg="mod">
          <ac:chgData name="Rogers, Kristana" userId="S::klrogers@rti.org::06c54908-b913-4b34-a3f2-9a6986972442" providerId="AD" clId="Web-{90F69521-6319-4079-D7BE-4619C6E69DDA}" dt="2022-09-25T00:38:18.020" v="458" actId="20577"/>
          <ac:spMkLst>
            <pc:docMk/>
            <pc:sldMk cId="2147408764" sldId="260"/>
            <ac:spMk id="3" creationId="{49F2A5AF-3C0B-4968-A438-E435325199EA}"/>
          </ac:spMkLst>
        </pc:spChg>
      </pc:sldChg>
      <pc:sldChg chg="addSp delSp modSp">
        <pc:chgData name="Rogers, Kristana" userId="S::klrogers@rti.org::06c54908-b913-4b34-a3f2-9a6986972442" providerId="AD" clId="Web-{90F69521-6319-4079-D7BE-4619C6E69DDA}" dt="2022-09-25T00:32:42.617" v="388"/>
        <pc:sldMkLst>
          <pc:docMk/>
          <pc:sldMk cId="3054216349" sldId="261"/>
        </pc:sldMkLst>
        <pc:spChg chg="add del mod">
          <ac:chgData name="Rogers, Kristana" userId="S::klrogers@rti.org::06c54908-b913-4b34-a3f2-9a6986972442" providerId="AD" clId="Web-{90F69521-6319-4079-D7BE-4619C6E69DDA}" dt="2022-09-25T00:29:20.282" v="59"/>
          <ac:spMkLst>
            <pc:docMk/>
            <pc:sldMk cId="3054216349" sldId="261"/>
            <ac:spMk id="3" creationId="{AE13FDB6-F093-4D9E-B14E-3D7DB894C34C}"/>
          </ac:spMkLst>
        </pc:spChg>
        <pc:spChg chg="add del mod">
          <ac:chgData name="Rogers, Kristana" userId="S::klrogers@rti.org::06c54908-b913-4b34-a3f2-9a6986972442" providerId="AD" clId="Web-{90F69521-6319-4079-D7BE-4619C6E69DDA}" dt="2022-09-25T00:28:57.594" v="57"/>
          <ac:spMkLst>
            <pc:docMk/>
            <pc:sldMk cId="3054216349" sldId="261"/>
            <ac:spMk id="7" creationId="{2473CA98-972D-8A3C-22D4-68E7CC0A8C22}"/>
          </ac:spMkLst>
        </pc:spChg>
        <pc:graphicFrameChg chg="add del mod ord modGraphic">
          <ac:chgData name="Rogers, Kristana" userId="S::klrogers@rti.org::06c54908-b913-4b34-a3f2-9a6986972442" providerId="AD" clId="Web-{90F69521-6319-4079-D7BE-4619C6E69DDA}" dt="2022-09-25T00:28:57.594" v="58"/>
          <ac:graphicFrameMkLst>
            <pc:docMk/>
            <pc:sldMk cId="3054216349" sldId="261"/>
            <ac:graphicFrameMk id="6" creationId="{3D6BD972-4C71-9156-A261-73FC49027DDC}"/>
          </ac:graphicFrameMkLst>
        </pc:graphicFrameChg>
        <pc:graphicFrameChg chg="add mod ord modGraphic">
          <ac:chgData name="Rogers, Kristana" userId="S::klrogers@rti.org::06c54908-b913-4b34-a3f2-9a6986972442" providerId="AD" clId="Web-{90F69521-6319-4079-D7BE-4619C6E69DDA}" dt="2022-09-25T00:32:42.617" v="388"/>
          <ac:graphicFrameMkLst>
            <pc:docMk/>
            <pc:sldMk cId="3054216349" sldId="261"/>
            <ac:graphicFrameMk id="8" creationId="{98BE1457-A4F1-2FC9-D228-F43660E6FE78}"/>
          </ac:graphicFrameMkLst>
        </pc:graphicFrameChg>
        <pc:graphicFrameChg chg="add del mod">
          <ac:chgData name="Rogers, Kristana" userId="S::klrogers@rti.org::06c54908-b913-4b34-a3f2-9a6986972442" providerId="AD" clId="Web-{90F69521-6319-4079-D7BE-4619C6E69DDA}" dt="2022-09-25T00:29:57.877" v="65"/>
          <ac:graphicFrameMkLst>
            <pc:docMk/>
            <pc:sldMk cId="3054216349" sldId="261"/>
            <ac:graphicFrameMk id="10" creationId="{44F4CB21-4165-44B3-9296-D5FAB6890AEB}"/>
          </ac:graphicFrameMkLst>
        </pc:graphicFrameChg>
      </pc:sldChg>
      <pc:sldChg chg="del">
        <pc:chgData name="Rogers, Kristana" userId="S::klrogers@rti.org::06c54908-b913-4b34-a3f2-9a6986972442" providerId="AD" clId="Web-{90F69521-6319-4079-D7BE-4619C6E69DDA}" dt="2022-09-25T00:37:05.611" v="443"/>
        <pc:sldMkLst>
          <pc:docMk/>
          <pc:sldMk cId="4170921578" sldId="262"/>
        </pc:sldMkLst>
      </pc:sldChg>
      <pc:sldChg chg="addSp delSp modSp">
        <pc:chgData name="Rogers, Kristana" userId="S::klrogers@rti.org::06c54908-b913-4b34-a3f2-9a6986972442" providerId="AD" clId="Web-{90F69521-6319-4079-D7BE-4619C6E69DDA}" dt="2022-09-25T00:36:48.970" v="442" actId="1076"/>
        <pc:sldMkLst>
          <pc:docMk/>
          <pc:sldMk cId="1163931679" sldId="263"/>
        </pc:sldMkLst>
        <pc:spChg chg="del">
          <ac:chgData name="Rogers, Kristana" userId="S::klrogers@rti.org::06c54908-b913-4b34-a3f2-9a6986972442" providerId="AD" clId="Web-{90F69521-6319-4079-D7BE-4619C6E69DDA}" dt="2022-09-25T00:36:33.454" v="435"/>
          <ac:spMkLst>
            <pc:docMk/>
            <pc:sldMk cId="1163931679" sldId="263"/>
            <ac:spMk id="2" creationId="{531ECDB3-7F62-4124-A1E9-E48D699D2427}"/>
          </ac:spMkLst>
        </pc:spChg>
        <pc:spChg chg="del">
          <ac:chgData name="Rogers, Kristana" userId="S::klrogers@rti.org::06c54908-b913-4b34-a3f2-9a6986972442" providerId="AD" clId="Web-{90F69521-6319-4079-D7BE-4619C6E69DDA}" dt="2022-09-25T00:36:36.861" v="437"/>
          <ac:spMkLst>
            <pc:docMk/>
            <pc:sldMk cId="1163931679" sldId="263"/>
            <ac:spMk id="3" creationId="{012C84E3-4C09-4253-8964-13B9C34E5E48}"/>
          </ac:spMkLst>
        </pc:spChg>
        <pc:spChg chg="add del mod">
          <ac:chgData name="Rogers, Kristana" userId="S::klrogers@rti.org::06c54908-b913-4b34-a3f2-9a6986972442" providerId="AD" clId="Web-{90F69521-6319-4079-D7BE-4619C6E69DDA}" dt="2022-09-25T00:36:35.579" v="436"/>
          <ac:spMkLst>
            <pc:docMk/>
            <pc:sldMk cId="1163931679" sldId="263"/>
            <ac:spMk id="6" creationId="{F5136FFB-531A-C1D3-6323-F91B2AFE2DBE}"/>
          </ac:spMkLst>
        </pc:spChg>
        <pc:picChg chg="add mod">
          <ac:chgData name="Rogers, Kristana" userId="S::klrogers@rti.org::06c54908-b913-4b34-a3f2-9a6986972442" providerId="AD" clId="Web-{90F69521-6319-4079-D7BE-4619C6E69DDA}" dt="2022-09-25T00:36:48.970" v="442" actId="1076"/>
          <ac:picMkLst>
            <pc:docMk/>
            <pc:sldMk cId="1163931679" sldId="263"/>
            <ac:picMk id="7" creationId="{3B3AE1AB-8043-38CE-2AF3-8FB2B0DAB747}"/>
          </ac:picMkLst>
        </pc:picChg>
      </pc:sldChg>
      <pc:sldChg chg="addSp delSp modSp mod setBg">
        <pc:chgData name="Rogers, Kristana" userId="S::klrogers@rti.org::06c54908-b913-4b34-a3f2-9a6986972442" providerId="AD" clId="Web-{90F69521-6319-4079-D7BE-4619C6E69DDA}" dt="2022-09-25T00:36:09.657" v="434"/>
        <pc:sldMkLst>
          <pc:docMk/>
          <pc:sldMk cId="3493109116" sldId="264"/>
        </pc:sldMkLst>
        <pc:spChg chg="mod">
          <ac:chgData name="Rogers, Kristana" userId="S::klrogers@rti.org::06c54908-b913-4b34-a3f2-9a6986972442" providerId="AD" clId="Web-{90F69521-6319-4079-D7BE-4619C6E69DDA}" dt="2022-09-25T00:35:59.828" v="432"/>
          <ac:spMkLst>
            <pc:docMk/>
            <pc:sldMk cId="3493109116" sldId="264"/>
            <ac:spMk id="2" creationId="{D7836664-70C0-47BA-9BFF-496A04EBBFDE}"/>
          </ac:spMkLst>
        </pc:spChg>
        <pc:spChg chg="del">
          <ac:chgData name="Rogers, Kristana" userId="S::klrogers@rti.org::06c54908-b913-4b34-a3f2-9a6986972442" providerId="AD" clId="Web-{90F69521-6319-4079-D7BE-4619C6E69DDA}" dt="2022-09-25T00:34:41.576" v="416"/>
          <ac:spMkLst>
            <pc:docMk/>
            <pc:sldMk cId="3493109116" sldId="264"/>
            <ac:spMk id="3" creationId="{F64339F5-2F5D-46B5-A25D-C197D73747BD}"/>
          </ac:spMkLst>
        </pc:spChg>
        <pc:spChg chg="mod">
          <ac:chgData name="Rogers, Kristana" userId="S::klrogers@rti.org::06c54908-b913-4b34-a3f2-9a6986972442" providerId="AD" clId="Web-{90F69521-6319-4079-D7BE-4619C6E69DDA}" dt="2022-09-25T00:35:59.828" v="432"/>
          <ac:spMkLst>
            <pc:docMk/>
            <pc:sldMk cId="3493109116" sldId="264"/>
            <ac:spMk id="4" creationId="{F767700B-954E-42AD-AD69-9CC1C5B510A5}"/>
          </ac:spMkLst>
        </pc:spChg>
        <pc:graphicFrameChg chg="add mod ord modGraphic">
          <ac:chgData name="Rogers, Kristana" userId="S::klrogers@rti.org::06c54908-b913-4b34-a3f2-9a6986972442" providerId="AD" clId="Web-{90F69521-6319-4079-D7BE-4619C6E69DDA}" dt="2022-09-25T00:36:09.657" v="434"/>
          <ac:graphicFrameMkLst>
            <pc:docMk/>
            <pc:sldMk cId="3493109116" sldId="264"/>
            <ac:graphicFrameMk id="6" creationId="{8B21298A-7C65-F12A-EFA7-BC3F330460EB}"/>
          </ac:graphicFrameMkLst>
        </pc:graphicFrameChg>
      </pc:sldChg>
    </pc:docChg>
  </pc:docChgLst>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she/her), Whitney" userId="65f39021-2f1d-4d8b-87dc-b123826f65bf" providerId="ADAL" clId="{00BE50B1-1C20-422B-AD0F-768AE6585E4F}"/>
    <pc:docChg chg="custSel modSld">
      <pc:chgData name="White (she/her), Whitney" userId="65f39021-2f1d-4d8b-87dc-b123826f65bf" providerId="ADAL" clId="{00BE50B1-1C20-422B-AD0F-768AE6585E4F}" dt="2023-08-31T01:56:20.783" v="60" actId="20577"/>
      <pc:docMkLst>
        <pc:docMk/>
      </pc:docMkLst>
      <pc:sldChg chg="addSp modSp mod">
        <pc:chgData name="White (she/her), Whitney" userId="65f39021-2f1d-4d8b-87dc-b123826f65bf" providerId="ADAL" clId="{00BE50B1-1C20-422B-AD0F-768AE6585E4F}" dt="2023-08-31T01:55:31.974" v="3" actId="1076"/>
        <pc:sldMkLst>
          <pc:docMk/>
          <pc:sldMk cId="1482277026" sldId="256"/>
        </pc:sldMkLst>
        <pc:spChg chg="mod">
          <ac:chgData name="White (she/her), Whitney" userId="65f39021-2f1d-4d8b-87dc-b123826f65bf" providerId="ADAL" clId="{00BE50B1-1C20-422B-AD0F-768AE6585E4F}" dt="2023-08-31T01:55:28.173" v="0" actId="1076"/>
          <ac:spMkLst>
            <pc:docMk/>
            <pc:sldMk cId="1482277026" sldId="256"/>
            <ac:spMk id="2" creationId="{BFFCF5BD-F8FF-4A67-A8B6-EBB21E79279B}"/>
          </ac:spMkLst>
        </pc:spChg>
        <pc:spChg chg="add mod">
          <ac:chgData name="White (she/her), Whitney" userId="65f39021-2f1d-4d8b-87dc-b123826f65bf" providerId="ADAL" clId="{00BE50B1-1C20-422B-AD0F-768AE6585E4F}" dt="2023-08-31T01:55:31.974" v="3" actId="1076"/>
          <ac:spMkLst>
            <pc:docMk/>
            <pc:sldMk cId="1482277026" sldId="256"/>
            <ac:spMk id="4" creationId="{04D28D09-4DD1-AFFA-86D9-FF2078C97E81}"/>
          </ac:spMkLst>
        </pc:spChg>
      </pc:sldChg>
      <pc:sldChg chg="modSp mod">
        <pc:chgData name="White (she/her), Whitney" userId="65f39021-2f1d-4d8b-87dc-b123826f65bf" providerId="ADAL" clId="{00BE50B1-1C20-422B-AD0F-768AE6585E4F}" dt="2023-08-31T01:55:45.053" v="13" actId="20577"/>
        <pc:sldMkLst>
          <pc:docMk/>
          <pc:sldMk cId="2772527113" sldId="259"/>
        </pc:sldMkLst>
        <pc:spChg chg="mod">
          <ac:chgData name="White (she/her), Whitney" userId="65f39021-2f1d-4d8b-87dc-b123826f65bf" providerId="ADAL" clId="{00BE50B1-1C20-422B-AD0F-768AE6585E4F}" dt="2023-08-31T01:55:45.053" v="13" actId="20577"/>
          <ac:spMkLst>
            <pc:docMk/>
            <pc:sldMk cId="2772527113" sldId="259"/>
            <ac:spMk id="3" creationId="{8CE08C7F-0286-423B-92F7-DEB89F31111A}"/>
          </ac:spMkLst>
        </pc:spChg>
      </pc:sldChg>
      <pc:sldChg chg="modSp mod">
        <pc:chgData name="White (she/her), Whitney" userId="65f39021-2f1d-4d8b-87dc-b123826f65bf" providerId="ADAL" clId="{00BE50B1-1C20-422B-AD0F-768AE6585E4F}" dt="2023-08-31T01:55:29.604" v="2" actId="27636"/>
        <pc:sldMkLst>
          <pc:docMk/>
          <pc:sldMk cId="2147408764" sldId="260"/>
        </pc:sldMkLst>
        <pc:spChg chg="mod">
          <ac:chgData name="White (she/her), Whitney" userId="65f39021-2f1d-4d8b-87dc-b123826f65bf" providerId="ADAL" clId="{00BE50B1-1C20-422B-AD0F-768AE6585E4F}" dt="2023-08-31T01:55:29.604" v="2" actId="27636"/>
          <ac:spMkLst>
            <pc:docMk/>
            <pc:sldMk cId="2147408764" sldId="260"/>
            <ac:spMk id="3" creationId="{49F2A5AF-3C0B-4968-A438-E435325199EA}"/>
          </ac:spMkLst>
        </pc:spChg>
      </pc:sldChg>
      <pc:sldChg chg="modSp mod">
        <pc:chgData name="White (she/her), Whitney" userId="65f39021-2f1d-4d8b-87dc-b123826f65bf" providerId="ADAL" clId="{00BE50B1-1C20-422B-AD0F-768AE6585E4F}" dt="2023-08-31T01:55:55.877" v="14" actId="20577"/>
        <pc:sldMkLst>
          <pc:docMk/>
          <pc:sldMk cId="3493109116" sldId="264"/>
        </pc:sldMkLst>
        <pc:spChg chg="mod">
          <ac:chgData name="White (she/her), Whitney" userId="65f39021-2f1d-4d8b-87dc-b123826f65bf" providerId="ADAL" clId="{00BE50B1-1C20-422B-AD0F-768AE6585E4F}" dt="2023-08-31T01:55:55.877" v="14" actId="20577"/>
          <ac:spMkLst>
            <pc:docMk/>
            <pc:sldMk cId="3493109116" sldId="264"/>
            <ac:spMk id="2" creationId="{D7836664-70C0-47BA-9BFF-496A04EBBFDE}"/>
          </ac:spMkLst>
        </pc:spChg>
      </pc:sldChg>
      <pc:sldChg chg="modSp mod">
        <pc:chgData name="White (she/her), Whitney" userId="65f39021-2f1d-4d8b-87dc-b123826f65bf" providerId="ADAL" clId="{00BE50B1-1C20-422B-AD0F-768AE6585E4F}" dt="2023-08-31T01:55:58.460" v="16" actId="20577"/>
        <pc:sldMkLst>
          <pc:docMk/>
          <pc:sldMk cId="4075558235" sldId="266"/>
        </pc:sldMkLst>
        <pc:spChg chg="mod">
          <ac:chgData name="White (she/her), Whitney" userId="65f39021-2f1d-4d8b-87dc-b123826f65bf" providerId="ADAL" clId="{00BE50B1-1C20-422B-AD0F-768AE6585E4F}" dt="2023-08-31T01:55:58.460" v="16" actId="20577"/>
          <ac:spMkLst>
            <pc:docMk/>
            <pc:sldMk cId="4075558235" sldId="266"/>
            <ac:spMk id="2" creationId="{D7836664-70C0-47BA-9BFF-496A04EBBFDE}"/>
          </ac:spMkLst>
        </pc:spChg>
      </pc:sldChg>
      <pc:sldChg chg="modSp mod">
        <pc:chgData name="White (she/her), Whitney" userId="65f39021-2f1d-4d8b-87dc-b123826f65bf" providerId="ADAL" clId="{00BE50B1-1C20-422B-AD0F-768AE6585E4F}" dt="2023-08-31T01:56:00.262" v="19" actId="20577"/>
        <pc:sldMkLst>
          <pc:docMk/>
          <pc:sldMk cId="3694841975" sldId="267"/>
        </pc:sldMkLst>
        <pc:spChg chg="mod">
          <ac:chgData name="White (she/her), Whitney" userId="65f39021-2f1d-4d8b-87dc-b123826f65bf" providerId="ADAL" clId="{00BE50B1-1C20-422B-AD0F-768AE6585E4F}" dt="2023-08-31T01:56:00.262" v="19" actId="20577"/>
          <ac:spMkLst>
            <pc:docMk/>
            <pc:sldMk cId="3694841975" sldId="267"/>
            <ac:spMk id="2" creationId="{D7836664-70C0-47BA-9BFF-496A04EBBFDE}"/>
          </ac:spMkLst>
        </pc:spChg>
      </pc:sldChg>
      <pc:sldChg chg="modSp mod">
        <pc:chgData name="White (she/her), Whitney" userId="65f39021-2f1d-4d8b-87dc-b123826f65bf" providerId="ADAL" clId="{00BE50B1-1C20-422B-AD0F-768AE6585E4F}" dt="2023-08-31T01:56:08.308" v="31" actId="20577"/>
        <pc:sldMkLst>
          <pc:docMk/>
          <pc:sldMk cId="1805841241" sldId="268"/>
        </pc:sldMkLst>
        <pc:spChg chg="mod">
          <ac:chgData name="White (she/her), Whitney" userId="65f39021-2f1d-4d8b-87dc-b123826f65bf" providerId="ADAL" clId="{00BE50B1-1C20-422B-AD0F-768AE6585E4F}" dt="2023-08-31T01:56:08.308" v="31" actId="20577"/>
          <ac:spMkLst>
            <pc:docMk/>
            <pc:sldMk cId="1805841241" sldId="268"/>
            <ac:spMk id="2" creationId="{D7836664-70C0-47BA-9BFF-496A04EBBFDE}"/>
          </ac:spMkLst>
        </pc:spChg>
      </pc:sldChg>
      <pc:sldChg chg="modSp mod">
        <pc:chgData name="White (she/her), Whitney" userId="65f39021-2f1d-4d8b-87dc-b123826f65bf" providerId="ADAL" clId="{00BE50B1-1C20-422B-AD0F-768AE6585E4F}" dt="2023-08-31T01:56:02.576" v="23" actId="20577"/>
        <pc:sldMkLst>
          <pc:docMk/>
          <pc:sldMk cId="3566335070" sldId="269"/>
        </pc:sldMkLst>
        <pc:spChg chg="mod">
          <ac:chgData name="White (she/her), Whitney" userId="65f39021-2f1d-4d8b-87dc-b123826f65bf" providerId="ADAL" clId="{00BE50B1-1C20-422B-AD0F-768AE6585E4F}" dt="2023-08-31T01:56:02.576" v="23" actId="20577"/>
          <ac:spMkLst>
            <pc:docMk/>
            <pc:sldMk cId="3566335070" sldId="269"/>
            <ac:spMk id="2" creationId="{D7836664-70C0-47BA-9BFF-496A04EBBFDE}"/>
          </ac:spMkLst>
        </pc:spChg>
      </pc:sldChg>
      <pc:sldChg chg="modSp mod">
        <pc:chgData name="White (she/her), Whitney" userId="65f39021-2f1d-4d8b-87dc-b123826f65bf" providerId="ADAL" clId="{00BE50B1-1C20-422B-AD0F-768AE6585E4F}" dt="2023-08-31T01:56:12.522" v="38" actId="20577"/>
        <pc:sldMkLst>
          <pc:docMk/>
          <pc:sldMk cId="3393339247" sldId="270"/>
        </pc:sldMkLst>
        <pc:spChg chg="mod">
          <ac:chgData name="White (she/her), Whitney" userId="65f39021-2f1d-4d8b-87dc-b123826f65bf" providerId="ADAL" clId="{00BE50B1-1C20-422B-AD0F-768AE6585E4F}" dt="2023-08-31T01:56:12.522" v="38" actId="20577"/>
          <ac:spMkLst>
            <pc:docMk/>
            <pc:sldMk cId="3393339247" sldId="270"/>
            <ac:spMk id="2" creationId="{D7836664-70C0-47BA-9BFF-496A04EBBFDE}"/>
          </ac:spMkLst>
        </pc:spChg>
      </pc:sldChg>
      <pc:sldChg chg="modSp mod">
        <pc:chgData name="White (she/her), Whitney" userId="65f39021-2f1d-4d8b-87dc-b123826f65bf" providerId="ADAL" clId="{00BE50B1-1C20-422B-AD0F-768AE6585E4F}" dt="2023-08-31T01:56:17.217" v="47" actId="20577"/>
        <pc:sldMkLst>
          <pc:docMk/>
          <pc:sldMk cId="3149117040" sldId="271"/>
        </pc:sldMkLst>
        <pc:spChg chg="mod">
          <ac:chgData name="White (she/her), Whitney" userId="65f39021-2f1d-4d8b-87dc-b123826f65bf" providerId="ADAL" clId="{00BE50B1-1C20-422B-AD0F-768AE6585E4F}" dt="2023-08-31T01:56:17.217" v="47" actId="20577"/>
          <ac:spMkLst>
            <pc:docMk/>
            <pc:sldMk cId="3149117040" sldId="271"/>
            <ac:spMk id="2" creationId="{D7836664-70C0-47BA-9BFF-496A04EBBFDE}"/>
          </ac:spMkLst>
        </pc:spChg>
      </pc:sldChg>
      <pc:sldChg chg="modSp mod">
        <pc:chgData name="White (she/her), Whitney" userId="65f39021-2f1d-4d8b-87dc-b123826f65bf" providerId="ADAL" clId="{00BE50B1-1C20-422B-AD0F-768AE6585E4F}" dt="2023-08-31T01:56:20.783" v="60" actId="20577"/>
        <pc:sldMkLst>
          <pc:docMk/>
          <pc:sldMk cId="4129154851" sldId="272"/>
        </pc:sldMkLst>
        <pc:spChg chg="mod">
          <ac:chgData name="White (she/her), Whitney" userId="65f39021-2f1d-4d8b-87dc-b123826f65bf" providerId="ADAL" clId="{00BE50B1-1C20-422B-AD0F-768AE6585E4F}" dt="2023-08-31T01:56:20.783" v="60" actId="20577"/>
          <ac:spMkLst>
            <pc:docMk/>
            <pc:sldMk cId="4129154851" sldId="272"/>
            <ac:spMk id="2" creationId="{D7836664-70C0-47BA-9BFF-496A04EBBFDE}"/>
          </ac:spMkLst>
        </pc:spChg>
      </pc:sldChg>
    </pc:docChg>
  </pc:docChgLst>
  <pc:docChgLst>
    <pc:chgData name="Preston, Jennifer" userId="0406a4f8-ec61-4be9-b43b-10a5e470692b" providerId="ADAL" clId="{F14B7A81-38D8-4F03-B66A-D0C2C074931B}"/>
    <pc:docChg chg="undo custSel addSld delSld modSld sldOrd">
      <pc:chgData name="Preston, Jennifer" userId="0406a4f8-ec61-4be9-b43b-10a5e470692b" providerId="ADAL" clId="{F14B7A81-38D8-4F03-B66A-D0C2C074931B}" dt="2022-10-10T13:46:45.316" v="290" actId="20577"/>
      <pc:docMkLst>
        <pc:docMk/>
      </pc:docMkLst>
      <pc:sldChg chg="modSp mod">
        <pc:chgData name="Preston, Jennifer" userId="0406a4f8-ec61-4be9-b43b-10a5e470692b" providerId="ADAL" clId="{F14B7A81-38D8-4F03-B66A-D0C2C074931B}" dt="2022-10-10T13:33:38.649" v="104" actId="20577"/>
        <pc:sldMkLst>
          <pc:docMk/>
          <pc:sldMk cId="1482277026" sldId="256"/>
        </pc:sldMkLst>
        <pc:spChg chg="mod">
          <ac:chgData name="Preston, Jennifer" userId="0406a4f8-ec61-4be9-b43b-10a5e470692b" providerId="ADAL" clId="{F14B7A81-38D8-4F03-B66A-D0C2C074931B}" dt="2022-10-10T13:33:01.230" v="66" actId="20577"/>
          <ac:spMkLst>
            <pc:docMk/>
            <pc:sldMk cId="1482277026" sldId="256"/>
            <ac:spMk id="2" creationId="{BFFCF5BD-F8FF-4A67-A8B6-EBB21E79279B}"/>
          </ac:spMkLst>
        </pc:spChg>
        <pc:spChg chg="mod">
          <ac:chgData name="Preston, Jennifer" userId="0406a4f8-ec61-4be9-b43b-10a5e470692b" providerId="ADAL" clId="{F14B7A81-38D8-4F03-B66A-D0C2C074931B}" dt="2022-10-10T13:33:38.649" v="104" actId="20577"/>
          <ac:spMkLst>
            <pc:docMk/>
            <pc:sldMk cId="1482277026" sldId="256"/>
            <ac:spMk id="3" creationId="{E0FBD98F-3A67-498E-8174-652040DD7B60}"/>
          </ac:spMkLst>
        </pc:spChg>
      </pc:sldChg>
      <pc:sldChg chg="modSp mod">
        <pc:chgData name="Preston, Jennifer" userId="0406a4f8-ec61-4be9-b43b-10a5e470692b" providerId="ADAL" clId="{F14B7A81-38D8-4F03-B66A-D0C2C074931B}" dt="2022-10-10T13:35:13.714" v="176" actId="255"/>
        <pc:sldMkLst>
          <pc:docMk/>
          <pc:sldMk cId="4071305681" sldId="258"/>
        </pc:sldMkLst>
        <pc:spChg chg="mod">
          <ac:chgData name="Preston, Jennifer" userId="0406a4f8-ec61-4be9-b43b-10a5e470692b" providerId="ADAL" clId="{F14B7A81-38D8-4F03-B66A-D0C2C074931B}" dt="2022-10-10T13:34:38.807" v="158" actId="20577"/>
          <ac:spMkLst>
            <pc:docMk/>
            <pc:sldMk cId="4071305681" sldId="258"/>
            <ac:spMk id="2" creationId="{2F03F004-EE4F-44F2-AA0E-56B8CFF11342}"/>
          </ac:spMkLst>
        </pc:spChg>
        <pc:spChg chg="mod">
          <ac:chgData name="Preston, Jennifer" userId="0406a4f8-ec61-4be9-b43b-10a5e470692b" providerId="ADAL" clId="{F14B7A81-38D8-4F03-B66A-D0C2C074931B}" dt="2022-10-10T13:35:13.714" v="176" actId="255"/>
          <ac:spMkLst>
            <pc:docMk/>
            <pc:sldMk cId="4071305681" sldId="258"/>
            <ac:spMk id="3" creationId="{392BE286-77A6-49DD-B15D-7E4718D52FE7}"/>
          </ac:spMkLst>
        </pc:spChg>
      </pc:sldChg>
      <pc:sldChg chg="modSp mod">
        <pc:chgData name="Preston, Jennifer" userId="0406a4f8-ec61-4be9-b43b-10a5e470692b" providerId="ADAL" clId="{F14B7A81-38D8-4F03-B66A-D0C2C074931B}" dt="2022-10-10T13:34:10.756" v="142" actId="12"/>
        <pc:sldMkLst>
          <pc:docMk/>
          <pc:sldMk cId="2772527113" sldId="259"/>
        </pc:sldMkLst>
        <pc:spChg chg="mod">
          <ac:chgData name="Preston, Jennifer" userId="0406a4f8-ec61-4be9-b43b-10a5e470692b" providerId="ADAL" clId="{F14B7A81-38D8-4F03-B66A-D0C2C074931B}" dt="2022-10-10T13:34:10.756" v="142" actId="12"/>
          <ac:spMkLst>
            <pc:docMk/>
            <pc:sldMk cId="2772527113" sldId="259"/>
            <ac:spMk id="3" creationId="{8CE08C7F-0286-423B-92F7-DEB89F31111A}"/>
          </ac:spMkLst>
        </pc:spChg>
      </pc:sldChg>
      <pc:sldChg chg="modSp mod">
        <pc:chgData name="Preston, Jennifer" userId="0406a4f8-ec61-4be9-b43b-10a5e470692b" providerId="ADAL" clId="{F14B7A81-38D8-4F03-B66A-D0C2C074931B}" dt="2022-10-10T13:46:45.316" v="290" actId="20577"/>
        <pc:sldMkLst>
          <pc:docMk/>
          <pc:sldMk cId="2147408764" sldId="260"/>
        </pc:sldMkLst>
        <pc:spChg chg="mod">
          <ac:chgData name="Preston, Jennifer" userId="0406a4f8-ec61-4be9-b43b-10a5e470692b" providerId="ADAL" clId="{F14B7A81-38D8-4F03-B66A-D0C2C074931B}" dt="2022-10-10T13:46:45.316" v="290" actId="20577"/>
          <ac:spMkLst>
            <pc:docMk/>
            <pc:sldMk cId="2147408764" sldId="260"/>
            <ac:spMk id="3" creationId="{49F2A5AF-3C0B-4968-A438-E435325199EA}"/>
          </ac:spMkLst>
        </pc:spChg>
      </pc:sldChg>
      <pc:sldChg chg="modSp mod">
        <pc:chgData name="Preston, Jennifer" userId="0406a4f8-ec61-4be9-b43b-10a5e470692b" providerId="ADAL" clId="{F14B7A81-38D8-4F03-B66A-D0C2C074931B}" dt="2022-10-10T13:35:39.944" v="182" actId="113"/>
        <pc:sldMkLst>
          <pc:docMk/>
          <pc:sldMk cId="3054216349" sldId="261"/>
        </pc:sldMkLst>
        <pc:graphicFrameChg chg="mod modGraphic">
          <ac:chgData name="Preston, Jennifer" userId="0406a4f8-ec61-4be9-b43b-10a5e470692b" providerId="ADAL" clId="{F14B7A81-38D8-4F03-B66A-D0C2C074931B}" dt="2022-10-10T13:35:39.944" v="182" actId="113"/>
          <ac:graphicFrameMkLst>
            <pc:docMk/>
            <pc:sldMk cId="3054216349" sldId="261"/>
            <ac:graphicFrameMk id="8" creationId="{98BE1457-A4F1-2FC9-D228-F43660E6FE78}"/>
          </ac:graphicFrameMkLst>
        </pc:graphicFrameChg>
      </pc:sldChg>
      <pc:sldChg chg="del">
        <pc:chgData name="Preston, Jennifer" userId="0406a4f8-ec61-4be9-b43b-10a5e470692b" providerId="ADAL" clId="{F14B7A81-38D8-4F03-B66A-D0C2C074931B}" dt="2022-10-10T13:46:31.478" v="259" actId="47"/>
        <pc:sldMkLst>
          <pc:docMk/>
          <pc:sldMk cId="1163931679" sldId="263"/>
        </pc:sldMkLst>
      </pc:sldChg>
      <pc:sldChg chg="addSp delSp modSp mod">
        <pc:chgData name="Preston, Jennifer" userId="0406a4f8-ec61-4be9-b43b-10a5e470692b" providerId="ADAL" clId="{F14B7A81-38D8-4F03-B66A-D0C2C074931B}" dt="2022-10-10T13:36:32.747" v="207" actId="255"/>
        <pc:sldMkLst>
          <pc:docMk/>
          <pc:sldMk cId="3493109116" sldId="264"/>
        </pc:sldMkLst>
        <pc:spChg chg="mod">
          <ac:chgData name="Preston, Jennifer" userId="0406a4f8-ec61-4be9-b43b-10a5e470692b" providerId="ADAL" clId="{F14B7A81-38D8-4F03-B66A-D0C2C074931B}" dt="2022-10-10T13:36:17.398" v="203" actId="20577"/>
          <ac:spMkLst>
            <pc:docMk/>
            <pc:sldMk cId="3493109116" sldId="264"/>
            <ac:spMk id="2" creationId="{D7836664-70C0-47BA-9BFF-496A04EBBFDE}"/>
          </ac:spMkLst>
        </pc:spChg>
        <pc:spChg chg="add mod">
          <ac:chgData name="Preston, Jennifer" userId="0406a4f8-ec61-4be9-b43b-10a5e470692b" providerId="ADAL" clId="{F14B7A81-38D8-4F03-B66A-D0C2C074931B}" dt="2022-10-10T13:36:32.747" v="207" actId="255"/>
          <ac:spMkLst>
            <pc:docMk/>
            <pc:sldMk cId="3493109116" sldId="264"/>
            <ac:spMk id="5" creationId="{934F3147-2FD2-47BA-8A02-A78189DEC9B0}"/>
          </ac:spMkLst>
        </pc:spChg>
        <pc:graphicFrameChg chg="del">
          <ac:chgData name="Preston, Jennifer" userId="0406a4f8-ec61-4be9-b43b-10a5e470692b" providerId="ADAL" clId="{F14B7A81-38D8-4F03-B66A-D0C2C074931B}" dt="2022-10-10T13:36:20.331" v="204" actId="478"/>
          <ac:graphicFrameMkLst>
            <pc:docMk/>
            <pc:sldMk cId="3493109116" sldId="264"/>
            <ac:graphicFrameMk id="6" creationId="{8B21298A-7C65-F12A-EFA7-BC3F330460EB}"/>
          </ac:graphicFrameMkLst>
        </pc:graphicFrameChg>
      </pc:sldChg>
      <pc:sldChg chg="modSp add mod">
        <pc:chgData name="Preston, Jennifer" userId="0406a4f8-ec61-4be9-b43b-10a5e470692b" providerId="ADAL" clId="{F14B7A81-38D8-4F03-B66A-D0C2C074931B}" dt="2022-10-10T13:35:19.211" v="177" actId="255"/>
        <pc:sldMkLst>
          <pc:docMk/>
          <pc:sldMk cId="936829514" sldId="265"/>
        </pc:sldMkLst>
        <pc:spChg chg="mod">
          <ac:chgData name="Preston, Jennifer" userId="0406a4f8-ec61-4be9-b43b-10a5e470692b" providerId="ADAL" clId="{F14B7A81-38D8-4F03-B66A-D0C2C074931B}" dt="2022-10-10T13:34:44.624" v="161" actId="20577"/>
          <ac:spMkLst>
            <pc:docMk/>
            <pc:sldMk cId="936829514" sldId="265"/>
            <ac:spMk id="2" creationId="{2F03F004-EE4F-44F2-AA0E-56B8CFF11342}"/>
          </ac:spMkLst>
        </pc:spChg>
        <pc:spChg chg="mod">
          <ac:chgData name="Preston, Jennifer" userId="0406a4f8-ec61-4be9-b43b-10a5e470692b" providerId="ADAL" clId="{F14B7A81-38D8-4F03-B66A-D0C2C074931B}" dt="2022-10-10T13:35:19.211" v="177" actId="255"/>
          <ac:spMkLst>
            <pc:docMk/>
            <pc:sldMk cId="936829514" sldId="265"/>
            <ac:spMk id="3" creationId="{392BE286-77A6-49DD-B15D-7E4718D52FE7}"/>
          </ac:spMkLst>
        </pc:spChg>
      </pc:sldChg>
      <pc:sldChg chg="modSp add mod">
        <pc:chgData name="Preston, Jennifer" userId="0406a4f8-ec61-4be9-b43b-10a5e470692b" providerId="ADAL" clId="{F14B7A81-38D8-4F03-B66A-D0C2C074931B}" dt="2022-10-10T13:36:48.103" v="212" actId="20577"/>
        <pc:sldMkLst>
          <pc:docMk/>
          <pc:sldMk cId="4075558235" sldId="266"/>
        </pc:sldMkLst>
        <pc:spChg chg="mod">
          <ac:chgData name="Preston, Jennifer" userId="0406a4f8-ec61-4be9-b43b-10a5e470692b" providerId="ADAL" clId="{F14B7A81-38D8-4F03-B66A-D0C2C074931B}" dt="2022-10-10T13:36:48.103" v="212" actId="20577"/>
          <ac:spMkLst>
            <pc:docMk/>
            <pc:sldMk cId="4075558235" sldId="266"/>
            <ac:spMk id="5" creationId="{934F3147-2FD2-47BA-8A02-A78189DEC9B0}"/>
          </ac:spMkLst>
        </pc:spChg>
      </pc:sldChg>
      <pc:sldChg chg="modSp add mod">
        <pc:chgData name="Preston, Jennifer" userId="0406a4f8-ec61-4be9-b43b-10a5e470692b" providerId="ADAL" clId="{F14B7A81-38D8-4F03-B66A-D0C2C074931B}" dt="2022-10-10T13:37:16.243" v="219" actId="20577"/>
        <pc:sldMkLst>
          <pc:docMk/>
          <pc:sldMk cId="3694841975" sldId="267"/>
        </pc:sldMkLst>
        <pc:spChg chg="mod">
          <ac:chgData name="Preston, Jennifer" userId="0406a4f8-ec61-4be9-b43b-10a5e470692b" providerId="ADAL" clId="{F14B7A81-38D8-4F03-B66A-D0C2C074931B}" dt="2022-10-10T13:37:16.243" v="219" actId="20577"/>
          <ac:spMkLst>
            <pc:docMk/>
            <pc:sldMk cId="3694841975" sldId="267"/>
            <ac:spMk id="5" creationId="{934F3147-2FD2-47BA-8A02-A78189DEC9B0}"/>
          </ac:spMkLst>
        </pc:spChg>
      </pc:sldChg>
      <pc:sldChg chg="modSp add mod">
        <pc:chgData name="Preston, Jennifer" userId="0406a4f8-ec61-4be9-b43b-10a5e470692b" providerId="ADAL" clId="{F14B7A81-38D8-4F03-B66A-D0C2C074931B}" dt="2022-10-10T13:37:57.476" v="230" actId="20577"/>
        <pc:sldMkLst>
          <pc:docMk/>
          <pc:sldMk cId="1805841241" sldId="268"/>
        </pc:sldMkLst>
        <pc:spChg chg="mod">
          <ac:chgData name="Preston, Jennifer" userId="0406a4f8-ec61-4be9-b43b-10a5e470692b" providerId="ADAL" clId="{F14B7A81-38D8-4F03-B66A-D0C2C074931B}" dt="2022-10-10T13:37:57.476" v="230" actId="20577"/>
          <ac:spMkLst>
            <pc:docMk/>
            <pc:sldMk cId="1805841241" sldId="268"/>
            <ac:spMk id="5" creationId="{934F3147-2FD2-47BA-8A02-A78189DEC9B0}"/>
          </ac:spMkLst>
        </pc:spChg>
      </pc:sldChg>
      <pc:sldChg chg="add ord">
        <pc:chgData name="Preston, Jennifer" userId="0406a4f8-ec61-4be9-b43b-10a5e470692b" providerId="ADAL" clId="{F14B7A81-38D8-4F03-B66A-D0C2C074931B}" dt="2022-10-10T13:38:03.421" v="232"/>
        <pc:sldMkLst>
          <pc:docMk/>
          <pc:sldMk cId="3566335070" sldId="269"/>
        </pc:sldMkLst>
      </pc:sldChg>
      <pc:sldChg chg="modSp add mod">
        <pc:chgData name="Preston, Jennifer" userId="0406a4f8-ec61-4be9-b43b-10a5e470692b" providerId="ADAL" clId="{F14B7A81-38D8-4F03-B66A-D0C2C074931B}" dt="2022-10-10T13:38:16.696" v="236" actId="20577"/>
        <pc:sldMkLst>
          <pc:docMk/>
          <pc:sldMk cId="3393339247" sldId="270"/>
        </pc:sldMkLst>
        <pc:spChg chg="mod">
          <ac:chgData name="Preston, Jennifer" userId="0406a4f8-ec61-4be9-b43b-10a5e470692b" providerId="ADAL" clId="{F14B7A81-38D8-4F03-B66A-D0C2C074931B}" dt="2022-10-10T13:38:16.696" v="236" actId="20577"/>
          <ac:spMkLst>
            <pc:docMk/>
            <pc:sldMk cId="3393339247" sldId="270"/>
            <ac:spMk id="5" creationId="{934F3147-2FD2-47BA-8A02-A78189DEC9B0}"/>
          </ac:spMkLst>
        </pc:spChg>
      </pc:sldChg>
      <pc:sldChg chg="modSp add mod">
        <pc:chgData name="Preston, Jennifer" userId="0406a4f8-ec61-4be9-b43b-10a5e470692b" providerId="ADAL" clId="{F14B7A81-38D8-4F03-B66A-D0C2C074931B}" dt="2022-10-10T13:38:32.279" v="241" actId="20577"/>
        <pc:sldMkLst>
          <pc:docMk/>
          <pc:sldMk cId="3149117040" sldId="271"/>
        </pc:sldMkLst>
        <pc:spChg chg="mod">
          <ac:chgData name="Preston, Jennifer" userId="0406a4f8-ec61-4be9-b43b-10a5e470692b" providerId="ADAL" clId="{F14B7A81-38D8-4F03-B66A-D0C2C074931B}" dt="2022-10-10T13:38:32.279" v="241" actId="20577"/>
          <ac:spMkLst>
            <pc:docMk/>
            <pc:sldMk cId="3149117040" sldId="271"/>
            <ac:spMk id="5" creationId="{934F3147-2FD2-47BA-8A02-A78189DEC9B0}"/>
          </ac:spMkLst>
        </pc:spChg>
      </pc:sldChg>
      <pc:sldChg chg="modSp add mod">
        <pc:chgData name="Preston, Jennifer" userId="0406a4f8-ec61-4be9-b43b-10a5e470692b" providerId="ADAL" clId="{F14B7A81-38D8-4F03-B66A-D0C2C074931B}" dt="2022-10-10T13:38:48.238" v="245" actId="20577"/>
        <pc:sldMkLst>
          <pc:docMk/>
          <pc:sldMk cId="4129154851" sldId="272"/>
        </pc:sldMkLst>
        <pc:spChg chg="mod">
          <ac:chgData name="Preston, Jennifer" userId="0406a4f8-ec61-4be9-b43b-10a5e470692b" providerId="ADAL" clId="{F14B7A81-38D8-4F03-B66A-D0C2C074931B}" dt="2022-10-10T13:38:48.238" v="245" actId="20577"/>
          <ac:spMkLst>
            <pc:docMk/>
            <pc:sldMk cId="4129154851" sldId="272"/>
            <ac:spMk id="5" creationId="{934F3147-2FD2-47BA-8A02-A78189DEC9B0}"/>
          </ac:spMkLst>
        </pc:spChg>
      </pc:sldChg>
      <pc:sldChg chg="addSp delSp modSp add mod">
        <pc:chgData name="Preston, Jennifer" userId="0406a4f8-ec61-4be9-b43b-10a5e470692b" providerId="ADAL" clId="{F14B7A81-38D8-4F03-B66A-D0C2C074931B}" dt="2022-10-10T13:41:07.976" v="258" actId="1076"/>
        <pc:sldMkLst>
          <pc:docMk/>
          <pc:sldMk cId="327363401" sldId="273"/>
        </pc:sldMkLst>
        <pc:spChg chg="del">
          <ac:chgData name="Preston, Jennifer" userId="0406a4f8-ec61-4be9-b43b-10a5e470692b" providerId="ADAL" clId="{F14B7A81-38D8-4F03-B66A-D0C2C074931B}" dt="2022-10-10T13:40:24.407" v="247" actId="478"/>
          <ac:spMkLst>
            <pc:docMk/>
            <pc:sldMk cId="327363401" sldId="273"/>
            <ac:spMk id="5" creationId="{934F3147-2FD2-47BA-8A02-A78189DEC9B0}"/>
          </ac:spMkLst>
        </pc:spChg>
        <pc:spChg chg="add del mod">
          <ac:chgData name="Preston, Jennifer" userId="0406a4f8-ec61-4be9-b43b-10a5e470692b" providerId="ADAL" clId="{F14B7A81-38D8-4F03-B66A-D0C2C074931B}" dt="2022-10-10T13:40:35.393" v="250" actId="3680"/>
          <ac:spMkLst>
            <pc:docMk/>
            <pc:sldMk cId="327363401" sldId="273"/>
            <ac:spMk id="6" creationId="{6198E8CF-B30C-43AF-8E54-3D26FAD58C4E}"/>
          </ac:spMkLst>
        </pc:spChg>
        <pc:graphicFrameChg chg="add del mod">
          <ac:chgData name="Preston, Jennifer" userId="0406a4f8-ec61-4be9-b43b-10a5e470692b" providerId="ADAL" clId="{F14B7A81-38D8-4F03-B66A-D0C2C074931B}" dt="2022-10-10T13:40:28.503" v="249"/>
          <ac:graphicFrameMkLst>
            <pc:docMk/>
            <pc:sldMk cId="327363401" sldId="273"/>
            <ac:graphicFrameMk id="7" creationId="{58F006A0-0F21-48B5-8895-05D81E0470B8}"/>
          </ac:graphicFrameMkLst>
        </pc:graphicFrameChg>
        <pc:graphicFrameChg chg="add mod ord modGraphic">
          <ac:chgData name="Preston, Jennifer" userId="0406a4f8-ec61-4be9-b43b-10a5e470692b" providerId="ADAL" clId="{F14B7A81-38D8-4F03-B66A-D0C2C074931B}" dt="2022-10-10T13:41:07.976" v="258" actId="1076"/>
          <ac:graphicFrameMkLst>
            <pc:docMk/>
            <pc:sldMk cId="327363401" sldId="273"/>
            <ac:graphicFrameMk id="8" creationId="{39723EDE-F7FA-4140-9691-5DDE0F58E762}"/>
          </ac:graphicFrameMkLst>
        </pc:graphicFrame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8/30/2023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8/30/2023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8/30/2023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8/30/2023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8/30/2023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8/30/2023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68250"/>
            <a:ext cx="9144000" cy="370300"/>
          </a:xfrm>
        </p:spPr>
        <p:txBody>
          <a:bodyPr>
            <a:normAutofit/>
          </a:bodyPr>
          <a:lstStyle/>
          <a:p>
            <a:pPr algn="l"/>
            <a:r>
              <a:rPr lang="en-US" sz="1800" dirty="0"/>
              <a:t>Instructional Practices| Unit 3: Knowledge of Students to Drive Instruction| Lesson 3.05</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vert="horz" lIns="91440" tIns="45720" rIns="91440" bIns="45720" rtlCol="0" anchor="t">
            <a:normAutofit/>
          </a:bodyPr>
          <a:lstStyle/>
          <a:p>
            <a:r>
              <a:rPr lang="en-US" sz="6000" dirty="0">
                <a:cs typeface="Calibri"/>
              </a:rPr>
              <a:t>Introduction to Asset-Based Approaches</a:t>
            </a:r>
          </a:p>
        </p:txBody>
      </p:sp>
      <p:sp>
        <p:nvSpPr>
          <p:cNvPr id="4" name="TextBox 3">
            <a:extLst>
              <a:ext uri="{FF2B5EF4-FFF2-40B4-BE49-F238E27FC236}">
                <a16:creationId xmlns:a16="http://schemas.microsoft.com/office/drawing/2014/main" id="{04D28D09-4DD1-AFFA-86D9-FF2078C97E81}"/>
              </a:ext>
            </a:extLst>
          </p:cNvPr>
          <p:cNvSpPr txBox="1"/>
          <p:nvPr/>
        </p:nvSpPr>
        <p:spPr>
          <a:xfrm>
            <a:off x="0" y="6438550"/>
            <a:ext cx="11110595" cy="494030"/>
          </a:xfrm>
          <a:prstGeom prst="rect">
            <a:avLst/>
          </a:prstGeom>
          <a:noFill/>
        </p:spPr>
        <p:txBody>
          <a:bodyPr wrap="square" rtlCol="0">
            <a:spAutoFit/>
          </a:bodyPr>
          <a:lstStyle/>
          <a:p>
            <a:pPr marL="0" marR="0">
              <a:lnSpc>
                <a:spcPct val="107000"/>
              </a:lnSpc>
              <a:spcBef>
                <a:spcPts val="0"/>
              </a:spcBef>
              <a:spcAft>
                <a:spcPts val="800"/>
              </a:spcAft>
            </a:pPr>
            <a:r>
              <a:rPr lang="en-US" sz="1800" kern="1200">
                <a:solidFill>
                  <a:srgbClr val="464646"/>
                </a:solidFill>
                <a:effectLst/>
                <a:latin typeface="Calibri Light" panose="020F0302020204030204" pitchFamily="34" charset="0"/>
                <a:ea typeface="Calibri" panose="020F0502020204030204" pitchFamily="34" charset="0"/>
                <a:cs typeface="Calibri" panose="020F0502020204030204" pitchFamily="34" charset="0"/>
              </a:rPr>
              <a:t>This work is licensed under a </a:t>
            </a:r>
            <a:r>
              <a:rPr lang="en-US" sz="1800" u="sng"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vert="horz" lIns="91440" tIns="45720" rIns="91440" bIns="45720" rtlCol="0" anchor="t">
            <a:normAutofit/>
          </a:bodyPr>
          <a:lstStyle/>
          <a:p>
            <a:pPr marL="0" indent="0">
              <a:buNone/>
            </a:pPr>
            <a:r>
              <a:rPr lang="en-US" dirty="0"/>
              <a:t>TEKS 4 A-C, 4E, 5A</a:t>
            </a:r>
          </a:p>
          <a:p>
            <a:pPr marL="0" indent="0">
              <a:buNone/>
            </a:pPr>
            <a:endParaRPr lang="en-US" dirty="0"/>
          </a:p>
          <a:p>
            <a:pPr marL="0" indent="0">
              <a:buNone/>
            </a:pPr>
            <a:r>
              <a:rPr lang="en-US" dirty="0"/>
              <a:t>The student will:</a:t>
            </a:r>
          </a:p>
          <a:p>
            <a:r>
              <a:rPr lang="en-US" dirty="0">
                <a:ea typeface="+mn-lt"/>
                <a:cs typeface="+mn-lt"/>
              </a:rPr>
              <a:t>Identify characteristics of asset-based and deficit-based teaching</a:t>
            </a:r>
          </a:p>
          <a:p>
            <a:r>
              <a:rPr lang="en-US" dirty="0">
                <a:ea typeface="+mn-lt"/>
                <a:cs typeface="+mn-lt"/>
              </a:rPr>
              <a:t>Explore how these types of teaching influence instruction</a:t>
            </a:r>
          </a:p>
          <a:p>
            <a:r>
              <a:rPr lang="en-US" dirty="0">
                <a:ea typeface="+mn-lt"/>
                <a:cs typeface="+mn-lt"/>
              </a:rPr>
              <a:t>Identify examples of asset- and deficit-based teaching in scenarios involving teachers and students</a:t>
            </a:r>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 Scenario 1</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vert="horz" lIns="91440" tIns="45720" rIns="91440" bIns="45720" rtlCol="0" anchor="t">
            <a:noAutofit/>
          </a:bodyPr>
          <a:lstStyle/>
          <a:p>
            <a:pPr marL="0" marR="0" indent="0">
              <a:spcBef>
                <a:spcPts val="600"/>
              </a:spcBef>
              <a:spcAft>
                <a:spcPts val="600"/>
              </a:spcAft>
              <a:buNone/>
            </a:pPr>
            <a:r>
              <a:rPr lang="en-US" sz="2000" dirty="0">
                <a:effectLst/>
                <a:latin typeface="Calibri" panose="020F0502020204030204" pitchFamily="34" charset="0"/>
                <a:ea typeface="Calibri" panose="020F0502020204030204" pitchFamily="34" charset="0"/>
                <a:cs typeface="Arial" panose="020B0604020202020204" pitchFamily="34" charset="0"/>
              </a:rPr>
              <a:t>For each scenario, consider two possible ways that a teacher could respond. Place a check mark next to the best response and explain your choice underneath the scenario.</a:t>
            </a:r>
          </a:p>
          <a:p>
            <a:pPr marL="0" marR="0" indent="0">
              <a:spcBef>
                <a:spcPts val="600"/>
              </a:spcBef>
              <a:spcAft>
                <a:spcPts val="600"/>
              </a:spcAft>
              <a:buNone/>
            </a:pPr>
            <a:r>
              <a:rPr lang="en-US" sz="2000" u="sng" dirty="0">
                <a:effectLst/>
                <a:latin typeface="Calibri" panose="020F0502020204030204" pitchFamily="34" charset="0"/>
                <a:ea typeface="Calibri" panose="020F0502020204030204" pitchFamily="34" charset="0"/>
                <a:cs typeface="Arial" panose="020B0604020202020204" pitchFamily="34" charset="0"/>
              </a:rPr>
              <a:t>Scenario 1:</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indent="0">
              <a:spcBef>
                <a:spcPts val="600"/>
              </a:spcBef>
              <a:spcAft>
                <a:spcPts val="600"/>
              </a:spcAft>
              <a:buNone/>
            </a:pPr>
            <a:r>
              <a:rPr lang="en-US" sz="2000" dirty="0">
                <a:effectLst/>
                <a:latin typeface="Calibri" panose="020F0502020204030204" pitchFamily="34" charset="0"/>
                <a:ea typeface="Calibri" panose="020F0502020204030204" pitchFamily="34" charset="0"/>
                <a:cs typeface="Arial" panose="020B0604020202020204" pitchFamily="34" charset="0"/>
              </a:rPr>
              <a:t>A new student has enrolled in Ms. B’s fifth grade class. She noticed that he was speaking Spanish with his parents when they dropped him off at school this morning, and he isn’t speaking to many of his new classmates.</a:t>
            </a:r>
          </a:p>
          <a:p>
            <a:pPr marL="0" marR="0" indent="0">
              <a:spcBef>
                <a:spcPts val="600"/>
              </a:spcBef>
              <a:spcAft>
                <a:spcPts val="600"/>
              </a:spcAft>
              <a:buNone/>
            </a:pPr>
            <a:r>
              <a:rPr lang="en-US" sz="2000" dirty="0">
                <a:effectLst/>
                <a:latin typeface="Calibri" panose="020F0502020204030204" pitchFamily="34" charset="0"/>
                <a:ea typeface="Calibri" panose="020F0502020204030204" pitchFamily="34" charset="0"/>
                <a:cs typeface="Arial" panose="020B0604020202020204" pitchFamily="34" charset="0"/>
              </a:rPr>
              <a:t>Option A: Ms. B administers a reading assessment to determine the new student’s reading level. He can read above his grade level, so she makes sure that he has challenging books for silent reading.</a:t>
            </a:r>
          </a:p>
          <a:p>
            <a:pPr marL="0" marR="0" indent="0">
              <a:spcBef>
                <a:spcPts val="600"/>
              </a:spcBef>
              <a:spcAft>
                <a:spcPts val="600"/>
              </a:spcAft>
              <a:buNone/>
            </a:pPr>
            <a:r>
              <a:rPr lang="en-US" sz="2000" dirty="0">
                <a:effectLst/>
                <a:latin typeface="Calibri" panose="020F0502020204030204" pitchFamily="34" charset="0"/>
                <a:ea typeface="Calibri" panose="020F0502020204030204" pitchFamily="34" charset="0"/>
                <a:cs typeface="Arial" panose="020B0604020202020204" pitchFamily="34" charset="0"/>
              </a:rPr>
              <a:t>Option B: Since Ms. B is pretty sure that her new student doesn’t speak English well, she skips the reading assessment. She gives him a third-grade book for silent reading.</a:t>
            </a: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 Scenario 2</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vert="horz" lIns="91440" tIns="45720" rIns="91440" bIns="45720" rtlCol="0" anchor="t">
            <a:noAutofit/>
          </a:bodyPr>
          <a:lstStyle/>
          <a:p>
            <a:pPr marL="0" marR="0" indent="0">
              <a:spcBef>
                <a:spcPts val="600"/>
              </a:spcBef>
              <a:spcAft>
                <a:spcPts val="600"/>
              </a:spcAft>
              <a:buNone/>
            </a:pPr>
            <a:r>
              <a:rPr lang="en-US" sz="2000" u="sng" dirty="0">
                <a:effectLst/>
                <a:latin typeface="Calibri" panose="020F0502020204030204" pitchFamily="34" charset="0"/>
                <a:ea typeface="Calibri" panose="020F0502020204030204" pitchFamily="34" charset="0"/>
                <a:cs typeface="Arial" panose="020B0604020202020204" pitchFamily="34" charset="0"/>
              </a:rPr>
              <a:t>Scenario 2:</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indent="0">
              <a:spcBef>
                <a:spcPts val="600"/>
              </a:spcBef>
              <a:spcAft>
                <a:spcPts val="600"/>
              </a:spcAft>
              <a:buNone/>
            </a:pPr>
            <a:r>
              <a:rPr lang="en-US" sz="2000" dirty="0">
                <a:effectLst/>
                <a:latin typeface="Calibri" panose="020F0502020204030204" pitchFamily="34" charset="0"/>
                <a:ea typeface="Calibri" panose="020F0502020204030204" pitchFamily="34" charset="0"/>
                <a:cs typeface="Arial" panose="020B0604020202020204" pitchFamily="34" charset="0"/>
              </a:rPr>
              <a:t>Mr. W teaches high school science. The TEKS for his course state that students should complete lab experiments. Mr. W knows that his students haven’t had much experience in science labs because the district doesn’t have a lot of science equipment.</a:t>
            </a:r>
          </a:p>
          <a:p>
            <a:pPr marL="0" marR="0" indent="0">
              <a:spcBef>
                <a:spcPts val="600"/>
              </a:spcBef>
              <a:spcAft>
                <a:spcPts val="600"/>
              </a:spcAft>
              <a:buNone/>
            </a:pPr>
            <a:r>
              <a:rPr lang="en-US" sz="2000" dirty="0">
                <a:effectLst/>
                <a:latin typeface="Calibri" panose="020F0502020204030204" pitchFamily="34" charset="0"/>
                <a:ea typeface="Calibri" panose="020F0502020204030204" pitchFamily="34" charset="0"/>
                <a:cs typeface="Arial" panose="020B0604020202020204" pitchFamily="34" charset="0"/>
              </a:rPr>
              <a:t>Option A: Mr. W thinks it will be easier for his students to watch videos of the lab experiments rather than complete them on their own.</a:t>
            </a:r>
          </a:p>
          <a:p>
            <a:pPr marL="0" indent="0">
              <a:buNone/>
            </a:pPr>
            <a:r>
              <a:rPr lang="en-US" sz="2000" dirty="0">
                <a:effectLst/>
                <a:latin typeface="Calibri" panose="020F0502020204030204" pitchFamily="34" charset="0"/>
                <a:ea typeface="Calibri" panose="020F0502020204030204" pitchFamily="34" charset="0"/>
                <a:cs typeface="Arial" panose="020B0604020202020204" pitchFamily="34" charset="0"/>
              </a:rPr>
              <a:t>Option B: Mr. W spends time understanding what his students know about working in the lab and provides instruction on basic lab skills before introducing his students to the experiments.</a:t>
            </a:r>
            <a:endParaRPr lang="en-US" sz="2000"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936829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E203D-F288-408D-B325-66954BDD332E}"/>
              </a:ext>
            </a:extLst>
          </p:cNvPr>
          <p:cNvSpPr>
            <a:spLocks noGrp="1"/>
          </p:cNvSpPr>
          <p:nvPr>
            <p:ph type="title"/>
          </p:nvPr>
        </p:nvSpPr>
        <p:spPr/>
        <p:txBody>
          <a:bodyPr/>
          <a:lstStyle/>
          <a:p>
            <a:r>
              <a:rPr lang="en-US" dirty="0"/>
              <a:t>Vocabulary</a:t>
            </a:r>
          </a:p>
        </p:txBody>
      </p:sp>
      <p:graphicFrame>
        <p:nvGraphicFramePr>
          <p:cNvPr id="8" name="Table 8">
            <a:extLst>
              <a:ext uri="{FF2B5EF4-FFF2-40B4-BE49-F238E27FC236}">
                <a16:creationId xmlns:a16="http://schemas.microsoft.com/office/drawing/2014/main" id="{98BE1457-A4F1-2FC9-D228-F43660E6FE78}"/>
              </a:ext>
            </a:extLst>
          </p:cNvPr>
          <p:cNvGraphicFramePr>
            <a:graphicFrameLocks noGrp="1"/>
          </p:cNvGraphicFramePr>
          <p:nvPr>
            <p:ph idx="1"/>
            <p:extLst>
              <p:ext uri="{D42A27DB-BD31-4B8C-83A1-F6EECF244321}">
                <p14:modId xmlns:p14="http://schemas.microsoft.com/office/powerpoint/2010/main" val="3430713650"/>
              </p:ext>
            </p:extLst>
          </p:nvPr>
        </p:nvGraphicFramePr>
        <p:xfrm>
          <a:off x="878237" y="1821050"/>
          <a:ext cx="10476853" cy="2560320"/>
        </p:xfrm>
        <a:graphic>
          <a:graphicData uri="http://schemas.openxmlformats.org/drawingml/2006/table">
            <a:tbl>
              <a:tblPr firstRow="1" bandRow="1">
                <a:tableStyleId>{5C22544A-7EE6-4342-B048-85BDC9FD1C3A}</a:tableStyleId>
              </a:tblPr>
              <a:tblGrid>
                <a:gridCol w="3351508">
                  <a:extLst>
                    <a:ext uri="{9D8B030D-6E8A-4147-A177-3AD203B41FA5}">
                      <a16:colId xmlns:a16="http://schemas.microsoft.com/office/drawing/2014/main" val="645021696"/>
                    </a:ext>
                  </a:extLst>
                </a:gridCol>
                <a:gridCol w="7125345">
                  <a:extLst>
                    <a:ext uri="{9D8B030D-6E8A-4147-A177-3AD203B41FA5}">
                      <a16:colId xmlns:a16="http://schemas.microsoft.com/office/drawing/2014/main" val="3891442274"/>
                    </a:ext>
                  </a:extLst>
                </a:gridCol>
              </a:tblGrid>
              <a:tr h="370840">
                <a:tc>
                  <a:txBody>
                    <a:bodyPr/>
                    <a:lstStyle/>
                    <a:p>
                      <a:pPr marL="0" marR="0">
                        <a:spcBef>
                          <a:spcPts val="600"/>
                        </a:spcBef>
                        <a:spcAft>
                          <a:spcPts val="600"/>
                        </a:spcAft>
                      </a:pPr>
                      <a:r>
                        <a:rPr lang="en-US" sz="2800" b="0">
                          <a:solidFill>
                            <a:schemeClr val="tx1"/>
                          </a:solidFill>
                          <a:effectLst/>
                          <a:latin typeface="Calibri" panose="020F0502020204030204" pitchFamily="34" charset="0"/>
                          <a:ea typeface="Calibri" panose="020F0502020204030204" pitchFamily="34" charset="0"/>
                          <a:cs typeface="Arial" panose="020B0604020202020204" pitchFamily="34" charset="0"/>
                        </a:rPr>
                        <a:t>Asset-Based Teaching</a:t>
                      </a:r>
                    </a:p>
                  </a:txBody>
                  <a:tcPr marL="68580" marR="68580" marT="0" marB="0">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marR="0">
                        <a:spcBef>
                          <a:spcPts val="600"/>
                        </a:spcBef>
                        <a:spcAft>
                          <a:spcPts val="600"/>
                        </a:spcAft>
                      </a:pPr>
                      <a:r>
                        <a:rPr lang="en-US" sz="2800" b="0">
                          <a:solidFill>
                            <a:schemeClr val="tx1"/>
                          </a:solidFill>
                          <a:effectLst/>
                          <a:latin typeface="Calibri" panose="020F0502020204030204" pitchFamily="34" charset="0"/>
                          <a:ea typeface="Calibri" panose="020F0502020204030204" pitchFamily="34" charset="0"/>
                          <a:cs typeface="Arial" panose="020B0604020202020204" pitchFamily="34" charset="0"/>
                        </a:rPr>
                        <a:t>Approach to teaching that focuses on what students can do rather than what they cannot do</a:t>
                      </a:r>
                    </a:p>
                  </a:txBody>
                  <a:tcPr marL="68580" marR="68580" marT="0" marB="0">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3279267485"/>
                  </a:ext>
                </a:extLst>
              </a:tr>
              <a:tr h="1143000">
                <a:tc>
                  <a:txBody>
                    <a:bodyPr/>
                    <a:lstStyle/>
                    <a:p>
                      <a:pPr marL="0" marR="0">
                        <a:spcBef>
                          <a:spcPts val="600"/>
                        </a:spcBef>
                        <a:spcAft>
                          <a:spcPts val="600"/>
                        </a:spcAft>
                      </a:pPr>
                      <a:r>
                        <a:rPr lang="en-US" sz="2800" b="0">
                          <a:solidFill>
                            <a:schemeClr val="tx1"/>
                          </a:solidFill>
                          <a:effectLst/>
                          <a:latin typeface="Calibri" panose="020F0502020204030204" pitchFamily="34" charset="0"/>
                          <a:ea typeface="Calibri" panose="020F0502020204030204" pitchFamily="34" charset="0"/>
                          <a:cs typeface="Arial" panose="020B0604020202020204" pitchFamily="34" charset="0"/>
                        </a:rPr>
                        <a:t>Deficit-Based Teaching</a:t>
                      </a:r>
                    </a:p>
                  </a:txBody>
                  <a:tcPr marL="68580" marR="68580" marT="0" marB="0">
                    <a:lnL w="12700">
                      <a:solidFill>
                        <a:schemeClr val="tx1"/>
                      </a:solidFill>
                    </a:lnL>
                    <a:lnR w="12700">
                      <a:solidFill>
                        <a:schemeClr val="tx1"/>
                      </a:solidFill>
                    </a:lnR>
                    <a:lnT w="12700">
                      <a:solidFill>
                        <a:schemeClr val="tx1"/>
                      </a:solidFill>
                    </a:lnT>
                    <a:lnB w="12700">
                      <a:solidFill>
                        <a:schemeClr val="tx1"/>
                      </a:solidFill>
                    </a:lnB>
                    <a:noFill/>
                  </a:tcPr>
                </a:tc>
                <a:tc>
                  <a:txBody>
                    <a:bodyPr/>
                    <a:lstStyle/>
                    <a:p>
                      <a:pPr marL="0" marR="0">
                        <a:spcBef>
                          <a:spcPts val="600"/>
                        </a:spcBef>
                        <a:spcAft>
                          <a:spcPts val="600"/>
                        </a:spcAft>
                      </a:pPr>
                      <a:r>
                        <a:rPr lang="en-US" sz="2800" b="0" dirty="0">
                          <a:solidFill>
                            <a:schemeClr val="tx1"/>
                          </a:solidFill>
                          <a:effectLst/>
                          <a:latin typeface="Calibri" panose="020F0502020204030204" pitchFamily="34" charset="0"/>
                          <a:ea typeface="Calibri" panose="020F0502020204030204" pitchFamily="34" charset="0"/>
                          <a:cs typeface="Arial" panose="020B0604020202020204" pitchFamily="34" charset="0"/>
                        </a:rPr>
                        <a:t>Approach to teaching that focuses on what students cannot do rather than what they can do</a:t>
                      </a:r>
                    </a:p>
                  </a:txBody>
                  <a:tcPr marL="68580" marR="68580" marT="0" marB="0">
                    <a:lnL w="12700">
                      <a:solidFill>
                        <a:schemeClr val="tx1"/>
                      </a:solidFill>
                    </a:lnL>
                    <a:lnR w="12700">
                      <a:solidFill>
                        <a:schemeClr val="tx1"/>
                      </a:solidFill>
                    </a:lnR>
                    <a:lnT w="12700">
                      <a:solidFill>
                        <a:schemeClr val="tx1"/>
                      </a:solidFill>
                    </a:lnT>
                    <a:lnB w="12700">
                      <a:solidFill>
                        <a:schemeClr val="tx1"/>
                      </a:solidFill>
                    </a:lnB>
                    <a:noFill/>
                  </a:tcPr>
                </a:tc>
                <a:extLst>
                  <a:ext uri="{0D108BD9-81ED-4DB2-BD59-A6C34878D82A}">
                    <a16:rowId xmlns:a16="http://schemas.microsoft.com/office/drawing/2014/main" val="1135411632"/>
                  </a:ext>
                </a:extLst>
              </a:tr>
            </a:tbl>
          </a:graphicData>
        </a:graphic>
      </p:graphicFrame>
      <p:sp>
        <p:nvSpPr>
          <p:cNvPr id="4" name="Slide Number Placeholder 3">
            <a:extLst>
              <a:ext uri="{FF2B5EF4-FFF2-40B4-BE49-F238E27FC236}">
                <a16:creationId xmlns:a16="http://schemas.microsoft.com/office/drawing/2014/main" id="{F8BAFE7B-549A-4E98-93BA-74C837CF231D}"/>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30542163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199" y="291090"/>
            <a:ext cx="10515599" cy="932688"/>
          </a:xfrm>
        </p:spPr>
        <p:txBody>
          <a:bodyPr vert="horz" lIns="91440" tIns="45720" rIns="91440" bIns="45720" rtlCol="0" anchor="b">
            <a:normAutofit/>
          </a:bodyPr>
          <a:lstStyle/>
          <a:p>
            <a:r>
              <a:rPr lang="en-US" sz="5400" kern="1200" dirty="0">
                <a:solidFill>
                  <a:schemeClr val="tx1"/>
                </a:solidFill>
                <a:latin typeface="+mj-lt"/>
                <a:ea typeface="+mj-ea"/>
                <a:cs typeface="+mj-cs"/>
              </a:rPr>
              <a:t>Teacher Behaviors </a:t>
            </a:r>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E2D56C8B-F564-4051-AFED-A78F1C6A2F0E}" type="slidenum">
              <a:rPr lang="en-US" smtClean="0"/>
              <a:pPr>
                <a:spcAft>
                  <a:spcPts val="600"/>
                </a:spcAft>
              </a:pPr>
              <a:t>6</a:t>
            </a:fld>
            <a:endParaRPr lang="en-US"/>
          </a:p>
        </p:txBody>
      </p:sp>
      <p:sp>
        <p:nvSpPr>
          <p:cNvPr id="5" name="Content Placeholder 4">
            <a:extLst>
              <a:ext uri="{FF2B5EF4-FFF2-40B4-BE49-F238E27FC236}">
                <a16:creationId xmlns:a16="http://schemas.microsoft.com/office/drawing/2014/main" id="{934F3147-2FD2-47BA-8A02-A78189DEC9B0}"/>
              </a:ext>
            </a:extLst>
          </p:cNvPr>
          <p:cNvSpPr>
            <a:spLocks noGrp="1"/>
          </p:cNvSpPr>
          <p:nvPr>
            <p:ph idx="1"/>
          </p:nvPr>
        </p:nvSpPr>
        <p:spPr/>
        <p:txBody>
          <a:bodyPr/>
          <a:lstStyle/>
          <a:p>
            <a:pPr marL="0" indent="0">
              <a:buNone/>
            </a:pPr>
            <a:r>
              <a:rPr lang="en-US" dirty="0">
                <a:solidFill>
                  <a:srgbClr val="000000"/>
                </a:solidFill>
                <a:effectLst/>
                <a:latin typeface="Calibri" panose="020F0502020204030204" pitchFamily="34" charset="0"/>
                <a:ea typeface="Calibri" panose="020F0502020204030204" pitchFamily="34" charset="0"/>
                <a:cs typeface="Arial" panose="020B0604020202020204" pitchFamily="34" charset="0"/>
              </a:rPr>
              <a:t>The teacher sets high expectations and helps students meet them.</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en-US" dirty="0"/>
          </a:p>
        </p:txBody>
      </p:sp>
    </p:spTree>
    <p:extLst>
      <p:ext uri="{BB962C8B-B14F-4D97-AF65-F5344CB8AC3E}">
        <p14:creationId xmlns:p14="http://schemas.microsoft.com/office/powerpoint/2010/main" val="3493109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199" y="291090"/>
            <a:ext cx="10515599" cy="932688"/>
          </a:xfrm>
        </p:spPr>
        <p:txBody>
          <a:bodyPr vert="horz" lIns="91440" tIns="45720" rIns="91440" bIns="45720" rtlCol="0" anchor="b">
            <a:normAutofit/>
          </a:bodyPr>
          <a:lstStyle/>
          <a:p>
            <a:r>
              <a:rPr lang="en-US" sz="5400" kern="1200" dirty="0">
                <a:solidFill>
                  <a:schemeClr val="tx1"/>
                </a:solidFill>
                <a:latin typeface="+mj-lt"/>
                <a:ea typeface="+mj-ea"/>
                <a:cs typeface="+mj-cs"/>
              </a:rPr>
              <a:t>Teacher Behaviors  </a:t>
            </a:r>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E2D56C8B-F564-4051-AFED-A78F1C6A2F0E}" type="slidenum">
              <a:rPr lang="en-US" smtClean="0"/>
              <a:pPr>
                <a:spcAft>
                  <a:spcPts val="600"/>
                </a:spcAft>
              </a:pPr>
              <a:t>7</a:t>
            </a:fld>
            <a:endParaRPr lang="en-US"/>
          </a:p>
        </p:txBody>
      </p:sp>
      <p:sp>
        <p:nvSpPr>
          <p:cNvPr id="5" name="Content Placeholder 4">
            <a:extLst>
              <a:ext uri="{FF2B5EF4-FFF2-40B4-BE49-F238E27FC236}">
                <a16:creationId xmlns:a16="http://schemas.microsoft.com/office/drawing/2014/main" id="{934F3147-2FD2-47BA-8A02-A78189DEC9B0}"/>
              </a:ext>
            </a:extLst>
          </p:cNvPr>
          <p:cNvSpPr>
            <a:spLocks noGrp="1"/>
          </p:cNvSpPr>
          <p:nvPr>
            <p:ph idx="1"/>
          </p:nvPr>
        </p:nvSpPr>
        <p:spPr/>
        <p:txBody>
          <a:bodyPr/>
          <a:lstStyle/>
          <a:p>
            <a:pPr marL="0" indent="0">
              <a:buNone/>
            </a:pPr>
            <a:r>
              <a:rPr lang="en-US" dirty="0"/>
              <a:t>The teacher assumes that students can’t or don’t want to be challenged to learn more.</a:t>
            </a:r>
          </a:p>
        </p:txBody>
      </p:sp>
    </p:spTree>
    <p:extLst>
      <p:ext uri="{BB962C8B-B14F-4D97-AF65-F5344CB8AC3E}">
        <p14:creationId xmlns:p14="http://schemas.microsoft.com/office/powerpoint/2010/main" val="40755582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199" y="291090"/>
            <a:ext cx="10515599" cy="932688"/>
          </a:xfrm>
        </p:spPr>
        <p:txBody>
          <a:bodyPr vert="horz" lIns="91440" tIns="45720" rIns="91440" bIns="45720" rtlCol="0" anchor="b">
            <a:normAutofit/>
          </a:bodyPr>
          <a:lstStyle/>
          <a:p>
            <a:r>
              <a:rPr lang="en-US" sz="5400" kern="1200" dirty="0">
                <a:solidFill>
                  <a:schemeClr val="tx1"/>
                </a:solidFill>
                <a:latin typeface="+mj-lt"/>
                <a:ea typeface="+mj-ea"/>
                <a:cs typeface="+mj-cs"/>
              </a:rPr>
              <a:t>Teacher Behaviors   </a:t>
            </a:r>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E2D56C8B-F564-4051-AFED-A78F1C6A2F0E}" type="slidenum">
              <a:rPr lang="en-US" smtClean="0"/>
              <a:pPr>
                <a:spcAft>
                  <a:spcPts val="600"/>
                </a:spcAft>
              </a:pPr>
              <a:t>8</a:t>
            </a:fld>
            <a:endParaRPr lang="en-US"/>
          </a:p>
        </p:txBody>
      </p:sp>
      <p:sp>
        <p:nvSpPr>
          <p:cNvPr id="5" name="Content Placeholder 4">
            <a:extLst>
              <a:ext uri="{FF2B5EF4-FFF2-40B4-BE49-F238E27FC236}">
                <a16:creationId xmlns:a16="http://schemas.microsoft.com/office/drawing/2014/main" id="{934F3147-2FD2-47BA-8A02-A78189DEC9B0}"/>
              </a:ext>
            </a:extLst>
          </p:cNvPr>
          <p:cNvSpPr>
            <a:spLocks noGrp="1"/>
          </p:cNvSpPr>
          <p:nvPr>
            <p:ph idx="1"/>
          </p:nvPr>
        </p:nvSpPr>
        <p:spPr/>
        <p:txBody>
          <a:bodyPr/>
          <a:lstStyle/>
          <a:p>
            <a:pPr marL="0" indent="0">
              <a:buNone/>
            </a:pPr>
            <a:r>
              <a:rPr lang="en-US" dirty="0"/>
              <a:t>The teacher assumes that education isn’t valued in the students’ home. </a:t>
            </a:r>
          </a:p>
        </p:txBody>
      </p:sp>
    </p:spTree>
    <p:extLst>
      <p:ext uri="{BB962C8B-B14F-4D97-AF65-F5344CB8AC3E}">
        <p14:creationId xmlns:p14="http://schemas.microsoft.com/office/powerpoint/2010/main" val="36948419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199" y="291090"/>
            <a:ext cx="10515599" cy="932688"/>
          </a:xfrm>
        </p:spPr>
        <p:txBody>
          <a:bodyPr vert="horz" lIns="91440" tIns="45720" rIns="91440" bIns="45720" rtlCol="0" anchor="b">
            <a:normAutofit/>
          </a:bodyPr>
          <a:lstStyle/>
          <a:p>
            <a:r>
              <a:rPr lang="en-US" sz="5400" kern="1200" dirty="0">
                <a:solidFill>
                  <a:schemeClr val="tx1"/>
                </a:solidFill>
                <a:latin typeface="+mj-lt"/>
                <a:ea typeface="+mj-ea"/>
                <a:cs typeface="+mj-cs"/>
              </a:rPr>
              <a:t>Teacher Behaviors    </a:t>
            </a:r>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E2D56C8B-F564-4051-AFED-A78F1C6A2F0E}" type="slidenum">
              <a:rPr lang="en-US" smtClean="0"/>
              <a:pPr>
                <a:spcAft>
                  <a:spcPts val="600"/>
                </a:spcAft>
              </a:pPr>
              <a:t>9</a:t>
            </a:fld>
            <a:endParaRPr lang="en-US"/>
          </a:p>
        </p:txBody>
      </p:sp>
      <p:sp>
        <p:nvSpPr>
          <p:cNvPr id="5" name="Content Placeholder 4">
            <a:extLst>
              <a:ext uri="{FF2B5EF4-FFF2-40B4-BE49-F238E27FC236}">
                <a16:creationId xmlns:a16="http://schemas.microsoft.com/office/drawing/2014/main" id="{934F3147-2FD2-47BA-8A02-A78189DEC9B0}"/>
              </a:ext>
            </a:extLst>
          </p:cNvPr>
          <p:cNvSpPr>
            <a:spLocks noGrp="1"/>
          </p:cNvSpPr>
          <p:nvPr>
            <p:ph idx="1"/>
          </p:nvPr>
        </p:nvSpPr>
        <p:spPr/>
        <p:txBody>
          <a:bodyPr/>
          <a:lstStyle/>
          <a:p>
            <a:pPr marL="0" indent="0">
              <a:buNone/>
            </a:pPr>
            <a:r>
              <a:rPr lang="en-US" dirty="0"/>
              <a:t>The teacher works with students and families to set challenging academic goals.</a:t>
            </a:r>
          </a:p>
        </p:txBody>
      </p:sp>
    </p:spTree>
    <p:extLst>
      <p:ext uri="{BB962C8B-B14F-4D97-AF65-F5344CB8AC3E}">
        <p14:creationId xmlns:p14="http://schemas.microsoft.com/office/powerpoint/2010/main" val="35663350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199" y="291090"/>
            <a:ext cx="10515599" cy="932688"/>
          </a:xfrm>
        </p:spPr>
        <p:txBody>
          <a:bodyPr vert="horz" lIns="91440" tIns="45720" rIns="91440" bIns="45720" rtlCol="0" anchor="b">
            <a:normAutofit/>
          </a:bodyPr>
          <a:lstStyle/>
          <a:p>
            <a:r>
              <a:rPr lang="en-US" sz="5400" kern="1200" dirty="0">
                <a:solidFill>
                  <a:schemeClr val="tx1"/>
                </a:solidFill>
                <a:latin typeface="+mj-lt"/>
                <a:ea typeface="+mj-ea"/>
                <a:cs typeface="+mj-cs"/>
              </a:rPr>
              <a:t>Teacher Behaviors      </a:t>
            </a:r>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E2D56C8B-F564-4051-AFED-A78F1C6A2F0E}" type="slidenum">
              <a:rPr lang="en-US" smtClean="0"/>
              <a:pPr>
                <a:spcAft>
                  <a:spcPts val="600"/>
                </a:spcAft>
              </a:pPr>
              <a:t>10</a:t>
            </a:fld>
            <a:endParaRPr lang="en-US"/>
          </a:p>
        </p:txBody>
      </p:sp>
      <p:sp>
        <p:nvSpPr>
          <p:cNvPr id="5" name="Content Placeholder 4">
            <a:extLst>
              <a:ext uri="{FF2B5EF4-FFF2-40B4-BE49-F238E27FC236}">
                <a16:creationId xmlns:a16="http://schemas.microsoft.com/office/drawing/2014/main" id="{934F3147-2FD2-47BA-8A02-A78189DEC9B0}"/>
              </a:ext>
            </a:extLst>
          </p:cNvPr>
          <p:cNvSpPr>
            <a:spLocks noGrp="1"/>
          </p:cNvSpPr>
          <p:nvPr>
            <p:ph idx="1"/>
          </p:nvPr>
        </p:nvSpPr>
        <p:spPr/>
        <p:txBody>
          <a:bodyPr/>
          <a:lstStyle/>
          <a:p>
            <a:pPr marL="0" indent="0">
              <a:buNone/>
            </a:pPr>
            <a:r>
              <a:rPr lang="en-US" dirty="0"/>
              <a:t>When working with students, the teacher identifies the unique strengths that can help them succeed.</a:t>
            </a:r>
          </a:p>
        </p:txBody>
      </p:sp>
    </p:spTree>
    <p:extLst>
      <p:ext uri="{BB962C8B-B14F-4D97-AF65-F5344CB8AC3E}">
        <p14:creationId xmlns:p14="http://schemas.microsoft.com/office/powerpoint/2010/main" val="1805841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199" y="291090"/>
            <a:ext cx="10515599" cy="932688"/>
          </a:xfrm>
        </p:spPr>
        <p:txBody>
          <a:bodyPr vert="horz" lIns="91440" tIns="45720" rIns="91440" bIns="45720" rtlCol="0" anchor="b">
            <a:normAutofit/>
          </a:bodyPr>
          <a:lstStyle/>
          <a:p>
            <a:r>
              <a:rPr lang="en-US" sz="5400" kern="1200" dirty="0">
                <a:solidFill>
                  <a:schemeClr val="tx1"/>
                </a:solidFill>
                <a:latin typeface="+mj-lt"/>
                <a:ea typeface="+mj-ea"/>
                <a:cs typeface="+mj-cs"/>
              </a:rPr>
              <a:t>Teacher Behaviors       </a:t>
            </a:r>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E2D56C8B-F564-4051-AFED-A78F1C6A2F0E}" type="slidenum">
              <a:rPr lang="en-US" smtClean="0"/>
              <a:pPr>
                <a:spcAft>
                  <a:spcPts val="600"/>
                </a:spcAft>
              </a:pPr>
              <a:t>11</a:t>
            </a:fld>
            <a:endParaRPr lang="en-US"/>
          </a:p>
        </p:txBody>
      </p:sp>
      <p:sp>
        <p:nvSpPr>
          <p:cNvPr id="5" name="Content Placeholder 4">
            <a:extLst>
              <a:ext uri="{FF2B5EF4-FFF2-40B4-BE49-F238E27FC236}">
                <a16:creationId xmlns:a16="http://schemas.microsoft.com/office/drawing/2014/main" id="{934F3147-2FD2-47BA-8A02-A78189DEC9B0}"/>
              </a:ext>
            </a:extLst>
          </p:cNvPr>
          <p:cNvSpPr>
            <a:spLocks noGrp="1"/>
          </p:cNvSpPr>
          <p:nvPr>
            <p:ph idx="1"/>
          </p:nvPr>
        </p:nvSpPr>
        <p:spPr/>
        <p:txBody>
          <a:bodyPr/>
          <a:lstStyle/>
          <a:p>
            <a:pPr marL="0" indent="0">
              <a:buNone/>
            </a:pPr>
            <a:r>
              <a:rPr lang="en-US" dirty="0"/>
              <a:t>The teacher provides students with easy assignments so they don’t get discouraged.</a:t>
            </a:r>
          </a:p>
        </p:txBody>
      </p:sp>
    </p:spTree>
    <p:extLst>
      <p:ext uri="{BB962C8B-B14F-4D97-AF65-F5344CB8AC3E}">
        <p14:creationId xmlns:p14="http://schemas.microsoft.com/office/powerpoint/2010/main" val="33933392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199" y="291090"/>
            <a:ext cx="10515599" cy="932688"/>
          </a:xfrm>
        </p:spPr>
        <p:txBody>
          <a:bodyPr vert="horz" lIns="91440" tIns="45720" rIns="91440" bIns="45720" rtlCol="0" anchor="b">
            <a:normAutofit/>
          </a:bodyPr>
          <a:lstStyle/>
          <a:p>
            <a:r>
              <a:rPr lang="en-US" sz="5400" kern="1200" dirty="0">
                <a:solidFill>
                  <a:schemeClr val="tx1"/>
                </a:solidFill>
                <a:latin typeface="+mj-lt"/>
                <a:ea typeface="+mj-ea"/>
                <a:cs typeface="+mj-cs"/>
              </a:rPr>
              <a:t>Teacher Behaviors         </a:t>
            </a:r>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E2D56C8B-F564-4051-AFED-A78F1C6A2F0E}" type="slidenum">
              <a:rPr lang="en-US" smtClean="0"/>
              <a:pPr>
                <a:spcAft>
                  <a:spcPts val="600"/>
                </a:spcAft>
              </a:pPr>
              <a:t>12</a:t>
            </a:fld>
            <a:endParaRPr lang="en-US"/>
          </a:p>
        </p:txBody>
      </p:sp>
      <p:sp>
        <p:nvSpPr>
          <p:cNvPr id="5" name="Content Placeholder 4">
            <a:extLst>
              <a:ext uri="{FF2B5EF4-FFF2-40B4-BE49-F238E27FC236}">
                <a16:creationId xmlns:a16="http://schemas.microsoft.com/office/drawing/2014/main" id="{934F3147-2FD2-47BA-8A02-A78189DEC9B0}"/>
              </a:ext>
            </a:extLst>
          </p:cNvPr>
          <p:cNvSpPr>
            <a:spLocks noGrp="1"/>
          </p:cNvSpPr>
          <p:nvPr>
            <p:ph idx="1"/>
          </p:nvPr>
        </p:nvSpPr>
        <p:spPr/>
        <p:txBody>
          <a:bodyPr/>
          <a:lstStyle/>
          <a:p>
            <a:pPr marL="0" indent="0">
              <a:buNone/>
            </a:pPr>
            <a:r>
              <a:rPr lang="en-US" dirty="0"/>
              <a:t>The teacher learns about students to understand what skills they bring to the classroom from their lives outside of school. </a:t>
            </a:r>
          </a:p>
        </p:txBody>
      </p:sp>
    </p:spTree>
    <p:extLst>
      <p:ext uri="{BB962C8B-B14F-4D97-AF65-F5344CB8AC3E}">
        <p14:creationId xmlns:p14="http://schemas.microsoft.com/office/powerpoint/2010/main" val="31491170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199" y="291090"/>
            <a:ext cx="10515599" cy="932688"/>
          </a:xfrm>
        </p:spPr>
        <p:txBody>
          <a:bodyPr vert="horz" lIns="91440" tIns="45720" rIns="91440" bIns="45720" rtlCol="0" anchor="b">
            <a:normAutofit/>
          </a:bodyPr>
          <a:lstStyle/>
          <a:p>
            <a:r>
              <a:rPr lang="en-US" sz="5400" kern="1200">
                <a:solidFill>
                  <a:schemeClr val="tx1"/>
                </a:solidFill>
                <a:latin typeface="+mj-lt"/>
                <a:ea typeface="+mj-ea"/>
                <a:cs typeface="+mj-cs"/>
              </a:rPr>
              <a:t>Teacher Behaviors             </a:t>
            </a:r>
            <a:endParaRPr lang="en-US" sz="5400" kern="1200" dirty="0">
              <a:solidFill>
                <a:schemeClr val="tx1"/>
              </a:solidFill>
              <a:latin typeface="+mj-lt"/>
              <a:ea typeface="+mj-ea"/>
              <a:cs typeface="+mj-cs"/>
            </a:endParaRPr>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E2D56C8B-F564-4051-AFED-A78F1C6A2F0E}" type="slidenum">
              <a:rPr lang="en-US" smtClean="0"/>
              <a:pPr>
                <a:spcAft>
                  <a:spcPts val="600"/>
                </a:spcAft>
              </a:pPr>
              <a:t>13</a:t>
            </a:fld>
            <a:endParaRPr lang="en-US"/>
          </a:p>
        </p:txBody>
      </p:sp>
      <p:sp>
        <p:nvSpPr>
          <p:cNvPr id="5" name="Content Placeholder 4">
            <a:extLst>
              <a:ext uri="{FF2B5EF4-FFF2-40B4-BE49-F238E27FC236}">
                <a16:creationId xmlns:a16="http://schemas.microsoft.com/office/drawing/2014/main" id="{934F3147-2FD2-47BA-8A02-A78189DEC9B0}"/>
              </a:ext>
            </a:extLst>
          </p:cNvPr>
          <p:cNvSpPr>
            <a:spLocks noGrp="1"/>
          </p:cNvSpPr>
          <p:nvPr>
            <p:ph idx="1"/>
          </p:nvPr>
        </p:nvSpPr>
        <p:spPr/>
        <p:txBody>
          <a:bodyPr/>
          <a:lstStyle/>
          <a:p>
            <a:pPr marL="0" indent="0">
              <a:buNone/>
            </a:pPr>
            <a:r>
              <a:rPr lang="en-US" dirty="0"/>
              <a:t>The teacher assumes that students who have individualized education program (IEP) plans will not perform as well as the other students</a:t>
            </a:r>
          </a:p>
        </p:txBody>
      </p:sp>
    </p:spTree>
    <p:extLst>
      <p:ext uri="{BB962C8B-B14F-4D97-AF65-F5344CB8AC3E}">
        <p14:creationId xmlns:p14="http://schemas.microsoft.com/office/powerpoint/2010/main" val="4129154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199" y="291090"/>
            <a:ext cx="10515599" cy="932688"/>
          </a:xfrm>
        </p:spPr>
        <p:txBody>
          <a:bodyPr vert="horz" lIns="91440" tIns="45720" rIns="91440" bIns="45720" rtlCol="0" anchor="b">
            <a:normAutofit/>
          </a:bodyPr>
          <a:lstStyle/>
          <a:p>
            <a:r>
              <a:rPr lang="en-US" sz="5400" kern="1200" dirty="0">
                <a:solidFill>
                  <a:schemeClr val="tx1"/>
                </a:solidFill>
                <a:latin typeface="+mj-lt"/>
                <a:ea typeface="+mj-ea"/>
                <a:cs typeface="+mj-cs"/>
              </a:rPr>
              <a:t>Teacher Behaviors</a:t>
            </a:r>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E2D56C8B-F564-4051-AFED-A78F1C6A2F0E}" type="slidenum">
              <a:rPr lang="en-US" smtClean="0"/>
              <a:pPr>
                <a:spcAft>
                  <a:spcPts val="600"/>
                </a:spcAft>
              </a:pPr>
              <a:t>14</a:t>
            </a:fld>
            <a:endParaRPr lang="en-US"/>
          </a:p>
        </p:txBody>
      </p:sp>
      <p:graphicFrame>
        <p:nvGraphicFramePr>
          <p:cNvPr id="8" name="Table 8">
            <a:extLst>
              <a:ext uri="{FF2B5EF4-FFF2-40B4-BE49-F238E27FC236}">
                <a16:creationId xmlns:a16="http://schemas.microsoft.com/office/drawing/2014/main" id="{39723EDE-F7FA-4140-9691-5DDE0F58E762}"/>
              </a:ext>
            </a:extLst>
          </p:cNvPr>
          <p:cNvGraphicFramePr>
            <a:graphicFrameLocks noGrp="1"/>
          </p:cNvGraphicFramePr>
          <p:nvPr>
            <p:ph idx="1"/>
            <p:extLst>
              <p:ext uri="{D42A27DB-BD31-4B8C-83A1-F6EECF244321}">
                <p14:modId xmlns:p14="http://schemas.microsoft.com/office/powerpoint/2010/main" val="2254059009"/>
              </p:ext>
            </p:extLst>
          </p:nvPr>
        </p:nvGraphicFramePr>
        <p:xfrm>
          <a:off x="838199" y="1532004"/>
          <a:ext cx="9858376" cy="4516120"/>
        </p:xfrm>
        <a:graphic>
          <a:graphicData uri="http://schemas.openxmlformats.org/drawingml/2006/table">
            <a:tbl>
              <a:tblPr firstRow="1" bandRow="1">
                <a:tableStyleId>{5940675A-B579-460E-94D1-54222C63F5DA}</a:tableStyleId>
              </a:tblPr>
              <a:tblGrid>
                <a:gridCol w="4929188">
                  <a:extLst>
                    <a:ext uri="{9D8B030D-6E8A-4147-A177-3AD203B41FA5}">
                      <a16:colId xmlns:a16="http://schemas.microsoft.com/office/drawing/2014/main" val="266897850"/>
                    </a:ext>
                  </a:extLst>
                </a:gridCol>
                <a:gridCol w="4929188">
                  <a:extLst>
                    <a:ext uri="{9D8B030D-6E8A-4147-A177-3AD203B41FA5}">
                      <a16:colId xmlns:a16="http://schemas.microsoft.com/office/drawing/2014/main" val="402192023"/>
                    </a:ext>
                  </a:extLst>
                </a:gridCol>
              </a:tblGrid>
              <a:tr h="370840">
                <a:tc>
                  <a:txBody>
                    <a:bodyPr/>
                    <a:lstStyle/>
                    <a:p>
                      <a:pPr marL="0" marR="0">
                        <a:spcBef>
                          <a:spcPts val="0"/>
                        </a:spcBef>
                        <a:spcAft>
                          <a:spcPts val="0"/>
                        </a:spcAft>
                      </a:pPr>
                      <a:r>
                        <a:rPr lang="en-US" sz="1600" b="1" dirty="0">
                          <a:solidFill>
                            <a:schemeClr val="tx1"/>
                          </a:solidFill>
                          <a:effectLst/>
                          <a:latin typeface="+mn-lt"/>
                          <a:ea typeface="Calibri" panose="020F0502020204030204" pitchFamily="34" charset="0"/>
                          <a:cs typeface="Times New Roman" panose="02020603050405020304" pitchFamily="18" charset="0"/>
                        </a:rPr>
                        <a:t>Teacher Behavior</a:t>
                      </a:r>
                      <a:endParaRPr lang="en-US" sz="160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1600" b="1">
                          <a:solidFill>
                            <a:schemeClr val="tx1"/>
                          </a:solidFill>
                          <a:effectLst/>
                          <a:latin typeface="+mn-lt"/>
                          <a:ea typeface="Calibri" panose="020F0502020204030204" pitchFamily="34" charset="0"/>
                          <a:cs typeface="Times New Roman" panose="02020603050405020304" pitchFamily="18" charset="0"/>
                        </a:rPr>
                        <a:t>Type of Teaching</a:t>
                      </a:r>
                      <a:endParaRPr lang="en-US" sz="160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116389366"/>
                  </a:ext>
                </a:extLst>
              </a:tr>
              <a:tr h="370840">
                <a:tc>
                  <a:txBody>
                    <a:bodyPr/>
                    <a:lstStyle/>
                    <a:p>
                      <a:pPr marL="0" marR="0">
                        <a:spcBef>
                          <a:spcPts val="0"/>
                        </a:spcBef>
                        <a:spcAft>
                          <a:spcPts val="0"/>
                        </a:spcAft>
                      </a:pPr>
                      <a:r>
                        <a:rPr lang="en-US" sz="1600" dirty="0">
                          <a:solidFill>
                            <a:schemeClr val="tx1"/>
                          </a:solidFill>
                          <a:effectLst/>
                          <a:latin typeface="+mn-lt"/>
                          <a:ea typeface="Calibri" panose="020F0502020204030204" pitchFamily="34" charset="0"/>
                          <a:cs typeface="Times New Roman" panose="02020603050405020304" pitchFamily="18" charset="0"/>
                        </a:rPr>
                        <a:t>The teacher sets high expectations and helps students meet them.</a:t>
                      </a:r>
                    </a:p>
                  </a:txBody>
                  <a:tcPr marL="68580" marR="68580" marT="0" marB="0"/>
                </a:tc>
                <a:tc>
                  <a:txBody>
                    <a:bodyPr/>
                    <a:lstStyle/>
                    <a:p>
                      <a:pPr marL="0" marR="0" algn="just">
                        <a:spcBef>
                          <a:spcPts val="0"/>
                        </a:spcBef>
                        <a:spcAft>
                          <a:spcPts val="0"/>
                        </a:spcAft>
                      </a:pPr>
                      <a:r>
                        <a:rPr lang="en-US" sz="1600" i="1" dirty="0">
                          <a:solidFill>
                            <a:schemeClr val="tx1"/>
                          </a:solidFill>
                          <a:effectLst/>
                          <a:latin typeface="+mn-lt"/>
                          <a:ea typeface="Calibri" panose="020F0502020204030204" pitchFamily="34" charset="0"/>
                          <a:cs typeface="Times New Roman" panose="02020603050405020304" pitchFamily="18" charset="0"/>
                        </a:rPr>
                        <a:t>Asset-Based</a:t>
                      </a:r>
                      <a:endParaRPr lang="en-US" sz="160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35772238"/>
                  </a:ext>
                </a:extLst>
              </a:tr>
              <a:tr h="370840">
                <a:tc>
                  <a:txBody>
                    <a:bodyPr/>
                    <a:lstStyle/>
                    <a:p>
                      <a:pPr marL="0" marR="0">
                        <a:spcBef>
                          <a:spcPts val="0"/>
                        </a:spcBef>
                        <a:spcAft>
                          <a:spcPts val="0"/>
                        </a:spcAft>
                      </a:pPr>
                      <a:r>
                        <a:rPr lang="en-US" sz="1600">
                          <a:solidFill>
                            <a:schemeClr val="tx1"/>
                          </a:solidFill>
                          <a:effectLst/>
                          <a:latin typeface="+mn-lt"/>
                          <a:ea typeface="Calibri" panose="020F0502020204030204" pitchFamily="34" charset="0"/>
                          <a:cs typeface="Times New Roman" panose="02020603050405020304" pitchFamily="18" charset="0"/>
                        </a:rPr>
                        <a:t>The teacher assumes that students can’t, or don’t want to, be challenged to learn more.</a:t>
                      </a:r>
                    </a:p>
                  </a:txBody>
                  <a:tcPr marL="68580" marR="68580" marT="0" marB="0"/>
                </a:tc>
                <a:tc>
                  <a:txBody>
                    <a:bodyPr/>
                    <a:lstStyle/>
                    <a:p>
                      <a:pPr marL="0" marR="0">
                        <a:spcBef>
                          <a:spcPts val="0"/>
                        </a:spcBef>
                        <a:spcAft>
                          <a:spcPts val="0"/>
                        </a:spcAft>
                      </a:pPr>
                      <a:r>
                        <a:rPr lang="en-US" sz="1600" i="1">
                          <a:solidFill>
                            <a:schemeClr val="tx1"/>
                          </a:solidFill>
                          <a:effectLst/>
                          <a:latin typeface="+mn-lt"/>
                          <a:ea typeface="Calibri" panose="020F0502020204030204" pitchFamily="34" charset="0"/>
                          <a:cs typeface="Times New Roman" panose="02020603050405020304" pitchFamily="18" charset="0"/>
                        </a:rPr>
                        <a:t>Deficit-Based</a:t>
                      </a:r>
                      <a:endParaRPr lang="en-US" sz="160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603052748"/>
                  </a:ext>
                </a:extLst>
              </a:tr>
              <a:tr h="370840">
                <a:tc>
                  <a:txBody>
                    <a:bodyPr/>
                    <a:lstStyle/>
                    <a:p>
                      <a:pPr marL="0" marR="0">
                        <a:spcBef>
                          <a:spcPts val="0"/>
                        </a:spcBef>
                        <a:spcAft>
                          <a:spcPts val="0"/>
                        </a:spcAft>
                      </a:pPr>
                      <a:r>
                        <a:rPr lang="en-US" sz="1600">
                          <a:solidFill>
                            <a:schemeClr val="tx1"/>
                          </a:solidFill>
                          <a:effectLst/>
                          <a:latin typeface="+mn-lt"/>
                          <a:ea typeface="Calibri" panose="020F0502020204030204" pitchFamily="34" charset="0"/>
                          <a:cs typeface="Times New Roman" panose="02020603050405020304" pitchFamily="18" charset="0"/>
                        </a:rPr>
                        <a:t>The teacher assumes that students don’t bring their own unique strengths to school.</a:t>
                      </a:r>
                    </a:p>
                  </a:txBody>
                  <a:tcPr marL="68580" marR="68580" marT="0" marB="0"/>
                </a:tc>
                <a:tc>
                  <a:txBody>
                    <a:bodyPr/>
                    <a:lstStyle/>
                    <a:p>
                      <a:pPr marL="0" marR="0">
                        <a:spcBef>
                          <a:spcPts val="0"/>
                        </a:spcBef>
                        <a:spcAft>
                          <a:spcPts val="0"/>
                        </a:spcAft>
                      </a:pPr>
                      <a:r>
                        <a:rPr lang="en-US" sz="1600" i="1" dirty="0">
                          <a:solidFill>
                            <a:schemeClr val="tx1"/>
                          </a:solidFill>
                          <a:effectLst/>
                          <a:latin typeface="+mn-lt"/>
                          <a:ea typeface="Calibri" panose="020F0502020204030204" pitchFamily="34" charset="0"/>
                          <a:cs typeface="Times New Roman" panose="02020603050405020304" pitchFamily="18" charset="0"/>
                        </a:rPr>
                        <a:t>Deficit-Based</a:t>
                      </a:r>
                      <a:endParaRPr lang="en-US" sz="160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337486588"/>
                  </a:ext>
                </a:extLst>
              </a:tr>
              <a:tr h="370840">
                <a:tc>
                  <a:txBody>
                    <a:bodyPr/>
                    <a:lstStyle/>
                    <a:p>
                      <a:pPr marL="0" marR="0">
                        <a:spcBef>
                          <a:spcPts val="0"/>
                        </a:spcBef>
                        <a:spcAft>
                          <a:spcPts val="0"/>
                        </a:spcAft>
                      </a:pPr>
                      <a:r>
                        <a:rPr lang="en-US" sz="1600">
                          <a:solidFill>
                            <a:schemeClr val="tx1"/>
                          </a:solidFill>
                          <a:effectLst/>
                          <a:latin typeface="+mn-lt"/>
                          <a:ea typeface="Calibri" panose="020F0502020204030204" pitchFamily="34" charset="0"/>
                          <a:cs typeface="Times New Roman" panose="02020603050405020304" pitchFamily="18" charset="0"/>
                        </a:rPr>
                        <a:t>The teacher speaks about their belief that all students can learn challenging skills and knowledge when they receive appropriate support.</a:t>
                      </a:r>
                    </a:p>
                  </a:txBody>
                  <a:tcPr marL="68580" marR="68580" marT="0" marB="0"/>
                </a:tc>
                <a:tc>
                  <a:txBody>
                    <a:bodyPr/>
                    <a:lstStyle/>
                    <a:p>
                      <a:pPr marL="0" marR="0">
                        <a:spcBef>
                          <a:spcPts val="0"/>
                        </a:spcBef>
                        <a:spcAft>
                          <a:spcPts val="0"/>
                        </a:spcAft>
                      </a:pPr>
                      <a:r>
                        <a:rPr lang="en-US" sz="1600" i="1" dirty="0">
                          <a:solidFill>
                            <a:schemeClr val="tx1"/>
                          </a:solidFill>
                          <a:effectLst/>
                          <a:latin typeface="+mn-lt"/>
                          <a:ea typeface="Calibri" panose="020F0502020204030204" pitchFamily="34" charset="0"/>
                          <a:cs typeface="Times New Roman" panose="02020603050405020304" pitchFamily="18" charset="0"/>
                        </a:rPr>
                        <a:t>Asset-Based</a:t>
                      </a:r>
                      <a:endParaRPr lang="en-US" sz="160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697539929"/>
                  </a:ext>
                </a:extLst>
              </a:tr>
              <a:tr h="370840">
                <a:tc>
                  <a:txBody>
                    <a:bodyPr/>
                    <a:lstStyle/>
                    <a:p>
                      <a:pPr marL="0" marR="0">
                        <a:spcBef>
                          <a:spcPts val="0"/>
                        </a:spcBef>
                        <a:spcAft>
                          <a:spcPts val="0"/>
                        </a:spcAft>
                      </a:pPr>
                      <a:r>
                        <a:rPr lang="en-US" sz="1600">
                          <a:solidFill>
                            <a:schemeClr val="tx1"/>
                          </a:solidFill>
                          <a:effectLst/>
                          <a:latin typeface="+mn-lt"/>
                          <a:ea typeface="Calibri" panose="020F0502020204030204" pitchFamily="34" charset="0"/>
                          <a:cs typeface="Times New Roman" panose="02020603050405020304" pitchFamily="18" charset="0"/>
                        </a:rPr>
                        <a:t>When working with struggling students, the teacher identifies the unique strengths that can help them succeed.</a:t>
                      </a:r>
                    </a:p>
                  </a:txBody>
                  <a:tcPr marL="68580" marR="68580" marT="0" marB="0"/>
                </a:tc>
                <a:tc>
                  <a:txBody>
                    <a:bodyPr/>
                    <a:lstStyle/>
                    <a:p>
                      <a:pPr marL="0" marR="0">
                        <a:spcBef>
                          <a:spcPts val="0"/>
                        </a:spcBef>
                        <a:spcAft>
                          <a:spcPts val="0"/>
                        </a:spcAft>
                      </a:pPr>
                      <a:r>
                        <a:rPr lang="en-US" sz="1600" i="1" dirty="0">
                          <a:solidFill>
                            <a:schemeClr val="tx1"/>
                          </a:solidFill>
                          <a:effectLst/>
                          <a:latin typeface="+mn-lt"/>
                          <a:ea typeface="Calibri" panose="020F0502020204030204" pitchFamily="34" charset="0"/>
                          <a:cs typeface="Times New Roman" panose="02020603050405020304" pitchFamily="18" charset="0"/>
                        </a:rPr>
                        <a:t>Asset-Based</a:t>
                      </a:r>
                      <a:endParaRPr lang="en-US" sz="160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217718529"/>
                  </a:ext>
                </a:extLst>
              </a:tr>
              <a:tr h="370840">
                <a:tc>
                  <a:txBody>
                    <a:bodyPr/>
                    <a:lstStyle/>
                    <a:p>
                      <a:pPr marL="0" marR="0">
                        <a:spcBef>
                          <a:spcPts val="0"/>
                        </a:spcBef>
                        <a:spcAft>
                          <a:spcPts val="0"/>
                        </a:spcAft>
                      </a:pPr>
                      <a:r>
                        <a:rPr lang="en-US" sz="1600">
                          <a:solidFill>
                            <a:schemeClr val="tx1"/>
                          </a:solidFill>
                          <a:effectLst/>
                          <a:latin typeface="+mn-lt"/>
                          <a:ea typeface="Calibri" panose="020F0502020204030204" pitchFamily="34" charset="0"/>
                          <a:cs typeface="Times New Roman" panose="02020603050405020304" pitchFamily="18" charset="0"/>
                        </a:rPr>
                        <a:t>The teacher sets low expectations and provides students with easy assignments. </a:t>
                      </a:r>
                    </a:p>
                  </a:txBody>
                  <a:tcPr marL="68580" marR="68580" marT="0" marB="0"/>
                </a:tc>
                <a:tc>
                  <a:txBody>
                    <a:bodyPr/>
                    <a:lstStyle/>
                    <a:p>
                      <a:pPr marL="0" marR="0">
                        <a:spcBef>
                          <a:spcPts val="0"/>
                        </a:spcBef>
                        <a:spcAft>
                          <a:spcPts val="0"/>
                        </a:spcAft>
                      </a:pPr>
                      <a:r>
                        <a:rPr lang="en-US" sz="1600" i="1" dirty="0">
                          <a:solidFill>
                            <a:schemeClr val="tx1"/>
                          </a:solidFill>
                          <a:effectLst/>
                          <a:latin typeface="+mn-lt"/>
                          <a:ea typeface="Calibri" panose="020F0502020204030204" pitchFamily="34" charset="0"/>
                          <a:cs typeface="Times New Roman" panose="02020603050405020304" pitchFamily="18" charset="0"/>
                        </a:rPr>
                        <a:t>Deficit-Based</a:t>
                      </a:r>
                      <a:endParaRPr lang="en-US" sz="160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0133282"/>
                  </a:ext>
                </a:extLst>
              </a:tr>
              <a:tr h="370840">
                <a:tc>
                  <a:txBody>
                    <a:bodyPr/>
                    <a:lstStyle/>
                    <a:p>
                      <a:pPr marL="0" marR="0">
                        <a:spcBef>
                          <a:spcPts val="0"/>
                        </a:spcBef>
                        <a:spcAft>
                          <a:spcPts val="0"/>
                        </a:spcAft>
                      </a:pPr>
                      <a:r>
                        <a:rPr lang="en-US" sz="1600">
                          <a:solidFill>
                            <a:schemeClr val="tx1"/>
                          </a:solidFill>
                          <a:effectLst/>
                          <a:latin typeface="+mn-lt"/>
                          <a:ea typeface="Calibri" panose="020F0502020204030204" pitchFamily="34" charset="0"/>
                          <a:cs typeface="Times New Roman" panose="02020603050405020304" pitchFamily="18" charset="0"/>
                        </a:rPr>
                        <a:t>The teacher provides opportunities for students to show the knowledge and skills they have from being members of their communities.</a:t>
                      </a:r>
                    </a:p>
                  </a:txBody>
                  <a:tcPr marL="68580" marR="68580" marT="0" marB="0"/>
                </a:tc>
                <a:tc>
                  <a:txBody>
                    <a:bodyPr/>
                    <a:lstStyle/>
                    <a:p>
                      <a:pPr marL="0" marR="0">
                        <a:spcBef>
                          <a:spcPts val="0"/>
                        </a:spcBef>
                        <a:spcAft>
                          <a:spcPts val="0"/>
                        </a:spcAft>
                      </a:pPr>
                      <a:r>
                        <a:rPr lang="en-US" sz="1600" i="1" dirty="0">
                          <a:solidFill>
                            <a:schemeClr val="tx1"/>
                          </a:solidFill>
                          <a:effectLst/>
                          <a:latin typeface="+mn-lt"/>
                          <a:ea typeface="Calibri" panose="020F0502020204030204" pitchFamily="34" charset="0"/>
                          <a:cs typeface="Times New Roman" panose="02020603050405020304" pitchFamily="18" charset="0"/>
                        </a:rPr>
                        <a:t>Asset-Based</a:t>
                      </a:r>
                      <a:endParaRPr lang="en-US" sz="1600" dirty="0">
                        <a:solidFill>
                          <a:schemeClr val="tx1"/>
                        </a:solidFill>
                        <a:effectLst/>
                        <a:latin typeface="+mn-lt"/>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304301115"/>
                  </a:ext>
                </a:extLst>
              </a:tr>
            </a:tbl>
          </a:graphicData>
        </a:graphic>
      </p:graphicFrame>
    </p:spTree>
    <p:extLst>
      <p:ext uri="{BB962C8B-B14F-4D97-AF65-F5344CB8AC3E}">
        <p14:creationId xmlns:p14="http://schemas.microsoft.com/office/powerpoint/2010/main" val="3273634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a:xfrm>
            <a:off x="838200" y="1554405"/>
            <a:ext cx="10657667" cy="4622558"/>
          </a:xfrm>
        </p:spPr>
        <p:txBody>
          <a:bodyPr vert="horz" lIns="91440" tIns="45720" rIns="91440" bIns="45720" rtlCol="0" anchor="t">
            <a:normAutofit/>
          </a:bodyPr>
          <a:lstStyle/>
          <a:p>
            <a:pPr marL="0" indent="0">
              <a:buNone/>
            </a:pPr>
            <a:r>
              <a:rPr lang="en-US" dirty="0">
                <a:cs typeface="Calibri" panose="020F0502020204030204"/>
              </a:rPr>
              <a:t>Read the two classroom scenarios in your Student Guide. Provide suggestions for how a teacher might demonstrate asset-based thinking when interacting with students. </a:t>
            </a: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dirty="0" smtClean="0"/>
              <a:pPr/>
              <a:t>15</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124</TotalTime>
  <Words>697</Words>
  <Application>Microsoft Office PowerPoint</Application>
  <PresentationFormat>Widescreen</PresentationFormat>
  <Paragraphs>75</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Instructional Practices| Unit 3: Knowledge of Students to Drive Instruction| Lesson 3.05</vt:lpstr>
      <vt:lpstr>TEKS Standards &amp; Objectives</vt:lpstr>
      <vt:lpstr>Bellringer: Scenario 1</vt:lpstr>
      <vt:lpstr>Bellringer: Scenario 2</vt:lpstr>
      <vt:lpstr>Vocabulary</vt:lpstr>
      <vt:lpstr>Teacher Behaviors </vt:lpstr>
      <vt:lpstr>Teacher Behaviors  </vt:lpstr>
      <vt:lpstr>Teacher Behaviors   </vt:lpstr>
      <vt:lpstr>Teacher Behaviors    </vt:lpstr>
      <vt:lpstr>Teacher Behaviors      </vt:lpstr>
      <vt:lpstr>Teacher Behaviors       </vt:lpstr>
      <vt:lpstr>Teacher Behaviors         </vt:lpstr>
      <vt:lpstr>Teacher Behaviors             </vt:lpstr>
      <vt:lpstr>Teacher Behaviors</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X.XX: Title Goes Here</dc:title>
  <dc:subject>Lesson X.XX: Title Goes Here</dc:subject>
  <dc:creator>Texas Education Agency</dc:creator>
  <cp:lastModifiedBy>White (she/her), Whitney</cp:lastModifiedBy>
  <cp:revision>81</cp:revision>
  <dcterms:created xsi:type="dcterms:W3CDTF">2022-05-09T19:40:20Z</dcterms:created>
  <dcterms:modified xsi:type="dcterms:W3CDTF">2023-08-31T01:56:22Z</dcterms:modified>
</cp:coreProperties>
</file>
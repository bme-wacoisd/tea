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11"/>
  </p:notesMasterIdLst>
  <p:sldIdLst>
    <p:sldId id="285" r:id="rId3"/>
    <p:sldId id="258" r:id="rId4"/>
    <p:sldId id="259" r:id="rId5"/>
    <p:sldId id="284" r:id="rId6"/>
    <p:sldId id="294" r:id="rId7"/>
    <p:sldId id="260" r:id="rId8"/>
    <p:sldId id="295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00"/>
    <a:srgbClr val="717171"/>
    <a:srgbClr val="FF0000"/>
    <a:srgbClr val="7800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1B650-4B0C-48C8-B892-1F4EA52C164F}" v="5" dt="2022-09-15T19:23:04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25E7D5FD-9C6B-4FCD-8F62-B63ADA149962}"/>
    <pc:docChg chg="modSld sldOrd">
      <pc:chgData name="White, Whitney" userId="65f39021-2f1d-4d8b-87dc-b123826f65bf" providerId="ADAL" clId="{25E7D5FD-9C6B-4FCD-8F62-B63ADA149962}" dt="2022-06-13T19:28:09.322" v="1"/>
      <pc:docMkLst>
        <pc:docMk/>
      </pc:docMkLst>
      <pc:sldChg chg="ord">
        <pc:chgData name="White, Whitney" userId="65f39021-2f1d-4d8b-87dc-b123826f65bf" providerId="ADAL" clId="{25E7D5FD-9C6B-4FCD-8F62-B63ADA149962}" dt="2022-06-13T19:28:09.322" v="1"/>
        <pc:sldMkLst>
          <pc:docMk/>
          <pc:sldMk cId="3809856912" sldId="258"/>
        </pc:sldMkLst>
      </pc:sldChg>
    </pc:docChg>
  </pc:docChgLst>
  <pc:docChgLst>
    <pc:chgData name="White (she/her), Whitney" userId="65f39021-2f1d-4d8b-87dc-b123826f65bf" providerId="ADAL" clId="{38F1B650-4B0C-48C8-B892-1F4EA52C164F}"/>
    <pc:docChg chg="undo custSel delSld modSld">
      <pc:chgData name="White (she/her), Whitney" userId="65f39021-2f1d-4d8b-87dc-b123826f65bf" providerId="ADAL" clId="{38F1B650-4B0C-48C8-B892-1F4EA52C164F}" dt="2022-09-16T20:04:36.186" v="38" actId="21"/>
      <pc:docMkLst>
        <pc:docMk/>
      </pc:docMkLst>
      <pc:sldChg chg="del">
        <pc:chgData name="White (she/her), Whitney" userId="65f39021-2f1d-4d8b-87dc-b123826f65bf" providerId="ADAL" clId="{38F1B650-4B0C-48C8-B892-1F4EA52C164F}" dt="2022-09-15T19:22:30.505" v="32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38F1B650-4B0C-48C8-B892-1F4EA52C164F}" dt="2022-09-16T20:03:54.767" v="36" actId="20577"/>
        <pc:sldMkLst>
          <pc:docMk/>
          <pc:sldMk cId="3809856912" sldId="258"/>
        </pc:sldMkLst>
        <pc:spChg chg="mod">
          <ac:chgData name="White (she/her), Whitney" userId="65f39021-2f1d-4d8b-87dc-b123826f65bf" providerId="ADAL" clId="{38F1B650-4B0C-48C8-B892-1F4EA52C164F}" dt="2022-09-16T20:03:54.767" v="36" actId="20577"/>
          <ac:spMkLst>
            <pc:docMk/>
            <pc:sldMk cId="3809856912" sldId="258"/>
            <ac:spMk id="5" creationId="{BBD3B15C-7A13-4816-8488-60B5D0D372A1}"/>
          </ac:spMkLst>
        </pc:spChg>
      </pc:sldChg>
      <pc:sldChg chg="delSp mod">
        <pc:chgData name="White (she/her), Whitney" userId="65f39021-2f1d-4d8b-87dc-b123826f65bf" providerId="ADAL" clId="{38F1B650-4B0C-48C8-B892-1F4EA52C164F}" dt="2022-09-16T20:04:21.193" v="37" actId="21"/>
        <pc:sldMkLst>
          <pc:docMk/>
          <pc:sldMk cId="3297005103" sldId="259"/>
        </pc:sldMkLst>
        <pc:spChg chg="del">
          <ac:chgData name="White (she/her), Whitney" userId="65f39021-2f1d-4d8b-87dc-b123826f65bf" providerId="ADAL" clId="{38F1B650-4B0C-48C8-B892-1F4EA52C164F}" dt="2022-09-16T20:04:21.193" v="37" actId="21"/>
          <ac:spMkLst>
            <pc:docMk/>
            <pc:sldMk cId="3297005103" sldId="259"/>
            <ac:spMk id="3" creationId="{27C5F614-FED4-4E4D-A608-6269F4E30C9D}"/>
          </ac:spMkLst>
        </pc:spChg>
      </pc:sldChg>
      <pc:sldChg chg="delSp mod">
        <pc:chgData name="White (she/her), Whitney" userId="65f39021-2f1d-4d8b-87dc-b123826f65bf" providerId="ADAL" clId="{38F1B650-4B0C-48C8-B892-1F4EA52C164F}" dt="2022-09-16T20:04:36.186" v="38" actId="21"/>
        <pc:sldMkLst>
          <pc:docMk/>
          <pc:sldMk cId="3356734689" sldId="262"/>
        </pc:sldMkLst>
        <pc:spChg chg="del">
          <ac:chgData name="White (she/her), Whitney" userId="65f39021-2f1d-4d8b-87dc-b123826f65bf" providerId="ADAL" clId="{38F1B650-4B0C-48C8-B892-1F4EA52C164F}" dt="2022-09-16T20:04:36.186" v="38" actId="21"/>
          <ac:spMkLst>
            <pc:docMk/>
            <pc:sldMk cId="3356734689" sldId="262"/>
            <ac:spMk id="3" creationId="{F8632A77-8DF9-459F-B929-1D833E6834B8}"/>
          </ac:spMkLst>
        </pc:spChg>
      </pc:sldChg>
      <pc:sldChg chg="modSp mod">
        <pc:chgData name="White (she/her), Whitney" userId="65f39021-2f1d-4d8b-87dc-b123826f65bf" providerId="ADAL" clId="{38F1B650-4B0C-48C8-B892-1F4EA52C164F}" dt="2022-09-15T19:22:35.097" v="34" actId="1076"/>
        <pc:sldMkLst>
          <pc:docMk/>
          <pc:sldMk cId="3976098008" sldId="285"/>
        </pc:sldMkLst>
        <pc:spChg chg="mod">
          <ac:chgData name="White (she/her), Whitney" userId="65f39021-2f1d-4d8b-87dc-b123826f65bf" providerId="ADAL" clId="{38F1B650-4B0C-48C8-B892-1F4EA52C164F}" dt="2022-09-15T19:22:35.097" v="34" actId="1076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1B650-4B0C-48C8-B892-1F4EA52C164F}" dt="2022-09-15T19:22:19.516" v="29" actId="20577"/>
          <ac:spMkLst>
            <pc:docMk/>
            <pc:sldMk cId="3976098008" sldId="285"/>
            <ac:spMk id="3" creationId="{E0FBD98F-3A67-498E-8174-652040DD7B60}"/>
          </ac:spMkLst>
        </pc:spChg>
      </pc:sldChg>
    </pc:docChg>
  </pc:docChgLst>
  <pc:docChgLst>
    <pc:chgData name="White, Whitney" userId="65f39021-2f1d-4d8b-87dc-b123826f65bf" providerId="ADAL" clId="{9B2A6070-48D3-48B9-A168-AF2BC395C004}"/>
    <pc:docChg chg="undo custSel addSld delSld modSld sldOrd">
      <pc:chgData name="White, Whitney" userId="65f39021-2f1d-4d8b-87dc-b123826f65bf" providerId="ADAL" clId="{9B2A6070-48D3-48B9-A168-AF2BC395C004}" dt="2022-06-09T17:49:34.436" v="761" actId="47"/>
      <pc:docMkLst>
        <pc:docMk/>
      </pc:docMkLst>
      <pc:sldChg chg="modSp mod">
        <pc:chgData name="White, Whitney" userId="65f39021-2f1d-4d8b-87dc-b123826f65bf" providerId="ADAL" clId="{9B2A6070-48D3-48B9-A168-AF2BC395C004}" dt="2022-06-09T17:28:55.619" v="7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B2A6070-48D3-48B9-A168-AF2BC395C004}" dt="2022-06-09T17:28:44.305" v="2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9B2A6070-48D3-48B9-A168-AF2BC395C004}" dt="2022-06-09T17:28:55.619" v="7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, Whitney" userId="65f39021-2f1d-4d8b-87dc-b123826f65bf" providerId="ADAL" clId="{9B2A6070-48D3-48B9-A168-AF2BC395C004}" dt="2022-06-09T17:49:34.436" v="761" actId="47"/>
        <pc:sldMkLst>
          <pc:docMk/>
          <pc:sldMk cId="2875402532" sldId="257"/>
        </pc:sldMkLst>
      </pc:sldChg>
      <pc:sldChg chg="addSp delSp modSp new mod modClrScheme chgLayout">
        <pc:chgData name="White, Whitney" userId="65f39021-2f1d-4d8b-87dc-b123826f65bf" providerId="ADAL" clId="{9B2A6070-48D3-48B9-A168-AF2BC395C004}" dt="2022-06-09T17:32:56.866" v="323" actId="20577"/>
        <pc:sldMkLst>
          <pc:docMk/>
          <pc:sldMk cId="3809856912" sldId="258"/>
        </pc:sldMkLst>
        <pc:spChg chg="mod ord">
          <ac:chgData name="White, Whitney" userId="65f39021-2f1d-4d8b-87dc-b123826f65bf" providerId="ADAL" clId="{9B2A6070-48D3-48B9-A168-AF2BC395C004}" dt="2022-06-09T17:32:01.712" v="113" actId="700"/>
          <ac:spMkLst>
            <pc:docMk/>
            <pc:sldMk cId="3809856912" sldId="258"/>
            <ac:spMk id="2" creationId="{83E391C1-9D0F-4427-BDAC-1926281931FB}"/>
          </ac:spMkLst>
        </pc:spChg>
        <pc:spChg chg="del">
          <ac:chgData name="White, Whitney" userId="65f39021-2f1d-4d8b-87dc-b123826f65bf" providerId="ADAL" clId="{9B2A6070-48D3-48B9-A168-AF2BC395C004}" dt="2022-06-09T17:31:18.053" v="112" actId="478"/>
          <ac:spMkLst>
            <pc:docMk/>
            <pc:sldMk cId="3809856912" sldId="258"/>
            <ac:spMk id="3" creationId="{5D4B6594-9518-42F5-80C0-E907DFBD0265}"/>
          </ac:spMkLst>
        </pc:spChg>
        <pc:spChg chg="mod ord">
          <ac:chgData name="White, Whitney" userId="65f39021-2f1d-4d8b-87dc-b123826f65bf" providerId="ADAL" clId="{9B2A6070-48D3-48B9-A168-AF2BC395C004}" dt="2022-06-09T17:32:01.712" v="113" actId="700"/>
          <ac:spMkLst>
            <pc:docMk/>
            <pc:sldMk cId="3809856912" sldId="258"/>
            <ac:spMk id="4" creationId="{DA32FE9B-29D6-4A4A-A39C-7668DFFC252D}"/>
          </ac:spMkLst>
        </pc:spChg>
        <pc:spChg chg="add mod ord">
          <ac:chgData name="White, Whitney" userId="65f39021-2f1d-4d8b-87dc-b123826f65bf" providerId="ADAL" clId="{9B2A6070-48D3-48B9-A168-AF2BC395C004}" dt="2022-06-09T17:32:56.866" v="323" actId="20577"/>
          <ac:spMkLst>
            <pc:docMk/>
            <pc:sldMk cId="3809856912" sldId="258"/>
            <ac:spMk id="5" creationId="{BBD3B15C-7A13-4816-8488-60B5D0D372A1}"/>
          </ac:spMkLst>
        </pc:spChg>
      </pc:sldChg>
      <pc:sldChg chg="addSp modSp new mod ord modClrScheme chgLayout">
        <pc:chgData name="White, Whitney" userId="65f39021-2f1d-4d8b-87dc-b123826f65bf" providerId="ADAL" clId="{9B2A6070-48D3-48B9-A168-AF2BC395C004}" dt="2022-06-09T17:34:03.678" v="366" actId="20577"/>
        <pc:sldMkLst>
          <pc:docMk/>
          <pc:sldMk cId="3297005103" sldId="259"/>
        </pc:sldMkLst>
        <pc:spChg chg="mod ord">
          <ac:chgData name="White, Whitney" userId="65f39021-2f1d-4d8b-87dc-b123826f65bf" providerId="ADAL" clId="{9B2A6070-48D3-48B9-A168-AF2BC395C004}" dt="2022-06-09T17:33:36.459" v="354" actId="700"/>
          <ac:spMkLst>
            <pc:docMk/>
            <pc:sldMk cId="3297005103" sldId="259"/>
            <ac:spMk id="2" creationId="{D4496937-AA86-4FC5-9DE0-0BA96E2DC03C}"/>
          </ac:spMkLst>
        </pc:spChg>
        <pc:spChg chg="mod ord">
          <ac:chgData name="White, Whitney" userId="65f39021-2f1d-4d8b-87dc-b123826f65bf" providerId="ADAL" clId="{9B2A6070-48D3-48B9-A168-AF2BC395C004}" dt="2022-06-09T17:34:03.678" v="366" actId="20577"/>
          <ac:spMkLst>
            <pc:docMk/>
            <pc:sldMk cId="3297005103" sldId="259"/>
            <ac:spMk id="3" creationId="{27C5F614-FED4-4E4D-A608-6269F4E30C9D}"/>
          </ac:spMkLst>
        </pc:spChg>
        <pc:spChg chg="mod ord">
          <ac:chgData name="White, Whitney" userId="65f39021-2f1d-4d8b-87dc-b123826f65bf" providerId="ADAL" clId="{9B2A6070-48D3-48B9-A168-AF2BC395C004}" dt="2022-06-09T17:33:36.459" v="354" actId="700"/>
          <ac:spMkLst>
            <pc:docMk/>
            <pc:sldMk cId="3297005103" sldId="259"/>
            <ac:spMk id="4" creationId="{1DF44BE6-6854-4811-87D6-8F46577B8B7A}"/>
          </ac:spMkLst>
        </pc:spChg>
        <pc:spChg chg="add mod ord">
          <ac:chgData name="White, Whitney" userId="65f39021-2f1d-4d8b-87dc-b123826f65bf" providerId="ADAL" clId="{9B2A6070-48D3-48B9-A168-AF2BC395C004}" dt="2022-06-09T17:34:00.452" v="365" actId="20577"/>
          <ac:spMkLst>
            <pc:docMk/>
            <pc:sldMk cId="3297005103" sldId="259"/>
            <ac:spMk id="5" creationId="{E8AA3E20-8E23-4F44-BB71-6942BDFF6499}"/>
          </ac:spMkLst>
        </pc:spChg>
      </pc:sldChg>
      <pc:sldChg chg="addSp delSp modSp new mod modClrScheme chgLayout">
        <pc:chgData name="White, Whitney" userId="65f39021-2f1d-4d8b-87dc-b123826f65bf" providerId="ADAL" clId="{9B2A6070-48D3-48B9-A168-AF2BC395C004}" dt="2022-06-09T17:46:41.385" v="674" actId="403"/>
        <pc:sldMkLst>
          <pc:docMk/>
          <pc:sldMk cId="3549499101" sldId="260"/>
        </pc:sldMkLst>
        <pc:spChg chg="mod ord">
          <ac:chgData name="White, Whitney" userId="65f39021-2f1d-4d8b-87dc-b123826f65bf" providerId="ADAL" clId="{9B2A6070-48D3-48B9-A168-AF2BC395C004}" dt="2022-06-09T17:45:57.348" v="491" actId="700"/>
          <ac:spMkLst>
            <pc:docMk/>
            <pc:sldMk cId="3549499101" sldId="260"/>
            <ac:spMk id="2" creationId="{E35370B7-6333-4CF4-90A7-EAB3048EF28B}"/>
          </ac:spMkLst>
        </pc:spChg>
        <pc:spChg chg="del mod ord">
          <ac:chgData name="White, Whitney" userId="65f39021-2f1d-4d8b-87dc-b123826f65bf" providerId="ADAL" clId="{9B2A6070-48D3-48B9-A168-AF2BC395C004}" dt="2022-06-09T17:46:31.448" v="673" actId="21"/>
          <ac:spMkLst>
            <pc:docMk/>
            <pc:sldMk cId="3549499101" sldId="260"/>
            <ac:spMk id="3" creationId="{1313D8BC-FA0E-48A7-831A-FCBD8FDD6127}"/>
          </ac:spMkLst>
        </pc:spChg>
        <pc:spChg chg="mod ord">
          <ac:chgData name="White, Whitney" userId="65f39021-2f1d-4d8b-87dc-b123826f65bf" providerId="ADAL" clId="{9B2A6070-48D3-48B9-A168-AF2BC395C004}" dt="2022-06-09T17:45:57.348" v="491" actId="700"/>
          <ac:spMkLst>
            <pc:docMk/>
            <pc:sldMk cId="3549499101" sldId="260"/>
            <ac:spMk id="4" creationId="{9933AD4F-CEF6-4C71-BD05-66629798CFA9}"/>
          </ac:spMkLst>
        </pc:spChg>
        <pc:spChg chg="add mod ord">
          <ac:chgData name="White, Whitney" userId="65f39021-2f1d-4d8b-87dc-b123826f65bf" providerId="ADAL" clId="{9B2A6070-48D3-48B9-A168-AF2BC395C004}" dt="2022-06-09T17:46:41.385" v="674" actId="403"/>
          <ac:spMkLst>
            <pc:docMk/>
            <pc:sldMk cId="3549499101" sldId="260"/>
            <ac:spMk id="5" creationId="{F3FE251F-7458-4B4F-8A0E-56D30CF0CFE9}"/>
          </ac:spMkLst>
        </pc:spChg>
      </pc:sldChg>
      <pc:sldChg chg="new del">
        <pc:chgData name="White, Whitney" userId="65f39021-2f1d-4d8b-87dc-b123826f65bf" providerId="ADAL" clId="{9B2A6070-48D3-48B9-A168-AF2BC395C004}" dt="2022-06-09T17:47:33.107" v="676" actId="2696"/>
        <pc:sldMkLst>
          <pc:docMk/>
          <pc:sldMk cId="4222837211" sldId="261"/>
        </pc:sldMkLst>
      </pc:sldChg>
      <pc:sldChg chg="addSp modSp new mod modClrScheme chgLayout">
        <pc:chgData name="White, Whitney" userId="65f39021-2f1d-4d8b-87dc-b123826f65bf" providerId="ADAL" clId="{9B2A6070-48D3-48B9-A168-AF2BC395C004}" dt="2022-06-09T17:49:26.947" v="756" actId="6549"/>
        <pc:sldMkLst>
          <pc:docMk/>
          <pc:sldMk cId="3356734689" sldId="262"/>
        </pc:sldMkLst>
        <pc:spChg chg="mod ord">
          <ac:chgData name="White, Whitney" userId="65f39021-2f1d-4d8b-87dc-b123826f65bf" providerId="ADAL" clId="{9B2A6070-48D3-48B9-A168-AF2BC395C004}" dt="2022-06-09T17:49:10.127" v="690" actId="700"/>
          <ac:spMkLst>
            <pc:docMk/>
            <pc:sldMk cId="3356734689" sldId="262"/>
            <ac:spMk id="2" creationId="{2C511CCA-7260-4EBF-9CE9-4163D684F3B3}"/>
          </ac:spMkLst>
        </pc:spChg>
        <pc:spChg chg="mod ord">
          <ac:chgData name="White, Whitney" userId="65f39021-2f1d-4d8b-87dc-b123826f65bf" providerId="ADAL" clId="{9B2A6070-48D3-48B9-A168-AF2BC395C004}" dt="2022-06-09T17:49:26.947" v="756" actId="6549"/>
          <ac:spMkLst>
            <pc:docMk/>
            <pc:sldMk cId="3356734689" sldId="262"/>
            <ac:spMk id="3" creationId="{F8632A77-8DF9-459F-B929-1D833E6834B8}"/>
          </ac:spMkLst>
        </pc:spChg>
        <pc:spChg chg="mod ord">
          <ac:chgData name="White, Whitney" userId="65f39021-2f1d-4d8b-87dc-b123826f65bf" providerId="ADAL" clId="{9B2A6070-48D3-48B9-A168-AF2BC395C004}" dt="2022-06-09T17:49:10.127" v="690" actId="700"/>
          <ac:spMkLst>
            <pc:docMk/>
            <pc:sldMk cId="3356734689" sldId="262"/>
            <ac:spMk id="4" creationId="{11AC0B99-6E3A-4139-8A67-F3F2C21C6149}"/>
          </ac:spMkLst>
        </pc:spChg>
        <pc:spChg chg="add mod ord">
          <ac:chgData name="White, Whitney" userId="65f39021-2f1d-4d8b-87dc-b123826f65bf" providerId="ADAL" clId="{9B2A6070-48D3-48B9-A168-AF2BC395C004}" dt="2022-06-09T17:49:23.092" v="755" actId="20577"/>
          <ac:spMkLst>
            <pc:docMk/>
            <pc:sldMk cId="3356734689" sldId="262"/>
            <ac:spMk id="5" creationId="{74D47006-1C7E-4BF7-A778-E12968FE59B2}"/>
          </ac:spMkLst>
        </pc:spChg>
      </pc:sldChg>
      <pc:sldChg chg="new del">
        <pc:chgData name="White, Whitney" userId="65f39021-2f1d-4d8b-87dc-b123826f65bf" providerId="ADAL" clId="{9B2A6070-48D3-48B9-A168-AF2BC395C004}" dt="2022-06-09T17:49:30.453" v="757" actId="47"/>
        <pc:sldMkLst>
          <pc:docMk/>
          <pc:sldMk cId="1761868229" sldId="263"/>
        </pc:sldMkLst>
      </pc:sldChg>
      <pc:sldChg chg="new del">
        <pc:chgData name="White, Whitney" userId="65f39021-2f1d-4d8b-87dc-b123826f65bf" providerId="ADAL" clId="{9B2A6070-48D3-48B9-A168-AF2BC395C004}" dt="2022-06-09T17:49:31.343" v="758" actId="47"/>
        <pc:sldMkLst>
          <pc:docMk/>
          <pc:sldMk cId="888124809" sldId="264"/>
        </pc:sldMkLst>
      </pc:sldChg>
      <pc:sldChg chg="new del">
        <pc:chgData name="White, Whitney" userId="65f39021-2f1d-4d8b-87dc-b123826f65bf" providerId="ADAL" clId="{9B2A6070-48D3-48B9-A168-AF2BC395C004}" dt="2022-06-09T17:49:31.944" v="759" actId="47"/>
        <pc:sldMkLst>
          <pc:docMk/>
          <pc:sldMk cId="3166939687" sldId="265"/>
        </pc:sldMkLst>
      </pc:sldChg>
      <pc:sldChg chg="new del">
        <pc:chgData name="White, Whitney" userId="65f39021-2f1d-4d8b-87dc-b123826f65bf" providerId="ADAL" clId="{9B2A6070-48D3-48B9-A168-AF2BC395C004}" dt="2022-06-09T17:49:33.054" v="760" actId="47"/>
        <pc:sldMkLst>
          <pc:docMk/>
          <pc:sldMk cId="600358358" sldId="266"/>
        </pc:sldMkLst>
      </pc:sldChg>
      <pc:sldChg chg="addSp delSp modSp add mod ord modAnim">
        <pc:chgData name="White, Whitney" userId="65f39021-2f1d-4d8b-87dc-b123826f65bf" providerId="ADAL" clId="{9B2A6070-48D3-48B9-A168-AF2BC395C004}" dt="2022-06-09T17:38:15.366" v="415"/>
        <pc:sldMkLst>
          <pc:docMk/>
          <pc:sldMk cId="2382311959" sldId="284"/>
        </pc:sldMkLst>
        <pc:spChg chg="add mod">
          <ac:chgData name="White, Whitney" userId="65f39021-2f1d-4d8b-87dc-b123826f65bf" providerId="ADAL" clId="{9B2A6070-48D3-48B9-A168-AF2BC395C004}" dt="2022-06-09T17:37:36.624" v="410" actId="207"/>
          <ac:spMkLst>
            <pc:docMk/>
            <pc:sldMk cId="2382311959" sldId="284"/>
            <ac:spMk id="3" creationId="{A5B81A87-E186-4E0E-95ED-F351EA68FD37}"/>
          </ac:spMkLst>
        </pc:spChg>
        <pc:spChg chg="del">
          <ac:chgData name="White, Whitney" userId="65f39021-2f1d-4d8b-87dc-b123826f65bf" providerId="ADAL" clId="{9B2A6070-48D3-48B9-A168-AF2BC395C004}" dt="2022-06-09T17:36:33.889" v="369" actId="21"/>
          <ac:spMkLst>
            <pc:docMk/>
            <pc:sldMk cId="2382311959" sldId="284"/>
            <ac:spMk id="5" creationId="{B21A99C4-A753-4B45-9D49-4B39AF1B6D06}"/>
          </ac:spMkLst>
        </pc:spChg>
      </pc:sldChg>
      <pc:sldChg chg="add ord modAnim">
        <pc:chgData name="White, Whitney" userId="65f39021-2f1d-4d8b-87dc-b123826f65bf" providerId="ADAL" clId="{9B2A6070-48D3-48B9-A168-AF2BC395C004}" dt="2022-06-09T17:44:47.309" v="434"/>
        <pc:sldMkLst>
          <pc:docMk/>
          <pc:sldMk cId="230325457" sldId="294"/>
        </pc:sldMkLst>
      </pc:sldChg>
      <pc:sldChg chg="add">
        <pc:chgData name="White, Whitney" userId="65f39021-2f1d-4d8b-87dc-b123826f65bf" providerId="ADAL" clId="{9B2A6070-48D3-48B9-A168-AF2BC395C004}" dt="2022-06-09T17:47:30.144" v="675"/>
        <pc:sldMkLst>
          <pc:docMk/>
          <pc:sldMk cId="1053742860" sldId="295"/>
        </pc:sldMkLst>
      </pc:sldChg>
    </pc:docChg>
  </pc:docChgLst>
  <pc:docChgLst>
    <pc:chgData name="Gupta, Swati" userId="a3cadf42-9970-41e5-bb67-4a4dd3e8759e" providerId="ADAL" clId="{890CB85C-24BC-4D49-9382-1D7D95E40860}"/>
    <pc:docChg chg="custSel addSld delSld modSld">
      <pc:chgData name="Gupta, Swati" userId="a3cadf42-9970-41e5-bb67-4a4dd3e8759e" providerId="ADAL" clId="{890CB85C-24BC-4D49-9382-1D7D95E40860}" dt="2022-05-10T16:57:31.570" v="24" actId="20577"/>
      <pc:docMkLst>
        <pc:docMk/>
      </pc:docMkLst>
      <pc:sldChg chg="modSp mod delCm modCm">
        <pc:chgData name="Gupta, Swati" userId="a3cadf42-9970-41e5-bb67-4a4dd3e8759e" providerId="ADAL" clId="{890CB85C-24BC-4D49-9382-1D7D95E40860}" dt="2022-05-10T16:57:31.570" v="24" actId="20577"/>
        <pc:sldMkLst>
          <pc:docMk/>
          <pc:sldMk cId="2875402532" sldId="257"/>
        </pc:sldMkLst>
        <pc:spChg chg="mod">
          <ac:chgData name="Gupta, Swati" userId="a3cadf42-9970-41e5-bb67-4a4dd3e8759e" providerId="ADAL" clId="{890CB85C-24BC-4D49-9382-1D7D95E40860}" dt="2022-05-10T16:57:31.570" v="24" actId="20577"/>
          <ac:spMkLst>
            <pc:docMk/>
            <pc:sldMk cId="2875402532" sldId="257"/>
            <ac:spMk id="3" creationId="{81FE1C6D-F36E-48C2-992F-AFB21F6BE7E7}"/>
          </ac:spMkLst>
        </pc:spChg>
      </pc:sldChg>
      <pc:sldChg chg="modSp new del mod">
        <pc:chgData name="Gupta, Swati" userId="a3cadf42-9970-41e5-bb67-4a4dd3e8759e" providerId="ADAL" clId="{890CB85C-24BC-4D49-9382-1D7D95E40860}" dt="2022-05-10T16:57:10.315" v="18" actId="2696"/>
        <pc:sldMkLst>
          <pc:docMk/>
          <pc:sldMk cId="2893024199" sldId="258"/>
        </pc:sldMkLst>
        <pc:spChg chg="mod">
          <ac:chgData name="Gupta, Swati" userId="a3cadf42-9970-41e5-bb67-4a4dd3e8759e" providerId="ADAL" clId="{890CB85C-24BC-4D49-9382-1D7D95E40860}" dt="2022-05-10T16:56:59.001" v="17" actId="207"/>
          <ac:spMkLst>
            <pc:docMk/>
            <pc:sldMk cId="2893024199" sldId="258"/>
            <ac:spMk id="5" creationId="{EAD3D53F-2FE4-4F69-99AE-D4BE8C7CC5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CCD9F9-E31F-49EC-86EF-05848F4D02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601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9/16/2022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9/16/2022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9/16/2022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1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52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4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13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08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5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1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nd/4.0/legalcode" TargetMode="Externa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deansforimpact.org/wp-content/uploads/2021/06/DFI_Deepening-Meaning-and-Learning.pdf" TargetMode="External"/><Relationship Id="rId4" Type="http://schemas.openxmlformats.org/officeDocument/2006/relationships/hyperlink" Target="https://www.olicav.com/#/diagrams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4: The Science of Learning| Lesson 4.02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Science of Learning Principles</a:t>
            </a:r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91C1-9D0F-4427-BDAC-19262819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D3B15C-7A13-4816-8488-60B5D0D37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4A, 4B, &amp; 6D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Identify five science of learning principles to guide teaching and learning and explain how they are connected to the simple memory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2FE9B-29D6-4A4A-A39C-7668DFFC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56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6937-AA86-4FC5-9DE0-0BA96E2D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AA3E20-8E23-4F44-BB71-6942BDFF6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Quick Write: Think of something you have learned that you now know really well. It could be a non-academic skill (like a game, activity, musical instrument, or sport) or an academic skill (like operating with fractions or citing evidence in your writing).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What steps did you take to move from a novice (not knowing it well) to an expert (knowing it inside and out)?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44BE6-6854-4811-87D6-8F46577B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0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-Shape 9">
            <a:extLst>
              <a:ext uri="{FF2B5EF4-FFF2-40B4-BE49-F238E27FC236}">
                <a16:creationId xmlns:a16="http://schemas.microsoft.com/office/drawing/2014/main" id="{A75707CE-E07C-4659-A678-E84421CF5E78}"/>
              </a:ext>
            </a:extLst>
          </p:cNvPr>
          <p:cNvSpPr/>
          <p:nvPr/>
        </p:nvSpPr>
        <p:spPr>
          <a:xfrm rot="5400000">
            <a:off x="664709" y="2289228"/>
            <a:ext cx="546754" cy="518474"/>
          </a:xfrm>
          <a:prstGeom prst="corner">
            <a:avLst>
              <a:gd name="adj1" fmla="val 31818"/>
              <a:gd name="adj2" fmla="val 30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5AB10BED-482D-40FD-9D6A-A6A0721A3735}"/>
              </a:ext>
            </a:extLst>
          </p:cNvPr>
          <p:cNvSpPr/>
          <p:nvPr/>
        </p:nvSpPr>
        <p:spPr>
          <a:xfrm>
            <a:off x="704342" y="4960405"/>
            <a:ext cx="546754" cy="518474"/>
          </a:xfrm>
          <a:prstGeom prst="corner">
            <a:avLst>
              <a:gd name="adj1" fmla="val 31818"/>
              <a:gd name="adj2" fmla="val 30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L-Shape 13">
            <a:extLst>
              <a:ext uri="{FF2B5EF4-FFF2-40B4-BE49-F238E27FC236}">
                <a16:creationId xmlns:a16="http://schemas.microsoft.com/office/drawing/2014/main" id="{BAB3EDD8-A646-41D3-A570-0A7C7BA5594C}"/>
              </a:ext>
            </a:extLst>
          </p:cNvPr>
          <p:cNvSpPr/>
          <p:nvPr/>
        </p:nvSpPr>
        <p:spPr>
          <a:xfrm rot="10800000">
            <a:off x="3754619" y="2275088"/>
            <a:ext cx="546754" cy="518474"/>
          </a:xfrm>
          <a:prstGeom prst="corner">
            <a:avLst>
              <a:gd name="adj1" fmla="val 31818"/>
              <a:gd name="adj2" fmla="val 30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L-Shape 14">
            <a:extLst>
              <a:ext uri="{FF2B5EF4-FFF2-40B4-BE49-F238E27FC236}">
                <a16:creationId xmlns:a16="http://schemas.microsoft.com/office/drawing/2014/main" id="{33A4379E-C46E-49F6-B333-5A651BBED959}"/>
              </a:ext>
            </a:extLst>
          </p:cNvPr>
          <p:cNvSpPr/>
          <p:nvPr/>
        </p:nvSpPr>
        <p:spPr>
          <a:xfrm rot="16200000">
            <a:off x="3774338" y="4946265"/>
            <a:ext cx="546754" cy="518474"/>
          </a:xfrm>
          <a:prstGeom prst="corner">
            <a:avLst>
              <a:gd name="adj1" fmla="val 31818"/>
              <a:gd name="adj2" fmla="val 30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6EDF7BE-F502-4EB3-93BE-A5623BE757A7}"/>
              </a:ext>
            </a:extLst>
          </p:cNvPr>
          <p:cNvSpPr/>
          <p:nvPr/>
        </p:nvSpPr>
        <p:spPr>
          <a:xfrm>
            <a:off x="3120390" y="3017520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1C7F090-503D-4E17-AA67-995C1E131103}"/>
              </a:ext>
            </a:extLst>
          </p:cNvPr>
          <p:cNvSpPr/>
          <p:nvPr/>
        </p:nvSpPr>
        <p:spPr>
          <a:xfrm>
            <a:off x="2541270" y="3291949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E2B458B-BD70-4D84-800B-225C61E0E3D4}"/>
              </a:ext>
            </a:extLst>
          </p:cNvPr>
          <p:cNvSpPr/>
          <p:nvPr/>
        </p:nvSpPr>
        <p:spPr>
          <a:xfrm>
            <a:off x="3036570" y="3766046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8CD1E50-AD76-4D6F-83FD-275A25D612AD}"/>
              </a:ext>
            </a:extLst>
          </p:cNvPr>
          <p:cNvSpPr/>
          <p:nvPr/>
        </p:nvSpPr>
        <p:spPr>
          <a:xfrm>
            <a:off x="1769988" y="2964012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3ABE2B-7C0A-48CE-874D-C88F3D64081C}"/>
              </a:ext>
            </a:extLst>
          </p:cNvPr>
          <p:cNvSpPr/>
          <p:nvPr/>
        </p:nvSpPr>
        <p:spPr>
          <a:xfrm>
            <a:off x="1190868" y="3238441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A8CB08D-3070-49CE-B305-F8803C6B5F98}"/>
              </a:ext>
            </a:extLst>
          </p:cNvPr>
          <p:cNvSpPr/>
          <p:nvPr/>
        </p:nvSpPr>
        <p:spPr>
          <a:xfrm>
            <a:off x="1686168" y="3712538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F474B47-93A8-4E6E-9F93-D16CD7F9710D}"/>
              </a:ext>
            </a:extLst>
          </p:cNvPr>
          <p:cNvSpPr/>
          <p:nvPr/>
        </p:nvSpPr>
        <p:spPr>
          <a:xfrm>
            <a:off x="2769870" y="4200604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5092F97-B9A0-4DA8-B557-35EB8D4AB62E}"/>
              </a:ext>
            </a:extLst>
          </p:cNvPr>
          <p:cNvSpPr/>
          <p:nvPr/>
        </p:nvSpPr>
        <p:spPr>
          <a:xfrm>
            <a:off x="2190750" y="4475033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81F8F95-CB4F-4A76-9D93-A137C4907E66}"/>
              </a:ext>
            </a:extLst>
          </p:cNvPr>
          <p:cNvSpPr/>
          <p:nvPr/>
        </p:nvSpPr>
        <p:spPr>
          <a:xfrm>
            <a:off x="2686050" y="4949130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0B16F51-B086-466E-82D0-1E6FB71D999A}"/>
              </a:ext>
            </a:extLst>
          </p:cNvPr>
          <p:cNvSpPr/>
          <p:nvPr/>
        </p:nvSpPr>
        <p:spPr>
          <a:xfrm>
            <a:off x="1859460" y="4200604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DE32388-487B-4CCB-825E-0AD51EFEC01F}"/>
              </a:ext>
            </a:extLst>
          </p:cNvPr>
          <p:cNvSpPr/>
          <p:nvPr/>
        </p:nvSpPr>
        <p:spPr>
          <a:xfrm>
            <a:off x="1280340" y="4475033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B5BB3EF-963F-477C-A6C2-EEFB9547FF8F}"/>
              </a:ext>
            </a:extLst>
          </p:cNvPr>
          <p:cNvSpPr/>
          <p:nvPr/>
        </p:nvSpPr>
        <p:spPr>
          <a:xfrm>
            <a:off x="1775640" y="4949130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3AB149B-635A-41ED-89B7-176901026124}"/>
              </a:ext>
            </a:extLst>
          </p:cNvPr>
          <p:cNvSpPr/>
          <p:nvPr/>
        </p:nvSpPr>
        <p:spPr>
          <a:xfrm>
            <a:off x="2914650" y="2428796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63190B4-5EF0-4CBF-8A15-0F1C4D2C9E9D}"/>
              </a:ext>
            </a:extLst>
          </p:cNvPr>
          <p:cNvSpPr/>
          <p:nvPr/>
        </p:nvSpPr>
        <p:spPr>
          <a:xfrm>
            <a:off x="2335530" y="2703225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D9A2674-4A3D-4F32-B712-D687C8A7ECAE}"/>
              </a:ext>
            </a:extLst>
          </p:cNvPr>
          <p:cNvSpPr/>
          <p:nvPr/>
        </p:nvSpPr>
        <p:spPr>
          <a:xfrm>
            <a:off x="2830830" y="3177322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534AA56-B86F-43F4-A727-6228120FDA44}"/>
              </a:ext>
            </a:extLst>
          </p:cNvPr>
          <p:cNvSpPr/>
          <p:nvPr/>
        </p:nvSpPr>
        <p:spPr>
          <a:xfrm>
            <a:off x="1717426" y="2593242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54237B-725A-43FC-AFFF-04D12C5CD0D3}"/>
              </a:ext>
            </a:extLst>
          </p:cNvPr>
          <p:cNvSpPr/>
          <p:nvPr/>
        </p:nvSpPr>
        <p:spPr>
          <a:xfrm>
            <a:off x="1138306" y="2867671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A43740A-4907-4B57-9C95-88345C9FAFAF}"/>
              </a:ext>
            </a:extLst>
          </p:cNvPr>
          <p:cNvSpPr/>
          <p:nvPr/>
        </p:nvSpPr>
        <p:spPr>
          <a:xfrm>
            <a:off x="1633606" y="3341768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B398BA4-187A-48C0-9110-E32ADC211675}"/>
              </a:ext>
            </a:extLst>
          </p:cNvPr>
          <p:cNvSpPr/>
          <p:nvPr/>
        </p:nvSpPr>
        <p:spPr>
          <a:xfrm>
            <a:off x="2361369" y="3651746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0D2FB6C-FB7D-4645-8E5F-0756FDFCD369}"/>
              </a:ext>
            </a:extLst>
          </p:cNvPr>
          <p:cNvSpPr/>
          <p:nvPr/>
        </p:nvSpPr>
        <p:spPr>
          <a:xfrm>
            <a:off x="3663072" y="3338274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BE39E5A-84DB-48C6-B321-7C88BC571B66}"/>
              </a:ext>
            </a:extLst>
          </p:cNvPr>
          <p:cNvSpPr/>
          <p:nvPr/>
        </p:nvSpPr>
        <p:spPr>
          <a:xfrm>
            <a:off x="3565980" y="4086304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A049212-E5BE-44A2-B97B-9674A83BA3B2}"/>
              </a:ext>
            </a:extLst>
          </p:cNvPr>
          <p:cNvSpPr/>
          <p:nvPr/>
        </p:nvSpPr>
        <p:spPr>
          <a:xfrm>
            <a:off x="3348990" y="4846105"/>
            <a:ext cx="228600" cy="228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DEFD4B-2FDE-4DEB-A3EB-E90B31321CBE}"/>
              </a:ext>
            </a:extLst>
          </p:cNvPr>
          <p:cNvSpPr txBox="1"/>
          <p:nvPr/>
        </p:nvSpPr>
        <p:spPr>
          <a:xfrm>
            <a:off x="89417" y="6376439"/>
            <a:ext cx="606194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graphic is used under a Creative Commons Attribution-Non Commercial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license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.Original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available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here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https://deansforimpact.org/wp-content/uploads/2021/06/DFI_Deepening-Meaning-and-Learning.pdf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3863C4B-E3E0-4619-8FCD-D2CA7B238D03}"/>
              </a:ext>
            </a:extLst>
          </p:cNvPr>
          <p:cNvSpPr/>
          <p:nvPr/>
        </p:nvSpPr>
        <p:spPr>
          <a:xfrm>
            <a:off x="2915163" y="3640479"/>
            <a:ext cx="484632" cy="47973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98FD02B-09D8-4DEE-A632-F46B21BA6104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399795" y="3872484"/>
            <a:ext cx="3403261" cy="7862"/>
          </a:xfrm>
          <a:prstGeom prst="straightConnector1">
            <a:avLst/>
          </a:prstGeom>
          <a:ln w="34925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71CF4BC-2A70-4F12-805B-01A024D52A07}"/>
              </a:ext>
            </a:extLst>
          </p:cNvPr>
          <p:cNvSpPr txBox="1"/>
          <p:nvPr/>
        </p:nvSpPr>
        <p:spPr>
          <a:xfrm>
            <a:off x="4587623" y="3330255"/>
            <a:ext cx="182572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Attention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B5B3FF-D518-4149-8893-10FFBD9F034C}"/>
              </a:ext>
            </a:extLst>
          </p:cNvPr>
          <p:cNvCxnSpPr>
            <a:cxnSpLocks/>
          </p:cNvCxnSpPr>
          <p:nvPr/>
        </p:nvCxnSpPr>
        <p:spPr>
          <a:xfrm>
            <a:off x="5917495" y="1039095"/>
            <a:ext cx="1650351" cy="1706676"/>
          </a:xfrm>
          <a:prstGeom prst="straightConnector1">
            <a:avLst/>
          </a:prstGeom>
          <a:ln w="34925">
            <a:solidFill>
              <a:srgbClr val="0020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9FBC6AD-CE5A-46AE-B6BE-6C5E8D034422}"/>
              </a:ext>
            </a:extLst>
          </p:cNvPr>
          <p:cNvCxnSpPr>
            <a:cxnSpLocks/>
          </p:cNvCxnSpPr>
          <p:nvPr/>
        </p:nvCxnSpPr>
        <p:spPr>
          <a:xfrm flipH="1">
            <a:off x="8889912" y="907265"/>
            <a:ext cx="1628294" cy="1838506"/>
          </a:xfrm>
          <a:prstGeom prst="straightConnector1">
            <a:avLst/>
          </a:prstGeom>
          <a:ln w="34925">
            <a:solidFill>
              <a:srgbClr val="0020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113BD6C-9BDC-40B7-8C94-9D5609A21D19}"/>
              </a:ext>
            </a:extLst>
          </p:cNvPr>
          <p:cNvGrpSpPr/>
          <p:nvPr/>
        </p:nvGrpSpPr>
        <p:grpSpPr>
          <a:xfrm>
            <a:off x="6055816" y="2360122"/>
            <a:ext cx="4034004" cy="4138163"/>
            <a:chOff x="6109966" y="2051130"/>
            <a:chExt cx="4034004" cy="4138163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B016DC4-1941-4CE2-BC91-3216AE755395}"/>
                </a:ext>
              </a:extLst>
            </p:cNvPr>
            <p:cNvGrpSpPr/>
            <p:nvPr/>
          </p:nvGrpSpPr>
          <p:grpSpPr>
            <a:xfrm>
              <a:off x="6109966" y="2051130"/>
              <a:ext cx="4034004" cy="4138163"/>
              <a:chOff x="5967246" y="2131522"/>
              <a:chExt cx="4034004" cy="4138163"/>
            </a:xfrm>
          </p:grpSpPr>
          <p:pic>
            <p:nvPicPr>
              <p:cNvPr id="62" name="Graphic 61" descr="Head with gears outline">
                <a:extLst>
                  <a:ext uri="{FF2B5EF4-FFF2-40B4-BE49-F238E27FC236}">
                    <a16:creationId xmlns:a16="http://schemas.microsoft.com/office/drawing/2014/main" id="{34364C97-1589-4078-BC3E-1FD63D42EE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flipH="1">
                <a:off x="5967246" y="2131522"/>
                <a:ext cx="4034004" cy="4138163"/>
              </a:xfrm>
              <a:prstGeom prst="rect">
                <a:avLst/>
              </a:prstGeom>
            </p:spPr>
          </p:pic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9787595C-21C5-40CD-B07A-7042FEEFA17C}"/>
                  </a:ext>
                </a:extLst>
              </p:cNvPr>
              <p:cNvGrpSpPr/>
              <p:nvPr/>
            </p:nvGrpSpPr>
            <p:grpSpPr>
              <a:xfrm>
                <a:off x="7267125" y="2617360"/>
                <a:ext cx="1796850" cy="2222440"/>
                <a:chOff x="7267125" y="2617360"/>
                <a:chExt cx="1796850" cy="222244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04910A94-B59D-4115-A313-925519E1B4BD}"/>
                    </a:ext>
                  </a:extLst>
                </p:cNvPr>
                <p:cNvSpPr/>
                <p:nvPr/>
              </p:nvSpPr>
              <p:spPr>
                <a:xfrm>
                  <a:off x="7267125" y="2617360"/>
                  <a:ext cx="1577955" cy="204623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6349E713-6C2F-42FD-A8E0-38AB39CF2470}"/>
                    </a:ext>
                  </a:extLst>
                </p:cNvPr>
                <p:cNvSpPr/>
                <p:nvPr/>
              </p:nvSpPr>
              <p:spPr>
                <a:xfrm>
                  <a:off x="7486020" y="2793563"/>
                  <a:ext cx="1577955" cy="204623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460339F-B41C-4A13-B81F-1E5F761B5583}"/>
                </a:ext>
              </a:extLst>
            </p:cNvPr>
            <p:cNvSpPr/>
            <p:nvPr/>
          </p:nvSpPr>
          <p:spPr>
            <a:xfrm>
              <a:off x="7321713" y="3520549"/>
              <a:ext cx="180899" cy="18688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A83E201-6DF2-4551-B0C8-022428BF96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62592" y="3082814"/>
              <a:ext cx="1137863" cy="1137863"/>
            </a:xfrm>
            <a:prstGeom prst="ellipse">
              <a:avLst/>
            </a:prstGeom>
            <a:noFill/>
            <a:ln w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5DA7F42-249B-4688-8937-1D7104C11EB6}"/>
                </a:ext>
              </a:extLst>
            </p:cNvPr>
            <p:cNvSpPr txBox="1"/>
            <p:nvPr/>
          </p:nvSpPr>
          <p:spPr>
            <a:xfrm>
              <a:off x="7825005" y="3359186"/>
              <a:ext cx="1825725" cy="93102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Working Memory</a:t>
              </a:r>
              <a:b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</a:b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6" name="Arc 45">
            <a:extLst>
              <a:ext uri="{FF2B5EF4-FFF2-40B4-BE49-F238E27FC236}">
                <a16:creationId xmlns:a16="http://schemas.microsoft.com/office/drawing/2014/main" id="{0EB2086D-AA1B-474C-A74C-98564CDF0F64}"/>
              </a:ext>
            </a:extLst>
          </p:cNvPr>
          <p:cNvSpPr>
            <a:spLocks noChangeAspect="1"/>
          </p:cNvSpPr>
          <p:nvPr/>
        </p:nvSpPr>
        <p:spPr>
          <a:xfrm rot="13009140">
            <a:off x="6285903" y="1286736"/>
            <a:ext cx="2803762" cy="2808813"/>
          </a:xfrm>
          <a:prstGeom prst="arc">
            <a:avLst/>
          </a:prstGeom>
          <a:ln w="34925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DA26CB-BAEF-44FC-82E4-0591E019EAC4}"/>
              </a:ext>
            </a:extLst>
          </p:cNvPr>
          <p:cNvSpPr txBox="1"/>
          <p:nvPr/>
        </p:nvSpPr>
        <p:spPr>
          <a:xfrm>
            <a:off x="1614512" y="5336808"/>
            <a:ext cx="178528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Environment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571500" marR="0" lvl="0" indent="-5715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AB46F1-BF27-4339-B5E7-CE6481431FF3}"/>
              </a:ext>
            </a:extLst>
          </p:cNvPr>
          <p:cNvSpPr txBox="1"/>
          <p:nvPr/>
        </p:nvSpPr>
        <p:spPr>
          <a:xfrm>
            <a:off x="7450704" y="1100898"/>
            <a:ext cx="182572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Long-Term Memory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78003F50-E533-49D3-86D3-0DF07804846E}"/>
              </a:ext>
            </a:extLst>
          </p:cNvPr>
          <p:cNvSpPr>
            <a:spLocks noChangeAspect="1"/>
          </p:cNvSpPr>
          <p:nvPr/>
        </p:nvSpPr>
        <p:spPr>
          <a:xfrm rot="3408707">
            <a:off x="7488032" y="1204692"/>
            <a:ext cx="2803762" cy="2808813"/>
          </a:xfrm>
          <a:prstGeom prst="arc">
            <a:avLst/>
          </a:prstGeom>
          <a:ln w="34925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F2B169-823F-4656-9F83-1268B49C687D}"/>
              </a:ext>
            </a:extLst>
          </p:cNvPr>
          <p:cNvSpPr txBox="1"/>
          <p:nvPr/>
        </p:nvSpPr>
        <p:spPr>
          <a:xfrm rot="18976917">
            <a:off x="5114897" y="2281689"/>
            <a:ext cx="182572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Learning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B8EDB8-5C01-4DAF-BBA1-DA25C02189D9}"/>
              </a:ext>
            </a:extLst>
          </p:cNvPr>
          <p:cNvCxnSpPr>
            <a:cxnSpLocks/>
          </p:cNvCxnSpPr>
          <p:nvPr/>
        </p:nvCxnSpPr>
        <p:spPr>
          <a:xfrm>
            <a:off x="8721257" y="4148034"/>
            <a:ext cx="1695103" cy="1542221"/>
          </a:xfrm>
          <a:prstGeom prst="straightConnector1">
            <a:avLst/>
          </a:prstGeom>
          <a:ln w="34925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03E82F5-8748-4DB1-B0E9-49C3769F7C09}"/>
              </a:ext>
            </a:extLst>
          </p:cNvPr>
          <p:cNvSpPr txBox="1"/>
          <p:nvPr/>
        </p:nvSpPr>
        <p:spPr>
          <a:xfrm rot="18976917">
            <a:off x="9750950" y="5475853"/>
            <a:ext cx="182572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Forgetting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3EBFFEB-1374-4F45-8F49-B25C2457CDA0}"/>
              </a:ext>
            </a:extLst>
          </p:cNvPr>
          <p:cNvCxnSpPr>
            <a:cxnSpLocks/>
          </p:cNvCxnSpPr>
          <p:nvPr/>
        </p:nvCxnSpPr>
        <p:spPr>
          <a:xfrm>
            <a:off x="10543086" y="966453"/>
            <a:ext cx="44582" cy="4512426"/>
          </a:xfrm>
          <a:prstGeom prst="straightConnector1">
            <a:avLst/>
          </a:prstGeom>
          <a:ln w="34925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F4738BB-5C4B-4DEB-B0AA-5C764D5E6222}"/>
              </a:ext>
            </a:extLst>
          </p:cNvPr>
          <p:cNvSpPr txBox="1"/>
          <p:nvPr/>
        </p:nvSpPr>
        <p:spPr>
          <a:xfrm rot="18976917">
            <a:off x="9062369" y="2100074"/>
            <a:ext cx="269496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Remembering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81A87-E186-4E0E-95ED-F351EA68FD37}"/>
              </a:ext>
            </a:extLst>
          </p:cNvPr>
          <p:cNvSpPr txBox="1"/>
          <p:nvPr/>
        </p:nvSpPr>
        <p:spPr>
          <a:xfrm>
            <a:off x="529196" y="480894"/>
            <a:ext cx="4207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800"/>
                </a:solidFill>
              </a:rPr>
              <a:t>The Simple Memory Model</a:t>
            </a:r>
          </a:p>
        </p:txBody>
      </p:sp>
    </p:spTree>
    <p:extLst>
      <p:ext uri="{BB962C8B-B14F-4D97-AF65-F5344CB8AC3E}">
        <p14:creationId xmlns:p14="http://schemas.microsoft.com/office/powerpoint/2010/main" val="238231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A330DF-1BCC-4430-B0B0-A887633FD9CC}"/>
              </a:ext>
            </a:extLst>
          </p:cNvPr>
          <p:cNvSpPr txBox="1"/>
          <p:nvPr/>
        </p:nvSpPr>
        <p:spPr>
          <a:xfrm>
            <a:off x="359425" y="688286"/>
            <a:ext cx="11941767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rPr>
              <a:t>Five Principles for Teaching based on the Science of Learning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885A39-507A-45EE-9196-F8F61826FB9C}"/>
              </a:ext>
            </a:extLst>
          </p:cNvPr>
          <p:cNvSpPr/>
          <p:nvPr/>
        </p:nvSpPr>
        <p:spPr>
          <a:xfrm>
            <a:off x="681682" y="2095178"/>
            <a:ext cx="2809341" cy="567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Attending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34B0B-CB57-4F4B-98FF-B76DA4F1326F}"/>
              </a:ext>
            </a:extLst>
          </p:cNvPr>
          <p:cNvSpPr txBox="1"/>
          <p:nvPr/>
        </p:nvSpPr>
        <p:spPr>
          <a:xfrm>
            <a:off x="681682" y="1737314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1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594BF-215F-4968-BE88-0831802F07B5}"/>
              </a:ext>
            </a:extLst>
          </p:cNvPr>
          <p:cNvSpPr txBox="1"/>
          <p:nvPr/>
        </p:nvSpPr>
        <p:spPr>
          <a:xfrm>
            <a:off x="681682" y="2766369"/>
            <a:ext cx="3002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attending to the most important content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0AE0D8-3369-446D-8619-05D71A300E5D}"/>
              </a:ext>
            </a:extLst>
          </p:cNvPr>
          <p:cNvSpPr/>
          <p:nvPr/>
        </p:nvSpPr>
        <p:spPr>
          <a:xfrm>
            <a:off x="2558558" y="4229389"/>
            <a:ext cx="2809341" cy="5671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Cognitive Engagement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A430C-81BB-481D-81D2-2D5CA5063D67}"/>
              </a:ext>
            </a:extLst>
          </p:cNvPr>
          <p:cNvSpPr txBox="1"/>
          <p:nvPr/>
        </p:nvSpPr>
        <p:spPr>
          <a:xfrm>
            <a:off x="4400644" y="170752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2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DBDCB-3A3C-4F9F-BE48-C8B10F45BE83}"/>
              </a:ext>
            </a:extLst>
          </p:cNvPr>
          <p:cNvSpPr txBox="1"/>
          <p:nvPr/>
        </p:nvSpPr>
        <p:spPr>
          <a:xfrm>
            <a:off x="2558558" y="4900580"/>
            <a:ext cx="300273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cognitive engagement and should be effortful.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4369FC-BE26-42ED-BF07-FCDED6C6E5DB}"/>
              </a:ext>
            </a:extLst>
          </p:cNvPr>
          <p:cNvSpPr/>
          <p:nvPr/>
        </p:nvSpPr>
        <p:spPr>
          <a:xfrm>
            <a:off x="4474837" y="2089404"/>
            <a:ext cx="2809341" cy="567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Prior Knowledge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F8674-35C6-4E0D-B4E1-BC91DEFDE9EE}"/>
              </a:ext>
            </a:extLst>
          </p:cNvPr>
          <p:cNvSpPr txBox="1"/>
          <p:nvPr/>
        </p:nvSpPr>
        <p:spPr>
          <a:xfrm>
            <a:off x="8175429" y="171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3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A83E4-6B1C-4802-A847-9A43E7EF3575}"/>
              </a:ext>
            </a:extLst>
          </p:cNvPr>
          <p:cNvSpPr txBox="1"/>
          <p:nvPr/>
        </p:nvSpPr>
        <p:spPr>
          <a:xfrm>
            <a:off x="4474837" y="2760595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builds on prior knowledge.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A3E8E6-1F7C-4312-A94D-33E5D8E775AF}"/>
              </a:ext>
            </a:extLst>
          </p:cNvPr>
          <p:cNvSpPr/>
          <p:nvPr/>
        </p:nvSpPr>
        <p:spPr>
          <a:xfrm>
            <a:off x="6711128" y="4260683"/>
            <a:ext cx="2809341" cy="56716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Practice with Feedback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A7FF1-C83B-462B-B19D-BC77285B711A}"/>
              </a:ext>
            </a:extLst>
          </p:cNvPr>
          <p:cNvSpPr txBox="1"/>
          <p:nvPr/>
        </p:nvSpPr>
        <p:spPr>
          <a:xfrm>
            <a:off x="2482554" y="363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4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597D05-3955-40B3-AF4E-99CFBA7C4623}"/>
              </a:ext>
            </a:extLst>
          </p:cNvPr>
          <p:cNvSpPr txBox="1"/>
          <p:nvPr/>
        </p:nvSpPr>
        <p:spPr>
          <a:xfrm>
            <a:off x="6711128" y="4931874"/>
            <a:ext cx="300273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Practice and feedback are essential to move ideas permanently into long-term memory.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043B92-E3FD-472C-8091-673A2CC07D07}"/>
              </a:ext>
            </a:extLst>
          </p:cNvPr>
          <p:cNvSpPr/>
          <p:nvPr/>
        </p:nvSpPr>
        <p:spPr>
          <a:xfrm>
            <a:off x="8205622" y="2098139"/>
            <a:ext cx="2809341" cy="5671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Avoiding Overload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E6F118-C533-423F-821E-C74599E7B5BD}"/>
              </a:ext>
            </a:extLst>
          </p:cNvPr>
          <p:cNvSpPr txBox="1"/>
          <p:nvPr/>
        </p:nvSpPr>
        <p:spPr>
          <a:xfrm>
            <a:off x="8205622" y="2769330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 much information at once can interfere with learning.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5F9617-20C4-4ECD-AD0A-793BE7FFD026}"/>
              </a:ext>
            </a:extLst>
          </p:cNvPr>
          <p:cNvSpPr txBox="1"/>
          <p:nvPr/>
        </p:nvSpPr>
        <p:spPr>
          <a:xfrm>
            <a:off x="6680935" y="378447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5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325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70B7-6333-4CF4-90A7-EAB3048E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to Teach Your Learning Group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FE251F-7458-4B4F-8A0E-56D30CF0C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sz="3200" dirty="0"/>
              <a:t>What are the most important ideas to understand about this principle?</a:t>
            </a:r>
          </a:p>
          <a:p>
            <a:pPr marL="514350" indent="-514350">
              <a:buAutoNum type="arabicParenR"/>
            </a:pPr>
            <a:r>
              <a:rPr lang="en-US" sz="3200" dirty="0"/>
              <a:t>Why is it important for teaching and learning?</a:t>
            </a:r>
          </a:p>
          <a:p>
            <a:pPr marL="514350" indent="-514350">
              <a:buAutoNum type="arabicParenR"/>
            </a:pPr>
            <a:r>
              <a:rPr lang="en-US" sz="3200" dirty="0"/>
              <a:t>How does it relate to the simple memory model?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3AD4F-CEF6-4C71-BD05-66629798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9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A330DF-1BCC-4430-B0B0-A887633FD9CC}"/>
              </a:ext>
            </a:extLst>
          </p:cNvPr>
          <p:cNvSpPr txBox="1"/>
          <p:nvPr/>
        </p:nvSpPr>
        <p:spPr>
          <a:xfrm>
            <a:off x="359425" y="688286"/>
            <a:ext cx="11941767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rPr>
              <a:t>Five Principles for Teaching based on the Science of Learning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885A39-507A-45EE-9196-F8F61826FB9C}"/>
              </a:ext>
            </a:extLst>
          </p:cNvPr>
          <p:cNvSpPr/>
          <p:nvPr/>
        </p:nvSpPr>
        <p:spPr>
          <a:xfrm>
            <a:off x="681682" y="2095178"/>
            <a:ext cx="2809341" cy="567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Attending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34B0B-CB57-4F4B-98FF-B76DA4F1326F}"/>
              </a:ext>
            </a:extLst>
          </p:cNvPr>
          <p:cNvSpPr txBox="1"/>
          <p:nvPr/>
        </p:nvSpPr>
        <p:spPr>
          <a:xfrm>
            <a:off x="681682" y="1737314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1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594BF-215F-4968-BE88-0831802F07B5}"/>
              </a:ext>
            </a:extLst>
          </p:cNvPr>
          <p:cNvSpPr txBox="1"/>
          <p:nvPr/>
        </p:nvSpPr>
        <p:spPr>
          <a:xfrm>
            <a:off x="681682" y="2766369"/>
            <a:ext cx="3002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attending to the most important content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0AE0D8-3369-446D-8619-05D71A300E5D}"/>
              </a:ext>
            </a:extLst>
          </p:cNvPr>
          <p:cNvSpPr/>
          <p:nvPr/>
        </p:nvSpPr>
        <p:spPr>
          <a:xfrm>
            <a:off x="2558558" y="4229389"/>
            <a:ext cx="2809341" cy="5671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Cognitive Engagement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A430C-81BB-481D-81D2-2D5CA5063D67}"/>
              </a:ext>
            </a:extLst>
          </p:cNvPr>
          <p:cNvSpPr txBox="1"/>
          <p:nvPr/>
        </p:nvSpPr>
        <p:spPr>
          <a:xfrm>
            <a:off x="4400644" y="170752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2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DBDCB-3A3C-4F9F-BE48-C8B10F45BE83}"/>
              </a:ext>
            </a:extLst>
          </p:cNvPr>
          <p:cNvSpPr txBox="1"/>
          <p:nvPr/>
        </p:nvSpPr>
        <p:spPr>
          <a:xfrm>
            <a:off x="2558558" y="4900580"/>
            <a:ext cx="300273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cognitive engagement and should be effortful.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4369FC-BE26-42ED-BF07-FCDED6C6E5DB}"/>
              </a:ext>
            </a:extLst>
          </p:cNvPr>
          <p:cNvSpPr/>
          <p:nvPr/>
        </p:nvSpPr>
        <p:spPr>
          <a:xfrm>
            <a:off x="4474837" y="2089404"/>
            <a:ext cx="2809341" cy="567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Prior Knowledge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F8674-35C6-4E0D-B4E1-BC91DEFDE9EE}"/>
              </a:ext>
            </a:extLst>
          </p:cNvPr>
          <p:cNvSpPr txBox="1"/>
          <p:nvPr/>
        </p:nvSpPr>
        <p:spPr>
          <a:xfrm>
            <a:off x="8175429" y="171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3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A83E4-6B1C-4802-A847-9A43E7EF3575}"/>
              </a:ext>
            </a:extLst>
          </p:cNvPr>
          <p:cNvSpPr txBox="1"/>
          <p:nvPr/>
        </p:nvSpPr>
        <p:spPr>
          <a:xfrm>
            <a:off x="4474837" y="2760595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builds on prior knowledge.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A3E8E6-1F7C-4312-A94D-33E5D8E775AF}"/>
              </a:ext>
            </a:extLst>
          </p:cNvPr>
          <p:cNvSpPr/>
          <p:nvPr/>
        </p:nvSpPr>
        <p:spPr>
          <a:xfrm>
            <a:off x="6711128" y="4260683"/>
            <a:ext cx="2809341" cy="56716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Practice with Feedback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A7FF1-C83B-462B-B19D-BC77285B711A}"/>
              </a:ext>
            </a:extLst>
          </p:cNvPr>
          <p:cNvSpPr txBox="1"/>
          <p:nvPr/>
        </p:nvSpPr>
        <p:spPr>
          <a:xfrm>
            <a:off x="2482554" y="363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4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597D05-3955-40B3-AF4E-99CFBA7C4623}"/>
              </a:ext>
            </a:extLst>
          </p:cNvPr>
          <p:cNvSpPr txBox="1"/>
          <p:nvPr/>
        </p:nvSpPr>
        <p:spPr>
          <a:xfrm>
            <a:off x="6711128" y="4931874"/>
            <a:ext cx="300273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Practice and feedback are essential to move ideas permanently into long-term memory.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043B92-E3FD-472C-8091-673A2CC07D07}"/>
              </a:ext>
            </a:extLst>
          </p:cNvPr>
          <p:cNvSpPr/>
          <p:nvPr/>
        </p:nvSpPr>
        <p:spPr>
          <a:xfrm>
            <a:off x="8205622" y="2098139"/>
            <a:ext cx="2809341" cy="5671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Avoiding Overload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E6F118-C533-423F-821E-C74599E7B5BD}"/>
              </a:ext>
            </a:extLst>
          </p:cNvPr>
          <p:cNvSpPr txBox="1"/>
          <p:nvPr/>
        </p:nvSpPr>
        <p:spPr>
          <a:xfrm>
            <a:off x="8205622" y="2769330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 much information at once can interfere with learning.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5F9617-20C4-4ECD-AD0A-793BE7FFD026}"/>
              </a:ext>
            </a:extLst>
          </p:cNvPr>
          <p:cNvSpPr txBox="1"/>
          <p:nvPr/>
        </p:nvSpPr>
        <p:spPr>
          <a:xfrm>
            <a:off x="6680935" y="378447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5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3742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1CCA-7260-4EBF-9CE9-4163D684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D47006-1C7E-4BF7-A778-E12968FE5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the fill-in-the-blank activity in your Student Guide.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C0B99-6E3A-4139-8A67-F3F2C21C6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34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386</Words>
  <Application>Microsoft Office PowerPoint</Application>
  <PresentationFormat>Widescreen</PresentationFormat>
  <Paragraphs>64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 LT Pro</vt:lpstr>
      <vt:lpstr>Calibri</vt:lpstr>
      <vt:lpstr>Calibri Light</vt:lpstr>
      <vt:lpstr>Office Theme</vt:lpstr>
      <vt:lpstr>1_Office Theme</vt:lpstr>
      <vt:lpstr>Instructional Practices| Unit 4: The Science of Learning| Lesson 4.02</vt:lpstr>
      <vt:lpstr>TEKS Standards &amp; Objectives</vt:lpstr>
      <vt:lpstr>Bellringer</vt:lpstr>
      <vt:lpstr>PowerPoint Presentation</vt:lpstr>
      <vt:lpstr>PowerPoint Presentation</vt:lpstr>
      <vt:lpstr>Preparing to Teach Your Learning Group</vt:lpstr>
      <vt:lpstr>PowerPoint Presentation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4.02: Science of Learning Principles</dc:title>
  <dc:subject>Lesson 4.02: Science of Learning Principles</dc:subject>
  <dc:creator>Texas Education Agency</dc:creator>
  <cp:lastModifiedBy>White (she/her), Whitney</cp:lastModifiedBy>
  <cp:revision>8</cp:revision>
  <dcterms:created xsi:type="dcterms:W3CDTF">2022-05-09T19:40:20Z</dcterms:created>
  <dcterms:modified xsi:type="dcterms:W3CDTF">2022-09-16T20:04:38Z</dcterms:modified>
</cp:coreProperties>
</file>
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8" r:id="rId4"/>
    <p:sldId id="264" r:id="rId5"/>
    <p:sldId id="268" r:id="rId6"/>
    <p:sldId id="269" r:id="rId7"/>
    <p:sldId id="270" r:id="rId8"/>
    <p:sldId id="271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4ADCD-8194-4DB1-AA5A-58C4E4BA7BB5}" v="3" dt="2023-03-06T19:46:22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4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s, Kristana" userId="06c54908-b913-4b34-a3f2-9a6986972442" providerId="ADAL" clId="{9534ADCD-8194-4DB1-AA5A-58C4E4BA7BB5}"/>
    <pc:docChg chg="custSel addSld modSld sldOrd">
      <pc:chgData name="Rogers, Kristana" userId="06c54908-b913-4b34-a3f2-9a6986972442" providerId="ADAL" clId="{9534ADCD-8194-4DB1-AA5A-58C4E4BA7BB5}" dt="2023-03-06T19:46:33.285" v="882" actId="20577"/>
      <pc:docMkLst>
        <pc:docMk/>
      </pc:docMkLst>
      <pc:sldChg chg="modSp mod">
        <pc:chgData name="Rogers, Kristana" userId="06c54908-b913-4b34-a3f2-9a6986972442" providerId="ADAL" clId="{9534ADCD-8194-4DB1-AA5A-58C4E4BA7BB5}" dt="2023-03-06T19:46:33.285" v="882" actId="20577"/>
        <pc:sldMkLst>
          <pc:docMk/>
          <pc:sldMk cId="1482277026" sldId="256"/>
        </pc:sldMkLst>
        <pc:spChg chg="mod">
          <ac:chgData name="Rogers, Kristana" userId="06c54908-b913-4b34-a3f2-9a6986972442" providerId="ADAL" clId="{9534ADCD-8194-4DB1-AA5A-58C4E4BA7BB5}" dt="2023-03-06T19:46:33.285" v="88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Rogers, Kristana" userId="06c54908-b913-4b34-a3f2-9a6986972442" providerId="ADAL" clId="{9534ADCD-8194-4DB1-AA5A-58C4E4BA7BB5}" dt="2023-03-06T19:28:34.553" v="8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Rogers, Kristana" userId="06c54908-b913-4b34-a3f2-9a6986972442" providerId="ADAL" clId="{9534ADCD-8194-4DB1-AA5A-58C4E4BA7BB5}" dt="2023-03-06T19:30:15.993" v="336" actId="20577"/>
        <pc:sldMkLst>
          <pc:docMk/>
          <pc:sldMk cId="4071305681" sldId="258"/>
        </pc:sldMkLst>
        <pc:spChg chg="mod">
          <ac:chgData name="Rogers, Kristana" userId="06c54908-b913-4b34-a3f2-9a6986972442" providerId="ADAL" clId="{9534ADCD-8194-4DB1-AA5A-58C4E4BA7BB5}" dt="2023-03-06T19:30:15.993" v="336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Rogers, Kristana" userId="06c54908-b913-4b34-a3f2-9a6986972442" providerId="ADAL" clId="{9534ADCD-8194-4DB1-AA5A-58C4E4BA7BB5}" dt="2023-03-06T19:29:45.096" v="332" actId="20577"/>
        <pc:sldMkLst>
          <pc:docMk/>
          <pc:sldMk cId="2772527113" sldId="259"/>
        </pc:sldMkLst>
        <pc:spChg chg="mod">
          <ac:chgData name="Rogers, Kristana" userId="06c54908-b913-4b34-a3f2-9a6986972442" providerId="ADAL" clId="{9534ADCD-8194-4DB1-AA5A-58C4E4BA7BB5}" dt="2023-03-06T19:29:45.096" v="332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Rogers, Kristana" userId="06c54908-b913-4b34-a3f2-9a6986972442" providerId="ADAL" clId="{9534ADCD-8194-4DB1-AA5A-58C4E4BA7BB5}" dt="2023-03-06T19:31:06.368" v="467" actId="20577"/>
        <pc:sldMkLst>
          <pc:docMk/>
          <pc:sldMk cId="3493109116" sldId="264"/>
        </pc:sldMkLst>
        <pc:graphicFrameChg chg="modGraphic">
          <ac:chgData name="Rogers, Kristana" userId="06c54908-b913-4b34-a3f2-9a6986972442" providerId="ADAL" clId="{9534ADCD-8194-4DB1-AA5A-58C4E4BA7BB5}" dt="2023-03-06T19:31:06.368" v="467" actId="20577"/>
          <ac:graphicFrameMkLst>
            <pc:docMk/>
            <pc:sldMk cId="3493109116" sldId="264"/>
            <ac:graphicFrameMk id="3" creationId="{F2860C0F-BA53-412B-8826-DAA9A1B29BA9}"/>
          </ac:graphicFrameMkLst>
        </pc:graphicFrameChg>
      </pc:sldChg>
      <pc:sldChg chg="modSp mod">
        <pc:chgData name="Rogers, Kristana" userId="06c54908-b913-4b34-a3f2-9a6986972442" providerId="ADAL" clId="{9534ADCD-8194-4DB1-AA5A-58C4E4BA7BB5}" dt="2023-03-06T19:40:16.824" v="870" actId="14100"/>
        <pc:sldMkLst>
          <pc:docMk/>
          <pc:sldMk cId="2313533111" sldId="267"/>
        </pc:sldMkLst>
        <pc:spChg chg="mod">
          <ac:chgData name="Rogers, Kristana" userId="06c54908-b913-4b34-a3f2-9a6986972442" providerId="ADAL" clId="{9534ADCD-8194-4DB1-AA5A-58C4E4BA7BB5}" dt="2023-03-06T19:40:16.824" v="870" actId="14100"/>
          <ac:spMkLst>
            <pc:docMk/>
            <pc:sldMk cId="2313533111" sldId="267"/>
            <ac:spMk id="3" creationId="{49F2A5AF-3C0B-4968-A438-E435325199EA}"/>
          </ac:spMkLst>
        </pc:spChg>
      </pc:sldChg>
      <pc:sldChg chg="addSp delSp modSp new mod ord">
        <pc:chgData name="Rogers, Kristana" userId="06c54908-b913-4b34-a3f2-9a6986972442" providerId="ADAL" clId="{9534ADCD-8194-4DB1-AA5A-58C4E4BA7BB5}" dt="2023-03-06T19:33:44.480" v="512" actId="1076"/>
        <pc:sldMkLst>
          <pc:docMk/>
          <pc:sldMk cId="382335820" sldId="268"/>
        </pc:sldMkLst>
        <pc:spChg chg="mod">
          <ac:chgData name="Rogers, Kristana" userId="06c54908-b913-4b34-a3f2-9a6986972442" providerId="ADAL" clId="{9534ADCD-8194-4DB1-AA5A-58C4E4BA7BB5}" dt="2023-03-06T19:33:41.009" v="511" actId="1076"/>
          <ac:spMkLst>
            <pc:docMk/>
            <pc:sldMk cId="382335820" sldId="268"/>
            <ac:spMk id="2" creationId="{CC6BC677-502E-AE36-B652-4D3865EE7D4A}"/>
          </ac:spMkLst>
        </pc:spChg>
        <pc:spChg chg="del mod">
          <ac:chgData name="Rogers, Kristana" userId="06c54908-b913-4b34-a3f2-9a6986972442" providerId="ADAL" clId="{9534ADCD-8194-4DB1-AA5A-58C4E4BA7BB5}" dt="2023-03-06T19:33:22.907" v="505" actId="478"/>
          <ac:spMkLst>
            <pc:docMk/>
            <pc:sldMk cId="382335820" sldId="268"/>
            <ac:spMk id="3" creationId="{EC4C8805-3683-CD97-A3E1-14A906771873}"/>
          </ac:spMkLst>
        </pc:spChg>
        <pc:picChg chg="add mod">
          <ac:chgData name="Rogers, Kristana" userId="06c54908-b913-4b34-a3f2-9a6986972442" providerId="ADAL" clId="{9534ADCD-8194-4DB1-AA5A-58C4E4BA7BB5}" dt="2023-03-06T19:33:44.480" v="512" actId="1076"/>
          <ac:picMkLst>
            <pc:docMk/>
            <pc:sldMk cId="382335820" sldId="268"/>
            <ac:picMk id="6" creationId="{C6C38621-6C5C-A068-FD8B-308B8D2EB5EE}"/>
          </ac:picMkLst>
        </pc:picChg>
      </pc:sldChg>
      <pc:sldChg chg="addSp delSp modSp add mod">
        <pc:chgData name="Rogers, Kristana" userId="06c54908-b913-4b34-a3f2-9a6986972442" providerId="ADAL" clId="{9534ADCD-8194-4DB1-AA5A-58C4E4BA7BB5}" dt="2023-03-06T19:35:08.103" v="546" actId="1076"/>
        <pc:sldMkLst>
          <pc:docMk/>
          <pc:sldMk cId="2035362898" sldId="269"/>
        </pc:sldMkLst>
        <pc:spChg chg="mod">
          <ac:chgData name="Rogers, Kristana" userId="06c54908-b913-4b34-a3f2-9a6986972442" providerId="ADAL" clId="{9534ADCD-8194-4DB1-AA5A-58C4E4BA7BB5}" dt="2023-03-06T19:34:57.209" v="543" actId="1076"/>
          <ac:spMkLst>
            <pc:docMk/>
            <pc:sldMk cId="2035362898" sldId="269"/>
            <ac:spMk id="2" creationId="{CC6BC677-502E-AE36-B652-4D3865EE7D4A}"/>
          </ac:spMkLst>
        </pc:spChg>
        <pc:picChg chg="add mod">
          <ac:chgData name="Rogers, Kristana" userId="06c54908-b913-4b34-a3f2-9a6986972442" providerId="ADAL" clId="{9534ADCD-8194-4DB1-AA5A-58C4E4BA7BB5}" dt="2023-03-06T19:35:08.103" v="546" actId="1076"/>
          <ac:picMkLst>
            <pc:docMk/>
            <pc:sldMk cId="2035362898" sldId="269"/>
            <ac:picMk id="5" creationId="{06F97830-C6ED-BEFA-85D5-DBDE347E4F19}"/>
          </ac:picMkLst>
        </pc:picChg>
        <pc:picChg chg="del">
          <ac:chgData name="Rogers, Kristana" userId="06c54908-b913-4b34-a3f2-9a6986972442" providerId="ADAL" clId="{9534ADCD-8194-4DB1-AA5A-58C4E4BA7BB5}" dt="2023-03-06T19:33:53.710" v="514" actId="478"/>
          <ac:picMkLst>
            <pc:docMk/>
            <pc:sldMk cId="2035362898" sldId="269"/>
            <ac:picMk id="6" creationId="{C6C38621-6C5C-A068-FD8B-308B8D2EB5EE}"/>
          </ac:picMkLst>
        </pc:picChg>
      </pc:sldChg>
      <pc:sldChg chg="modSp new mod">
        <pc:chgData name="Rogers, Kristana" userId="06c54908-b913-4b34-a3f2-9a6986972442" providerId="ADAL" clId="{9534ADCD-8194-4DB1-AA5A-58C4E4BA7BB5}" dt="2023-03-06T19:40:52.336" v="877" actId="113"/>
        <pc:sldMkLst>
          <pc:docMk/>
          <pc:sldMk cId="3673915999" sldId="270"/>
        </pc:sldMkLst>
        <pc:spChg chg="mod">
          <ac:chgData name="Rogers, Kristana" userId="06c54908-b913-4b34-a3f2-9a6986972442" providerId="ADAL" clId="{9534ADCD-8194-4DB1-AA5A-58C4E4BA7BB5}" dt="2023-03-06T19:35:39.660" v="585" actId="1076"/>
          <ac:spMkLst>
            <pc:docMk/>
            <pc:sldMk cId="3673915999" sldId="270"/>
            <ac:spMk id="2" creationId="{41CBB1E3-E83F-C12F-A24E-F8B7BF61A66A}"/>
          </ac:spMkLst>
        </pc:spChg>
        <pc:spChg chg="mod">
          <ac:chgData name="Rogers, Kristana" userId="06c54908-b913-4b34-a3f2-9a6986972442" providerId="ADAL" clId="{9534ADCD-8194-4DB1-AA5A-58C4E4BA7BB5}" dt="2023-03-06T19:40:52.336" v="877" actId="113"/>
          <ac:spMkLst>
            <pc:docMk/>
            <pc:sldMk cId="3673915999" sldId="270"/>
            <ac:spMk id="3" creationId="{53792443-8118-1F02-58E6-5474F38AADA3}"/>
          </ac:spMkLst>
        </pc:spChg>
      </pc:sldChg>
      <pc:sldChg chg="addSp delSp modSp new mod">
        <pc:chgData name="Rogers, Kristana" userId="06c54908-b913-4b34-a3f2-9a6986972442" providerId="ADAL" clId="{9534ADCD-8194-4DB1-AA5A-58C4E4BA7BB5}" dt="2023-03-06T19:41:08.299" v="881" actId="1076"/>
        <pc:sldMkLst>
          <pc:docMk/>
          <pc:sldMk cId="4133845503" sldId="271"/>
        </pc:sldMkLst>
        <pc:spChg chg="mod">
          <ac:chgData name="Rogers, Kristana" userId="06c54908-b913-4b34-a3f2-9a6986972442" providerId="ADAL" clId="{9534ADCD-8194-4DB1-AA5A-58C4E4BA7BB5}" dt="2023-03-06T19:38:17.014" v="656" actId="20577"/>
          <ac:spMkLst>
            <pc:docMk/>
            <pc:sldMk cId="4133845503" sldId="271"/>
            <ac:spMk id="2" creationId="{529407EE-56BE-DF66-1E86-0874370D5927}"/>
          </ac:spMkLst>
        </pc:spChg>
        <pc:spChg chg="del mod">
          <ac:chgData name="Rogers, Kristana" userId="06c54908-b913-4b34-a3f2-9a6986972442" providerId="ADAL" clId="{9534ADCD-8194-4DB1-AA5A-58C4E4BA7BB5}" dt="2023-03-06T19:38:21.388" v="658" actId="22"/>
          <ac:spMkLst>
            <pc:docMk/>
            <pc:sldMk cId="4133845503" sldId="271"/>
            <ac:spMk id="3" creationId="{45CB5075-1062-B84C-D008-73B220AB0E54}"/>
          </ac:spMkLst>
        </pc:spChg>
        <pc:picChg chg="add mod ord">
          <ac:chgData name="Rogers, Kristana" userId="06c54908-b913-4b34-a3f2-9a6986972442" providerId="ADAL" clId="{9534ADCD-8194-4DB1-AA5A-58C4E4BA7BB5}" dt="2023-03-06T19:41:08.299" v="881" actId="1076"/>
          <ac:picMkLst>
            <pc:docMk/>
            <pc:sldMk cId="4133845503" sldId="271"/>
            <ac:picMk id="6" creationId="{CCA0379D-3A54-833C-E769-113BE4DB23F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 | Lesson 10.07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Reflective, Collegial Practices | Growing Collaborative Skills and Mindsets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103F0-C550-9B4D-53EB-E7A57C021FA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5A, 11A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Identify why collaboration is necessary to improving practice</a:t>
            </a:r>
          </a:p>
          <a:p>
            <a:r>
              <a:rPr lang="en-US" dirty="0"/>
              <a:t>Explain and identify dispositions and practices that are helpful for collaboration (protocols and professional learning communities, inviting feedback, being observed,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do you define effective collaboration?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 what ways has collaborating with another person helped you to grow or improve in the past?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728219"/>
              </p:ext>
            </p:extLst>
          </p:nvPr>
        </p:nvGraphicFramePr>
        <p:xfrm>
          <a:off x="472441" y="1442832"/>
          <a:ext cx="1118149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44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8209150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8348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69996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Collegial Collaboration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Cooperative relationship of colleagues working together toward the pursuit of shared goals and outcomes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C677-502E-AE36-B652-4D3865EE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36462"/>
            <a:ext cx="10515600" cy="708666"/>
          </a:xfrm>
        </p:spPr>
        <p:txBody>
          <a:bodyPr/>
          <a:lstStyle/>
          <a:p>
            <a:r>
              <a:rPr lang="en-US" dirty="0"/>
              <a:t>Collaboration in T-TESS Rubric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66387-A2FC-FEDD-F805-BF715C49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Professional Practices and Responsibilities Dimension 4.3 T-TESS Rubric">
            <a:extLst>
              <a:ext uri="{FF2B5EF4-FFF2-40B4-BE49-F238E27FC236}">
                <a16:creationId xmlns:a16="http://schemas.microsoft.com/office/drawing/2014/main" id="{C6C38621-6C5C-A068-FD8B-308B8D2E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24" y="845128"/>
            <a:ext cx="7643843" cy="587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C677-502E-AE36-B652-4D3865EE7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49225"/>
            <a:ext cx="10515600" cy="708666"/>
          </a:xfrm>
        </p:spPr>
        <p:txBody>
          <a:bodyPr/>
          <a:lstStyle/>
          <a:p>
            <a:r>
              <a:rPr lang="en-US" dirty="0"/>
              <a:t>Collaboration in National Board Certification</a:t>
            </a:r>
          </a:p>
        </p:txBody>
      </p:sp>
      <p:pic>
        <p:nvPicPr>
          <p:cNvPr id="5" name="Picture 4" descr="Five core propositions for National Board Standards/Certification">
            <a:extLst>
              <a:ext uri="{FF2B5EF4-FFF2-40B4-BE49-F238E27FC236}">
                <a16:creationId xmlns:a16="http://schemas.microsoft.com/office/drawing/2014/main" id="{06F97830-C6ED-BEFA-85D5-DBDE347E4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535" y="857891"/>
            <a:ext cx="7128929" cy="55563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66387-A2FC-FEDD-F805-BF715C492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36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B1E3-E83F-C12F-A24E-F8B7BF61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49249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Benefits of Collegial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92443-8118-1F02-58E6-5474F38A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794"/>
            <a:ext cx="10515600" cy="4801169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Helps to build relationships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 As teachers work together, they begin to rely on each other, and you get the sense you are not in it alone.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Creates a sense of shared responsibility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 In working together, teachers learn that they share the responsibility for student learning and can work to share the burdens as well.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Strengthens each other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 As teachers work together, they learn to effectively leverage the strengths that each bring to achieve their goals.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Increases knowledge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 Teachers who collaborate can share best practices and learn from other’s experiences and knowledge.</a:t>
            </a:r>
          </a:p>
          <a:p>
            <a:pPr marL="342900" marR="0" lvl="0" indent="-3429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Increases student achievement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 Many research studies have shown that students had higher achievement gains in schools with strong collaborative environments.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F0E84-E990-8D24-684D-6152E14A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1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07EE-56BE-DF66-1E86-0874370D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rmAutofit fontScale="90000"/>
          </a:bodyPr>
          <a:lstStyle/>
          <a:p>
            <a:r>
              <a:rPr lang="en-US" dirty="0"/>
              <a:t>Collegial Collaboration Practice Answers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A0379D-3A54-833C-E769-113BE4DB2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8513" y="1085417"/>
            <a:ext cx="7554973" cy="51418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ED978-5ADB-5E06-FAA7-347C54AE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45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750"/>
            <a:ext cx="10515600" cy="4683124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collaboration so important as an educator?  List at least 2 benefits of collegial collaboration.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Font typeface="+mj-lt"/>
              <a:buAutoNum type="arabicPeriod"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Identify and explain at least three common practices for collegial collaboration.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311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Instructional Practices| Unit 10: Putting it All Together | Lesson 10.07</vt:lpstr>
      <vt:lpstr>TEKS Standards &amp; Objectives</vt:lpstr>
      <vt:lpstr>Bellringer</vt:lpstr>
      <vt:lpstr>Vocabulary</vt:lpstr>
      <vt:lpstr>Collaboration in T-TESS Rubric</vt:lpstr>
      <vt:lpstr>Collaboration in National Board Certification</vt:lpstr>
      <vt:lpstr>Benefits of Collegial Collaboration</vt:lpstr>
      <vt:lpstr>Collegial Collaboration Practice Answers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10.07: Reflective, Collegial Practices | Growing Collaborative Skills and Mindsets</dc:title>
  <dc:subject>Lesson 10.07: Reflective, Collegial Practices | Growing Collaborative Skills and Mindsets</dc:subject>
  <dc:creator>Texas Education Agency</dc:creator>
  <cp:lastModifiedBy>London White</cp:lastModifiedBy>
  <cp:revision>12</cp:revision>
  <dcterms:created xsi:type="dcterms:W3CDTF">2022-05-09T19:40:20Z</dcterms:created>
  <dcterms:modified xsi:type="dcterms:W3CDTF">2023-08-31T06:02:46Z</dcterms:modified>
</cp:coreProperties>
</file>
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7"/>
  </p:notesMasterIdLst>
  <p:sldIdLst>
    <p:sldId id="285" r:id="rId3"/>
    <p:sldId id="263" r:id="rId4"/>
    <p:sldId id="258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3CDEB-4682-48B4-81AE-9EBF52A8C8C2}" v="1" dt="2023-08-31T01:52:28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pbell, Todd" userId="43137730-3d15-4f48-aca9-8a1b23a4a048" providerId="ADAL" clId="{20615508-6E48-491C-B421-A9006ED6BE95}"/>
    <pc:docChg chg="custSel modSld">
      <pc:chgData name="Campbell, Todd" userId="43137730-3d15-4f48-aca9-8a1b23a4a048" providerId="ADAL" clId="{20615508-6E48-491C-B421-A9006ED6BE95}" dt="2022-12-30T00:45:16.897" v="14" actId="20577"/>
      <pc:docMkLst>
        <pc:docMk/>
      </pc:docMkLst>
      <pc:sldChg chg="modSp mod">
        <pc:chgData name="Campbell, Todd" userId="43137730-3d15-4f48-aca9-8a1b23a4a048" providerId="ADAL" clId="{20615508-6E48-491C-B421-A9006ED6BE95}" dt="2022-12-30T00:45:16.897" v="14" actId="20577"/>
        <pc:sldMkLst>
          <pc:docMk/>
          <pc:sldMk cId="1333249988" sldId="264"/>
        </pc:sldMkLst>
        <pc:spChg chg="mod">
          <ac:chgData name="Campbell, Todd" userId="43137730-3d15-4f48-aca9-8a1b23a4a048" providerId="ADAL" clId="{20615508-6E48-491C-B421-A9006ED6BE95}" dt="2022-12-30T00:45:16.897" v="14" actId="20577"/>
          <ac:spMkLst>
            <pc:docMk/>
            <pc:sldMk cId="1333249988" sldId="264"/>
            <ac:spMk id="3" creationId="{3472F971-CD4B-4510-ACDB-B53B305ED545}"/>
          </ac:spMkLst>
        </pc:spChg>
      </pc:sldChg>
    </pc:docChg>
  </pc:docChgLst>
  <pc:docChgLst>
    <pc:chgData name="White (she/her), Whitney" userId="65f39021-2f1d-4d8b-87dc-b123826f65bf" providerId="ADAL" clId="{BA1D6F6D-3D39-4063-A78C-190F6A2FEA05}"/>
    <pc:docChg chg="custSel delSld modSld">
      <pc:chgData name="White (she/her), Whitney" userId="65f39021-2f1d-4d8b-87dc-b123826f65bf" providerId="ADAL" clId="{BA1D6F6D-3D39-4063-A78C-190F6A2FEA05}" dt="2023-01-04T13:47:05.036" v="167" actId="27636"/>
      <pc:docMkLst>
        <pc:docMk/>
      </pc:docMkLst>
      <pc:sldChg chg="modSp mod">
        <pc:chgData name="White (she/her), Whitney" userId="65f39021-2f1d-4d8b-87dc-b123826f65bf" providerId="ADAL" clId="{BA1D6F6D-3D39-4063-A78C-190F6A2FEA05}" dt="2023-01-04T13:42:48.346" v="97" actId="114"/>
        <pc:sldMkLst>
          <pc:docMk/>
          <pc:sldMk cId="869051348" sldId="258"/>
        </pc:sldMkLst>
        <pc:spChg chg="mod">
          <ac:chgData name="White (she/her), Whitney" userId="65f39021-2f1d-4d8b-87dc-b123826f65bf" providerId="ADAL" clId="{BA1D6F6D-3D39-4063-A78C-190F6A2FEA05}" dt="2023-01-04T13:42:48.346" v="97" actId="114"/>
          <ac:spMkLst>
            <pc:docMk/>
            <pc:sldMk cId="869051348" sldId="258"/>
            <ac:spMk id="3" creationId="{1DE4002F-1460-4577-9FE8-9FE653C73C23}"/>
          </ac:spMkLst>
        </pc:spChg>
      </pc:sldChg>
      <pc:sldChg chg="modSp mod">
        <pc:chgData name="White (she/her), Whitney" userId="65f39021-2f1d-4d8b-87dc-b123826f65bf" providerId="ADAL" clId="{BA1D6F6D-3D39-4063-A78C-190F6A2FEA05}" dt="2023-01-04T13:42:18.641" v="87" actId="403"/>
        <pc:sldMkLst>
          <pc:docMk/>
          <pc:sldMk cId="1493688635" sldId="263"/>
        </pc:sldMkLst>
        <pc:spChg chg="mod">
          <ac:chgData name="White (she/her), Whitney" userId="65f39021-2f1d-4d8b-87dc-b123826f65bf" providerId="ADAL" clId="{BA1D6F6D-3D39-4063-A78C-190F6A2FEA05}" dt="2023-01-04T13:42:18.641" v="87" actId="403"/>
          <ac:spMkLst>
            <pc:docMk/>
            <pc:sldMk cId="1493688635" sldId="263"/>
            <ac:spMk id="3" creationId="{56C7EF45-93A0-4A4D-A5C4-7D95D33E6706}"/>
          </ac:spMkLst>
        </pc:spChg>
      </pc:sldChg>
      <pc:sldChg chg="modSp mod">
        <pc:chgData name="White (she/her), Whitney" userId="65f39021-2f1d-4d8b-87dc-b123826f65bf" providerId="ADAL" clId="{BA1D6F6D-3D39-4063-A78C-190F6A2FEA05}" dt="2023-01-04T13:47:05.036" v="167" actId="27636"/>
        <pc:sldMkLst>
          <pc:docMk/>
          <pc:sldMk cId="1333249988" sldId="264"/>
        </pc:sldMkLst>
        <pc:spChg chg="mod">
          <ac:chgData name="White (she/her), Whitney" userId="65f39021-2f1d-4d8b-87dc-b123826f65bf" providerId="ADAL" clId="{BA1D6F6D-3D39-4063-A78C-190F6A2FEA05}" dt="2023-01-04T13:47:05.036" v="167" actId="27636"/>
          <ac:spMkLst>
            <pc:docMk/>
            <pc:sldMk cId="1333249988" sldId="264"/>
            <ac:spMk id="3" creationId="{3472F971-CD4B-4510-ACDB-B53B305ED545}"/>
          </ac:spMkLst>
        </pc:spChg>
      </pc:sldChg>
      <pc:sldChg chg="modSp mod">
        <pc:chgData name="White (she/her), Whitney" userId="65f39021-2f1d-4d8b-87dc-b123826f65bf" providerId="ADAL" clId="{BA1D6F6D-3D39-4063-A78C-190F6A2FEA05}" dt="2023-01-04T13:41:44.791" v="72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BA1D6F6D-3D39-4063-A78C-190F6A2FEA05}" dt="2023-01-04T13:41:23.592" v="1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BA1D6F6D-3D39-4063-A78C-190F6A2FEA05}" dt="2023-01-04T13:41:44.791" v="72" actId="20577"/>
          <ac:spMkLst>
            <pc:docMk/>
            <pc:sldMk cId="3976098008" sldId="285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BA1D6F6D-3D39-4063-A78C-190F6A2FEA05}" dt="2023-01-04T13:42:55.471" v="98" actId="47"/>
        <pc:sldMkLst>
          <pc:docMk/>
          <pc:sldMk cId="188525484" sldId="286"/>
        </pc:sldMkLst>
      </pc:sldChg>
      <pc:sldChg chg="del">
        <pc:chgData name="White (she/her), Whitney" userId="65f39021-2f1d-4d8b-87dc-b123826f65bf" providerId="ADAL" clId="{BA1D6F6D-3D39-4063-A78C-190F6A2FEA05}" dt="2023-01-04T13:42:57.329" v="100" actId="47"/>
        <pc:sldMkLst>
          <pc:docMk/>
          <pc:sldMk cId="1109977867" sldId="287"/>
        </pc:sldMkLst>
      </pc:sldChg>
      <pc:sldChg chg="del">
        <pc:chgData name="White (she/her), Whitney" userId="65f39021-2f1d-4d8b-87dc-b123826f65bf" providerId="ADAL" clId="{BA1D6F6D-3D39-4063-A78C-190F6A2FEA05}" dt="2023-01-04T13:42:56.473" v="99" actId="47"/>
        <pc:sldMkLst>
          <pc:docMk/>
          <pc:sldMk cId="668901707" sldId="288"/>
        </pc:sldMkLst>
      </pc:sldChg>
      <pc:sldChg chg="del">
        <pc:chgData name="White (she/her), Whitney" userId="65f39021-2f1d-4d8b-87dc-b123826f65bf" providerId="ADAL" clId="{BA1D6F6D-3D39-4063-A78C-190F6A2FEA05}" dt="2023-01-04T13:42:58.296" v="101" actId="47"/>
        <pc:sldMkLst>
          <pc:docMk/>
          <pc:sldMk cId="4263261754" sldId="289"/>
        </pc:sldMkLst>
      </pc:sldChg>
      <pc:sldChg chg="del">
        <pc:chgData name="White (she/her), Whitney" userId="65f39021-2f1d-4d8b-87dc-b123826f65bf" providerId="ADAL" clId="{BA1D6F6D-3D39-4063-A78C-190F6A2FEA05}" dt="2023-01-04T13:42:59.731" v="102" actId="47"/>
        <pc:sldMkLst>
          <pc:docMk/>
          <pc:sldMk cId="3327012188" sldId="293"/>
        </pc:sldMkLst>
      </pc:sldChg>
    </pc:docChg>
  </pc:docChgLst>
  <pc:docChgLst>
    <pc:chgData name="White (she/her), Whitney" userId="65f39021-2f1d-4d8b-87dc-b123826f65bf" providerId="ADAL" clId="{D553CDEB-4682-48B4-81AE-9EBF52A8C8C2}"/>
    <pc:docChg chg="modSld">
      <pc:chgData name="White (she/her), Whitney" userId="65f39021-2f1d-4d8b-87dc-b123826f65bf" providerId="ADAL" clId="{D553CDEB-4682-48B4-81AE-9EBF52A8C8C2}" dt="2023-08-31T01:52:31.875" v="2" actId="1076"/>
      <pc:docMkLst>
        <pc:docMk/>
      </pc:docMkLst>
      <pc:sldChg chg="addSp modSp mod">
        <pc:chgData name="White (she/her), Whitney" userId="65f39021-2f1d-4d8b-87dc-b123826f65bf" providerId="ADAL" clId="{D553CDEB-4682-48B4-81AE-9EBF52A8C8C2}" dt="2023-08-31T01:52:31.875" v="2" actId="1076"/>
        <pc:sldMkLst>
          <pc:docMk/>
          <pc:sldMk cId="3976098008" sldId="285"/>
        </pc:sldMkLst>
        <pc:spChg chg="mod">
          <ac:chgData name="White (she/her), Whitney" userId="65f39021-2f1d-4d8b-87dc-b123826f65bf" providerId="ADAL" clId="{D553CDEB-4682-48B4-81AE-9EBF52A8C8C2}" dt="2023-08-31T01:52:27.514" v="0" actId="1076"/>
          <ac:spMkLst>
            <pc:docMk/>
            <pc:sldMk cId="3976098008" sldId="285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D553CDEB-4682-48B4-81AE-9EBF52A8C8C2}" dt="2023-08-31T01:52:31.875" v="2" actId="1076"/>
          <ac:spMkLst>
            <pc:docMk/>
            <pc:sldMk cId="3976098008" sldId="285"/>
            <ac:spMk id="4" creationId="{202C2086-2BEB-82E1-7F1D-893C488C5E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8/30/2023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1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48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0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11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7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3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01806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3: Knowledge of Students to Drive Instruction | Lesson 3.11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/>
          </a:bodyPr>
          <a:lstStyle/>
          <a:p>
            <a:r>
              <a:rPr lang="en-US" sz="6000" dirty="0"/>
              <a:t>Learning About Students Using Quantitative &amp; Qualitative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C2086-2BEB-82E1-7F1D-893C488C5E60}"/>
              </a:ext>
            </a:extLst>
          </p:cNvPr>
          <p:cNvSpPr txBox="1"/>
          <p:nvPr/>
        </p:nvSpPr>
        <p:spPr>
          <a:xfrm>
            <a:off x="0" y="6472106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70F8-564A-4E6A-B0CE-1158FFB9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7EF45-93A0-4A4D-A5C4-7D95D33E6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 E-F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and provide examples of quantitative and qualitative data that teachers may gather about students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quantitative and qualitative data collection methods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value of a learner profile to a teacher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the purpose of qualitative and quantitative data collection in building a teacher’s knowledge of students</a:t>
            </a: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867E1-EAB1-41FE-AFBC-C7A8F3C7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688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FBBE-6C0B-4F7B-8E9F-A1BD243C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4002F-1460-4577-9FE8-9FE653C7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 the scenario below and respond to the question.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new student (Tom) has enrolled in Ms. G’s seventh grade class. He used to attend a different school in the same school district. He has been quiet since he joined the class. </a:t>
            </a:r>
          </a:p>
          <a:p>
            <a:pPr marL="0" indent="0">
              <a:buNone/>
            </a:pP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some strategies that Ms. G can use to find out more about Tom? Think back to our lesson on building relationships with students to develop your list.</a:t>
            </a:r>
            <a:endParaRPr lang="en-US" sz="3600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36C73-C163-4034-8F9A-E812F74D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05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A4D3-33A7-4D8F-AE5A-B006383D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2F971-CD4B-4510-ACDB-B53B305ED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168"/>
            <a:ext cx="10646664" cy="4949181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Circle true or false for each of the statements in your Student Guide. If you circle false, explain your reasoning underneath the statement.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 to each of the following statements.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a question answered by quantitative and qualitative data. For each type, give an example of what a teacher might gather.</a:t>
            </a:r>
            <a:r>
              <a:rPr lang="en-US" sz="240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should a teacher collect data about students?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a strategy that a teacher can use to collect qualitative and quantitative data. How can this strategy collect both types of data?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2D33A-ACB1-4B18-A2F3-DBD50339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24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1808</TotalTime>
  <Words>277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1_Office Theme</vt:lpstr>
      <vt:lpstr>Instructional Practices| Unit 3: Knowledge of Students to Drive Instruction | Lesson 3.11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3.10: Using Information About Students from Families to Make Instructional Decisions</dc:title>
  <dc:subject>Lesson 3.10: Using Information About Students from Families to Make Instructional Decisions</dc:subject>
  <dc:creator>Texas Education Agency</dc:creator>
  <cp:lastModifiedBy>White (she/her), Whitney</cp:lastModifiedBy>
  <cp:revision>11</cp:revision>
  <dcterms:created xsi:type="dcterms:W3CDTF">2022-05-09T19:40:20Z</dcterms:created>
  <dcterms:modified xsi:type="dcterms:W3CDTF">2023-08-31T01:52:38Z</dcterms:modified>
</cp:coreProperties>
</file>
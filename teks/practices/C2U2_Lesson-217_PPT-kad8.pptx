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3" r:id="rId7"/>
    <p:sldId id="265" r:id="rId8"/>
    <p:sldId id="262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F40CF-D5CE-4086-A40B-69A77B0DF476}" v="1" dt="2023-08-31T01:31:40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FB1F40CF-D5CE-4086-A40B-69A77B0DF476}"/>
    <pc:docChg chg="modSld">
      <pc:chgData name="White (she/her), Whitney" userId="65f39021-2f1d-4d8b-87dc-b123826f65bf" providerId="ADAL" clId="{FB1F40CF-D5CE-4086-A40B-69A77B0DF476}" dt="2023-08-31T01:31:55.128" v="3" actId="20577"/>
      <pc:docMkLst>
        <pc:docMk/>
      </pc:docMkLst>
      <pc:sldChg chg="addSp modSp mod">
        <pc:chgData name="White (she/her), Whitney" userId="65f39021-2f1d-4d8b-87dc-b123826f65bf" providerId="ADAL" clId="{FB1F40CF-D5CE-4086-A40B-69A77B0DF476}" dt="2023-08-31T01:31:43.019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FB1F40CF-D5CE-4086-A40B-69A77B0DF476}" dt="2023-08-31T01:31:39.270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FB1F40CF-D5CE-4086-A40B-69A77B0DF476}" dt="2023-08-31T01:31:43.019" v="2" actId="1076"/>
          <ac:spMkLst>
            <pc:docMk/>
            <pc:sldMk cId="1482277026" sldId="256"/>
            <ac:spMk id="4" creationId="{C2019F61-7E0D-8194-43F5-0B246CA813E8}"/>
          </ac:spMkLst>
        </pc:spChg>
      </pc:sldChg>
      <pc:sldChg chg="modSp mod">
        <pc:chgData name="White (she/her), Whitney" userId="65f39021-2f1d-4d8b-87dc-b123826f65bf" providerId="ADAL" clId="{FB1F40CF-D5CE-4086-A40B-69A77B0DF476}" dt="2023-08-31T01:31:55.128" v="3" actId="20577"/>
        <pc:sldMkLst>
          <pc:docMk/>
          <pc:sldMk cId="965002940" sldId="265"/>
        </pc:sldMkLst>
        <pc:spChg chg="mod">
          <ac:chgData name="White (she/her), Whitney" userId="65f39021-2f1d-4d8b-87dc-b123826f65bf" providerId="ADAL" clId="{FB1F40CF-D5CE-4086-A40B-69A77B0DF476}" dt="2023-08-31T01:31:55.128" v="3" actId="20577"/>
          <ac:spMkLst>
            <pc:docMk/>
            <pc:sldMk cId="965002940" sldId="265"/>
            <ac:spMk id="2" creationId="{531ECDB3-7F62-4124-A1E9-E48D699D2427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A401F584-8E93-421D-9027-2207731ADD74}"/>
    <pc:docChg chg="custSel addSld modSld">
      <pc:chgData name="White, Whitney" userId="65f39021-2f1d-4d8b-87dc-b123826f65bf" providerId="ADAL" clId="{A401F584-8E93-421D-9027-2207731ADD74}" dt="2022-08-03T19:18:51.478" v="184" actId="11"/>
      <pc:docMkLst>
        <pc:docMk/>
      </pc:docMkLst>
      <pc:sldChg chg="modSp mod">
        <pc:chgData name="White, Whitney" userId="65f39021-2f1d-4d8b-87dc-b123826f65bf" providerId="ADAL" clId="{A401F584-8E93-421D-9027-2207731ADD74}" dt="2022-08-03T19:11:49.569" v="2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401F584-8E93-421D-9027-2207731ADD74}" dt="2022-08-03T19:11:49.569" v="2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401F584-8E93-421D-9027-2207731ADD74}" dt="2022-08-03T19:11:45.870" v="2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A401F584-8E93-421D-9027-2207731ADD74}" dt="2022-08-03T19:13:01.204" v="53" actId="403"/>
        <pc:sldMkLst>
          <pc:docMk/>
          <pc:sldMk cId="4071305681" sldId="258"/>
        </pc:sldMkLst>
        <pc:spChg chg="mod">
          <ac:chgData name="White, Whitney" userId="65f39021-2f1d-4d8b-87dc-b123826f65bf" providerId="ADAL" clId="{A401F584-8E93-421D-9027-2207731ADD74}" dt="2022-08-03T19:13:01.204" v="53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A401F584-8E93-421D-9027-2207731ADD74}" dt="2022-08-03T19:12:45.327" v="49" actId="255"/>
        <pc:sldMkLst>
          <pc:docMk/>
          <pc:sldMk cId="2772527113" sldId="259"/>
        </pc:sldMkLst>
        <pc:spChg chg="mod">
          <ac:chgData name="White, Whitney" userId="65f39021-2f1d-4d8b-87dc-b123826f65bf" providerId="ADAL" clId="{A401F584-8E93-421D-9027-2207731ADD74}" dt="2022-08-03T19:12:45.327" v="49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A401F584-8E93-421D-9027-2207731ADD74}" dt="2022-08-03T19:18:51.478" v="184" actId="11"/>
        <pc:sldMkLst>
          <pc:docMk/>
          <pc:sldMk cId="2147408764" sldId="260"/>
        </pc:sldMkLst>
        <pc:spChg chg="mod">
          <ac:chgData name="White, Whitney" userId="65f39021-2f1d-4d8b-87dc-b123826f65bf" providerId="ADAL" clId="{A401F584-8E93-421D-9027-2207731ADD74}" dt="2022-08-03T19:18:51.478" v="184" actId="11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A401F584-8E93-421D-9027-2207731ADD74}" dt="2022-08-03T19:13:24.347" v="60" actId="404"/>
        <pc:sldMkLst>
          <pc:docMk/>
          <pc:sldMk cId="3054216349" sldId="261"/>
        </pc:sldMkLst>
        <pc:spChg chg="del">
          <ac:chgData name="White, Whitney" userId="65f39021-2f1d-4d8b-87dc-b123826f65bf" providerId="ADAL" clId="{A401F584-8E93-421D-9027-2207731ADD74}" dt="2022-08-03T19:13:10.700" v="54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A401F584-8E93-421D-9027-2207731ADD74}" dt="2022-08-03T19:13:24.347" v="60" actId="404"/>
          <ac:graphicFrameMkLst>
            <pc:docMk/>
            <pc:sldMk cId="3054216349" sldId="261"/>
            <ac:graphicFrameMk id="5" creationId="{86570E1B-1A7E-461C-8CE1-DB05D2E464F9}"/>
          </ac:graphicFrameMkLst>
        </pc:graphicFrameChg>
      </pc:sldChg>
      <pc:sldChg chg="modSp mod">
        <pc:chgData name="White, Whitney" userId="65f39021-2f1d-4d8b-87dc-b123826f65bf" providerId="ADAL" clId="{A401F584-8E93-421D-9027-2207731ADD74}" dt="2022-08-03T19:17:46.125" v="179" actId="255"/>
        <pc:sldMkLst>
          <pc:docMk/>
          <pc:sldMk cId="4170921578" sldId="262"/>
        </pc:sldMkLst>
        <pc:spChg chg="mod">
          <ac:chgData name="White, Whitney" userId="65f39021-2f1d-4d8b-87dc-b123826f65bf" providerId="ADAL" clId="{A401F584-8E93-421D-9027-2207731ADD74}" dt="2022-08-03T19:17:23.120" v="174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A401F584-8E93-421D-9027-2207731ADD74}" dt="2022-08-03T19:17:46.125" v="179" actId="255"/>
          <ac:spMkLst>
            <pc:docMk/>
            <pc:sldMk cId="4170921578" sldId="262"/>
            <ac:spMk id="3" creationId="{79FFCA46-4155-4484-8350-F1E0B95F6088}"/>
          </ac:spMkLst>
        </pc:spChg>
      </pc:sldChg>
      <pc:sldChg chg="addSp delSp modSp mod">
        <pc:chgData name="White, Whitney" userId="65f39021-2f1d-4d8b-87dc-b123826f65bf" providerId="ADAL" clId="{A401F584-8E93-421D-9027-2207731ADD74}" dt="2022-08-03T19:16:11.417" v="139" actId="1076"/>
        <pc:sldMkLst>
          <pc:docMk/>
          <pc:sldMk cId="1163931679" sldId="263"/>
        </pc:sldMkLst>
        <pc:spChg chg="mod">
          <ac:chgData name="White, Whitney" userId="65f39021-2f1d-4d8b-87dc-b123826f65bf" providerId="ADAL" clId="{A401F584-8E93-421D-9027-2207731ADD74}" dt="2022-08-03T19:15:11.497" v="125" actId="313"/>
          <ac:spMkLst>
            <pc:docMk/>
            <pc:sldMk cId="1163931679" sldId="263"/>
            <ac:spMk id="2" creationId="{531ECDB3-7F62-4124-A1E9-E48D699D2427}"/>
          </ac:spMkLst>
        </pc:spChg>
        <pc:spChg chg="del">
          <ac:chgData name="White, Whitney" userId="65f39021-2f1d-4d8b-87dc-b123826f65bf" providerId="ADAL" clId="{A401F584-8E93-421D-9027-2207731ADD74}" dt="2022-08-03T19:15:14.472" v="126"/>
          <ac:spMkLst>
            <pc:docMk/>
            <pc:sldMk cId="1163931679" sldId="263"/>
            <ac:spMk id="3" creationId="{012C84E3-4C09-4253-8964-13B9C34E5E48}"/>
          </ac:spMkLst>
        </pc:spChg>
        <pc:graphicFrameChg chg="add mod modGraphic">
          <ac:chgData name="White, Whitney" userId="65f39021-2f1d-4d8b-87dc-b123826f65bf" providerId="ADAL" clId="{A401F584-8E93-421D-9027-2207731ADD74}" dt="2022-08-03T19:16:11.417" v="139" actId="1076"/>
          <ac:graphicFrameMkLst>
            <pc:docMk/>
            <pc:sldMk cId="1163931679" sldId="263"/>
            <ac:graphicFrameMk id="5" creationId="{EE06DF36-FFA5-4177-AA82-386E4D9B7DD3}"/>
          </ac:graphicFrameMkLst>
        </pc:graphicFrameChg>
      </pc:sldChg>
      <pc:sldChg chg="modSp mod">
        <pc:chgData name="White, Whitney" userId="65f39021-2f1d-4d8b-87dc-b123826f65bf" providerId="ADAL" clId="{A401F584-8E93-421D-9027-2207731ADD74}" dt="2022-08-03T19:13:57.977" v="92" actId="5793"/>
        <pc:sldMkLst>
          <pc:docMk/>
          <pc:sldMk cId="3493109116" sldId="264"/>
        </pc:sldMkLst>
        <pc:spChg chg="mod">
          <ac:chgData name="White, Whitney" userId="65f39021-2f1d-4d8b-87dc-b123826f65bf" providerId="ADAL" clId="{A401F584-8E93-421D-9027-2207731ADD74}" dt="2022-08-03T19:13:44.473" v="90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A401F584-8E93-421D-9027-2207731ADD74}" dt="2022-08-03T19:13:57.977" v="92" actId="5793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A401F584-8E93-421D-9027-2207731ADD74}" dt="2022-08-03T19:16:57.469" v="151" actId="404"/>
        <pc:sldMkLst>
          <pc:docMk/>
          <pc:sldMk cId="965002940" sldId="265"/>
        </pc:sldMkLst>
        <pc:graphicFrameChg chg="mod modGraphic">
          <ac:chgData name="White, Whitney" userId="65f39021-2f1d-4d8b-87dc-b123826f65bf" providerId="ADAL" clId="{A401F584-8E93-421D-9027-2207731ADD74}" dt="2022-08-03T19:16:57.469" v="151" actId="404"/>
          <ac:graphicFrameMkLst>
            <pc:docMk/>
            <pc:sldMk cId="965002940" sldId="265"/>
            <ac:graphicFrameMk id="5" creationId="{EE06DF36-FFA5-4177-AA82-386E4D9B7DD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lzCNquPBqHYvELLrozZtd3Gk7Z6vmxY7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e2FzRJmL-tNRmNz8kkMu6MMKAD_N30sp/view?usp=sharing" TargetMode="External"/><Relationship Id="rId2" Type="http://schemas.openxmlformats.org/officeDocument/2006/relationships/hyperlink" Target="https://drive.google.com/file/d/1NAxdveAYOd9RKT2OD_GvmBr_IzmB5JvS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Wq2F6uZ425ca_lG5-WnPLPB-l22DDoOV/view?usp=sharing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Radar | Be Seen Looking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19F61-7E0D-8194-43F5-0B246CA813E8}"/>
              </a:ext>
            </a:extLst>
          </p:cNvPr>
          <p:cNvSpPr txBox="1"/>
          <p:nvPr/>
        </p:nvSpPr>
        <p:spPr>
          <a:xfrm>
            <a:off x="0" y="6446939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nalyze and apply the Be Seen Looking technique to intentionally scan and observe students</a:t>
            </a:r>
            <a:endParaRPr lang="en-US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effectLst/>
                <a:ea typeface="Times New Roman" panose="02020603050405020304" pitchFamily="18" charset="0"/>
              </a:rPr>
              <a:t>xplain how Be Seen Looking promotes an effective learning environment and builds strong relationships with students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Think of a time when a teacher recognized you for doing the right thing in class. How did your teacher’s response to your efforts impact your motivation and performance?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570E1B-1A7E-461C-8CE1-DB05D2E46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402048"/>
              </p:ext>
            </p:extLst>
          </p:nvPr>
        </p:nvGraphicFramePr>
        <p:xfrm>
          <a:off x="838200" y="2027582"/>
          <a:ext cx="10515600" cy="3715204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2602220626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1086597158"/>
                    </a:ext>
                  </a:extLst>
                </a:gridCol>
              </a:tblGrid>
              <a:tr h="9558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 Seen Looking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strategy of non-verbal communication in which a teacher uses gestures or moves (tilt of the head, a nod, etc.) to cause students to notice that the teacher is a good and careful observer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137132"/>
                  </a:ext>
                </a:extLst>
              </a:tr>
              <a:tr h="95583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Radar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classroom management strategy in which the teacher gives clear, observable directions, visually scans the room, and positions themself to be easily seen by students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74031"/>
                  </a:ext>
                </a:extLst>
              </a:tr>
              <a:tr h="76032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Scanning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Looking consistently and intentionally across the entire classroom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785986"/>
                  </a:ext>
                </a:extLst>
              </a:tr>
              <a:tr h="76032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Pastore’s Perch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Observing from the corner of the room where you can see most effectively and proficiently.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01268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Be Seen Looking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Be Seen Looking: Doug Lemov and Jabali Sawicki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Be Seen Looking “Dance Moves”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06DF36-FFA5-4177-AA82-386E4D9B7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810407"/>
              </p:ext>
            </p:extLst>
          </p:nvPr>
        </p:nvGraphicFramePr>
        <p:xfrm>
          <a:off x="2312503" y="1387652"/>
          <a:ext cx="7566993" cy="4968698"/>
        </p:xfrm>
        <a:graphic>
          <a:graphicData uri="http://schemas.openxmlformats.org/drawingml/2006/table">
            <a:tbl>
              <a:tblPr firstRow="1" firstCol="1" bandRow="1"/>
              <a:tblGrid>
                <a:gridCol w="1671214">
                  <a:extLst>
                    <a:ext uri="{9D8B030D-6E8A-4147-A177-3AD203B41FA5}">
                      <a16:colId xmlns:a16="http://schemas.microsoft.com/office/drawing/2014/main" val="3659359486"/>
                    </a:ext>
                  </a:extLst>
                </a:gridCol>
                <a:gridCol w="5895779">
                  <a:extLst>
                    <a:ext uri="{9D8B030D-6E8A-4147-A177-3AD203B41FA5}">
                      <a16:colId xmlns:a16="http://schemas.microsoft.com/office/drawing/2014/main" val="463808616"/>
                    </a:ext>
                  </a:extLst>
                </a:gridCol>
              </a:tblGrid>
              <a:tr h="3261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Dance Move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828955"/>
                  </a:ext>
                </a:extLst>
              </a:tr>
              <a:tr h="135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Invisible Column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Move head slightly side-to-side as if you are looking around a column.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717840"/>
                  </a:ext>
                </a:extLst>
              </a:tr>
              <a:tr h="135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 Toes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directions. 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 on your tiptoes and look out at the room. 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Imagine you are looking at a hard-to-see spot. 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91638"/>
                  </a:ext>
                </a:extLst>
              </a:tr>
              <a:tr h="16914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 Finger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directions. 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Tract the track of your gaze in a swivel with one finger pointing to make your swivel obvious. 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Imagine thinking, “Let me just check all of these places.”</a:t>
                      </a:r>
                      <a:endParaRPr lang="en-US" sz="20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0156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Be Seen Looking “Dance </a:t>
            </a:r>
            <a:r>
              <a:rPr lang="en-US"/>
              <a:t>Moves” 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06DF36-FFA5-4177-AA82-386E4D9B7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974111"/>
              </p:ext>
            </p:extLst>
          </p:nvPr>
        </p:nvGraphicFramePr>
        <p:xfrm>
          <a:off x="1828800" y="1669027"/>
          <a:ext cx="8534400" cy="4843921"/>
        </p:xfrm>
        <a:graphic>
          <a:graphicData uri="http://schemas.openxmlformats.org/drawingml/2006/table">
            <a:tbl>
              <a:tblPr firstRow="1" firstCol="1" bandRow="1"/>
              <a:tblGrid>
                <a:gridCol w="1884871">
                  <a:extLst>
                    <a:ext uri="{9D8B030D-6E8A-4147-A177-3AD203B41FA5}">
                      <a16:colId xmlns:a16="http://schemas.microsoft.com/office/drawing/2014/main" val="3659359486"/>
                    </a:ext>
                  </a:extLst>
                </a:gridCol>
                <a:gridCol w="6649529">
                  <a:extLst>
                    <a:ext uri="{9D8B030D-6E8A-4147-A177-3AD203B41FA5}">
                      <a16:colId xmlns:a16="http://schemas.microsoft.com/office/drawing/2014/main" val="463808616"/>
                    </a:ext>
                  </a:extLst>
                </a:gridCol>
              </a:tblGrid>
              <a:tr h="263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Dance Move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828955"/>
                  </a:ext>
                </a:extLst>
              </a:tr>
              <a:tr h="18494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Sprinkler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directions. 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 your swivel across the room with pointed finger. 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Snap back a few degrees in the direction you just scanned as if you say, “Oh, I think I just saw something I shouldn’t ha... No. Everything is okay.”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502520"/>
                  </a:ext>
                </a:extLst>
              </a:tr>
              <a:tr h="12283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Politician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directions. </a:t>
                      </a:r>
                      <a:endParaRPr lang="en-US" sz="180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Point in recognition to students following directions: one over here, one over there. </a:t>
                      </a:r>
                      <a:endParaRPr lang="en-US" sz="180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824511"/>
                  </a:ext>
                </a:extLst>
              </a:tr>
              <a:tr h="124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Quarterback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Give directions. 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Crouch and scan. 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 you are crouching to confer with one student, use this technique to ensure students across the room see you looking.</a:t>
                      </a:r>
                      <a:endParaRPr lang="en-US" sz="1800" dirty="0">
                        <a:solidFill>
                          <a:srgbClr val="008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92" marR="5929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646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0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Videos: Be Seen Looking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Video: Be Seen Looking: Denarius Frazier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Video: Be Seen Looking: Michael </a:t>
            </a:r>
            <a:r>
              <a:rPr lang="en-US" i="1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Rubino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Video: Be Seen Looking: Sadie McCleary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Answer the following questions based on what you’ve learned so far about Be Seen Looking: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behaviors should you acknowledge with Be Seen Looking?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the purpose of Be Seen Looking?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Which of the following is NOT a way that Be Seen Looking builds strong relationships with students?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 the correct Be Seen Looking “Dance Move” beside each description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537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2.17</vt:lpstr>
      <vt:lpstr>TEKS Standards &amp; Objectives</vt:lpstr>
      <vt:lpstr>Bellringer</vt:lpstr>
      <vt:lpstr>Vocabulary</vt:lpstr>
      <vt:lpstr>Video: Be Seen Looking</vt:lpstr>
      <vt:lpstr>Be Seen Looking “Dance Moves”</vt:lpstr>
      <vt:lpstr>Be Seen Looking “Dance Moves” </vt:lpstr>
      <vt:lpstr>Videos: Be Seen Looking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2.17: Radar | Be Seen Looking</dc:title>
  <dc:subject>Lesson 2.17: Radar | Be Seen Looking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2023-08-31T01:31:57Z</dcterms:modified>
</cp:coreProperties>
</file>
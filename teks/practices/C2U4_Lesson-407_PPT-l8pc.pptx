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8" r:id="rId2"/>
  </p:sldMasterIdLst>
  <p:notesMasterIdLst>
    <p:notesMasterId r:id="rId11"/>
  </p:notesMasterIdLst>
  <p:sldIdLst>
    <p:sldId id="285" r:id="rId3"/>
    <p:sldId id="259" r:id="rId4"/>
    <p:sldId id="258" r:id="rId5"/>
    <p:sldId id="317" r:id="rId6"/>
    <p:sldId id="260" r:id="rId7"/>
    <p:sldId id="262" r:id="rId8"/>
    <p:sldId id="261" r:id="rId9"/>
    <p:sldId id="31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eper, Martha" initials="HM" lastIdx="2" clrIdx="0">
    <p:extLst>
      <p:ext uri="{19B8F6BF-5375-455C-9EA6-DF929625EA0E}">
        <p15:presenceInfo xmlns:p15="http://schemas.microsoft.com/office/powerpoint/2012/main" userId="S::mhoeper@rti.org::ff51605c-305b-4384-af24-13ba70b4092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7171"/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4E1363-C5BE-4AE5-9167-A76A7162C607}" v="5" dt="2022-09-16T02:42:24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8" autoAdjust="0"/>
    <p:restoredTop sz="96517" autoAdjust="0"/>
  </p:normalViewPr>
  <p:slideViewPr>
    <p:cSldViewPr snapToGrid="0">
      <p:cViewPr varScale="1">
        <p:scale>
          <a:sx n="115" d="100"/>
          <a:sy n="115" d="100"/>
        </p:scale>
        <p:origin x="31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wati" userId="a3cadf42-9970-41e5-bb67-4a4dd3e8759e" providerId="ADAL" clId="{890CB85C-24BC-4D49-9382-1D7D95E40860}"/>
    <pc:docChg chg="custSel addSld delSld modSld">
      <pc:chgData name="Gupta, Swati" userId="a3cadf42-9970-41e5-bb67-4a4dd3e8759e" providerId="ADAL" clId="{890CB85C-24BC-4D49-9382-1D7D95E40860}" dt="2022-05-10T16:57:31.570" v="24" actId="20577"/>
      <pc:docMkLst>
        <pc:docMk/>
      </pc:docMkLst>
      <pc:sldChg chg="modSp mod delCm modCm">
        <pc:chgData name="Gupta, Swati" userId="a3cadf42-9970-41e5-bb67-4a4dd3e8759e" providerId="ADAL" clId="{890CB85C-24BC-4D49-9382-1D7D95E40860}" dt="2022-05-10T16:57:31.570" v="24" actId="20577"/>
        <pc:sldMkLst>
          <pc:docMk/>
          <pc:sldMk cId="2875402532" sldId="257"/>
        </pc:sldMkLst>
        <pc:spChg chg="mod">
          <ac:chgData name="Gupta, Swati" userId="a3cadf42-9970-41e5-bb67-4a4dd3e8759e" providerId="ADAL" clId="{890CB85C-24BC-4D49-9382-1D7D95E40860}" dt="2022-05-10T16:57:31.570" v="24" actId="20577"/>
          <ac:spMkLst>
            <pc:docMk/>
            <pc:sldMk cId="2875402532" sldId="257"/>
            <ac:spMk id="3" creationId="{81FE1C6D-F36E-48C2-992F-AFB21F6BE7E7}"/>
          </ac:spMkLst>
        </pc:spChg>
      </pc:sldChg>
      <pc:sldChg chg="modSp new del mod">
        <pc:chgData name="Gupta, Swati" userId="a3cadf42-9970-41e5-bb67-4a4dd3e8759e" providerId="ADAL" clId="{890CB85C-24BC-4D49-9382-1D7D95E40860}" dt="2022-05-10T16:57:10.315" v="18" actId="2696"/>
        <pc:sldMkLst>
          <pc:docMk/>
          <pc:sldMk cId="2893024199" sldId="258"/>
        </pc:sldMkLst>
        <pc:spChg chg="mod">
          <ac:chgData name="Gupta, Swati" userId="a3cadf42-9970-41e5-bb67-4a4dd3e8759e" providerId="ADAL" clId="{890CB85C-24BC-4D49-9382-1D7D95E40860}" dt="2022-05-10T16:56:59.001" v="17" actId="207"/>
          <ac:spMkLst>
            <pc:docMk/>
            <pc:sldMk cId="2893024199" sldId="258"/>
            <ac:spMk id="5" creationId="{EAD3D53F-2FE4-4F69-99AE-D4BE8C7CC533}"/>
          </ac:spMkLst>
        </pc:spChg>
      </pc:sldChg>
    </pc:docChg>
  </pc:docChgLst>
  <pc:docChgLst>
    <pc:chgData name="White (she/her), Whitney" userId="65f39021-2f1d-4d8b-87dc-b123826f65bf" providerId="ADAL" clId="{1C4E1363-C5BE-4AE5-9167-A76A7162C607}"/>
    <pc:docChg chg="custSel delSld modSld">
      <pc:chgData name="White (she/her), Whitney" userId="65f39021-2f1d-4d8b-87dc-b123826f65bf" providerId="ADAL" clId="{1C4E1363-C5BE-4AE5-9167-A76A7162C607}" dt="2022-09-16T02:42:42.218" v="4" actId="2696"/>
      <pc:docMkLst>
        <pc:docMk/>
      </pc:docMkLst>
      <pc:sldChg chg="del">
        <pc:chgData name="White (she/her), Whitney" userId="65f39021-2f1d-4d8b-87dc-b123826f65bf" providerId="ADAL" clId="{1C4E1363-C5BE-4AE5-9167-A76A7162C607}" dt="2022-09-16T02:42:42.218" v="4" actId="2696"/>
        <pc:sldMkLst>
          <pc:docMk/>
          <pc:sldMk cId="1482277026" sldId="256"/>
        </pc:sldMkLst>
      </pc:sldChg>
      <pc:sldChg chg="modSp mod">
        <pc:chgData name="White (she/her), Whitney" userId="65f39021-2f1d-4d8b-87dc-b123826f65bf" providerId="ADAL" clId="{1C4E1363-C5BE-4AE5-9167-A76A7162C607}" dt="2022-09-16T02:42:38.980" v="3" actId="20577"/>
        <pc:sldMkLst>
          <pc:docMk/>
          <pc:sldMk cId="3976098008" sldId="285"/>
        </pc:sldMkLst>
        <pc:spChg chg="mod">
          <ac:chgData name="White (she/her), Whitney" userId="65f39021-2f1d-4d8b-87dc-b123826f65bf" providerId="ADAL" clId="{1C4E1363-C5BE-4AE5-9167-A76A7162C607}" dt="2022-09-16T02:42:38.980" v="3" actId="20577"/>
          <ac:spMkLst>
            <pc:docMk/>
            <pc:sldMk cId="3976098008" sldId="285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1C4E1363-C5BE-4AE5-9167-A76A7162C607}" dt="2022-09-16T02:42:32.992" v="1" actId="27636"/>
          <ac:spMkLst>
            <pc:docMk/>
            <pc:sldMk cId="3976098008" sldId="285"/>
            <ac:spMk id="3" creationId="{E0FBD98F-3A67-498E-8174-652040DD7B60}"/>
          </ac:spMkLst>
        </pc:spChg>
      </pc:sldChg>
    </pc:docChg>
  </pc:docChgLst>
  <pc:docChgLst>
    <pc:chgData name="White, Whitney" userId="65f39021-2f1d-4d8b-87dc-b123826f65bf" providerId="ADAL" clId="{8411224A-4812-41B6-8FFF-A3E9D7727BF1}"/>
    <pc:docChg chg="modSld sldOrd">
      <pc:chgData name="White, Whitney" userId="65f39021-2f1d-4d8b-87dc-b123826f65bf" providerId="ADAL" clId="{8411224A-4812-41B6-8FFF-A3E9D7727BF1}" dt="2022-06-13T21:01:24.917" v="1"/>
      <pc:docMkLst>
        <pc:docMk/>
      </pc:docMkLst>
      <pc:sldChg chg="ord">
        <pc:chgData name="White, Whitney" userId="65f39021-2f1d-4d8b-87dc-b123826f65bf" providerId="ADAL" clId="{8411224A-4812-41B6-8FFF-A3E9D7727BF1}" dt="2022-06-13T21:01:24.917" v="1"/>
        <pc:sldMkLst>
          <pc:docMk/>
          <pc:sldMk cId="1899098823" sldId="259"/>
        </pc:sldMkLst>
      </pc:sldChg>
    </pc:docChg>
  </pc:docChgLst>
  <pc:docChgLst>
    <pc:chgData name="White, Whitney" userId="65f39021-2f1d-4d8b-87dc-b123826f65bf" providerId="ADAL" clId="{1E035059-EE39-4BD8-8FA9-606186FAAD0E}"/>
    <pc:docChg chg="custSel addSld delSld modSld sldOrd">
      <pc:chgData name="White, Whitney" userId="65f39021-2f1d-4d8b-87dc-b123826f65bf" providerId="ADAL" clId="{1E035059-EE39-4BD8-8FA9-606186FAAD0E}" dt="2022-06-10T20:22:51.204" v="976" actId="404"/>
      <pc:docMkLst>
        <pc:docMk/>
      </pc:docMkLst>
      <pc:sldChg chg="modSp mod">
        <pc:chgData name="White, Whitney" userId="65f39021-2f1d-4d8b-87dc-b123826f65bf" providerId="ADAL" clId="{1E035059-EE39-4BD8-8FA9-606186FAAD0E}" dt="2022-06-10T20:12:52.390" v="132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1E035059-EE39-4BD8-8FA9-606186FAAD0E}" dt="2022-06-10T20:12:33.406" v="36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E035059-EE39-4BD8-8FA9-606186FAAD0E}" dt="2022-06-10T20:12:52.390" v="132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">
        <pc:chgData name="White, Whitney" userId="65f39021-2f1d-4d8b-87dc-b123826f65bf" providerId="ADAL" clId="{1E035059-EE39-4BD8-8FA9-606186FAAD0E}" dt="2022-06-10T20:13:05.679" v="143" actId="47"/>
        <pc:sldMkLst>
          <pc:docMk/>
          <pc:sldMk cId="2875402532" sldId="257"/>
        </pc:sldMkLst>
      </pc:sldChg>
      <pc:sldChg chg="delSp modSp new mod">
        <pc:chgData name="White, Whitney" userId="65f39021-2f1d-4d8b-87dc-b123826f65bf" providerId="ADAL" clId="{1E035059-EE39-4BD8-8FA9-606186FAAD0E}" dt="2022-06-10T20:14:10.075" v="266" actId="20577"/>
        <pc:sldMkLst>
          <pc:docMk/>
          <pc:sldMk cId="459644532" sldId="258"/>
        </pc:sldMkLst>
        <pc:spChg chg="mod">
          <ac:chgData name="White, Whitney" userId="65f39021-2f1d-4d8b-87dc-b123826f65bf" providerId="ADAL" clId="{1E035059-EE39-4BD8-8FA9-606186FAAD0E}" dt="2022-06-10T20:13:24.350" v="157" actId="20577"/>
          <ac:spMkLst>
            <pc:docMk/>
            <pc:sldMk cId="459644532" sldId="258"/>
            <ac:spMk id="2" creationId="{33104FEE-56D6-4EAA-AE75-8EEEB9094C96}"/>
          </ac:spMkLst>
        </pc:spChg>
        <pc:spChg chg="mod">
          <ac:chgData name="White, Whitney" userId="65f39021-2f1d-4d8b-87dc-b123826f65bf" providerId="ADAL" clId="{1E035059-EE39-4BD8-8FA9-606186FAAD0E}" dt="2022-06-10T20:14:10.075" v="266" actId="20577"/>
          <ac:spMkLst>
            <pc:docMk/>
            <pc:sldMk cId="459644532" sldId="258"/>
            <ac:spMk id="3" creationId="{4D6B147D-4910-443F-8D66-0EABD00C3281}"/>
          </ac:spMkLst>
        </pc:spChg>
        <pc:spChg chg="del">
          <ac:chgData name="White, Whitney" userId="65f39021-2f1d-4d8b-87dc-b123826f65bf" providerId="ADAL" clId="{1E035059-EE39-4BD8-8FA9-606186FAAD0E}" dt="2022-06-10T20:13:00.982" v="138" actId="21"/>
          <ac:spMkLst>
            <pc:docMk/>
            <pc:sldMk cId="459644532" sldId="258"/>
            <ac:spMk id="4" creationId="{78DFCF9C-2A23-4407-AC92-DB61458FAE75}"/>
          </ac:spMkLst>
        </pc:spChg>
      </pc:sldChg>
      <pc:sldChg chg="modSp add mod">
        <pc:chgData name="White, Whitney" userId="65f39021-2f1d-4d8b-87dc-b123826f65bf" providerId="ADAL" clId="{1E035059-EE39-4BD8-8FA9-606186FAAD0E}" dt="2022-06-10T20:14:57.788" v="455" actId="20577"/>
        <pc:sldMkLst>
          <pc:docMk/>
          <pc:sldMk cId="1899098823" sldId="259"/>
        </pc:sldMkLst>
        <pc:spChg chg="mod">
          <ac:chgData name="White, Whitney" userId="65f39021-2f1d-4d8b-87dc-b123826f65bf" providerId="ADAL" clId="{1E035059-EE39-4BD8-8FA9-606186FAAD0E}" dt="2022-06-10T20:14:26.694" v="287" actId="20577"/>
          <ac:spMkLst>
            <pc:docMk/>
            <pc:sldMk cId="1899098823" sldId="259"/>
            <ac:spMk id="2" creationId="{33104FEE-56D6-4EAA-AE75-8EEEB9094C96}"/>
          </ac:spMkLst>
        </pc:spChg>
        <pc:spChg chg="mod">
          <ac:chgData name="White, Whitney" userId="65f39021-2f1d-4d8b-87dc-b123826f65bf" providerId="ADAL" clId="{1E035059-EE39-4BD8-8FA9-606186FAAD0E}" dt="2022-06-10T20:14:57.788" v="455" actId="20577"/>
          <ac:spMkLst>
            <pc:docMk/>
            <pc:sldMk cId="1899098823" sldId="259"/>
            <ac:spMk id="3" creationId="{4D6B147D-4910-443F-8D66-0EABD00C3281}"/>
          </ac:spMkLst>
        </pc:spChg>
      </pc:sldChg>
      <pc:sldChg chg="new del">
        <pc:chgData name="White, Whitney" userId="65f39021-2f1d-4d8b-87dc-b123826f65bf" providerId="ADAL" clId="{1E035059-EE39-4BD8-8FA9-606186FAAD0E}" dt="2022-06-10T20:13:04.078" v="139" actId="2696"/>
        <pc:sldMkLst>
          <pc:docMk/>
          <pc:sldMk cId="2805991255" sldId="259"/>
        </pc:sldMkLst>
      </pc:sldChg>
      <pc:sldChg chg="addSp delSp modSp add mod modClrScheme chgLayout">
        <pc:chgData name="White, Whitney" userId="65f39021-2f1d-4d8b-87dc-b123826f65bf" providerId="ADAL" clId="{1E035059-EE39-4BD8-8FA9-606186FAAD0E}" dt="2022-06-10T20:17:30.668" v="462" actId="1076"/>
        <pc:sldMkLst>
          <pc:docMk/>
          <pc:sldMk cId="2164957375" sldId="260"/>
        </pc:sldMkLst>
        <pc:spChg chg="del mod ord">
          <ac:chgData name="White, Whitney" userId="65f39021-2f1d-4d8b-87dc-b123826f65bf" providerId="ADAL" clId="{1E035059-EE39-4BD8-8FA9-606186FAAD0E}" dt="2022-06-10T20:17:14.037" v="459" actId="700"/>
          <ac:spMkLst>
            <pc:docMk/>
            <pc:sldMk cId="2164957375" sldId="260"/>
            <ac:spMk id="2" creationId="{33104FEE-56D6-4EAA-AE75-8EEEB9094C96}"/>
          </ac:spMkLst>
        </pc:spChg>
        <pc:spChg chg="del">
          <ac:chgData name="White, Whitney" userId="65f39021-2f1d-4d8b-87dc-b123826f65bf" providerId="ADAL" clId="{1E035059-EE39-4BD8-8FA9-606186FAAD0E}" dt="2022-06-10T20:17:14.037" v="459" actId="700"/>
          <ac:spMkLst>
            <pc:docMk/>
            <pc:sldMk cId="2164957375" sldId="260"/>
            <ac:spMk id="3" creationId="{4D6B147D-4910-443F-8D66-0EABD00C3281}"/>
          </ac:spMkLst>
        </pc:spChg>
        <pc:spChg chg="add del mod ord">
          <ac:chgData name="White, Whitney" userId="65f39021-2f1d-4d8b-87dc-b123826f65bf" providerId="ADAL" clId="{1E035059-EE39-4BD8-8FA9-606186FAAD0E}" dt="2022-06-10T20:17:21.617" v="461" actId="21"/>
          <ac:spMkLst>
            <pc:docMk/>
            <pc:sldMk cId="2164957375" sldId="260"/>
            <ac:spMk id="4" creationId="{AC6A3209-1BF4-43FE-9DA5-152465CFC074}"/>
          </ac:spMkLst>
        </pc:spChg>
        <pc:spChg chg="mod ord">
          <ac:chgData name="White, Whitney" userId="65f39021-2f1d-4d8b-87dc-b123826f65bf" providerId="ADAL" clId="{1E035059-EE39-4BD8-8FA9-606186FAAD0E}" dt="2022-06-10T20:17:14.037" v="459" actId="700"/>
          <ac:spMkLst>
            <pc:docMk/>
            <pc:sldMk cId="2164957375" sldId="260"/>
            <ac:spMk id="5" creationId="{4E67F9BC-F338-4F3F-A909-66F529BF7393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7" creationId="{F2F42BFC-4365-4A84-91ED-615A9F6980FA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8" creationId="{B43BA240-EE06-444B-B08C-FCB11BF97B0C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9" creationId="{8D0A8961-8358-4C6D-BCCA-B9A6BA2EC19B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10" creationId="{75922F3C-23D4-463D-BE79-9D864089F8EC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11" creationId="{AE6310DD-E479-4033-A774-819F3F1D9021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12" creationId="{92B781AB-D251-44C3-9D07-3DC0DD714E1D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13" creationId="{49512CF2-851A-4F86-8965-A88C65E3325E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14" creationId="{8A9CD217-B85A-413E-8D72-845BA0802BB9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15" creationId="{27582D81-AD88-4CA9-80A2-5DF84D3BBB0E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16" creationId="{B29D648A-9337-42CA-8CA2-429373F73796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17" creationId="{D4DBCFC1-A8F8-48C5-8894-57AEC701A7AB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18" creationId="{D1E1D35B-7A2E-4961-94DB-0DABD539A734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19" creationId="{44B782AD-B648-4A45-8E62-ABA746245688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20" creationId="{8D11BC7A-99AB-431C-B2E7-EBF45A436358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21" creationId="{6A3386D3-D21A-4D47-8267-040C2963DD6C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22" creationId="{273D1EEE-ADFC-4C91-BDD8-1BAD58C425E4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23" creationId="{C0428E80-EA70-4C7B-BED3-2039010D8E83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24" creationId="{5D76D851-AAF6-4DF2-9288-3AE37F30F37E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25" creationId="{12F0FF3B-1B9D-4C2B-8373-BE9F0AAB3C6D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26" creationId="{04F86B1B-480E-4FD3-9E17-B5CC2ECD4D2C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27" creationId="{8663A6A3-6EFE-4CBD-ACA1-46CDE5689C71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28" creationId="{6FDE51F6-FAAD-4445-BE74-E7E71E4DF348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29" creationId="{64EE365E-AED2-4C3F-B961-1915B1FC7C12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30" creationId="{81F7EF14-D4B5-446B-B266-02BC2D234D58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31" creationId="{F0E2BFC4-EC43-436D-A86F-EAD47BE828DB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32" creationId="{55F8C166-A70B-4C7D-BE8C-6A97373DB0DA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33" creationId="{D6E202B6-80C2-4253-96E0-ED5B3F766054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35" creationId="{317442CF-AB2B-4FB8-85A7-5DDB81DE50EE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39" creationId="{4DFA4A9A-21BB-4D40-B08A-A481697F9424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40" creationId="{6252F4E5-B121-4ED7-A0E1-126C14A9FAD6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41" creationId="{EEDA7F7F-A2E9-4E9F-9164-47FCF4968BD3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42" creationId="{A17C9320-FB03-415F-807E-D82163D5AA18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43" creationId="{A7180CBF-7203-434F-A9BE-C704C12D9875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45" creationId="{C2EAE0B9-7333-4588-B8C6-CE3BAC041A4A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47" creationId="{6D31A877-0885-418F-B256-1A337652244B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49" creationId="{345CBBBD-6A80-41EF-8D32-190B5EEDD983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50" creationId="{B2988EF6-6F1F-4E93-B157-1E9F010DD1ED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51" creationId="{E9EB7A82-F5CD-436E-8A9D-1942253536B9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54" creationId="{D5866E07-763D-4517-8399-4FAFFD55F631}"/>
          </ac:spMkLst>
        </pc:spChg>
        <pc:spChg chg="mod">
          <ac:chgData name="White, Whitney" userId="65f39021-2f1d-4d8b-87dc-b123826f65bf" providerId="ADAL" clId="{1E035059-EE39-4BD8-8FA9-606186FAAD0E}" dt="2022-06-10T20:17:19.470" v="460"/>
          <ac:spMkLst>
            <pc:docMk/>
            <pc:sldMk cId="2164957375" sldId="260"/>
            <ac:spMk id="55" creationId="{1C28B293-228D-4A6D-A790-8C7EEA5EB996}"/>
          </ac:spMkLst>
        </pc:spChg>
        <pc:grpChg chg="add mod">
          <ac:chgData name="White, Whitney" userId="65f39021-2f1d-4d8b-87dc-b123826f65bf" providerId="ADAL" clId="{1E035059-EE39-4BD8-8FA9-606186FAAD0E}" dt="2022-06-10T20:17:30.668" v="462" actId="1076"/>
          <ac:grpSpMkLst>
            <pc:docMk/>
            <pc:sldMk cId="2164957375" sldId="260"/>
            <ac:grpSpMk id="6" creationId="{720C6592-9F69-40AB-8494-2C1CE9F7610E}"/>
          </ac:grpSpMkLst>
        </pc:grpChg>
        <pc:grpChg chg="mod">
          <ac:chgData name="White, Whitney" userId="65f39021-2f1d-4d8b-87dc-b123826f65bf" providerId="ADAL" clId="{1E035059-EE39-4BD8-8FA9-606186FAAD0E}" dt="2022-06-10T20:17:19.470" v="460"/>
          <ac:grpSpMkLst>
            <pc:docMk/>
            <pc:sldMk cId="2164957375" sldId="260"/>
            <ac:grpSpMk id="38" creationId="{43A072E7-9655-43B9-81E6-B175B8EEA906}"/>
          </ac:grpSpMkLst>
        </pc:grpChg>
        <pc:grpChg chg="mod">
          <ac:chgData name="White, Whitney" userId="65f39021-2f1d-4d8b-87dc-b123826f65bf" providerId="ADAL" clId="{1E035059-EE39-4BD8-8FA9-606186FAAD0E}" dt="2022-06-10T20:17:19.470" v="460"/>
          <ac:grpSpMkLst>
            <pc:docMk/>
            <pc:sldMk cId="2164957375" sldId="260"/>
            <ac:grpSpMk id="48" creationId="{3BDD0AAD-18CA-4159-BBDF-292C1CE0AC04}"/>
          </ac:grpSpMkLst>
        </pc:grpChg>
        <pc:grpChg chg="mod">
          <ac:chgData name="White, Whitney" userId="65f39021-2f1d-4d8b-87dc-b123826f65bf" providerId="ADAL" clId="{1E035059-EE39-4BD8-8FA9-606186FAAD0E}" dt="2022-06-10T20:17:19.470" v="460"/>
          <ac:grpSpMkLst>
            <pc:docMk/>
            <pc:sldMk cId="2164957375" sldId="260"/>
            <ac:grpSpMk id="53" creationId="{25AFDFF2-31B7-4AF7-B76A-AC16C887ED74}"/>
          </ac:grpSpMkLst>
        </pc:grpChg>
        <pc:picChg chg="mod">
          <ac:chgData name="White, Whitney" userId="65f39021-2f1d-4d8b-87dc-b123826f65bf" providerId="ADAL" clId="{1E035059-EE39-4BD8-8FA9-606186FAAD0E}" dt="2022-06-10T20:17:19.470" v="460"/>
          <ac:picMkLst>
            <pc:docMk/>
            <pc:sldMk cId="2164957375" sldId="260"/>
            <ac:picMk id="52" creationId="{F588DF70-1452-4C26-A655-AC669C70BA99}"/>
          </ac:picMkLst>
        </pc:picChg>
        <pc:cxnChg chg="mod">
          <ac:chgData name="White, Whitney" userId="65f39021-2f1d-4d8b-87dc-b123826f65bf" providerId="ADAL" clId="{1E035059-EE39-4BD8-8FA9-606186FAAD0E}" dt="2022-06-10T20:17:19.470" v="460"/>
          <ac:cxnSpMkLst>
            <pc:docMk/>
            <pc:sldMk cId="2164957375" sldId="260"/>
            <ac:cxnSpMk id="34" creationId="{FBA01592-38DF-4CB8-B7EB-E7EF30AD29CF}"/>
          </ac:cxnSpMkLst>
        </pc:cxnChg>
        <pc:cxnChg chg="mod">
          <ac:chgData name="White, Whitney" userId="65f39021-2f1d-4d8b-87dc-b123826f65bf" providerId="ADAL" clId="{1E035059-EE39-4BD8-8FA9-606186FAAD0E}" dt="2022-06-10T20:17:19.470" v="460"/>
          <ac:cxnSpMkLst>
            <pc:docMk/>
            <pc:sldMk cId="2164957375" sldId="260"/>
            <ac:cxnSpMk id="36" creationId="{5AEC2C4A-41F0-4AC8-9E83-F8D77FCD7348}"/>
          </ac:cxnSpMkLst>
        </pc:cxnChg>
        <pc:cxnChg chg="mod">
          <ac:chgData name="White, Whitney" userId="65f39021-2f1d-4d8b-87dc-b123826f65bf" providerId="ADAL" clId="{1E035059-EE39-4BD8-8FA9-606186FAAD0E}" dt="2022-06-10T20:17:19.470" v="460"/>
          <ac:cxnSpMkLst>
            <pc:docMk/>
            <pc:sldMk cId="2164957375" sldId="260"/>
            <ac:cxnSpMk id="37" creationId="{76356929-7DA8-4DF3-948D-B39D1004B529}"/>
          </ac:cxnSpMkLst>
        </pc:cxnChg>
        <pc:cxnChg chg="mod">
          <ac:chgData name="White, Whitney" userId="65f39021-2f1d-4d8b-87dc-b123826f65bf" providerId="ADAL" clId="{1E035059-EE39-4BD8-8FA9-606186FAAD0E}" dt="2022-06-10T20:17:19.470" v="460"/>
          <ac:cxnSpMkLst>
            <pc:docMk/>
            <pc:sldMk cId="2164957375" sldId="260"/>
            <ac:cxnSpMk id="44" creationId="{7B32A896-567A-4A74-AE01-C3BC1B8844E4}"/>
          </ac:cxnSpMkLst>
        </pc:cxnChg>
        <pc:cxnChg chg="mod">
          <ac:chgData name="White, Whitney" userId="65f39021-2f1d-4d8b-87dc-b123826f65bf" providerId="ADAL" clId="{1E035059-EE39-4BD8-8FA9-606186FAAD0E}" dt="2022-06-10T20:17:19.470" v="460"/>
          <ac:cxnSpMkLst>
            <pc:docMk/>
            <pc:sldMk cId="2164957375" sldId="260"/>
            <ac:cxnSpMk id="46" creationId="{787E7182-EB6E-47B7-9970-16CA0432C761}"/>
          </ac:cxnSpMkLst>
        </pc:cxnChg>
      </pc:sldChg>
      <pc:sldChg chg="new del">
        <pc:chgData name="White, Whitney" userId="65f39021-2f1d-4d8b-87dc-b123826f65bf" providerId="ADAL" clId="{1E035059-EE39-4BD8-8FA9-606186FAAD0E}" dt="2022-06-10T20:13:04.363" v="140" actId="47"/>
        <pc:sldMkLst>
          <pc:docMk/>
          <pc:sldMk cId="2751587566" sldId="260"/>
        </pc:sldMkLst>
      </pc:sldChg>
      <pc:sldChg chg="modSp add mod">
        <pc:chgData name="White, Whitney" userId="65f39021-2f1d-4d8b-87dc-b123826f65bf" providerId="ADAL" clId="{1E035059-EE39-4BD8-8FA9-606186FAAD0E}" dt="2022-06-10T20:20:28.771" v="613" actId="20577"/>
        <pc:sldMkLst>
          <pc:docMk/>
          <pc:sldMk cId="2657841149" sldId="261"/>
        </pc:sldMkLst>
        <pc:spChg chg="mod">
          <ac:chgData name="White, Whitney" userId="65f39021-2f1d-4d8b-87dc-b123826f65bf" providerId="ADAL" clId="{1E035059-EE39-4BD8-8FA9-606186FAAD0E}" dt="2022-06-10T20:20:28.771" v="613" actId="20577"/>
          <ac:spMkLst>
            <pc:docMk/>
            <pc:sldMk cId="2657841149" sldId="261"/>
            <ac:spMk id="2" creationId="{33104FEE-56D6-4EAA-AE75-8EEEB9094C96}"/>
          </ac:spMkLst>
        </pc:spChg>
        <pc:spChg chg="mod">
          <ac:chgData name="White, Whitney" userId="65f39021-2f1d-4d8b-87dc-b123826f65bf" providerId="ADAL" clId="{1E035059-EE39-4BD8-8FA9-606186FAAD0E}" dt="2022-06-10T20:20:13.935" v="601" actId="20577"/>
          <ac:spMkLst>
            <pc:docMk/>
            <pc:sldMk cId="2657841149" sldId="261"/>
            <ac:spMk id="3" creationId="{4D6B147D-4910-443F-8D66-0EABD00C3281}"/>
          </ac:spMkLst>
        </pc:spChg>
      </pc:sldChg>
      <pc:sldChg chg="new del">
        <pc:chgData name="White, Whitney" userId="65f39021-2f1d-4d8b-87dc-b123826f65bf" providerId="ADAL" clId="{1E035059-EE39-4BD8-8FA9-606186FAAD0E}" dt="2022-06-10T20:13:04.610" v="141" actId="47"/>
        <pc:sldMkLst>
          <pc:docMk/>
          <pc:sldMk cId="3930061974" sldId="261"/>
        </pc:sldMkLst>
      </pc:sldChg>
      <pc:sldChg chg="modSp add mod">
        <pc:chgData name="White, Whitney" userId="65f39021-2f1d-4d8b-87dc-b123826f65bf" providerId="ADAL" clId="{1E035059-EE39-4BD8-8FA9-606186FAAD0E}" dt="2022-06-10T20:20:22.430" v="603" actId="27636"/>
        <pc:sldMkLst>
          <pc:docMk/>
          <pc:sldMk cId="2730414857" sldId="262"/>
        </pc:sldMkLst>
        <pc:spChg chg="mod">
          <ac:chgData name="White, Whitney" userId="65f39021-2f1d-4d8b-87dc-b123826f65bf" providerId="ADAL" clId="{1E035059-EE39-4BD8-8FA9-606186FAAD0E}" dt="2022-06-10T20:18:10.706" v="472" actId="20577"/>
          <ac:spMkLst>
            <pc:docMk/>
            <pc:sldMk cId="2730414857" sldId="262"/>
            <ac:spMk id="2" creationId="{33104FEE-56D6-4EAA-AE75-8EEEB9094C96}"/>
          </ac:spMkLst>
        </pc:spChg>
        <pc:spChg chg="mod">
          <ac:chgData name="White, Whitney" userId="65f39021-2f1d-4d8b-87dc-b123826f65bf" providerId="ADAL" clId="{1E035059-EE39-4BD8-8FA9-606186FAAD0E}" dt="2022-06-10T20:20:22.430" v="603" actId="27636"/>
          <ac:spMkLst>
            <pc:docMk/>
            <pc:sldMk cId="2730414857" sldId="262"/>
            <ac:spMk id="3" creationId="{4D6B147D-4910-443F-8D66-0EABD00C3281}"/>
          </ac:spMkLst>
        </pc:spChg>
      </pc:sldChg>
      <pc:sldChg chg="new del">
        <pc:chgData name="White, Whitney" userId="65f39021-2f1d-4d8b-87dc-b123826f65bf" providerId="ADAL" clId="{1E035059-EE39-4BD8-8FA9-606186FAAD0E}" dt="2022-06-10T20:13:05.162" v="142" actId="47"/>
        <pc:sldMkLst>
          <pc:docMk/>
          <pc:sldMk cId="3848692768" sldId="262"/>
        </pc:sldMkLst>
      </pc:sldChg>
      <pc:sldChg chg="add ord">
        <pc:chgData name="White, Whitney" userId="65f39021-2f1d-4d8b-87dc-b123826f65bf" providerId="ADAL" clId="{1E035059-EE39-4BD8-8FA9-606186FAAD0E}" dt="2022-06-10T20:16:37.318" v="458"/>
        <pc:sldMkLst>
          <pc:docMk/>
          <pc:sldMk cId="3601095648" sldId="317"/>
        </pc:sldMkLst>
      </pc:sldChg>
      <pc:sldChg chg="modSp new mod">
        <pc:chgData name="White, Whitney" userId="65f39021-2f1d-4d8b-87dc-b123826f65bf" providerId="ADAL" clId="{1E035059-EE39-4BD8-8FA9-606186FAAD0E}" dt="2022-06-10T20:22:51.204" v="976" actId="404"/>
        <pc:sldMkLst>
          <pc:docMk/>
          <pc:sldMk cId="529702961" sldId="318"/>
        </pc:sldMkLst>
        <pc:spChg chg="mod">
          <ac:chgData name="White, Whitney" userId="65f39021-2f1d-4d8b-87dc-b123826f65bf" providerId="ADAL" clId="{1E035059-EE39-4BD8-8FA9-606186FAAD0E}" dt="2022-06-10T20:21:24.667" v="627" actId="20577"/>
          <ac:spMkLst>
            <pc:docMk/>
            <pc:sldMk cId="529702961" sldId="318"/>
            <ac:spMk id="2" creationId="{6E1D9E52-0A17-4095-B630-BE5ACF14C981}"/>
          </ac:spMkLst>
        </pc:spChg>
        <pc:spChg chg="mod">
          <ac:chgData name="White, Whitney" userId="65f39021-2f1d-4d8b-87dc-b123826f65bf" providerId="ADAL" clId="{1E035059-EE39-4BD8-8FA9-606186FAAD0E}" dt="2022-06-10T20:22:51.204" v="976" actId="404"/>
          <ac:spMkLst>
            <pc:docMk/>
            <pc:sldMk cId="529702961" sldId="318"/>
            <ac:spMk id="3" creationId="{1192C946-B2C5-4E9A-925F-D645AD2F3DC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95F45DF0-00B2-468D-ADF1-6351EEFB9CD7}" type="datetime1">
              <a:rPr lang="en-US" smtClean="0"/>
              <a:pPr/>
              <a:t>8/30/2023</a:t>
            </a:fld>
            <a:endParaRPr lang="en-US" dirty="0"/>
          </a:p>
        </p:txBody>
      </p:sp>
      <p:pic>
        <p:nvPicPr>
          <p:cNvPr id="9" name="Picture 8" descr="Logo: Texas Education Agency 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 for Texas Education Agency (TEA) Education and Training 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A50A4456-6D77-4237-8218-40872579093E}" type="datetime1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634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18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05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07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93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53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717171"/>
                </a:solidFill>
              </a:defRPr>
            </a:lvl1pPr>
          </a:lstStyle>
          <a:p>
            <a:fld id="{1B00EFE5-A68C-4E4B-9D40-F26D6ED979C1}" type="datetime1">
              <a:rPr lang="en-US" smtClean="0"/>
              <a:pPr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71717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45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78626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4: The Science of Learning| Lesson 4.07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92500" lnSpcReduction="10000"/>
          </a:bodyPr>
          <a:lstStyle/>
          <a:p>
            <a:r>
              <a:rPr lang="en-US" sz="6000" dirty="0"/>
              <a:t>Avoiding Overload | Too Much Information Can Interfere with Learning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67E2B18-5A6C-4EB0-E97C-51C3093BF8A5}"/>
              </a:ext>
            </a:extLst>
          </p:cNvPr>
          <p:cNvSpPr txBox="1"/>
          <p:nvPr/>
        </p:nvSpPr>
        <p:spPr>
          <a:xfrm>
            <a:off x="0" y="6448926"/>
            <a:ext cx="103872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7609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04FEE-56D6-4EAA-AE75-8EEEB9094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B147D-4910-443F-8D66-0EABD00C3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4A, 4B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pPr marL="0" indent="0">
              <a:buNone/>
            </a:pPr>
            <a:r>
              <a:rPr lang="en-US" dirty="0"/>
              <a:t>…analyze how learning can be sequenced and scaffolded to build toward mastery of content and avoid overload.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7F9BC-F338-4F3F-A909-66F529BF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098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04FEE-56D6-4EAA-AE75-8EEEB9094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B147D-4910-443F-8D66-0EABD00C3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can teachers use prior knowledge to aid them in planning for instruction?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7F9BC-F338-4F3F-A909-66F529BF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644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A330DF-1BCC-4430-B0B0-A887633FD9C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425" y="688286"/>
            <a:ext cx="11941767" cy="113877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rPr>
              <a:t>Five Principles for Teaching based on the Science of Learning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venir Next LT Pro"/>
              <a:ea typeface="+mn-ea"/>
              <a:cs typeface="Times New Roman"/>
            </a:endParaRPr>
          </a:p>
        </p:txBody>
      </p:sp>
      <p:grpSp>
        <p:nvGrpSpPr>
          <p:cNvPr id="3" name="Group 2" descr="The Five Science of Learning Principles. &#10;&#10;Top row: Three boxes (Orange: Attending; Green: Prior Knowledge; Red: Avoiding Overload)&#10;&#10;Bottom Row: Two boxes (Blue: Cognitive Engagement; Gray: Practice with Feedback)&#10;&#10;Text:&#10;Attending: Learning requires attending to the most important content.&#10;&#10;Prior Knowledge: Learning builds on prior knowledge.&#10;&#10;Avoiding Overload: Too much information at once can interfere with learning.&#10;&#10;Cognitive Engagement: Learning requires cognitive engagement and should be effortful.&#10;&#10;Practice with Feedback:&#10;Practice and feedback are essential to move ideas permanently into long-term memory.">
            <a:extLst>
              <a:ext uri="{FF2B5EF4-FFF2-40B4-BE49-F238E27FC236}">
                <a16:creationId xmlns:a16="http://schemas.microsoft.com/office/drawing/2014/main" id="{703B0CA5-29FE-97A2-CA3F-A76BD72E2774}"/>
              </a:ext>
            </a:extLst>
          </p:cNvPr>
          <p:cNvGrpSpPr/>
          <p:nvPr/>
        </p:nvGrpSpPr>
        <p:grpSpPr>
          <a:xfrm>
            <a:off x="681682" y="1707527"/>
            <a:ext cx="10526676" cy="4301565"/>
            <a:chOff x="681682" y="1707527"/>
            <a:chExt cx="10526676" cy="4301565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BB885A39-507A-45EE-9196-F8F61826FB9C}"/>
                </a:ext>
              </a:extLst>
            </p:cNvPr>
            <p:cNvSpPr/>
            <p:nvPr/>
          </p:nvSpPr>
          <p:spPr>
            <a:xfrm>
              <a:off x="681682" y="2095178"/>
              <a:ext cx="2809341" cy="56716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Attending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0A34B0B-CB57-4F4B-98FF-B76DA4F1326F}"/>
                </a:ext>
              </a:extLst>
            </p:cNvPr>
            <p:cNvSpPr txBox="1"/>
            <p:nvPr/>
          </p:nvSpPr>
          <p:spPr>
            <a:xfrm>
              <a:off x="681682" y="1737314"/>
              <a:ext cx="19180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/>
                  <a:ea typeface="Calibri" panose="020F0502020204030204" pitchFamily="34" charset="0"/>
                  <a:cs typeface="Times New Roman"/>
                </a:rPr>
                <a:t>Principle 1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8594BF-215F-4968-BE88-0831802F07B5}"/>
                </a:ext>
              </a:extLst>
            </p:cNvPr>
            <p:cNvSpPr txBox="1"/>
            <p:nvPr/>
          </p:nvSpPr>
          <p:spPr>
            <a:xfrm>
              <a:off x="681682" y="2766369"/>
              <a:ext cx="3002736" cy="76944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Learning requires attending to the most important content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20AE0D8-3369-446D-8619-05D71A300E5D}"/>
                </a:ext>
              </a:extLst>
            </p:cNvPr>
            <p:cNvSpPr/>
            <p:nvPr/>
          </p:nvSpPr>
          <p:spPr>
            <a:xfrm>
              <a:off x="2558558" y="4229389"/>
              <a:ext cx="2809341" cy="567160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Cognitive Engagement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0A430C-81BB-481D-81D2-2D5CA5063D67}"/>
                </a:ext>
              </a:extLst>
            </p:cNvPr>
            <p:cNvSpPr txBox="1"/>
            <p:nvPr/>
          </p:nvSpPr>
          <p:spPr>
            <a:xfrm>
              <a:off x="4400644" y="1707527"/>
              <a:ext cx="19180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/>
                  <a:ea typeface="Calibri" panose="020F0502020204030204" pitchFamily="34" charset="0"/>
                  <a:cs typeface="Times New Roman"/>
                </a:rPr>
                <a:t>Principle 2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4DBDCB-3A3C-4F9F-BE48-C8B10F45BE83}"/>
                </a:ext>
              </a:extLst>
            </p:cNvPr>
            <p:cNvSpPr txBox="1"/>
            <p:nvPr/>
          </p:nvSpPr>
          <p:spPr>
            <a:xfrm>
              <a:off x="2558558" y="4900580"/>
              <a:ext cx="3002736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Learning requires cognitive engagement and should be effortful.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C4369FC-BE26-42ED-BF07-FCDED6C6E5DB}"/>
                </a:ext>
              </a:extLst>
            </p:cNvPr>
            <p:cNvSpPr/>
            <p:nvPr/>
          </p:nvSpPr>
          <p:spPr>
            <a:xfrm>
              <a:off x="4474837" y="2089404"/>
              <a:ext cx="2809341" cy="56716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Prior Knowledge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85F8674-35C6-4E0D-B4E1-BC91DEFDE9EE}"/>
                </a:ext>
              </a:extLst>
            </p:cNvPr>
            <p:cNvSpPr txBox="1"/>
            <p:nvPr/>
          </p:nvSpPr>
          <p:spPr>
            <a:xfrm>
              <a:off x="8175429" y="1719841"/>
              <a:ext cx="19180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/>
                  <a:ea typeface="Calibri" panose="020F0502020204030204" pitchFamily="34" charset="0"/>
                  <a:cs typeface="Times New Roman"/>
                </a:rPr>
                <a:t>Principle 3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F8A83E4-6B1C-4802-A847-9A43E7EF3575}"/>
                </a:ext>
              </a:extLst>
            </p:cNvPr>
            <p:cNvSpPr txBox="1"/>
            <p:nvPr/>
          </p:nvSpPr>
          <p:spPr>
            <a:xfrm>
              <a:off x="4474837" y="2760595"/>
              <a:ext cx="3002736" cy="5847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Learning builds on prior knowledge.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2A3E8E6-1F7C-4312-A94D-33E5D8E775AF}"/>
                </a:ext>
              </a:extLst>
            </p:cNvPr>
            <p:cNvSpPr/>
            <p:nvPr/>
          </p:nvSpPr>
          <p:spPr>
            <a:xfrm>
              <a:off x="6711128" y="4260683"/>
              <a:ext cx="2809341" cy="56716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Practice with Feedback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0CA7FF1-C83B-462B-B19D-BC77285B711A}"/>
                </a:ext>
              </a:extLst>
            </p:cNvPr>
            <p:cNvSpPr txBox="1"/>
            <p:nvPr/>
          </p:nvSpPr>
          <p:spPr>
            <a:xfrm>
              <a:off x="2482554" y="3639841"/>
              <a:ext cx="19180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/>
                  <a:ea typeface="Calibri" panose="020F0502020204030204" pitchFamily="34" charset="0"/>
                  <a:cs typeface="Times New Roman"/>
                </a:rPr>
                <a:t>Principle 4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597D05-3955-40B3-AF4E-99CFBA7C4623}"/>
                </a:ext>
              </a:extLst>
            </p:cNvPr>
            <p:cNvSpPr txBox="1"/>
            <p:nvPr/>
          </p:nvSpPr>
          <p:spPr>
            <a:xfrm>
              <a:off x="6711128" y="4931874"/>
              <a:ext cx="3002736" cy="107721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Practice and feedback are essential to move ideas permanently into long-term memory.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3043B92-E3FD-472C-8091-673A2CC07D07}"/>
                </a:ext>
              </a:extLst>
            </p:cNvPr>
            <p:cNvSpPr/>
            <p:nvPr/>
          </p:nvSpPr>
          <p:spPr>
            <a:xfrm>
              <a:off x="8205622" y="2098139"/>
              <a:ext cx="2809341" cy="56716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Avoiding Overload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8E6F118-C533-423F-821E-C74599E7B5BD}"/>
                </a:ext>
              </a:extLst>
            </p:cNvPr>
            <p:cNvSpPr txBox="1"/>
            <p:nvPr/>
          </p:nvSpPr>
          <p:spPr>
            <a:xfrm>
              <a:off x="8205622" y="2769330"/>
              <a:ext cx="3002736" cy="5847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Too much information at once can interfere with learning. 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Times New Roman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F5F9617-20C4-4ECD-AD0A-793BE7FFD026}"/>
                </a:ext>
              </a:extLst>
            </p:cNvPr>
            <p:cNvSpPr txBox="1"/>
            <p:nvPr/>
          </p:nvSpPr>
          <p:spPr>
            <a:xfrm>
              <a:off x="6680935" y="3784477"/>
              <a:ext cx="19180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/>
                  <a:ea typeface="Calibri" panose="020F0502020204030204" pitchFamily="34" charset="0"/>
                  <a:cs typeface="Times New Roman"/>
                </a:rPr>
                <a:t>Principle 5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1095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97569-997E-471A-D511-C6DD5605A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9" y="56223"/>
            <a:ext cx="10515600" cy="1325563"/>
          </a:xfrm>
        </p:spPr>
        <p:txBody>
          <a:bodyPr/>
          <a:lstStyle/>
          <a:p>
            <a:r>
              <a:rPr lang="en-US" dirty="0"/>
              <a:t>The Simple Memory Model</a:t>
            </a:r>
          </a:p>
        </p:txBody>
      </p:sp>
      <p:grpSp>
        <p:nvGrpSpPr>
          <p:cNvPr id="6" name="Group 5" descr="Science of Learning diagram for &quot;Remembering.&quot;&#10;The text reads: &#10;Stored information that can be retrieved even after long periods of inactivity.&#10;&#10;The image is of a cluster of blue circles  that represent the environment. One of them is circled in red and is the one that the outline of a human head is looking at. Inside the outline of the human head is a blue circle with the words &quot;Working Memory.&quot; Additionally, there is an arched arrow starting at the eyes and going approximately 1/4 of the way up the head that says &quot;Learning.&quot; Next to the learning arrow there are two dotted lines that create a v shape pointing to the center of the head. Inside this v shape are the words &quot;Long-term Memory.&quot; On the back of the head is an arrow from long term memory, with the word &quot;Remembering.&quot; From the &quot;Working Memory&quot; circle in the center of the head, there is a dotted arrow to the word Forgetting.">
            <a:extLst>
              <a:ext uri="{FF2B5EF4-FFF2-40B4-BE49-F238E27FC236}">
                <a16:creationId xmlns:a16="http://schemas.microsoft.com/office/drawing/2014/main" id="{720C6592-9F69-40AB-8494-2C1CE9F7610E}"/>
              </a:ext>
            </a:extLst>
          </p:cNvPr>
          <p:cNvGrpSpPr/>
          <p:nvPr/>
        </p:nvGrpSpPr>
        <p:grpSpPr>
          <a:xfrm>
            <a:off x="556756" y="775256"/>
            <a:ext cx="11078488" cy="5591020"/>
            <a:chOff x="678849" y="907265"/>
            <a:chExt cx="11078488" cy="5591020"/>
          </a:xfrm>
        </p:grpSpPr>
        <p:sp>
          <p:nvSpPr>
            <p:cNvPr id="7" name="L-Shape 6">
              <a:extLst>
                <a:ext uri="{FF2B5EF4-FFF2-40B4-BE49-F238E27FC236}">
                  <a16:creationId xmlns:a16="http://schemas.microsoft.com/office/drawing/2014/main" id="{F2F42BFC-4365-4A84-91ED-615A9F6980FA}"/>
                </a:ext>
              </a:extLst>
            </p:cNvPr>
            <p:cNvSpPr/>
            <p:nvPr/>
          </p:nvSpPr>
          <p:spPr>
            <a:xfrm rot="5400000">
              <a:off x="664709" y="2289228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L-Shape 7">
              <a:extLst>
                <a:ext uri="{FF2B5EF4-FFF2-40B4-BE49-F238E27FC236}">
                  <a16:creationId xmlns:a16="http://schemas.microsoft.com/office/drawing/2014/main" id="{B43BA240-EE06-444B-B08C-FCB11BF97B0C}"/>
                </a:ext>
              </a:extLst>
            </p:cNvPr>
            <p:cNvSpPr/>
            <p:nvPr/>
          </p:nvSpPr>
          <p:spPr>
            <a:xfrm>
              <a:off x="704342" y="4960405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L-Shape 8">
              <a:extLst>
                <a:ext uri="{FF2B5EF4-FFF2-40B4-BE49-F238E27FC236}">
                  <a16:creationId xmlns:a16="http://schemas.microsoft.com/office/drawing/2014/main" id="{8D0A8961-8358-4C6D-BCCA-B9A6BA2EC19B}"/>
                </a:ext>
              </a:extLst>
            </p:cNvPr>
            <p:cNvSpPr/>
            <p:nvPr/>
          </p:nvSpPr>
          <p:spPr>
            <a:xfrm rot="10800000">
              <a:off x="3754619" y="2275088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L-Shape 9">
              <a:extLst>
                <a:ext uri="{FF2B5EF4-FFF2-40B4-BE49-F238E27FC236}">
                  <a16:creationId xmlns:a16="http://schemas.microsoft.com/office/drawing/2014/main" id="{75922F3C-23D4-463D-BE79-9D864089F8EC}"/>
                </a:ext>
              </a:extLst>
            </p:cNvPr>
            <p:cNvSpPr/>
            <p:nvPr/>
          </p:nvSpPr>
          <p:spPr>
            <a:xfrm rot="16200000">
              <a:off x="3774338" y="4946265"/>
              <a:ext cx="546754" cy="518474"/>
            </a:xfrm>
            <a:prstGeom prst="corner">
              <a:avLst>
                <a:gd name="adj1" fmla="val 31818"/>
                <a:gd name="adj2" fmla="val 30000"/>
              </a:avLst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6310DD-E479-4033-A774-819F3F1D9021}"/>
                </a:ext>
              </a:extLst>
            </p:cNvPr>
            <p:cNvSpPr/>
            <p:nvPr/>
          </p:nvSpPr>
          <p:spPr>
            <a:xfrm>
              <a:off x="3120390" y="3017520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2B781AB-D251-44C3-9D07-3DC0DD714E1D}"/>
                </a:ext>
              </a:extLst>
            </p:cNvPr>
            <p:cNvSpPr/>
            <p:nvPr/>
          </p:nvSpPr>
          <p:spPr>
            <a:xfrm>
              <a:off x="2541270" y="3291949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9512CF2-851A-4F86-8965-A88C65E3325E}"/>
                </a:ext>
              </a:extLst>
            </p:cNvPr>
            <p:cNvSpPr/>
            <p:nvPr/>
          </p:nvSpPr>
          <p:spPr>
            <a:xfrm>
              <a:off x="3036570" y="3766046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A9CD217-B85A-413E-8D72-845BA0802BB9}"/>
                </a:ext>
              </a:extLst>
            </p:cNvPr>
            <p:cNvSpPr/>
            <p:nvPr/>
          </p:nvSpPr>
          <p:spPr>
            <a:xfrm>
              <a:off x="1769988" y="2964012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7582D81-AD88-4CA9-80A2-5DF84D3BBB0E}"/>
                </a:ext>
              </a:extLst>
            </p:cNvPr>
            <p:cNvSpPr/>
            <p:nvPr/>
          </p:nvSpPr>
          <p:spPr>
            <a:xfrm>
              <a:off x="1190868" y="3238441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29D648A-9337-42CA-8CA2-429373F73796}"/>
                </a:ext>
              </a:extLst>
            </p:cNvPr>
            <p:cNvSpPr/>
            <p:nvPr/>
          </p:nvSpPr>
          <p:spPr>
            <a:xfrm>
              <a:off x="1686168" y="3712538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4DBCFC1-A8F8-48C5-8894-57AEC701A7AB}"/>
                </a:ext>
              </a:extLst>
            </p:cNvPr>
            <p:cNvSpPr/>
            <p:nvPr/>
          </p:nvSpPr>
          <p:spPr>
            <a:xfrm>
              <a:off x="2769870" y="420060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1E1D35B-7A2E-4961-94DB-0DABD539A734}"/>
                </a:ext>
              </a:extLst>
            </p:cNvPr>
            <p:cNvSpPr/>
            <p:nvPr/>
          </p:nvSpPr>
          <p:spPr>
            <a:xfrm>
              <a:off x="2190750" y="4475033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4B782AD-B648-4A45-8E62-ABA746245688}"/>
                </a:ext>
              </a:extLst>
            </p:cNvPr>
            <p:cNvSpPr/>
            <p:nvPr/>
          </p:nvSpPr>
          <p:spPr>
            <a:xfrm>
              <a:off x="2686050" y="4949130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11BC7A-99AB-431C-B2E7-EBF45A436358}"/>
                </a:ext>
              </a:extLst>
            </p:cNvPr>
            <p:cNvSpPr/>
            <p:nvPr/>
          </p:nvSpPr>
          <p:spPr>
            <a:xfrm>
              <a:off x="1859460" y="420060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A3386D3-D21A-4D47-8267-040C2963DD6C}"/>
                </a:ext>
              </a:extLst>
            </p:cNvPr>
            <p:cNvSpPr/>
            <p:nvPr/>
          </p:nvSpPr>
          <p:spPr>
            <a:xfrm>
              <a:off x="1280340" y="4475033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73D1EEE-ADFC-4C91-BDD8-1BAD58C425E4}"/>
                </a:ext>
              </a:extLst>
            </p:cNvPr>
            <p:cNvSpPr/>
            <p:nvPr/>
          </p:nvSpPr>
          <p:spPr>
            <a:xfrm>
              <a:off x="1775640" y="4949130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0428E80-EA70-4C7B-BED3-2039010D8E83}"/>
                </a:ext>
              </a:extLst>
            </p:cNvPr>
            <p:cNvSpPr/>
            <p:nvPr/>
          </p:nvSpPr>
          <p:spPr>
            <a:xfrm>
              <a:off x="2914650" y="2428796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D76D851-AAF6-4DF2-9288-3AE37F30F37E}"/>
                </a:ext>
              </a:extLst>
            </p:cNvPr>
            <p:cNvSpPr/>
            <p:nvPr/>
          </p:nvSpPr>
          <p:spPr>
            <a:xfrm>
              <a:off x="2335530" y="2703225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2F0FF3B-1B9D-4C2B-8373-BE9F0AAB3C6D}"/>
                </a:ext>
              </a:extLst>
            </p:cNvPr>
            <p:cNvSpPr/>
            <p:nvPr/>
          </p:nvSpPr>
          <p:spPr>
            <a:xfrm>
              <a:off x="2830830" y="3177322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4F86B1B-480E-4FD3-9E17-B5CC2ECD4D2C}"/>
                </a:ext>
              </a:extLst>
            </p:cNvPr>
            <p:cNvSpPr/>
            <p:nvPr/>
          </p:nvSpPr>
          <p:spPr>
            <a:xfrm>
              <a:off x="1717426" y="2593242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663A6A3-6EFE-4CBD-ACA1-46CDE5689C71}"/>
                </a:ext>
              </a:extLst>
            </p:cNvPr>
            <p:cNvSpPr/>
            <p:nvPr/>
          </p:nvSpPr>
          <p:spPr>
            <a:xfrm>
              <a:off x="1138306" y="2867671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FDE51F6-FAAD-4445-BE74-E7E71E4DF348}"/>
                </a:ext>
              </a:extLst>
            </p:cNvPr>
            <p:cNvSpPr/>
            <p:nvPr/>
          </p:nvSpPr>
          <p:spPr>
            <a:xfrm>
              <a:off x="1633606" y="3341768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4EE365E-AED2-4C3F-B961-1915B1FC7C12}"/>
                </a:ext>
              </a:extLst>
            </p:cNvPr>
            <p:cNvSpPr/>
            <p:nvPr/>
          </p:nvSpPr>
          <p:spPr>
            <a:xfrm>
              <a:off x="2361369" y="3651746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1F7EF14-D4B5-446B-B266-02BC2D234D58}"/>
                </a:ext>
              </a:extLst>
            </p:cNvPr>
            <p:cNvSpPr/>
            <p:nvPr/>
          </p:nvSpPr>
          <p:spPr>
            <a:xfrm>
              <a:off x="3663072" y="333827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0E2BFC4-EC43-436D-A86F-EAD47BE828DB}"/>
                </a:ext>
              </a:extLst>
            </p:cNvPr>
            <p:cNvSpPr/>
            <p:nvPr/>
          </p:nvSpPr>
          <p:spPr>
            <a:xfrm>
              <a:off x="3565980" y="4086304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5F8C166-A70B-4C7D-BE8C-6A97373DB0DA}"/>
                </a:ext>
              </a:extLst>
            </p:cNvPr>
            <p:cNvSpPr/>
            <p:nvPr/>
          </p:nvSpPr>
          <p:spPr>
            <a:xfrm>
              <a:off x="3348990" y="4846105"/>
              <a:ext cx="228600" cy="22860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6E202B6-80C2-4253-96E0-ED5B3F766054}"/>
                </a:ext>
              </a:extLst>
            </p:cNvPr>
            <p:cNvSpPr/>
            <p:nvPr/>
          </p:nvSpPr>
          <p:spPr>
            <a:xfrm>
              <a:off x="2915163" y="3640479"/>
              <a:ext cx="484632" cy="479733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BA01592-38DF-4CB8-B7EB-E7EF30AD29CF}"/>
                </a:ext>
              </a:extLst>
            </p:cNvPr>
            <p:cNvCxnSpPr>
              <a:cxnSpLocks/>
              <a:stCxn id="33" idx="6"/>
            </p:cNvCxnSpPr>
            <p:nvPr/>
          </p:nvCxnSpPr>
          <p:spPr>
            <a:xfrm flipV="1">
              <a:off x="3399795" y="3872484"/>
              <a:ext cx="3403261" cy="7862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17442CF-AB2B-4FB8-85A7-5DDB81DE50EE}"/>
                </a:ext>
              </a:extLst>
            </p:cNvPr>
            <p:cNvSpPr txBox="1"/>
            <p:nvPr/>
          </p:nvSpPr>
          <p:spPr>
            <a:xfrm>
              <a:off x="4587623" y="3330255"/>
              <a:ext cx="1825725" cy="95410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Attention</a:t>
              </a:r>
              <a:b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</a:b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AEC2C4A-41F0-4AC8-9E83-F8D77FCD7348}"/>
                </a:ext>
              </a:extLst>
            </p:cNvPr>
            <p:cNvCxnSpPr>
              <a:cxnSpLocks/>
            </p:cNvCxnSpPr>
            <p:nvPr/>
          </p:nvCxnSpPr>
          <p:spPr>
            <a:xfrm>
              <a:off x="5917495" y="1039095"/>
              <a:ext cx="1650351" cy="1706676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6356929-7DA8-4DF3-948D-B39D1004B5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89912" y="907265"/>
              <a:ext cx="1628294" cy="1838506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3A072E7-9655-43B9-81E6-B175B8EEA906}"/>
                </a:ext>
              </a:extLst>
            </p:cNvPr>
            <p:cNvGrpSpPr/>
            <p:nvPr/>
          </p:nvGrpSpPr>
          <p:grpSpPr>
            <a:xfrm>
              <a:off x="6055816" y="2360122"/>
              <a:ext cx="4034004" cy="4138163"/>
              <a:chOff x="6109966" y="2051130"/>
              <a:chExt cx="4034004" cy="4138163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3BDD0AAD-18CA-4159-BBDF-292C1CE0AC04}"/>
                  </a:ext>
                </a:extLst>
              </p:cNvPr>
              <p:cNvGrpSpPr/>
              <p:nvPr/>
            </p:nvGrpSpPr>
            <p:grpSpPr>
              <a:xfrm>
                <a:off x="6109966" y="2051130"/>
                <a:ext cx="4034004" cy="4138163"/>
                <a:chOff x="5967246" y="2131522"/>
                <a:chExt cx="4034004" cy="4138163"/>
              </a:xfrm>
            </p:grpSpPr>
            <p:pic>
              <p:nvPicPr>
                <p:cNvPr id="52" name="Graphic 51" descr="Head with gears outline">
                  <a:extLst>
                    <a:ext uri="{FF2B5EF4-FFF2-40B4-BE49-F238E27FC236}">
                      <a16:creationId xmlns:a16="http://schemas.microsoft.com/office/drawing/2014/main" id="{F588DF70-1452-4C26-A655-AC669C70BA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967246" y="2131522"/>
                  <a:ext cx="4034004" cy="4138163"/>
                </a:xfrm>
                <a:prstGeom prst="rect">
                  <a:avLst/>
                </a:prstGeom>
              </p:spPr>
            </p:pic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25AFDFF2-31B7-4AF7-B76A-AC16C887ED74}"/>
                    </a:ext>
                  </a:extLst>
                </p:cNvPr>
                <p:cNvGrpSpPr/>
                <p:nvPr/>
              </p:nvGrpSpPr>
              <p:grpSpPr>
                <a:xfrm>
                  <a:off x="7267125" y="2617360"/>
                  <a:ext cx="1796850" cy="2222440"/>
                  <a:chOff x="7267125" y="2617360"/>
                  <a:chExt cx="1796850" cy="2222440"/>
                </a:xfrm>
              </p:grpSpPr>
              <p:sp>
                <p:nvSpPr>
                  <p:cNvPr id="54" name="Oval 53">
                    <a:extLst>
                      <a:ext uri="{FF2B5EF4-FFF2-40B4-BE49-F238E27FC236}">
                        <a16:creationId xmlns:a16="http://schemas.microsoft.com/office/drawing/2014/main" id="{D5866E07-763D-4517-8399-4FAFFD55F631}"/>
                      </a:ext>
                    </a:extLst>
                  </p:cNvPr>
                  <p:cNvSpPr/>
                  <p:nvPr/>
                </p:nvSpPr>
                <p:spPr>
                  <a:xfrm>
                    <a:off x="7267125" y="2617360"/>
                    <a:ext cx="1577955" cy="204623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1C28B293-228D-4A6D-A790-8C7EEA5EB996}"/>
                      </a:ext>
                    </a:extLst>
                  </p:cNvPr>
                  <p:cNvSpPr/>
                  <p:nvPr/>
                </p:nvSpPr>
                <p:spPr>
                  <a:xfrm>
                    <a:off x="7486020" y="2793563"/>
                    <a:ext cx="1577955" cy="204623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45CBBBD-6A80-41EF-8D32-190B5EEDD983}"/>
                  </a:ext>
                </a:extLst>
              </p:cNvPr>
              <p:cNvSpPr/>
              <p:nvPr/>
            </p:nvSpPr>
            <p:spPr>
              <a:xfrm>
                <a:off x="7321713" y="3520549"/>
                <a:ext cx="180899" cy="186883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2988EF6-6F1F-4E93-B157-1E9F010DD1E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62592" y="3082814"/>
                <a:ext cx="1137863" cy="1137863"/>
              </a:xfrm>
              <a:prstGeom prst="ellipse">
                <a:avLst/>
              </a:prstGeom>
              <a:noFill/>
              <a:ln w="317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9EB7A82-F5CD-436E-8A9D-1942253536B9}"/>
                  </a:ext>
                </a:extLst>
              </p:cNvPr>
              <p:cNvSpPr txBox="1"/>
              <p:nvPr/>
            </p:nvSpPr>
            <p:spPr>
              <a:xfrm>
                <a:off x="7825005" y="3359186"/>
                <a:ext cx="1825725" cy="93102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50000"/>
                      </a:srgbClr>
                    </a:solidFill>
                    <a:effectLst/>
                    <a:uLnTx/>
                    <a:uFillTx/>
                    <a:latin typeface="Avenir Next LT Pro" panose="020B0504020202020204" pitchFamily="34" charset="0"/>
                    <a:ea typeface="+mn-ea"/>
                    <a:cs typeface="+mn-cs"/>
                  </a:rPr>
                  <a:t>Working Memory</a:t>
                </a:r>
                <a:b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50000"/>
                      </a:srgbClr>
                    </a:solidFill>
                    <a:effectLst/>
                    <a:uLnTx/>
                    <a:uFillTx/>
                    <a:latin typeface="Avenir Next LT Pro" panose="020B0504020202020204" pitchFamily="34" charset="0"/>
                    <a:ea typeface="+mn-ea"/>
                    <a:cs typeface="+mn-cs"/>
                  </a:rPr>
                </a:b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4DFA4A9A-21BB-4D40-B08A-A481697F9424}"/>
                </a:ext>
              </a:extLst>
            </p:cNvPr>
            <p:cNvSpPr>
              <a:spLocks noChangeAspect="1"/>
            </p:cNvSpPr>
            <p:nvPr/>
          </p:nvSpPr>
          <p:spPr>
            <a:xfrm rot="13009140">
              <a:off x="6285903" y="1286736"/>
              <a:ext cx="2803762" cy="2808813"/>
            </a:xfrm>
            <a:prstGeom prst="arc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252F4E5-B121-4ED7-A0E1-126C14A9FAD6}"/>
                </a:ext>
              </a:extLst>
            </p:cNvPr>
            <p:cNvSpPr txBox="1"/>
            <p:nvPr/>
          </p:nvSpPr>
          <p:spPr>
            <a:xfrm>
              <a:off x="1614512" y="5336808"/>
              <a:ext cx="1785283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Environment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  <a:p>
              <a:pPr marL="571500" marR="0" lvl="0" indent="-57150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EDA7F7F-A2E9-4E9F-9164-47FCF4968BD3}"/>
                </a:ext>
              </a:extLst>
            </p:cNvPr>
            <p:cNvSpPr txBox="1"/>
            <p:nvPr/>
          </p:nvSpPr>
          <p:spPr>
            <a:xfrm>
              <a:off x="7450704" y="1100898"/>
              <a:ext cx="1825725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Long-Term Memory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A17C9320-FB03-415F-807E-D82163D5AA18}"/>
                </a:ext>
              </a:extLst>
            </p:cNvPr>
            <p:cNvSpPr>
              <a:spLocks noChangeAspect="1"/>
            </p:cNvSpPr>
            <p:nvPr/>
          </p:nvSpPr>
          <p:spPr>
            <a:xfrm rot="3408707">
              <a:off x="7488032" y="1204692"/>
              <a:ext cx="2803762" cy="2808813"/>
            </a:xfrm>
            <a:prstGeom prst="arc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7180CBF-7203-434F-A9BE-C704C12D9875}"/>
                </a:ext>
              </a:extLst>
            </p:cNvPr>
            <p:cNvSpPr txBox="1"/>
            <p:nvPr/>
          </p:nvSpPr>
          <p:spPr>
            <a:xfrm rot="18976917">
              <a:off x="5114897" y="2281689"/>
              <a:ext cx="1825725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Learning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B32A896-567A-4A74-AE01-C3BC1B8844E4}"/>
                </a:ext>
              </a:extLst>
            </p:cNvPr>
            <p:cNvCxnSpPr>
              <a:cxnSpLocks/>
            </p:cNvCxnSpPr>
            <p:nvPr/>
          </p:nvCxnSpPr>
          <p:spPr>
            <a:xfrm>
              <a:off x="8721257" y="4148034"/>
              <a:ext cx="1695103" cy="1542221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2EAE0B9-7333-4588-B8C6-CE3BAC041A4A}"/>
                </a:ext>
              </a:extLst>
            </p:cNvPr>
            <p:cNvSpPr txBox="1"/>
            <p:nvPr/>
          </p:nvSpPr>
          <p:spPr>
            <a:xfrm rot="18976917">
              <a:off x="9750950" y="5475853"/>
              <a:ext cx="1825725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Forgetting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87E7182-EB6E-47B7-9970-16CA0432C761}"/>
                </a:ext>
              </a:extLst>
            </p:cNvPr>
            <p:cNvCxnSpPr>
              <a:cxnSpLocks/>
            </p:cNvCxnSpPr>
            <p:nvPr/>
          </p:nvCxnSpPr>
          <p:spPr>
            <a:xfrm>
              <a:off x="10543086" y="966453"/>
              <a:ext cx="44582" cy="4512426"/>
            </a:xfrm>
            <a:prstGeom prst="straightConnector1">
              <a:avLst/>
            </a:prstGeom>
            <a:ln w="34925">
              <a:solidFill>
                <a:srgbClr val="00206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D31A877-0885-418F-B256-1A337652244B}"/>
                </a:ext>
              </a:extLst>
            </p:cNvPr>
            <p:cNvSpPr txBox="1"/>
            <p:nvPr/>
          </p:nvSpPr>
          <p:spPr>
            <a:xfrm rot="18976917">
              <a:off x="9062369" y="2100074"/>
              <a:ext cx="269496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Remembering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7F9BC-F338-4F3F-A909-66F529BF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957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04FEE-56D6-4EAA-AE75-8EEEB9094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B147D-4910-443F-8D66-0EABD00C3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dirty="0"/>
              <a:t>Overload: </a:t>
            </a:r>
            <a:r>
              <a:rPr lang="en-US" sz="3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situation in which the demands placed on a person by mental work (cognitive load) are greater than the person's mental abilities can cope with</a:t>
            </a: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Sequencing: </a:t>
            </a:r>
            <a:r>
              <a:rPr lang="en-US" sz="3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effective ordering of academic content to support students' understanding of a topic; sequencing also relies on building on prior knowledge to ensure that there are not gaps in student learning</a:t>
            </a: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Scaffolding: </a:t>
            </a:r>
            <a:r>
              <a:rPr lang="en-US" sz="3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Structured supports offered to students by the teacher to help students attain a strong command of a new skill and/or concept</a:t>
            </a:r>
            <a:endParaRPr lang="en-US" sz="3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7F9BC-F338-4F3F-A909-66F529BF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14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04FEE-56D6-4EAA-AE75-8EEEB9094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B147D-4910-443F-8D66-0EABD00C3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Cognitive Load: </a:t>
            </a:r>
            <a:r>
              <a:rPr lang="en-US" sz="2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The relative demand imposed by a particular task in terms of mental resources required (also called “mental load” or “mental workload”)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Worked Examples: 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Step-by-step demonstrations of how to perform a task or solve a problem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7F9BC-F338-4F3F-A909-66F529BF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4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9E52-0A17-4095-B630-BE5ACF14C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2C946-B2C5-4E9A-925F-D645AD2F3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your Student Guide, determine whether the scenarios listed in the table demonstrate an example of sequencing or scaffolding. </a:t>
            </a:r>
          </a:p>
          <a:p>
            <a:pPr marL="0" indent="0">
              <a:buNone/>
            </a:pPr>
            <a:r>
              <a:rPr lang="en-US" dirty="0"/>
              <a:t>Then, explain how the activity helps students to avoid overload.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B352E-94DD-4230-AE85-655F17FF1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A4456-6D77-4237-8218-40872579093E}" type="datetime1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B9FA59-3778-47E3-A162-64FEFAF3C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702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351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Avenir Next LT Pro</vt:lpstr>
      <vt:lpstr>Calibri</vt:lpstr>
      <vt:lpstr>Calibri Light</vt:lpstr>
      <vt:lpstr>Office Theme</vt:lpstr>
      <vt:lpstr>1_Office Theme</vt:lpstr>
      <vt:lpstr>Instructional Practices| Unit 4: The Science of Learning| Lesson 4.07</vt:lpstr>
      <vt:lpstr>TEKS Standards &amp; Objective</vt:lpstr>
      <vt:lpstr>Bellringer</vt:lpstr>
      <vt:lpstr>Five Principles for Teaching based on the Science of Learning  </vt:lpstr>
      <vt:lpstr>The Simple Memory Model</vt:lpstr>
      <vt:lpstr>Vocabulary</vt:lpstr>
      <vt:lpstr>Vocabulary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4.07: Avoiding Overload | Too Much Information Can Interfere with Learning</dc:title>
  <dc:subject>Lesson 4.07: Avoiding Overload | Too Much Information Can Interfere with Learning</dc:subject>
  <dc:creator>Texas Education Agency</dc:creator>
  <cp:lastModifiedBy>London White</cp:lastModifiedBy>
  <cp:revision>9</cp:revision>
  <dcterms:created xsi:type="dcterms:W3CDTF">2022-05-09T19:40:20Z</dcterms:created>
  <dcterms:modified xsi:type="dcterms:W3CDTF">2023-08-31T03:05:10Z</dcterms:modified>
</cp:coreProperties>
</file>
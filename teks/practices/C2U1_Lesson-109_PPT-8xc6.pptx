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58" r:id="rId4"/>
    <p:sldId id="261" r:id="rId5"/>
    <p:sldId id="264"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1C3A8D-A1E9-4B1C-8841-DFF1C26D1452}" v="1" dt="2023-08-31T01:06:46.0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6A531146-25B0-4F02-8BD4-70B760CBD788}"/>
    <pc:docChg chg="custSel modSld">
      <pc:chgData name="White, Whitney" userId="65f39021-2f1d-4d8b-87dc-b123826f65bf" providerId="ADAL" clId="{6A531146-25B0-4F02-8BD4-70B760CBD788}" dt="2022-07-28T02:43:23.884" v="111" actId="20577"/>
      <pc:docMkLst>
        <pc:docMk/>
      </pc:docMkLst>
      <pc:sldChg chg="modSp mod">
        <pc:chgData name="White, Whitney" userId="65f39021-2f1d-4d8b-87dc-b123826f65bf" providerId="ADAL" clId="{6A531146-25B0-4F02-8BD4-70B760CBD788}" dt="2022-07-28T02:43:23.884" v="111" actId="20577"/>
        <pc:sldMkLst>
          <pc:docMk/>
          <pc:sldMk cId="1482277026" sldId="256"/>
        </pc:sldMkLst>
        <pc:spChg chg="mod">
          <ac:chgData name="White, Whitney" userId="65f39021-2f1d-4d8b-87dc-b123826f65bf" providerId="ADAL" clId="{6A531146-25B0-4F02-8BD4-70B760CBD788}" dt="2022-07-28T02:43:23.884" v="111" actId="20577"/>
          <ac:spMkLst>
            <pc:docMk/>
            <pc:sldMk cId="1482277026" sldId="256"/>
            <ac:spMk id="2" creationId="{BFFCF5BD-F8FF-4A67-A8B6-EBB21E79279B}"/>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8F5BBB71-CAA6-4D91-A37F-1CA44C66C952}"/>
    <pc:docChg chg="custSel delSld modSld">
      <pc:chgData name="White, Whitney" userId="65f39021-2f1d-4d8b-87dc-b123826f65bf" providerId="ADAL" clId="{8F5BBB71-CAA6-4D91-A37F-1CA44C66C952}" dt="2022-07-29T05:00:49.874" v="301" actId="20577"/>
      <pc:docMkLst>
        <pc:docMk/>
      </pc:docMkLst>
      <pc:sldChg chg="modSp mod">
        <pc:chgData name="White, Whitney" userId="65f39021-2f1d-4d8b-87dc-b123826f65bf" providerId="ADAL" clId="{8F5BBB71-CAA6-4D91-A37F-1CA44C66C952}" dt="2022-07-29T05:00:49.874" v="301" actId="20577"/>
        <pc:sldMkLst>
          <pc:docMk/>
          <pc:sldMk cId="1482277026" sldId="256"/>
        </pc:sldMkLst>
        <pc:spChg chg="mod">
          <ac:chgData name="White, Whitney" userId="65f39021-2f1d-4d8b-87dc-b123826f65bf" providerId="ADAL" clId="{8F5BBB71-CAA6-4D91-A37F-1CA44C66C952}" dt="2022-07-29T05:00:35.189" v="261" actId="20577"/>
          <ac:spMkLst>
            <pc:docMk/>
            <pc:sldMk cId="1482277026" sldId="256"/>
            <ac:spMk id="2" creationId="{BFFCF5BD-F8FF-4A67-A8B6-EBB21E79279B}"/>
          </ac:spMkLst>
        </pc:spChg>
        <pc:spChg chg="mod">
          <ac:chgData name="White, Whitney" userId="65f39021-2f1d-4d8b-87dc-b123826f65bf" providerId="ADAL" clId="{8F5BBB71-CAA6-4D91-A37F-1CA44C66C952}" dt="2022-07-29T05:00:49.874" v="301" actId="20577"/>
          <ac:spMkLst>
            <pc:docMk/>
            <pc:sldMk cId="1482277026" sldId="256"/>
            <ac:spMk id="3" creationId="{E0FBD98F-3A67-498E-8174-652040DD7B60}"/>
          </ac:spMkLst>
        </pc:spChg>
      </pc:sldChg>
      <pc:sldChg chg="modSp mod">
        <pc:chgData name="White, Whitney" userId="65f39021-2f1d-4d8b-87dc-b123826f65bf" providerId="ADAL" clId="{8F5BBB71-CAA6-4D91-A37F-1CA44C66C952}" dt="2022-07-29T04:56:04.382" v="23" actId="403"/>
        <pc:sldMkLst>
          <pc:docMk/>
          <pc:sldMk cId="4071305681" sldId="258"/>
        </pc:sldMkLst>
        <pc:spChg chg="mod">
          <ac:chgData name="White, Whitney" userId="65f39021-2f1d-4d8b-87dc-b123826f65bf" providerId="ADAL" clId="{8F5BBB71-CAA6-4D91-A37F-1CA44C66C952}" dt="2022-07-29T04:56:04.382" v="23" actId="403"/>
          <ac:spMkLst>
            <pc:docMk/>
            <pc:sldMk cId="4071305681" sldId="258"/>
            <ac:spMk id="3" creationId="{392BE286-77A6-49DD-B15D-7E4718D52FE7}"/>
          </ac:spMkLst>
        </pc:spChg>
      </pc:sldChg>
      <pc:sldChg chg="modSp mod">
        <pc:chgData name="White, Whitney" userId="65f39021-2f1d-4d8b-87dc-b123826f65bf" providerId="ADAL" clId="{8F5BBB71-CAA6-4D91-A37F-1CA44C66C952}" dt="2022-07-29T04:55:47.811" v="19" actId="255"/>
        <pc:sldMkLst>
          <pc:docMk/>
          <pc:sldMk cId="2772527113" sldId="259"/>
        </pc:sldMkLst>
        <pc:spChg chg="mod">
          <ac:chgData name="White, Whitney" userId="65f39021-2f1d-4d8b-87dc-b123826f65bf" providerId="ADAL" clId="{8F5BBB71-CAA6-4D91-A37F-1CA44C66C952}" dt="2022-07-29T04:55:47.811" v="19" actId="255"/>
          <ac:spMkLst>
            <pc:docMk/>
            <pc:sldMk cId="2772527113" sldId="259"/>
            <ac:spMk id="3" creationId="{8CE08C7F-0286-423B-92F7-DEB89F31111A}"/>
          </ac:spMkLst>
        </pc:spChg>
      </pc:sldChg>
      <pc:sldChg chg="modSp mod">
        <pc:chgData name="White, Whitney" userId="65f39021-2f1d-4d8b-87dc-b123826f65bf" providerId="ADAL" clId="{8F5BBB71-CAA6-4D91-A37F-1CA44C66C952}" dt="2022-07-29T05:00:24.924" v="255" actId="113"/>
        <pc:sldMkLst>
          <pc:docMk/>
          <pc:sldMk cId="2147408764" sldId="260"/>
        </pc:sldMkLst>
        <pc:spChg chg="mod">
          <ac:chgData name="White, Whitney" userId="65f39021-2f1d-4d8b-87dc-b123826f65bf" providerId="ADAL" clId="{8F5BBB71-CAA6-4D91-A37F-1CA44C66C952}" dt="2022-07-29T05:00:24.924" v="255" actId="113"/>
          <ac:spMkLst>
            <pc:docMk/>
            <pc:sldMk cId="2147408764" sldId="260"/>
            <ac:spMk id="3" creationId="{49F2A5AF-3C0B-4968-A438-E435325199EA}"/>
          </ac:spMkLst>
        </pc:spChg>
      </pc:sldChg>
      <pc:sldChg chg="addSp delSp modSp mod">
        <pc:chgData name="White, Whitney" userId="65f39021-2f1d-4d8b-87dc-b123826f65bf" providerId="ADAL" clId="{8F5BBB71-CAA6-4D91-A37F-1CA44C66C952}" dt="2022-07-29T04:57:39.492" v="170" actId="255"/>
        <pc:sldMkLst>
          <pc:docMk/>
          <pc:sldMk cId="3054216349" sldId="261"/>
        </pc:sldMkLst>
        <pc:spChg chg="mod">
          <ac:chgData name="White, Whitney" userId="65f39021-2f1d-4d8b-87dc-b123826f65bf" providerId="ADAL" clId="{8F5BBB71-CAA6-4D91-A37F-1CA44C66C952}" dt="2022-07-29T04:57:39.492" v="170" actId="255"/>
          <ac:spMkLst>
            <pc:docMk/>
            <pc:sldMk cId="3054216349" sldId="261"/>
            <ac:spMk id="3" creationId="{AE13FDB6-F093-4D9E-B14E-3D7DB894C34C}"/>
          </ac:spMkLst>
        </pc:spChg>
        <pc:graphicFrameChg chg="add del mod">
          <ac:chgData name="White, Whitney" userId="65f39021-2f1d-4d8b-87dc-b123826f65bf" providerId="ADAL" clId="{8F5BBB71-CAA6-4D91-A37F-1CA44C66C952}" dt="2022-07-29T04:57:11.572" v="88"/>
          <ac:graphicFrameMkLst>
            <pc:docMk/>
            <pc:sldMk cId="3054216349" sldId="261"/>
            <ac:graphicFrameMk id="5" creationId="{9D1ACCD1-D6F5-4911-92B3-3EB1E4A3D2E9}"/>
          </ac:graphicFrameMkLst>
        </pc:graphicFrameChg>
      </pc:sldChg>
      <pc:sldChg chg="del">
        <pc:chgData name="White, Whitney" userId="65f39021-2f1d-4d8b-87dc-b123826f65bf" providerId="ADAL" clId="{8F5BBB71-CAA6-4D91-A37F-1CA44C66C952}" dt="2022-07-29T05:00:29.309" v="257" actId="47"/>
        <pc:sldMkLst>
          <pc:docMk/>
          <pc:sldMk cId="4170921578" sldId="262"/>
        </pc:sldMkLst>
      </pc:sldChg>
      <pc:sldChg chg="del">
        <pc:chgData name="White, Whitney" userId="65f39021-2f1d-4d8b-87dc-b123826f65bf" providerId="ADAL" clId="{8F5BBB71-CAA6-4D91-A37F-1CA44C66C952}" dt="2022-07-29T05:00:28.931" v="256" actId="47"/>
        <pc:sldMkLst>
          <pc:docMk/>
          <pc:sldMk cId="1163931679" sldId="263"/>
        </pc:sldMkLst>
      </pc:sldChg>
      <pc:sldChg chg="modSp mod">
        <pc:chgData name="White, Whitney" userId="65f39021-2f1d-4d8b-87dc-b123826f65bf" providerId="ADAL" clId="{8F5BBB71-CAA6-4D91-A37F-1CA44C66C952}" dt="2022-07-29T04:58:42.363" v="208" actId="403"/>
        <pc:sldMkLst>
          <pc:docMk/>
          <pc:sldMk cId="3493109116" sldId="264"/>
        </pc:sldMkLst>
        <pc:spChg chg="mod">
          <ac:chgData name="White, Whitney" userId="65f39021-2f1d-4d8b-87dc-b123826f65bf" providerId="ADAL" clId="{8F5BBB71-CAA6-4D91-A37F-1CA44C66C952}" dt="2022-07-29T04:58:36.395" v="203" actId="20577"/>
          <ac:spMkLst>
            <pc:docMk/>
            <pc:sldMk cId="3493109116" sldId="264"/>
            <ac:spMk id="2" creationId="{D7836664-70C0-47BA-9BFF-496A04EBBFDE}"/>
          </ac:spMkLst>
        </pc:spChg>
        <pc:spChg chg="mod">
          <ac:chgData name="White, Whitney" userId="65f39021-2f1d-4d8b-87dc-b123826f65bf" providerId="ADAL" clId="{8F5BBB71-CAA6-4D91-A37F-1CA44C66C952}" dt="2022-07-29T04:58:42.363" v="208" actId="403"/>
          <ac:spMkLst>
            <pc:docMk/>
            <pc:sldMk cId="3493109116" sldId="264"/>
            <ac:spMk id="3" creationId="{F64339F5-2F5D-46B5-A25D-C197D73747BD}"/>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she/her), Whitney" userId="65f39021-2f1d-4d8b-87dc-b123826f65bf" providerId="ADAL" clId="{451C3A8D-A1E9-4B1C-8841-DFF1C26D1452}"/>
    <pc:docChg chg="modSld">
      <pc:chgData name="White (she/her), Whitney" userId="65f39021-2f1d-4d8b-87dc-b123826f65bf" providerId="ADAL" clId="{451C3A8D-A1E9-4B1C-8841-DFF1C26D1452}" dt="2023-08-31T01:06:48.966" v="2" actId="1076"/>
      <pc:docMkLst>
        <pc:docMk/>
      </pc:docMkLst>
      <pc:sldChg chg="addSp modSp mod">
        <pc:chgData name="White (she/her), Whitney" userId="65f39021-2f1d-4d8b-87dc-b123826f65bf" providerId="ADAL" clId="{451C3A8D-A1E9-4B1C-8841-DFF1C26D1452}" dt="2023-08-31T01:06:48.966" v="2" actId="1076"/>
        <pc:sldMkLst>
          <pc:docMk/>
          <pc:sldMk cId="1482277026" sldId="256"/>
        </pc:sldMkLst>
        <pc:spChg chg="mod">
          <ac:chgData name="White (she/her), Whitney" userId="65f39021-2f1d-4d8b-87dc-b123826f65bf" providerId="ADAL" clId="{451C3A8D-A1E9-4B1C-8841-DFF1C26D1452}" dt="2023-08-31T01:06:44.830" v="0" actId="1076"/>
          <ac:spMkLst>
            <pc:docMk/>
            <pc:sldMk cId="1482277026" sldId="256"/>
            <ac:spMk id="2" creationId="{BFFCF5BD-F8FF-4A67-A8B6-EBB21E79279B}"/>
          </ac:spMkLst>
        </pc:spChg>
        <pc:spChg chg="add mod">
          <ac:chgData name="White (she/her), Whitney" userId="65f39021-2f1d-4d8b-87dc-b123826f65bf" providerId="ADAL" clId="{451C3A8D-A1E9-4B1C-8841-DFF1C26D1452}" dt="2023-08-31T01:06:48.966" v="2" actId="1076"/>
          <ac:spMkLst>
            <pc:docMk/>
            <pc:sldMk cId="1482277026" sldId="256"/>
            <ac:spMk id="4" creationId="{731B7D70-EACF-4EC9-AF4E-E4F16ECB0CC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rive.google.com/file/d/1bMkl3tivCDg8XwY5yKx95-1itTKPKcnk/view?usp=shar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9861"/>
            <a:ext cx="9144000" cy="370300"/>
          </a:xfrm>
        </p:spPr>
        <p:txBody>
          <a:bodyPr>
            <a:normAutofit/>
          </a:bodyPr>
          <a:lstStyle/>
          <a:p>
            <a:pPr algn="l"/>
            <a:r>
              <a:rPr lang="en-US" sz="1800" dirty="0"/>
              <a:t>Instructional Practices | Unit 1: Building an Effective Classroom | Classroom Culture| Lesson 1.09</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Rolling Out Systems and Routines</a:t>
            </a:r>
          </a:p>
        </p:txBody>
      </p:sp>
      <p:sp>
        <p:nvSpPr>
          <p:cNvPr id="4" name="TextBox 3">
            <a:extLst>
              <a:ext uri="{FF2B5EF4-FFF2-40B4-BE49-F238E27FC236}">
                <a16:creationId xmlns:a16="http://schemas.microsoft.com/office/drawing/2014/main" id="{731B7D70-EACF-4EC9-AF4E-E4F16ECB0CC4}"/>
              </a:ext>
            </a:extLst>
          </p:cNvPr>
          <p:cNvSpPr txBox="1"/>
          <p:nvPr/>
        </p:nvSpPr>
        <p:spPr>
          <a:xfrm>
            <a:off x="0" y="6430161"/>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7A, 7C, 7E</a:t>
            </a:r>
          </a:p>
          <a:p>
            <a:pPr marL="0" indent="0">
              <a:buNone/>
            </a:pPr>
            <a:endParaRPr lang="en-US" dirty="0"/>
          </a:p>
          <a:p>
            <a:pPr marL="0" indent="0">
              <a:buNone/>
            </a:pPr>
            <a:r>
              <a:rPr lang="en-US" dirty="0"/>
              <a:t>The student will:</a:t>
            </a:r>
          </a:p>
          <a:p>
            <a:pPr marL="342900" marR="0" lvl="0" indent="-342900">
              <a:spcBef>
                <a:spcPts val="600"/>
              </a:spcBef>
              <a:spcAft>
                <a:spcPts val="60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i</a:t>
            </a:r>
            <a:r>
              <a:rPr lang="en-US" dirty="0">
                <a:effectLst/>
                <a:latin typeface="Calibri" panose="020F0502020204030204" pitchFamily="34" charset="0"/>
                <a:ea typeface="Calibri" panose="020F0502020204030204" pitchFamily="34" charset="0"/>
                <a:cs typeface="Times New Roman" panose="02020603050405020304" pitchFamily="18" charset="0"/>
              </a:rPr>
              <a:t>dentify strategies to increase student ownership of systems and routines</a:t>
            </a:r>
          </a:p>
          <a:p>
            <a:pPr marL="342900" marR="0" lvl="0" indent="-342900">
              <a:spcBef>
                <a:spcPts val="600"/>
              </a:spcBef>
              <a:spcAft>
                <a:spcPts val="60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Arial" panose="020B0604020202020204" pitchFamily="34" charset="0"/>
              </a:rPr>
              <a:t>i</a:t>
            </a:r>
            <a:r>
              <a:rPr lang="en-US" dirty="0">
                <a:effectLst/>
                <a:latin typeface="Calibri" panose="020F0502020204030204" pitchFamily="34" charset="0"/>
                <a:ea typeface="Calibri" panose="020F0502020204030204" pitchFamily="34" charset="0"/>
                <a:cs typeface="Arial" panose="020B0604020202020204" pitchFamily="34" charset="0"/>
              </a:rPr>
              <a:t>dentify characteristics of roll-out speeches that are used to introduce elements of a classroom and its culture</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Describe a time when you were told by a parent or a teacher to do something, but no one told you why you needed to do it. What was your response? How did the situation feel?</a:t>
            </a:r>
            <a:endParaRPr lang="en-US" sz="40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normAutofit/>
          </a:bodyPr>
          <a:lstStyle/>
          <a:p>
            <a:pPr marL="0" indent="0">
              <a:buNone/>
            </a:pPr>
            <a:r>
              <a:rPr lang="en-US" dirty="0"/>
              <a:t>Student Ownership: </a:t>
            </a:r>
            <a:r>
              <a:rPr lang="en-US" dirty="0">
                <a:effectLst/>
                <a:latin typeface="Calibri" panose="020F0502020204030204" pitchFamily="34" charset="0"/>
                <a:ea typeface="Calibri" panose="020F0502020204030204" pitchFamily="34" charset="0"/>
                <a:cs typeface="Arial" panose="020B0604020202020204" pitchFamily="34" charset="0"/>
              </a:rPr>
              <a:t>Students support and want an idea or process in the classroom to be successful.</a:t>
            </a:r>
          </a:p>
          <a:p>
            <a:pPr marL="0" indent="0">
              <a:buNone/>
            </a:pPr>
            <a:endParaRPr lang="en-US" dirty="0">
              <a:latin typeface="Calibri" panose="020F0502020204030204" pitchFamily="34" charset="0"/>
              <a:cs typeface="Arial" panose="020B0604020202020204" pitchFamily="34" charset="0"/>
            </a:endParaRPr>
          </a:p>
          <a:p>
            <a:pPr marL="0" indent="0">
              <a:buNone/>
            </a:pPr>
            <a:r>
              <a:rPr lang="en-US" dirty="0"/>
              <a:t>Roll-out Speech: </a:t>
            </a:r>
            <a:r>
              <a:rPr lang="en-US" dirty="0">
                <a:effectLst/>
                <a:latin typeface="Calibri" panose="020F0502020204030204" pitchFamily="34" charset="0"/>
                <a:ea typeface="Calibri" panose="020F0502020204030204" pitchFamily="34" charset="0"/>
                <a:cs typeface="Arial" panose="020B0604020202020204" pitchFamily="34" charset="0"/>
              </a:rPr>
              <a:t>Public explanation of an element of a classroom and its importance to the classroom culture </a:t>
            </a:r>
          </a:p>
          <a:p>
            <a:pPr marL="0" indent="0">
              <a:buNone/>
            </a:pPr>
            <a:endParaRPr lang="en-US" dirty="0">
              <a:latin typeface="Calibri" panose="020F0502020204030204" pitchFamily="34" charset="0"/>
              <a:cs typeface="Arial" panose="020B0604020202020204" pitchFamily="34" charset="0"/>
            </a:endParaRPr>
          </a:p>
          <a:p>
            <a:pPr marL="0" indent="0">
              <a:buNone/>
            </a:pPr>
            <a:r>
              <a:rPr lang="en-US" dirty="0">
                <a:latin typeface="Calibri" panose="020F0502020204030204" pitchFamily="34" charset="0"/>
                <a:cs typeface="Arial" panose="020B0604020202020204" pitchFamily="34" charset="0"/>
              </a:rPr>
              <a:t>Buy-In: Acceptance and willingness to put an idea or process into practice</a:t>
            </a:r>
            <a:endParaRPr lang="en-US" dirty="0"/>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Video: Roll-Out (Eric Snider)</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0" indent="0">
              <a:buNone/>
            </a:pPr>
            <a:r>
              <a:rPr lang="en-US" sz="3200" i="1" u="sng" dirty="0">
                <a:solidFill>
                  <a:srgbClr val="0D6CB9"/>
                </a:solidFill>
                <a:effectLst/>
                <a:latin typeface="Calibri" panose="020F0502020204030204" pitchFamily="34" charset="0"/>
                <a:ea typeface="Calibri" panose="020F0502020204030204" pitchFamily="34" charset="0"/>
                <a:cs typeface="Arial" panose="020B0604020202020204" pitchFamily="34" charset="0"/>
                <a:hlinkClick r:id="rId2"/>
              </a:rPr>
              <a:t>Roll-Out-Eric Snider</a:t>
            </a:r>
            <a:endParaRPr lang="en-US" sz="44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655983" y="1439794"/>
            <a:ext cx="10880034" cy="4916556"/>
          </a:xfrm>
        </p:spPr>
        <p:txBody>
          <a:bodyPr>
            <a:normAutofit fontScale="85000" lnSpcReduction="20000"/>
          </a:bodyPr>
          <a:lstStyle/>
          <a:p>
            <a:pPr marL="0" marR="0" indent="0">
              <a:lnSpc>
                <a:spcPct val="107000"/>
              </a:lnSpc>
              <a:spcBef>
                <a:spcPts val="600"/>
              </a:spcBef>
              <a:spcAft>
                <a:spcPts val="800"/>
              </a:spcAft>
              <a:buNone/>
            </a:pPr>
            <a:r>
              <a:rPr lang="en-US" sz="2600" b="1" dirty="0">
                <a:effectLst/>
                <a:latin typeface="Calibri" panose="020F0502020204030204" pitchFamily="34" charset="0"/>
                <a:ea typeface="Calibri" panose="020F0502020204030204" pitchFamily="34" charset="0"/>
                <a:cs typeface="Arial" panose="020B0604020202020204" pitchFamily="34" charset="0"/>
              </a:rPr>
              <a:t>Review the roll-out speech below. Complete the chart </a:t>
            </a:r>
            <a:r>
              <a:rPr lang="en-US" sz="2600" b="1" dirty="0">
                <a:latin typeface="Calibri" panose="020F0502020204030204" pitchFamily="34" charset="0"/>
                <a:ea typeface="Calibri" panose="020F0502020204030204" pitchFamily="34" charset="0"/>
                <a:cs typeface="Arial" panose="020B0604020202020204" pitchFamily="34" charset="0"/>
              </a:rPr>
              <a:t>on your Exit Ticket</a:t>
            </a:r>
            <a:r>
              <a:rPr lang="en-US" sz="2600" b="1" dirty="0">
                <a:effectLst/>
                <a:latin typeface="Calibri" panose="020F0502020204030204" pitchFamily="34" charset="0"/>
                <a:ea typeface="Calibri" panose="020F0502020204030204" pitchFamily="34" charset="0"/>
                <a:cs typeface="Arial" panose="020B0604020202020204" pitchFamily="34" charset="0"/>
              </a:rPr>
              <a:t>.</a:t>
            </a:r>
          </a:p>
          <a:p>
            <a:pPr marL="0" marR="0" indent="0">
              <a:lnSpc>
                <a:spcPct val="107000"/>
              </a:lnSpc>
              <a:spcBef>
                <a:spcPts val="600"/>
              </a:spcBef>
              <a:spcAft>
                <a:spcPts val="800"/>
              </a:spcAft>
              <a:buNone/>
            </a:pPr>
            <a:r>
              <a:rPr lang="en-US" sz="2600" i="1" dirty="0">
                <a:effectLst/>
                <a:latin typeface="Calibri" panose="020F0502020204030204" pitchFamily="34" charset="0"/>
                <a:ea typeface="Calibri" panose="020F0502020204030204" pitchFamily="34" charset="0"/>
                <a:cs typeface="Arial" panose="020B0604020202020204" pitchFamily="34" charset="0"/>
              </a:rPr>
              <a:t>“Today is the first time that we’re going to do a lab experiment. You are going to become the scientists and test out the things we’ve been learning in class. It’s not about what you read in the textbook anymore; it’s about what you prove yourself through experiments. If you’re interested in going into a science career, today is even more exciting. Experiments are how scientists discover new knowledge.</a:t>
            </a:r>
          </a:p>
          <a:p>
            <a:pPr marL="0" marR="0" indent="0">
              <a:lnSpc>
                <a:spcPct val="107000"/>
              </a:lnSpc>
              <a:spcBef>
                <a:spcPts val="600"/>
              </a:spcBef>
              <a:spcAft>
                <a:spcPts val="600"/>
              </a:spcAft>
              <a:buNone/>
            </a:pPr>
            <a:r>
              <a:rPr lang="en-US" sz="2600" i="1" dirty="0">
                <a:effectLst/>
                <a:latin typeface="Calibri" panose="020F0502020204030204" pitchFamily="34" charset="0"/>
                <a:ea typeface="Calibri" panose="020F0502020204030204" pitchFamily="34" charset="0"/>
                <a:cs typeface="Arial" panose="020B0604020202020204" pitchFamily="34" charset="0"/>
              </a:rPr>
              <a:t>In the lab, safety is incredibly important. Because these are real experiments, we need to be cautious and follow strict safety protocols. First, we’re going to focus on the routine we will use to get ready for lab. As I call your row, you’ll first head to the cabinet and pick up a pair of gloves. Don’t put them on just yet! You’ll then walk to the cabinet and get your lab coat.  Just hold on to it. You’ll then stop at the station on the counter and pick up a pair of safety goggles. You will then go to your assigned lab station and put on the goggles, gloves, and lab coat. Once you’ve put on all three, raise your hand in the air. When I see everyone with a hand in the air, I’ll know that you’re ready to begin the experiment.”</a:t>
            </a: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TotalTime>
  <Words>437</Words>
  <Application>Microsoft Office PowerPoint</Application>
  <PresentationFormat>Widescreen</PresentationFormat>
  <Paragraphs>28</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Instructional Practices | Unit 1: Building an Effective Classroom | Classroom Culture| Lesson 1.09</vt:lpstr>
      <vt:lpstr>TEKS Standards &amp; Objectives</vt:lpstr>
      <vt:lpstr>Bellringer</vt:lpstr>
      <vt:lpstr>Vocabulary</vt:lpstr>
      <vt:lpstr>Video: Roll-Out (Eric Snider)</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1.09: Rolling Out Systems and Routines</dc:title>
  <dc:subject>Lesson 1.09: Rolling Out Systems and Routines</dc:subject>
  <dc:creator>Texas Education Agency</dc:creator>
  <cp:lastModifiedBy>White (she/her), Whitney</cp:lastModifiedBy>
  <cp:revision>3</cp:revision>
  <dcterms:created xsi:type="dcterms:W3CDTF">2022-05-09T19:40:20Z</dcterms:created>
  <dcterms:modified xsi:type="dcterms:W3CDTF">2023-08-31T01:06:49Z</dcterms:modified>
</cp:coreProperties>
</file>
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9A3A8-A96F-4BEA-B780-88B0B6D392E2}" v="1" dt="2023-08-31T01:26:0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159460D-371F-4F84-BB6F-A7B74B8543AA}"/>
    <pc:docChg chg="delSld modSld sldOrd">
      <pc:chgData name="White, Whitney" userId="65f39021-2f1d-4d8b-87dc-b123826f65bf" providerId="ADAL" clId="{B159460D-371F-4F84-BB6F-A7B74B8543AA}" dt="2022-08-04T00:14:40.003" v="123" actId="47"/>
      <pc:docMkLst>
        <pc:docMk/>
      </pc:docMkLst>
      <pc:sldChg chg="modSp mod">
        <pc:chgData name="White, Whitney" userId="65f39021-2f1d-4d8b-87dc-b123826f65bf" providerId="ADAL" clId="{B159460D-371F-4F84-BB6F-A7B74B8543AA}" dt="2022-08-03T21:03:03.755" v="57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159460D-371F-4F84-BB6F-A7B74B8543AA}" dt="2022-08-03T21:03:03.755" v="5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B159460D-371F-4F84-BB6F-A7B74B8543AA}" dt="2022-08-03T21:02:59.899" v="5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B159460D-371F-4F84-BB6F-A7B74B8543AA}" dt="2022-08-04T00:10:25.373" v="101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B159460D-371F-4F84-BB6F-A7B74B8543AA}" dt="2022-08-04T00:10:25.373" v="101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B159460D-371F-4F84-BB6F-A7B74B8543AA}" dt="2022-08-04T00:09:34.007" v="90" actId="255"/>
        <pc:sldMkLst>
          <pc:docMk/>
          <pc:sldMk cId="2772527113" sldId="259"/>
        </pc:sldMkLst>
        <pc:spChg chg="mod">
          <ac:chgData name="White, Whitney" userId="65f39021-2f1d-4d8b-87dc-b123826f65bf" providerId="ADAL" clId="{B159460D-371F-4F84-BB6F-A7B74B8543AA}" dt="2022-08-04T00:09:34.007" v="90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B159460D-371F-4F84-BB6F-A7B74B8543AA}" dt="2022-08-04T00:11:25.921" v="120" actId="255"/>
        <pc:sldMkLst>
          <pc:docMk/>
          <pc:sldMk cId="2147408764" sldId="260"/>
        </pc:sldMkLst>
        <pc:spChg chg="mod">
          <ac:chgData name="White, Whitney" userId="65f39021-2f1d-4d8b-87dc-b123826f65bf" providerId="ADAL" clId="{B159460D-371F-4F84-BB6F-A7B74B8543AA}" dt="2022-08-04T00:11:25.921" v="120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B159460D-371F-4F84-BB6F-A7B74B8543AA}" dt="2022-08-04T00:10:39.063" v="102" actId="2696"/>
        <pc:sldMkLst>
          <pc:docMk/>
          <pc:sldMk cId="3054216349" sldId="261"/>
        </pc:sldMkLst>
      </pc:sldChg>
      <pc:sldChg chg="del ord">
        <pc:chgData name="White, Whitney" userId="65f39021-2f1d-4d8b-87dc-b123826f65bf" providerId="ADAL" clId="{B159460D-371F-4F84-BB6F-A7B74B8543AA}" dt="2022-08-04T00:14:40.003" v="123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B159460D-371F-4F84-BB6F-A7B74B8543AA}" dt="2022-08-04T00:14:39.513" v="122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B159460D-371F-4F84-BB6F-A7B74B8543AA}" dt="2022-08-04T00:14:39.037" v="121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B7C9A3A8-A96F-4BEA-B780-88B0B6D392E2}"/>
    <pc:docChg chg="modSld">
      <pc:chgData name="White (she/her), Whitney" userId="65f39021-2f1d-4d8b-87dc-b123826f65bf" providerId="ADAL" clId="{B7C9A3A8-A96F-4BEA-B780-88B0B6D392E2}" dt="2023-08-31T01:26:11.114" v="6" actId="20577"/>
      <pc:docMkLst>
        <pc:docMk/>
      </pc:docMkLst>
      <pc:sldChg chg="addSp modSp mod">
        <pc:chgData name="White (she/her), Whitney" userId="65f39021-2f1d-4d8b-87dc-b123826f65bf" providerId="ADAL" clId="{B7C9A3A8-A96F-4BEA-B780-88B0B6D392E2}" dt="2023-08-31T01:26:07.056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B7C9A3A8-A96F-4BEA-B780-88B0B6D392E2}" dt="2023-08-31T01:26:00.973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B7C9A3A8-A96F-4BEA-B780-88B0B6D392E2}" dt="2023-08-31T01:26:07.056" v="2" actId="1076"/>
          <ac:spMkLst>
            <pc:docMk/>
            <pc:sldMk cId="1482277026" sldId="256"/>
            <ac:spMk id="4" creationId="{2F96B626-94D7-5497-108C-F98200AA4999}"/>
          </ac:spMkLst>
        </pc:spChg>
      </pc:sldChg>
      <pc:sldChg chg="modSp mod">
        <pc:chgData name="White (she/her), Whitney" userId="65f39021-2f1d-4d8b-87dc-b123826f65bf" providerId="ADAL" clId="{B7C9A3A8-A96F-4BEA-B780-88B0B6D392E2}" dt="2023-08-31T01:26:11.114" v="6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B7C9A3A8-A96F-4BEA-B780-88B0B6D392E2}" dt="2023-08-31T01:26:11.114" v="6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01806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Classroom Management Plans, Part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6B626-94D7-5497-108C-F98200AA4999}"/>
              </a:ext>
            </a:extLst>
          </p:cNvPr>
          <p:cNvSpPr txBox="1"/>
          <p:nvPr/>
        </p:nvSpPr>
        <p:spPr>
          <a:xfrm>
            <a:off x="0" y="6472106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TEKS 3B, 3C, </a:t>
            </a:r>
            <a:r>
              <a:rPr lang="en-US" dirty="0"/>
              <a:t>4C,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evelop a classroom management plan that addresses all components of effective classroom management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resent one component of behavior management plan using behavior management techniques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is a classroom management plan?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Why do teachers need a classroom management plan?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buSzPts val="1000"/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should be included in an effective classroom management plan?  Why?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SzPts val="1000"/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should teachers use a classroom management plan?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120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2.27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2.27: Classroom Management Plans, Part I</dc:title>
  <dc:subject>Lesson 2.27: Classroom Management Plans, Part 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2023-08-31T01:26:19Z</dcterms:modified>
</cp:coreProperties>
</file>
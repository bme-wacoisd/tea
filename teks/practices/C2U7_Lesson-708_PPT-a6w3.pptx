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2"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752B75-9F90-469A-BC48-54CD0F8388DC}" v="13" dt="2023-01-17T05:36:02.279"/>
    <p1510:client id="{22DDCE90-6A76-4644-8606-553304D05C76}" v="8" dt="2023-01-17T05:28:56.341"/>
    <p1510:client id="{38F44297-F94C-4991-BC7E-AAD79838D019}" v="4" dt="2023-01-17T03:43:33.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22DDCE90-6A76-4644-8606-553304D05C76}"/>
    <pc:docChg chg="custSel addSld modSld modSection">
      <pc:chgData name="White (she/her), Whitney" userId="65f39021-2f1d-4d8b-87dc-b123826f65bf" providerId="ADAL" clId="{22DDCE90-6A76-4644-8606-553304D05C76}" dt="2023-01-17T05:28:56.341" v="144"/>
      <pc:docMkLst>
        <pc:docMk/>
      </pc:docMkLst>
      <pc:sldChg chg="modSp mod">
        <pc:chgData name="White (she/her), Whitney" userId="65f39021-2f1d-4d8b-87dc-b123826f65bf" providerId="ADAL" clId="{22DDCE90-6A76-4644-8606-553304D05C76}" dt="2023-01-17T05:22:18.575" v="47" actId="20577"/>
        <pc:sldMkLst>
          <pc:docMk/>
          <pc:sldMk cId="1482277026" sldId="256"/>
        </pc:sldMkLst>
        <pc:spChg chg="mod">
          <ac:chgData name="White (she/her), Whitney" userId="65f39021-2f1d-4d8b-87dc-b123826f65bf" providerId="ADAL" clId="{22DDCE90-6A76-4644-8606-553304D05C76}" dt="2023-01-17T05:22:18.575" v="47" actId="20577"/>
          <ac:spMkLst>
            <pc:docMk/>
            <pc:sldMk cId="1482277026" sldId="256"/>
            <ac:spMk id="2" creationId="{BFFCF5BD-F8FF-4A67-A8B6-EBB21E79279B}"/>
          </ac:spMkLst>
        </pc:spChg>
        <pc:spChg chg="mod">
          <ac:chgData name="White (she/her), Whitney" userId="65f39021-2f1d-4d8b-87dc-b123826f65bf" providerId="ADAL" clId="{22DDCE90-6A76-4644-8606-553304D05C76}" dt="2023-01-17T05:22:15.689" v="45" actId="20577"/>
          <ac:spMkLst>
            <pc:docMk/>
            <pc:sldMk cId="1482277026" sldId="256"/>
            <ac:spMk id="3" creationId="{E0FBD98F-3A67-498E-8174-652040DD7B60}"/>
          </ac:spMkLst>
        </pc:spChg>
      </pc:sldChg>
      <pc:sldChg chg="modSp mod">
        <pc:chgData name="White (she/her), Whitney" userId="65f39021-2f1d-4d8b-87dc-b123826f65bf" providerId="ADAL" clId="{22DDCE90-6A76-4644-8606-553304D05C76}" dt="2023-01-17T05:23:13.525" v="53" actId="403"/>
        <pc:sldMkLst>
          <pc:docMk/>
          <pc:sldMk cId="4071305681" sldId="258"/>
        </pc:sldMkLst>
        <pc:spChg chg="mod">
          <ac:chgData name="White (she/her), Whitney" userId="65f39021-2f1d-4d8b-87dc-b123826f65bf" providerId="ADAL" clId="{22DDCE90-6A76-4644-8606-553304D05C76}" dt="2023-01-17T05:23:13.525" v="53" actId="403"/>
          <ac:spMkLst>
            <pc:docMk/>
            <pc:sldMk cId="4071305681" sldId="258"/>
            <ac:spMk id="3" creationId="{392BE286-77A6-49DD-B15D-7E4718D52FE7}"/>
          </ac:spMkLst>
        </pc:spChg>
      </pc:sldChg>
      <pc:sldChg chg="modSp mod">
        <pc:chgData name="White (she/her), Whitney" userId="65f39021-2f1d-4d8b-87dc-b123826f65bf" providerId="ADAL" clId="{22DDCE90-6A76-4644-8606-553304D05C76}" dt="2023-01-17T05:24:36.332" v="66" actId="403"/>
        <pc:sldMkLst>
          <pc:docMk/>
          <pc:sldMk cId="2772527113" sldId="259"/>
        </pc:sldMkLst>
        <pc:spChg chg="mod">
          <ac:chgData name="White (she/her), Whitney" userId="65f39021-2f1d-4d8b-87dc-b123826f65bf" providerId="ADAL" clId="{22DDCE90-6A76-4644-8606-553304D05C76}" dt="2023-01-17T05:24:36.332" v="66" actId="403"/>
          <ac:spMkLst>
            <pc:docMk/>
            <pc:sldMk cId="2772527113" sldId="259"/>
            <ac:spMk id="3" creationId="{8CE08C7F-0286-423B-92F7-DEB89F31111A}"/>
          </ac:spMkLst>
        </pc:spChg>
      </pc:sldChg>
      <pc:sldChg chg="modSp mod">
        <pc:chgData name="White (she/her), Whitney" userId="65f39021-2f1d-4d8b-87dc-b123826f65bf" providerId="ADAL" clId="{22DDCE90-6A76-4644-8606-553304D05C76}" dt="2023-01-17T05:21:49.880" v="14" actId="255"/>
        <pc:sldMkLst>
          <pc:docMk/>
          <pc:sldMk cId="2147408764" sldId="260"/>
        </pc:sldMkLst>
        <pc:spChg chg="mod">
          <ac:chgData name="White (she/her), Whitney" userId="65f39021-2f1d-4d8b-87dc-b123826f65bf" providerId="ADAL" clId="{22DDCE90-6A76-4644-8606-553304D05C76}" dt="2023-01-17T05:21:49.880" v="14" actId="255"/>
          <ac:spMkLst>
            <pc:docMk/>
            <pc:sldMk cId="2147408764" sldId="260"/>
            <ac:spMk id="3" creationId="{49F2A5AF-3C0B-4968-A438-E435325199EA}"/>
          </ac:spMkLst>
        </pc:spChg>
      </pc:sldChg>
      <pc:sldChg chg="modSp mod">
        <pc:chgData name="White (she/her), Whitney" userId="65f39021-2f1d-4d8b-87dc-b123826f65bf" providerId="ADAL" clId="{22DDCE90-6A76-4644-8606-553304D05C76}" dt="2023-01-17T05:25:30.332" v="93" actId="2711"/>
        <pc:sldMkLst>
          <pc:docMk/>
          <pc:sldMk cId="3054216349" sldId="261"/>
        </pc:sldMkLst>
        <pc:spChg chg="mod">
          <ac:chgData name="White (she/her), Whitney" userId="65f39021-2f1d-4d8b-87dc-b123826f65bf" providerId="ADAL" clId="{22DDCE90-6A76-4644-8606-553304D05C76}" dt="2023-01-17T05:25:30.332" v="93" actId="2711"/>
          <ac:spMkLst>
            <pc:docMk/>
            <pc:sldMk cId="3054216349" sldId="261"/>
            <ac:spMk id="3" creationId="{AE13FDB6-F093-4D9E-B14E-3D7DB894C34C}"/>
          </ac:spMkLst>
        </pc:spChg>
      </pc:sldChg>
      <pc:sldChg chg="modSp new mod">
        <pc:chgData name="White (she/her), Whitney" userId="65f39021-2f1d-4d8b-87dc-b123826f65bf" providerId="ADAL" clId="{22DDCE90-6A76-4644-8606-553304D05C76}" dt="2023-01-17T05:27:03.990" v="108" actId="20577"/>
        <pc:sldMkLst>
          <pc:docMk/>
          <pc:sldMk cId="2154517383" sldId="262"/>
        </pc:sldMkLst>
        <pc:spChg chg="mod">
          <ac:chgData name="White (she/her), Whitney" userId="65f39021-2f1d-4d8b-87dc-b123826f65bf" providerId="ADAL" clId="{22DDCE90-6A76-4644-8606-553304D05C76}" dt="2023-01-17T05:26:29.725" v="98" actId="255"/>
          <ac:spMkLst>
            <pc:docMk/>
            <pc:sldMk cId="2154517383" sldId="262"/>
            <ac:spMk id="2" creationId="{795B414A-AD8C-4E6F-B75E-07EA0E4074FA}"/>
          </ac:spMkLst>
        </pc:spChg>
        <pc:spChg chg="mod">
          <ac:chgData name="White (she/her), Whitney" userId="65f39021-2f1d-4d8b-87dc-b123826f65bf" providerId="ADAL" clId="{22DDCE90-6A76-4644-8606-553304D05C76}" dt="2023-01-17T05:27:03.990" v="108" actId="20577"/>
          <ac:spMkLst>
            <pc:docMk/>
            <pc:sldMk cId="2154517383" sldId="262"/>
            <ac:spMk id="3" creationId="{FFA3DB47-D801-4117-9C3D-1906F9F2FCB6}"/>
          </ac:spMkLst>
        </pc:spChg>
      </pc:sldChg>
      <pc:sldChg chg="modSp new mod modAnim">
        <pc:chgData name="White (she/her), Whitney" userId="65f39021-2f1d-4d8b-87dc-b123826f65bf" providerId="ADAL" clId="{22DDCE90-6A76-4644-8606-553304D05C76}" dt="2023-01-17T05:28:56.341" v="144"/>
        <pc:sldMkLst>
          <pc:docMk/>
          <pc:sldMk cId="421720411" sldId="263"/>
        </pc:sldMkLst>
        <pc:spChg chg="mod">
          <ac:chgData name="White (she/her), Whitney" userId="65f39021-2f1d-4d8b-87dc-b123826f65bf" providerId="ADAL" clId="{22DDCE90-6A76-4644-8606-553304D05C76}" dt="2023-01-17T05:27:51.201" v="125" actId="20577"/>
          <ac:spMkLst>
            <pc:docMk/>
            <pc:sldMk cId="421720411" sldId="263"/>
            <ac:spMk id="2" creationId="{E3598FC9-284E-4F8B-B6C7-FA44B93581BE}"/>
          </ac:spMkLst>
        </pc:spChg>
        <pc:spChg chg="mod">
          <ac:chgData name="White (she/her), Whitney" userId="65f39021-2f1d-4d8b-87dc-b123826f65bf" providerId="ADAL" clId="{22DDCE90-6A76-4644-8606-553304D05C76}" dt="2023-01-17T05:28:41.601" v="139" actId="27636"/>
          <ac:spMkLst>
            <pc:docMk/>
            <pc:sldMk cId="421720411" sldId="263"/>
            <ac:spMk id="3" creationId="{46C1CDC1-1538-421E-AA13-2A2B531BEEED}"/>
          </ac:spMkLst>
        </pc:spChg>
      </pc:sldChg>
    </pc:docChg>
  </pc:docChgLst>
  <pc:docChgLst>
    <pc:chgData name="White (she/her), Whitney" userId="65f39021-2f1d-4d8b-87dc-b123826f65bf" providerId="ADAL" clId="{1F752B75-9F90-469A-BC48-54CD0F8388DC}"/>
    <pc:docChg chg="custSel modSld">
      <pc:chgData name="White (she/her), Whitney" userId="65f39021-2f1d-4d8b-87dc-b123826f65bf" providerId="ADAL" clId="{1F752B75-9F90-469A-BC48-54CD0F8388DC}" dt="2023-01-17T05:37:32.991" v="177" actId="2711"/>
      <pc:docMkLst>
        <pc:docMk/>
      </pc:docMkLst>
      <pc:sldChg chg="modSp mod">
        <pc:chgData name="White (she/her), Whitney" userId="65f39021-2f1d-4d8b-87dc-b123826f65bf" providerId="ADAL" clId="{1F752B75-9F90-469A-BC48-54CD0F8388DC}" dt="2023-01-17T05:30:40.749" v="2" actId="20577"/>
        <pc:sldMkLst>
          <pc:docMk/>
          <pc:sldMk cId="1482277026" sldId="256"/>
        </pc:sldMkLst>
        <pc:spChg chg="mod">
          <ac:chgData name="White (she/her), Whitney" userId="65f39021-2f1d-4d8b-87dc-b123826f65bf" providerId="ADAL" clId="{1F752B75-9F90-469A-BC48-54CD0F8388DC}" dt="2023-01-17T05:30:40.749" v="2" actId="20577"/>
          <ac:spMkLst>
            <pc:docMk/>
            <pc:sldMk cId="1482277026" sldId="256"/>
            <ac:spMk id="2" creationId="{BFFCF5BD-F8FF-4A67-A8B6-EBB21E79279B}"/>
          </ac:spMkLst>
        </pc:spChg>
        <pc:spChg chg="mod">
          <ac:chgData name="White (she/her), Whitney" userId="65f39021-2f1d-4d8b-87dc-b123826f65bf" providerId="ADAL" clId="{1F752B75-9F90-469A-BC48-54CD0F8388DC}" dt="2023-01-17T05:30:37.168" v="0" actId="20577"/>
          <ac:spMkLst>
            <pc:docMk/>
            <pc:sldMk cId="1482277026" sldId="256"/>
            <ac:spMk id="3" creationId="{E0FBD98F-3A67-498E-8174-652040DD7B60}"/>
          </ac:spMkLst>
        </pc:spChg>
      </pc:sldChg>
      <pc:sldChg chg="modSp mod">
        <pc:chgData name="White (she/her), Whitney" userId="65f39021-2f1d-4d8b-87dc-b123826f65bf" providerId="ADAL" clId="{1F752B75-9F90-469A-BC48-54CD0F8388DC}" dt="2023-01-17T05:33:01.924" v="72" actId="403"/>
        <pc:sldMkLst>
          <pc:docMk/>
          <pc:sldMk cId="4071305681" sldId="258"/>
        </pc:sldMkLst>
        <pc:spChg chg="mod">
          <ac:chgData name="White (she/her), Whitney" userId="65f39021-2f1d-4d8b-87dc-b123826f65bf" providerId="ADAL" clId="{1F752B75-9F90-469A-BC48-54CD0F8388DC}" dt="2023-01-17T05:33:01.924" v="72" actId="403"/>
          <ac:spMkLst>
            <pc:docMk/>
            <pc:sldMk cId="4071305681" sldId="258"/>
            <ac:spMk id="3" creationId="{392BE286-77A6-49DD-B15D-7E4718D52FE7}"/>
          </ac:spMkLst>
        </pc:spChg>
      </pc:sldChg>
      <pc:sldChg chg="modSp mod">
        <pc:chgData name="White (she/her), Whitney" userId="65f39021-2f1d-4d8b-87dc-b123826f65bf" providerId="ADAL" clId="{1F752B75-9F90-469A-BC48-54CD0F8388DC}" dt="2023-01-17T05:37:32.991" v="177" actId="2711"/>
        <pc:sldMkLst>
          <pc:docMk/>
          <pc:sldMk cId="2772527113" sldId="259"/>
        </pc:sldMkLst>
        <pc:spChg chg="mod">
          <ac:chgData name="White (she/her), Whitney" userId="65f39021-2f1d-4d8b-87dc-b123826f65bf" providerId="ADAL" clId="{1F752B75-9F90-469A-BC48-54CD0F8388DC}" dt="2023-01-17T05:37:32.991" v="177" actId="2711"/>
          <ac:spMkLst>
            <pc:docMk/>
            <pc:sldMk cId="2772527113" sldId="259"/>
            <ac:spMk id="3" creationId="{8CE08C7F-0286-423B-92F7-DEB89F31111A}"/>
          </ac:spMkLst>
        </pc:spChg>
      </pc:sldChg>
      <pc:sldChg chg="modSp mod">
        <pc:chgData name="White (she/her), Whitney" userId="65f39021-2f1d-4d8b-87dc-b123826f65bf" providerId="ADAL" clId="{1F752B75-9F90-469A-BC48-54CD0F8388DC}" dt="2023-01-17T05:32:13.348" v="67" actId="255"/>
        <pc:sldMkLst>
          <pc:docMk/>
          <pc:sldMk cId="2147408764" sldId="260"/>
        </pc:sldMkLst>
        <pc:spChg chg="mod">
          <ac:chgData name="White (she/her), Whitney" userId="65f39021-2f1d-4d8b-87dc-b123826f65bf" providerId="ADAL" clId="{1F752B75-9F90-469A-BC48-54CD0F8388DC}" dt="2023-01-17T05:32:13.348" v="67" actId="255"/>
          <ac:spMkLst>
            <pc:docMk/>
            <pc:sldMk cId="2147408764" sldId="260"/>
            <ac:spMk id="3" creationId="{49F2A5AF-3C0B-4968-A438-E435325199EA}"/>
          </ac:spMkLst>
        </pc:spChg>
      </pc:sldChg>
      <pc:sldChg chg="modSp mod">
        <pc:chgData name="White (she/her), Whitney" userId="65f39021-2f1d-4d8b-87dc-b123826f65bf" providerId="ADAL" clId="{1F752B75-9F90-469A-BC48-54CD0F8388DC}" dt="2023-01-17T05:33:43.993" v="92" actId="207"/>
        <pc:sldMkLst>
          <pc:docMk/>
          <pc:sldMk cId="3054216349" sldId="261"/>
        </pc:sldMkLst>
        <pc:spChg chg="mod">
          <ac:chgData name="White (she/her), Whitney" userId="65f39021-2f1d-4d8b-87dc-b123826f65bf" providerId="ADAL" clId="{1F752B75-9F90-469A-BC48-54CD0F8388DC}" dt="2023-01-17T05:33:43.993" v="92" actId="207"/>
          <ac:spMkLst>
            <pc:docMk/>
            <pc:sldMk cId="3054216349" sldId="261"/>
            <ac:spMk id="3" creationId="{AE13FDB6-F093-4D9E-B14E-3D7DB894C34C}"/>
          </ac:spMkLst>
        </pc:spChg>
      </pc:sldChg>
      <pc:sldChg chg="modSp mod modAnim">
        <pc:chgData name="White (she/her), Whitney" userId="65f39021-2f1d-4d8b-87dc-b123826f65bf" providerId="ADAL" clId="{1F752B75-9F90-469A-BC48-54CD0F8388DC}" dt="2023-01-17T05:35:06.888" v="129"/>
        <pc:sldMkLst>
          <pc:docMk/>
          <pc:sldMk cId="2154517383" sldId="262"/>
        </pc:sldMkLst>
        <pc:spChg chg="mod">
          <ac:chgData name="White (she/her), Whitney" userId="65f39021-2f1d-4d8b-87dc-b123826f65bf" providerId="ADAL" clId="{1F752B75-9F90-469A-BC48-54CD0F8388DC}" dt="2023-01-17T05:34:26.697" v="111" actId="20577"/>
          <ac:spMkLst>
            <pc:docMk/>
            <pc:sldMk cId="2154517383" sldId="262"/>
            <ac:spMk id="2" creationId="{795B414A-AD8C-4E6F-B75E-07EA0E4074FA}"/>
          </ac:spMkLst>
        </pc:spChg>
        <pc:spChg chg="mod">
          <ac:chgData name="White (she/her), Whitney" userId="65f39021-2f1d-4d8b-87dc-b123826f65bf" providerId="ADAL" clId="{1F752B75-9F90-469A-BC48-54CD0F8388DC}" dt="2023-01-17T05:34:53.437" v="126" actId="403"/>
          <ac:spMkLst>
            <pc:docMk/>
            <pc:sldMk cId="2154517383" sldId="262"/>
            <ac:spMk id="3" creationId="{FFA3DB47-D801-4117-9C3D-1906F9F2FCB6}"/>
          </ac:spMkLst>
        </pc:spChg>
      </pc:sldChg>
      <pc:sldChg chg="modSp mod modAnim">
        <pc:chgData name="White (she/her), Whitney" userId="65f39021-2f1d-4d8b-87dc-b123826f65bf" providerId="ADAL" clId="{1F752B75-9F90-469A-BC48-54CD0F8388DC}" dt="2023-01-17T05:36:02.279" v="165"/>
        <pc:sldMkLst>
          <pc:docMk/>
          <pc:sldMk cId="421720411" sldId="263"/>
        </pc:sldMkLst>
        <pc:spChg chg="mod">
          <ac:chgData name="White (she/her), Whitney" userId="65f39021-2f1d-4d8b-87dc-b123826f65bf" providerId="ADAL" clId="{1F752B75-9F90-469A-BC48-54CD0F8388DC}" dt="2023-01-17T05:35:20.928" v="154" actId="20577"/>
          <ac:spMkLst>
            <pc:docMk/>
            <pc:sldMk cId="421720411" sldId="263"/>
            <ac:spMk id="2" creationId="{E3598FC9-284E-4F8B-B6C7-FA44B93581BE}"/>
          </ac:spMkLst>
        </pc:spChg>
        <pc:spChg chg="mod">
          <ac:chgData name="White (she/her), Whitney" userId="65f39021-2f1d-4d8b-87dc-b123826f65bf" providerId="ADAL" clId="{1F752B75-9F90-469A-BC48-54CD0F8388DC}" dt="2023-01-17T05:35:51.171" v="164" actId="5793"/>
          <ac:spMkLst>
            <pc:docMk/>
            <pc:sldMk cId="421720411" sldId="263"/>
            <ac:spMk id="3" creationId="{46C1CDC1-1538-421E-AA13-2A2B531BEEED}"/>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7.08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Collaborative Learning | Part II</a:t>
            </a:r>
          </a:p>
        </p:txBody>
      </p:sp>
      <p:sp>
        <p:nvSpPr>
          <p:cNvPr id="4" name="TextBox 3">
            <a:extLst>
              <a:ext uri="{FF2B5EF4-FFF2-40B4-BE49-F238E27FC236}">
                <a16:creationId xmlns:a16="http://schemas.microsoft.com/office/drawing/2014/main" id="{0450A5FC-BFC6-A4C3-F114-40668024FB97}"/>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3B, 6D, 6F</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600"/>
              </a:spcAft>
              <a:buFont typeface="Symbol" panose="05050102010706020507" pitchFamily="18" charset="2"/>
              <a:buChar char=""/>
            </a:pPr>
            <a:r>
              <a:rPr lang="en-US" dirty="0">
                <a:solidFill>
                  <a:srgbClr val="000000"/>
                </a:solidFill>
                <a:effectLst/>
                <a:ea typeface="Meiryo" panose="020B0400000000000000" pitchFamily="34" charset="-128"/>
                <a:cs typeface="Arial" panose="020B0604020202020204" pitchFamily="34" charset="0"/>
              </a:rPr>
              <a:t>Define the term protocol and describe how a protocol can support structured academic discussions</a:t>
            </a:r>
            <a:endParaRPr lang="en-US" dirty="0">
              <a:ea typeface="Meiryo" panose="020B0400000000000000" pitchFamily="34" charset="-128"/>
            </a:endParaRPr>
          </a:p>
          <a:p>
            <a:pPr marL="342900" marR="0" lvl="0" indent="-342900">
              <a:lnSpc>
                <a:spcPct val="107000"/>
              </a:lnSpc>
              <a:spcBef>
                <a:spcPts val="0"/>
              </a:spcBef>
              <a:spcAft>
                <a:spcPts val="600"/>
              </a:spcAft>
              <a:buFont typeface="Symbol" panose="05050102010706020507" pitchFamily="18" charset="2"/>
              <a:buChar char=""/>
            </a:pPr>
            <a:r>
              <a:rPr lang="en-US" dirty="0">
                <a:solidFill>
                  <a:srgbClr val="000000"/>
                </a:solidFill>
                <a:effectLst/>
                <a:ea typeface="Meiryo" panose="020B0400000000000000" pitchFamily="34" charset="-128"/>
                <a:cs typeface="Arial" panose="020B0604020202020204" pitchFamily="34" charset="0"/>
              </a:rPr>
              <a:t>Define, practice, and reflect on strategies for engaging students in structured academic discourse using protocol.</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lnSpc>
                <a:spcPct val="107000"/>
              </a:lnSpc>
              <a:spcBef>
                <a:spcPts val="600"/>
              </a:spcBef>
              <a:spcAft>
                <a:spcPts val="600"/>
              </a:spcAft>
              <a:buNone/>
            </a:pPr>
            <a:r>
              <a:rPr lang="en-US" dirty="0">
                <a:solidFill>
                  <a:srgbClr val="000000"/>
                </a:solidFill>
                <a:effectLst/>
                <a:latin typeface="Calibri" panose="020F0502020204030204" pitchFamily="34" charset="0"/>
                <a:ea typeface="Calibri" panose="020F0502020204030204" pitchFamily="34" charset="0"/>
              </a:rPr>
              <a:t>Consider the following scenario: </a:t>
            </a:r>
            <a:r>
              <a:rPr lang="en-US" dirty="0">
                <a:effectLst/>
                <a:latin typeface="Calibri" panose="020F0502020204030204" pitchFamily="34" charset="0"/>
                <a:ea typeface="Calibri" panose="020F0502020204030204" pitchFamily="34" charset="0"/>
              </a:rPr>
              <a:t>Ms. N is a 7</a:t>
            </a:r>
            <a:r>
              <a:rPr lang="en-US" baseline="30000" dirty="0">
                <a:effectLst/>
                <a:latin typeface="Calibri" panose="020F0502020204030204" pitchFamily="34" charset="0"/>
                <a:ea typeface="Calibri" panose="020F0502020204030204" pitchFamily="34" charset="0"/>
              </a:rPr>
              <a:t>th-</a:t>
            </a:r>
            <a:r>
              <a:rPr lang="en-US" dirty="0">
                <a:effectLst/>
                <a:latin typeface="Calibri" panose="020F0502020204030204" pitchFamily="34" charset="0"/>
                <a:ea typeface="Calibri" panose="020F0502020204030204" pitchFamily="34" charset="0"/>
              </a:rPr>
              <a:t>grade teacher. She put students in groups of three to discuss a reading passage they read together in class.  As she walks around, she notices some students are off task. In several groups, one student is doing all the talking, and in another group, students are arguing. </a:t>
            </a:r>
          </a:p>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rPr>
              <a:t>What strategies might Ms. N use to prevent these issues from happening?</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rmAutofit/>
          </a:bodyPr>
          <a:lstStyle/>
          <a:p>
            <a:pPr marL="0" indent="0">
              <a:buNone/>
            </a:pPr>
            <a:r>
              <a:rPr lang="en-US" dirty="0"/>
              <a:t>Protocol: </a:t>
            </a:r>
            <a:r>
              <a:rPr lang="en-US" dirty="0">
                <a:effectLst/>
                <a:ea typeface="Calibri" panose="020F0502020204030204" pitchFamily="34" charset="0"/>
              </a:rPr>
              <a:t>A well-defined set of actions used in a classroom for a specific academic purpose.</a:t>
            </a:r>
            <a:endParaRPr lang="en-US"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B414A-AD8C-4E6F-B75E-07EA0E4074FA}"/>
              </a:ext>
            </a:extLst>
          </p:cNvPr>
          <p:cNvSpPr>
            <a:spLocks noGrp="1"/>
          </p:cNvSpPr>
          <p:nvPr>
            <p:ph type="title"/>
          </p:nvPr>
        </p:nvSpPr>
        <p:spPr/>
        <p:txBody>
          <a:bodyPr>
            <a:normAutofit/>
          </a:bodyPr>
          <a:lstStyle/>
          <a:p>
            <a:r>
              <a:rPr lang="en-US" dirty="0">
                <a:effectLst/>
                <a:ea typeface="Calibri" panose="020F0502020204030204" pitchFamily="34" charset="0"/>
              </a:rPr>
              <a:t>Roles for Protocols</a:t>
            </a:r>
            <a:endParaRPr lang="en-US" dirty="0"/>
          </a:p>
        </p:txBody>
      </p:sp>
      <p:sp>
        <p:nvSpPr>
          <p:cNvPr id="3" name="Content Placeholder 2">
            <a:extLst>
              <a:ext uri="{FF2B5EF4-FFF2-40B4-BE49-F238E27FC236}">
                <a16:creationId xmlns:a16="http://schemas.microsoft.com/office/drawing/2014/main" id="{FFA3DB47-D801-4117-9C3D-1906F9F2FCB6}"/>
              </a:ext>
            </a:extLst>
          </p:cNvPr>
          <p:cNvSpPr>
            <a:spLocks noGrp="1"/>
          </p:cNvSpPr>
          <p:nvPr>
            <p:ph idx="1"/>
          </p:nvPr>
        </p:nvSpPr>
        <p:spPr/>
        <p:txBody>
          <a:bodyPr>
            <a:normAutofit/>
          </a:bodyPr>
          <a:lstStyle/>
          <a:p>
            <a:pPr marL="342900" marR="0" lvl="0" indent="-342900">
              <a:lnSpc>
                <a:spcPct val="107000"/>
              </a:lnSpc>
              <a:spcBef>
                <a:spcPts val="0"/>
              </a:spcBef>
              <a:spcAft>
                <a:spcPts val="800"/>
              </a:spcAft>
              <a:buFont typeface="+mj-lt"/>
              <a:buAutoNum type="arabicPeriod"/>
            </a:pPr>
            <a:r>
              <a:rPr lang="en-US" dirty="0">
                <a:effectLst/>
                <a:latin typeface="Calibri" panose="020F0502020204030204" pitchFamily="34" charset="0"/>
                <a:ea typeface="Calibri" panose="020F0502020204030204" pitchFamily="34" charset="0"/>
              </a:rPr>
              <a:t>Protocols enhance the structure or clarity of an open-ended task such as brainstorming or generating ideas.</a:t>
            </a:r>
          </a:p>
          <a:p>
            <a:pPr marL="342900" marR="0" lvl="0" indent="-342900">
              <a:lnSpc>
                <a:spcPct val="107000"/>
              </a:lnSpc>
              <a:spcBef>
                <a:spcPts val="600"/>
              </a:spcBef>
              <a:spcAft>
                <a:spcPts val="800"/>
              </a:spcAft>
              <a:buFont typeface="+mj-lt"/>
              <a:buAutoNum type="arabicPeriod"/>
            </a:pPr>
            <a:r>
              <a:rPr lang="en-US" dirty="0">
                <a:effectLst/>
                <a:latin typeface="Calibri" panose="020F0502020204030204" pitchFamily="34" charset="0"/>
                <a:ea typeface="Calibri" panose="020F0502020204030204" pitchFamily="34" charset="0"/>
              </a:rPr>
              <a:t>Protocols promote equal participation by encouraging students to take turns between listening and speaking.</a:t>
            </a:r>
          </a:p>
          <a:p>
            <a:pPr marL="342900" marR="0" lvl="0" indent="-342900">
              <a:lnSpc>
                <a:spcPct val="107000"/>
              </a:lnSpc>
              <a:spcBef>
                <a:spcPts val="600"/>
              </a:spcBef>
              <a:spcAft>
                <a:spcPts val="800"/>
              </a:spcAft>
              <a:buFont typeface="+mj-lt"/>
              <a:buAutoNum type="arabicPeriod"/>
            </a:pPr>
            <a:r>
              <a:rPr lang="en-US" dirty="0">
                <a:effectLst/>
                <a:latin typeface="Calibri" panose="020F0502020204030204" pitchFamily="34" charset="0"/>
                <a:ea typeface="Calibri" panose="020F0502020204030204" pitchFamily="34" charset="0"/>
              </a:rPr>
              <a:t>Protocols assign clear roles and tasks so opportunities for collaborative work are maximized.</a:t>
            </a:r>
            <a:endParaRPr lang="en-US" sz="4000" dirty="0"/>
          </a:p>
        </p:txBody>
      </p:sp>
      <p:sp>
        <p:nvSpPr>
          <p:cNvPr id="4" name="Slide Number Placeholder 3">
            <a:extLst>
              <a:ext uri="{FF2B5EF4-FFF2-40B4-BE49-F238E27FC236}">
                <a16:creationId xmlns:a16="http://schemas.microsoft.com/office/drawing/2014/main" id="{295CEAD5-1FAC-4D53-868F-2C6AE3E001BD}"/>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5451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98FC9-284E-4F8B-B6C7-FA44B93581BE}"/>
              </a:ext>
            </a:extLst>
          </p:cNvPr>
          <p:cNvSpPr>
            <a:spLocks noGrp="1"/>
          </p:cNvSpPr>
          <p:nvPr>
            <p:ph type="title"/>
          </p:nvPr>
        </p:nvSpPr>
        <p:spPr/>
        <p:txBody>
          <a:bodyPr>
            <a:normAutofit/>
          </a:bodyPr>
          <a:lstStyle/>
          <a:p>
            <a:r>
              <a:rPr lang="en-US" dirty="0">
                <a:effectLst/>
                <a:ea typeface="Calibri" panose="020F0502020204030204" pitchFamily="34" charset="0"/>
              </a:rPr>
              <a:t>Protocol Similarities</a:t>
            </a:r>
            <a:endParaRPr lang="en-US" dirty="0"/>
          </a:p>
        </p:txBody>
      </p:sp>
      <p:sp>
        <p:nvSpPr>
          <p:cNvPr id="3" name="Content Placeholder 2">
            <a:extLst>
              <a:ext uri="{FF2B5EF4-FFF2-40B4-BE49-F238E27FC236}">
                <a16:creationId xmlns:a16="http://schemas.microsoft.com/office/drawing/2014/main" id="{46C1CDC1-1538-421E-AA13-2A2B531BEEED}"/>
              </a:ext>
            </a:extLst>
          </p:cNvPr>
          <p:cNvSpPr>
            <a:spLocks noGrp="1"/>
          </p:cNvSpPr>
          <p:nvPr>
            <p:ph idx="1"/>
          </p:nvPr>
        </p:nvSpPr>
        <p:spPr/>
        <p:txBody>
          <a:bodyPr>
            <a:normAutofit/>
          </a:bodyPr>
          <a:lstStyle/>
          <a:p>
            <a:pPr lvl="0"/>
            <a:r>
              <a:rPr lang="en-US" dirty="0"/>
              <a:t>Protocols are organized and have identified what participants will do.</a:t>
            </a:r>
          </a:p>
          <a:p>
            <a:pPr marL="0" lvl="0" indent="0">
              <a:buNone/>
            </a:pPr>
            <a:r>
              <a:rPr lang="en-US" dirty="0"/>
              <a:t> </a:t>
            </a:r>
          </a:p>
          <a:p>
            <a:pPr lvl="0"/>
            <a:r>
              <a:rPr lang="en-US" dirty="0"/>
              <a:t>Protocols have timeframes for each step and specify how long participants have to complete each step. </a:t>
            </a:r>
          </a:p>
          <a:p>
            <a:pPr marL="0" lvl="0" indent="0">
              <a:buNone/>
            </a:pPr>
            <a:endParaRPr lang="en-US" dirty="0"/>
          </a:p>
          <a:p>
            <a:pPr lvl="0"/>
            <a:r>
              <a:rPr lang="en-US" dirty="0"/>
              <a:t>Protocols include a description of what the protocol will do to structure learning.</a:t>
            </a:r>
          </a:p>
        </p:txBody>
      </p:sp>
      <p:sp>
        <p:nvSpPr>
          <p:cNvPr id="4" name="Slide Number Placeholder 3">
            <a:extLst>
              <a:ext uri="{FF2B5EF4-FFF2-40B4-BE49-F238E27FC236}">
                <a16:creationId xmlns:a16="http://schemas.microsoft.com/office/drawing/2014/main" id="{05698B61-793B-4360-8DC3-B9D1465CAB36}"/>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421720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a:lnSpc>
                <a:spcPct val="107000"/>
              </a:lnSpc>
              <a:spcBef>
                <a:spcPts val="0"/>
              </a:spcBef>
              <a:spcAft>
                <a:spcPts val="0"/>
              </a:spcAft>
            </a:pPr>
            <a:r>
              <a:rPr lang="en-US" dirty="0">
                <a:solidFill>
                  <a:srgbClr val="000000"/>
                </a:solidFill>
                <a:effectLst/>
                <a:latin typeface="Calibri" panose="020F0502020204030204" pitchFamily="34" charset="0"/>
                <a:ea typeface="Calibri" panose="020F0502020204030204" pitchFamily="34" charset="0"/>
              </a:rPr>
              <a:t>Provide three ways that using protocols supports effective academic discourse in a classroom.</a:t>
            </a:r>
            <a:endParaRPr lang="en-US" dirty="0">
              <a:solidFill>
                <a:srgbClr val="000000"/>
              </a:solidFill>
              <a:latin typeface="Calibri" panose="020F0502020204030204" pitchFamily="34" charset="0"/>
              <a:ea typeface="Calibri" panose="020F0502020204030204" pitchFamily="34" charset="0"/>
            </a:endParaRPr>
          </a:p>
          <a:p>
            <a:pPr marL="0" marR="0">
              <a:lnSpc>
                <a:spcPct val="107000"/>
              </a:lnSpc>
              <a:spcBef>
                <a:spcPts val="0"/>
              </a:spcBef>
              <a:spcAft>
                <a:spcPts val="0"/>
              </a:spcAft>
            </a:pPr>
            <a:endParaRPr lang="en-US" dirty="0">
              <a:solidFill>
                <a:srgbClr val="000000"/>
              </a:solidFill>
              <a:effectLst/>
              <a:latin typeface="Calibri" panose="020F0502020204030204" pitchFamily="34" charset="0"/>
              <a:ea typeface="Calibri" panose="020F0502020204030204" pitchFamily="34" charset="0"/>
            </a:endParaRPr>
          </a:p>
          <a:p>
            <a:pPr marL="0" marR="0">
              <a:lnSpc>
                <a:spcPct val="107000"/>
              </a:lnSpc>
              <a:spcBef>
                <a:spcPts val="0"/>
              </a:spcBef>
              <a:spcAft>
                <a:spcPts val="0"/>
              </a:spcAft>
            </a:pPr>
            <a:r>
              <a:rPr lang="en-US" dirty="0">
                <a:effectLst/>
                <a:latin typeface="Calibri" panose="020F0502020204030204" pitchFamily="34" charset="0"/>
                <a:ea typeface="Calibri" panose="020F0502020204030204" pitchFamily="34" charset="0"/>
              </a:rPr>
              <a:t>Read the scenarios in the graphic organizer on your Exit Ticket. For each, determine which protocol you would use to structure effective collaborative group work. </a:t>
            </a: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51</TotalTime>
  <Words>320</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Instructional Practices| Unit 7: High Leverage Teaching Practices| Lesson 7.08</vt:lpstr>
      <vt:lpstr>TEKS Standards &amp; Objectives</vt:lpstr>
      <vt:lpstr>Bellringer</vt:lpstr>
      <vt:lpstr>Vocabulary</vt:lpstr>
      <vt:lpstr>Roles for Protocols</vt:lpstr>
      <vt:lpstr>Protocol Similarities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Learning | Part I</dc:title>
  <dc:subject>Collaborative Learning | Part I</dc:subject>
  <dc:creator>Texas Education Agency</dc:creator>
  <cp:lastModifiedBy>London White</cp:lastModifiedBy>
  <cp:revision>2</cp:revision>
  <dcterms:created xsi:type="dcterms:W3CDTF">2022-09-17T16:30:16Z</dcterms:created>
  <dcterms:modified xsi:type="dcterms:W3CDTF">2023-08-31T05:03:49Z</dcterms:modified>
</cp:coreProperties>
</file>
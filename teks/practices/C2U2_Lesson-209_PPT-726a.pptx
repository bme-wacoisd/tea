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2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D41C0-479F-4A96-831E-0AFC0A3A45C2}" v="1" dt="2023-08-31T01:38:40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B10D41C0-479F-4A96-831E-0AFC0A3A45C2}"/>
    <pc:docChg chg="modSld">
      <pc:chgData name="White (she/her), Whitney" userId="65f39021-2f1d-4d8b-87dc-b123826f65bf" providerId="ADAL" clId="{B10D41C0-479F-4A96-831E-0AFC0A3A45C2}" dt="2023-08-31T01:38:51.480" v="3" actId="20577"/>
      <pc:docMkLst>
        <pc:docMk/>
      </pc:docMkLst>
      <pc:sldChg chg="addSp modSp mod">
        <pc:chgData name="White (she/her), Whitney" userId="65f39021-2f1d-4d8b-87dc-b123826f65bf" providerId="ADAL" clId="{B10D41C0-479F-4A96-831E-0AFC0A3A45C2}" dt="2023-08-31T01:38:42.528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10D41C0-479F-4A96-831E-0AFC0A3A45C2}" dt="2023-08-31T01:38:42.528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10D41C0-479F-4A96-831E-0AFC0A3A45C2}" dt="2023-08-31T01:38:40.177" v="1"/>
          <ac:spMkLst>
            <pc:docMk/>
            <pc:sldMk cId="1482277026" sldId="256"/>
            <ac:spMk id="4" creationId="{45905F26-1CA2-6C79-0D49-7837E847F202}"/>
          </ac:spMkLst>
        </pc:spChg>
      </pc:sldChg>
      <pc:sldChg chg="modSp mod">
        <pc:chgData name="White (she/her), Whitney" userId="65f39021-2f1d-4d8b-87dc-b123826f65bf" providerId="ADAL" clId="{B10D41C0-479F-4A96-831E-0AFC0A3A45C2}" dt="2023-08-31T01:38:51.480" v="3" actId="20577"/>
        <pc:sldMkLst>
          <pc:docMk/>
          <pc:sldMk cId="135966264" sldId="265"/>
        </pc:sldMkLst>
        <pc:spChg chg="mod">
          <ac:chgData name="White (she/her), Whitney" userId="65f39021-2f1d-4d8b-87dc-b123826f65bf" providerId="ADAL" clId="{B10D41C0-479F-4A96-831E-0AFC0A3A45C2}" dt="2023-08-31T01:38:51.480" v="3" actId="20577"/>
          <ac:spMkLst>
            <pc:docMk/>
            <pc:sldMk cId="135966264" sldId="265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FCE557CD-476F-43DC-A2C3-7B0BB2C99045}"/>
    <pc:docChg chg="undo custSel addSld modSld">
      <pc:chgData name="White, Whitney" userId="65f39021-2f1d-4d8b-87dc-b123826f65bf" providerId="ADAL" clId="{FCE557CD-476F-43DC-A2C3-7B0BB2C99045}" dt="2022-08-03T17:38:58.283" v="267" actId="5793"/>
      <pc:docMkLst>
        <pc:docMk/>
      </pc:docMkLst>
      <pc:sldChg chg="modSp mod">
        <pc:chgData name="White, Whitney" userId="65f39021-2f1d-4d8b-87dc-b123826f65bf" providerId="ADAL" clId="{FCE557CD-476F-43DC-A2C3-7B0BB2C99045}" dt="2022-08-03T17:30:09.849" v="7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FCE557CD-476F-43DC-A2C3-7B0BB2C99045}" dt="2022-08-03T17:30:09.849" v="79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FCE557CD-476F-43DC-A2C3-7B0BB2C99045}" dt="2022-08-03T17:30:06.197" v="7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FCE557CD-476F-43DC-A2C3-7B0BB2C99045}" dt="2022-08-03T17:34:09.389" v="134"/>
        <pc:sldMkLst>
          <pc:docMk/>
          <pc:sldMk cId="4071305681" sldId="258"/>
        </pc:sldMkLst>
        <pc:spChg chg="mod">
          <ac:chgData name="White, Whitney" userId="65f39021-2f1d-4d8b-87dc-b123826f65bf" providerId="ADAL" clId="{FCE557CD-476F-43DC-A2C3-7B0BB2C99045}" dt="2022-08-03T17:34:09.389" v="13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FCE557CD-476F-43DC-A2C3-7B0BB2C99045}" dt="2022-08-03T17:31:39.592" v="132" actId="27636"/>
        <pc:sldMkLst>
          <pc:docMk/>
          <pc:sldMk cId="2772527113" sldId="259"/>
        </pc:sldMkLst>
        <pc:spChg chg="mod">
          <ac:chgData name="White, Whitney" userId="65f39021-2f1d-4d8b-87dc-b123826f65bf" providerId="ADAL" clId="{FCE557CD-476F-43DC-A2C3-7B0BB2C99045}" dt="2022-08-03T17:31:39.592" v="132" actId="27636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FCE557CD-476F-43DC-A2C3-7B0BB2C99045}" dt="2022-08-03T17:34:28.830" v="137" actId="255"/>
        <pc:sldMkLst>
          <pc:docMk/>
          <pc:sldMk cId="2147408764" sldId="260"/>
        </pc:sldMkLst>
        <pc:spChg chg="mod">
          <ac:chgData name="White, Whitney" userId="65f39021-2f1d-4d8b-87dc-b123826f65bf" providerId="ADAL" clId="{FCE557CD-476F-43DC-A2C3-7B0BB2C99045}" dt="2022-08-03T17:34:28.830" v="137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FCE557CD-476F-43DC-A2C3-7B0BB2C99045}" dt="2022-08-03T17:34:51.366" v="141" actId="255"/>
        <pc:sldMkLst>
          <pc:docMk/>
          <pc:sldMk cId="3054216349" sldId="261"/>
        </pc:sldMkLst>
        <pc:spChg chg="del">
          <ac:chgData name="White, Whitney" userId="65f39021-2f1d-4d8b-87dc-b123826f65bf" providerId="ADAL" clId="{FCE557CD-476F-43DC-A2C3-7B0BB2C99045}" dt="2022-08-03T17:34:42.557" v="138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FCE557CD-476F-43DC-A2C3-7B0BB2C99045}" dt="2022-08-03T17:34:51.366" v="141" actId="255"/>
          <ac:graphicFrameMkLst>
            <pc:docMk/>
            <pc:sldMk cId="3054216349" sldId="261"/>
            <ac:graphicFrameMk id="5" creationId="{5FED5B79-D8CA-40C2-AC73-8C8E29F5F2AB}"/>
          </ac:graphicFrameMkLst>
        </pc:graphicFrameChg>
      </pc:sldChg>
      <pc:sldChg chg="addSp delSp modSp mod">
        <pc:chgData name="White, Whitney" userId="65f39021-2f1d-4d8b-87dc-b123826f65bf" providerId="ADAL" clId="{FCE557CD-476F-43DC-A2C3-7B0BB2C99045}" dt="2022-08-03T17:38:12.619" v="238" actId="255"/>
        <pc:sldMkLst>
          <pc:docMk/>
          <pc:sldMk cId="4170921578" sldId="262"/>
        </pc:sldMkLst>
        <pc:spChg chg="mod">
          <ac:chgData name="White, Whitney" userId="65f39021-2f1d-4d8b-87dc-b123826f65bf" providerId="ADAL" clId="{FCE557CD-476F-43DC-A2C3-7B0BB2C99045}" dt="2022-08-03T17:37:08.411" v="225" actId="20577"/>
          <ac:spMkLst>
            <pc:docMk/>
            <pc:sldMk cId="4170921578" sldId="262"/>
            <ac:spMk id="2" creationId="{A7DAC820-49EE-4F41-8B1F-B9E33FF6BE24}"/>
          </ac:spMkLst>
        </pc:spChg>
        <pc:spChg chg="del mod">
          <ac:chgData name="White, Whitney" userId="65f39021-2f1d-4d8b-87dc-b123826f65bf" providerId="ADAL" clId="{FCE557CD-476F-43DC-A2C3-7B0BB2C99045}" dt="2022-08-03T17:37:42.335" v="228"/>
          <ac:spMkLst>
            <pc:docMk/>
            <pc:sldMk cId="4170921578" sldId="262"/>
            <ac:spMk id="3" creationId="{79FFCA46-4155-4484-8350-F1E0B95F6088}"/>
          </ac:spMkLst>
        </pc:spChg>
        <pc:graphicFrameChg chg="add mod modGraphic">
          <ac:chgData name="White, Whitney" userId="65f39021-2f1d-4d8b-87dc-b123826f65bf" providerId="ADAL" clId="{FCE557CD-476F-43DC-A2C3-7B0BB2C99045}" dt="2022-08-03T17:38:12.619" v="238" actId="255"/>
          <ac:graphicFrameMkLst>
            <pc:docMk/>
            <pc:sldMk cId="4170921578" sldId="262"/>
            <ac:graphicFrameMk id="5" creationId="{039CCDF1-9327-4BB4-B540-877AA71BF84D}"/>
          </ac:graphicFrameMkLst>
        </pc:graphicFrameChg>
      </pc:sldChg>
      <pc:sldChg chg="modSp mod">
        <pc:chgData name="White, Whitney" userId="65f39021-2f1d-4d8b-87dc-b123826f65bf" providerId="ADAL" clId="{FCE557CD-476F-43DC-A2C3-7B0BB2C99045}" dt="2022-08-03T17:36:49.651" v="193"/>
        <pc:sldMkLst>
          <pc:docMk/>
          <pc:sldMk cId="1163931679" sldId="263"/>
        </pc:sldMkLst>
        <pc:spChg chg="mod">
          <ac:chgData name="White, Whitney" userId="65f39021-2f1d-4d8b-87dc-b123826f65bf" providerId="ADAL" clId="{FCE557CD-476F-43DC-A2C3-7B0BB2C99045}" dt="2022-08-03T17:36:46.428" v="19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FCE557CD-476F-43DC-A2C3-7B0BB2C99045}" dt="2022-08-03T17:36:49.651" v="19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FCE557CD-476F-43DC-A2C3-7B0BB2C99045}" dt="2022-08-03T17:35:28.638" v="174"/>
        <pc:sldMkLst>
          <pc:docMk/>
          <pc:sldMk cId="3493109116" sldId="264"/>
        </pc:sldMkLst>
        <pc:spChg chg="mod">
          <ac:chgData name="White, Whitney" userId="65f39021-2f1d-4d8b-87dc-b123826f65bf" providerId="ADAL" clId="{FCE557CD-476F-43DC-A2C3-7B0BB2C99045}" dt="2022-08-03T17:35:25.093" v="173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FCE557CD-476F-43DC-A2C3-7B0BB2C99045}" dt="2022-08-03T17:35:28.638" v="174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FCE557CD-476F-43DC-A2C3-7B0BB2C99045}" dt="2022-08-03T17:35:34.212" v="176" actId="13926"/>
        <pc:sldMkLst>
          <pc:docMk/>
          <pc:sldMk cId="135966264" sldId="265"/>
        </pc:sldMkLst>
        <pc:spChg chg="mod">
          <ac:chgData name="White, Whitney" userId="65f39021-2f1d-4d8b-87dc-b123826f65bf" providerId="ADAL" clId="{FCE557CD-476F-43DC-A2C3-7B0BB2C99045}" dt="2022-08-03T17:35:34.212" v="176" actId="13926"/>
          <ac:spMkLst>
            <pc:docMk/>
            <pc:sldMk cId="135966264" sldId="265"/>
            <ac:spMk id="3" creationId="{F64339F5-2F5D-46B5-A25D-C197D73747BD}"/>
          </ac:spMkLst>
        </pc:spChg>
      </pc:sldChg>
      <pc:sldChg chg="modSp new mod">
        <pc:chgData name="White, Whitney" userId="65f39021-2f1d-4d8b-87dc-b123826f65bf" providerId="ADAL" clId="{FCE557CD-476F-43DC-A2C3-7B0BB2C99045}" dt="2022-08-03T17:38:58.283" v="267" actId="5793"/>
        <pc:sldMkLst>
          <pc:docMk/>
          <pc:sldMk cId="1511988906" sldId="266"/>
        </pc:sldMkLst>
        <pc:spChg chg="mod">
          <ac:chgData name="White, Whitney" userId="65f39021-2f1d-4d8b-87dc-b123826f65bf" providerId="ADAL" clId="{FCE557CD-476F-43DC-A2C3-7B0BB2C99045}" dt="2022-08-03T17:38:53.578" v="265" actId="20577"/>
          <ac:spMkLst>
            <pc:docMk/>
            <pc:sldMk cId="1511988906" sldId="266"/>
            <ac:spMk id="2" creationId="{73E58E63-6490-452B-96B4-7F6D9C264E68}"/>
          </ac:spMkLst>
        </pc:spChg>
        <pc:spChg chg="mod">
          <ac:chgData name="White, Whitney" userId="65f39021-2f1d-4d8b-87dc-b123826f65bf" providerId="ADAL" clId="{FCE557CD-476F-43DC-A2C3-7B0BB2C99045}" dt="2022-08-03T17:38:58.283" v="267" actId="5793"/>
          <ac:spMkLst>
            <pc:docMk/>
            <pc:sldMk cId="1511988906" sldId="266"/>
            <ac:spMk id="3" creationId="{91185CCD-727F-4259-B44B-643067AD77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znBgpG0Bm1XzjBBaEeHBoHR5iEzBCeVK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Positive Framing | Motivate Effort and Excellence,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05F26-1CA2-6C79-0D49-7837E847F202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nalyze and apply the strategy of Positive Framing for building positive relationships with students.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and describe the essential components of Positive Framing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ractice drafting a redirection statement using Positive Framing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and apply effective behavior management techniques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ractice introducing a procedure from Unit 1 using Positive Framing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know your students’ goals? 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do you plan to learn about your students’ goals and dreams?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ED5B79-D8CA-40C2-AC73-8C8E29F5F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01528"/>
              </p:ext>
            </p:extLst>
          </p:nvPr>
        </p:nvGraphicFramePr>
        <p:xfrm>
          <a:off x="838200" y="1842052"/>
          <a:ext cx="10515600" cy="4122753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3914003170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1912070498"/>
                    </a:ext>
                  </a:extLst>
                </a:gridCol>
              </a:tblGrid>
              <a:tr h="9475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Aspiration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strong hope or desire to achieve something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329363"/>
                  </a:ext>
                </a:extLst>
              </a:tr>
              <a:tr h="9475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Talk Aspirations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Motivating students to sustain or improve their performance by talking to them about who they are striving to become.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516845"/>
                  </a:ext>
                </a:extLst>
              </a:tr>
              <a:tr h="9475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Motivate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Stimulate interest in or enthusiasm for doing something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29817"/>
                  </a:ext>
                </a:extLst>
              </a:tr>
              <a:tr h="9475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Economy of Language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few words to remain focused on the task at hand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4928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Positive Framing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Live in the Now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Assume the Best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Allow Plausible Anonymity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Narrate the Positive and Build Momentum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Challenge!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Talk Expectations and Aspirations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of </a:t>
            </a:r>
            <a:r>
              <a:rPr lang="en-US"/>
              <a:t>Positive Framing </a:t>
            </a:r>
            <a:r>
              <a:rPr lang="en-US" dirty="0"/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Live in the Now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Assume the Best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Allow Plausible Anonymity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Narrate the Positive and Build Momentum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Challenge!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Talk Expectations and Aspirations</a:t>
            </a:r>
            <a:endParaRPr lang="en-US" sz="28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Motivate students: Communicate your belief in students’ potential and connect the daily work of the classroom with their goals and dreams.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Economy of Language: Using fewer words helps students to focus on what they need to do to meet expectations and brings everyone back to the lesson as quickly as possible.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Emotional Constancy: Use a neutral tone when delivering redirections of any kind.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How to Use Talk Aspirations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9CCDF1-9327-4BB4-B540-877AA71BF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100490"/>
              </p:ext>
            </p:extLst>
          </p:nvPr>
        </p:nvGraphicFramePr>
        <p:xfrm>
          <a:off x="1444486" y="1510748"/>
          <a:ext cx="9064488" cy="4591001"/>
        </p:xfrm>
        <a:graphic>
          <a:graphicData uri="http://schemas.openxmlformats.org/drawingml/2006/table">
            <a:tbl>
              <a:tblPr firstRow="1" bandRow="1"/>
              <a:tblGrid>
                <a:gridCol w="4532244">
                  <a:extLst>
                    <a:ext uri="{9D8B030D-6E8A-4147-A177-3AD203B41FA5}">
                      <a16:colId xmlns:a16="http://schemas.microsoft.com/office/drawing/2014/main" val="1083568079"/>
                    </a:ext>
                  </a:extLst>
                </a:gridCol>
                <a:gridCol w="4532244">
                  <a:extLst>
                    <a:ext uri="{9D8B030D-6E8A-4147-A177-3AD203B41FA5}">
                      <a16:colId xmlns:a16="http://schemas.microsoft.com/office/drawing/2014/main" val="2463651993"/>
                    </a:ext>
                  </a:extLst>
                </a:gridCol>
              </a:tblGrid>
              <a:tr h="4240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24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331609"/>
                  </a:ext>
                </a:extLst>
              </a:tr>
              <a:tr h="12114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 encourage students to sustain effort they are demonstrating </a:t>
                      </a:r>
                      <a:endParaRPr lang="en-US" sz="20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“Authors like us, who are learning to craft intriguing openings...”</a:t>
                      </a:r>
                      <a:endParaRPr lang="en-US" sz="20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201222"/>
                  </a:ext>
                </a:extLst>
              </a:tr>
              <a:tr h="12114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 inspire them to tackle a challenge</a:t>
                      </a:r>
                      <a:endParaRPr lang="en-US" sz="20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“You’re Usain Bolt. Make this sprint your fastest yet.”</a:t>
                      </a:r>
                      <a:endParaRPr lang="en-US" sz="20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40025"/>
                  </a:ext>
                </a:extLst>
              </a:tr>
              <a:tr h="17027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 connect the seemingly mundane moments to the big picture of where students are heading and who they’re becoming </a:t>
                      </a:r>
                      <a:endParaRPr lang="en-US" sz="20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“Just like an architect, try to do this square footage calculation in your head.”</a:t>
                      </a:r>
                      <a:endParaRPr lang="en-US" sz="20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431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8E63-6490-452B-96B4-7F6D9C26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Talk Aspirations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5CCD-727F-4259-B44B-643067AD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i="1" u="sng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Motivate Effort and Excellence: John Burmeister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DC62E-C6C4-4AC2-875B-52455318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988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what you’ve learned to craft a Challenge or Talk Aspirations statement (or a combination of both) for the following scenario: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Students have been completing independent work diligently, and there are four minutes to go. You want them to persist until the time is up.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472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2.09</vt:lpstr>
      <vt:lpstr>TEKS Standards &amp; Objectives</vt:lpstr>
      <vt:lpstr>Bellringer</vt:lpstr>
      <vt:lpstr>Vocabulary</vt:lpstr>
      <vt:lpstr>Six Rules of Positive Framing  </vt:lpstr>
      <vt:lpstr>Six Rules of Positive Framing   </vt:lpstr>
      <vt:lpstr>Success Criteria</vt:lpstr>
      <vt:lpstr>How to Use Talk Aspirations</vt:lpstr>
      <vt:lpstr>Video: Talk Aspirations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Positive Framing | Motivate Effort and Excellence, Part II</dc:title>
  <dc:subject>Positive Framing | Motivate Effort and Excellence,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2023-08-31T01:38:57Z</dcterms:modified>
</cp:coreProperties>
</file>
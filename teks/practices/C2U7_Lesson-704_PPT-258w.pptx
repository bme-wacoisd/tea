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44297-F94C-4991-BC7E-AAD79838D019}" v="4" dt="2023-01-17T03:43:33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ABC83443-D9E9-4A0F-9EAE-0DD5EB846DCE}"/>
    <pc:docChg chg="undo custSel addSld modSld modSection">
      <pc:chgData name="White (she/her), Whitney" userId="65f39021-2f1d-4d8b-87dc-b123826f65bf" providerId="ADAL" clId="{ABC83443-D9E9-4A0F-9EAE-0DD5EB846DCE}" dt="2023-01-17T04:55:21.905" v="215" actId="20577"/>
      <pc:docMkLst>
        <pc:docMk/>
      </pc:docMkLst>
      <pc:sldChg chg="modSp mod">
        <pc:chgData name="White (she/her), Whitney" userId="65f39021-2f1d-4d8b-87dc-b123826f65bf" providerId="ADAL" clId="{ABC83443-D9E9-4A0F-9EAE-0DD5EB846DCE}" dt="2023-01-17T04:55:21.905" v="215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ABC83443-D9E9-4A0F-9EAE-0DD5EB846DCE}" dt="2023-01-17T04:38:03.831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ABC83443-D9E9-4A0F-9EAE-0DD5EB846DCE}" dt="2023-01-17T04:55:21.905" v="21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ABC83443-D9E9-4A0F-9EAE-0DD5EB846DCE}" dt="2023-01-17T04:39:19.171" v="22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ABC83443-D9E9-4A0F-9EAE-0DD5EB846DCE}" dt="2023-01-17T04:39:19.171" v="22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ABC83443-D9E9-4A0F-9EAE-0DD5EB846DCE}" dt="2023-01-17T04:38:45.226" v="13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ABC83443-D9E9-4A0F-9EAE-0DD5EB846DCE}" dt="2023-01-17T04:38:45.226" v="13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ABC83443-D9E9-4A0F-9EAE-0DD5EB846DCE}" dt="2023-01-17T04:50:20.543" v="189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ABC83443-D9E9-4A0F-9EAE-0DD5EB846DCE}" dt="2023-01-17T04:50:20.543" v="189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ABC83443-D9E9-4A0F-9EAE-0DD5EB846DCE}" dt="2023-01-17T04:40:09.577" v="58" actId="255"/>
        <pc:sldMkLst>
          <pc:docMk/>
          <pc:sldMk cId="3054216349" sldId="261"/>
        </pc:sldMkLst>
        <pc:spChg chg="mod">
          <ac:chgData name="White (she/her), Whitney" userId="65f39021-2f1d-4d8b-87dc-b123826f65bf" providerId="ADAL" clId="{ABC83443-D9E9-4A0F-9EAE-0DD5EB846DCE}" dt="2023-01-17T04:40:09.577" v="58" actId="255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ABC83443-D9E9-4A0F-9EAE-0DD5EB846DCE}" dt="2023-01-17T04:45:50.489" v="107" actId="404"/>
        <pc:sldMkLst>
          <pc:docMk/>
          <pc:sldMk cId="1756154046" sldId="262"/>
        </pc:sldMkLst>
        <pc:spChg chg="mod">
          <ac:chgData name="White (she/her), Whitney" userId="65f39021-2f1d-4d8b-87dc-b123826f65bf" providerId="ADAL" clId="{ABC83443-D9E9-4A0F-9EAE-0DD5EB846DCE}" dt="2023-01-17T04:45:39.588" v="99" actId="20577"/>
          <ac:spMkLst>
            <pc:docMk/>
            <pc:sldMk cId="1756154046" sldId="262"/>
            <ac:spMk id="2" creationId="{715E2F61-3477-4736-8892-69A2E7C02A80}"/>
          </ac:spMkLst>
        </pc:spChg>
        <pc:spChg chg="mod">
          <ac:chgData name="White (she/her), Whitney" userId="65f39021-2f1d-4d8b-87dc-b123826f65bf" providerId="ADAL" clId="{ABC83443-D9E9-4A0F-9EAE-0DD5EB846DCE}" dt="2023-01-17T04:45:50.489" v="107" actId="404"/>
          <ac:spMkLst>
            <pc:docMk/>
            <pc:sldMk cId="1756154046" sldId="262"/>
            <ac:spMk id="3" creationId="{8C4C6708-AD62-4183-9188-5B800622E2AA}"/>
          </ac:spMkLst>
        </pc:spChg>
      </pc:sldChg>
      <pc:sldChg chg="modSp new mod">
        <pc:chgData name="White (she/her), Whitney" userId="65f39021-2f1d-4d8b-87dc-b123826f65bf" providerId="ADAL" clId="{ABC83443-D9E9-4A0F-9EAE-0DD5EB846DCE}" dt="2023-01-17T04:46:25.404" v="160" actId="27636"/>
        <pc:sldMkLst>
          <pc:docMk/>
          <pc:sldMk cId="3787068340" sldId="263"/>
        </pc:sldMkLst>
        <pc:spChg chg="mod">
          <ac:chgData name="White (she/her), Whitney" userId="65f39021-2f1d-4d8b-87dc-b123826f65bf" providerId="ADAL" clId="{ABC83443-D9E9-4A0F-9EAE-0DD5EB846DCE}" dt="2023-01-17T04:46:10.129" v="150" actId="20577"/>
          <ac:spMkLst>
            <pc:docMk/>
            <pc:sldMk cId="3787068340" sldId="263"/>
            <ac:spMk id="2" creationId="{EF5EB167-9956-4EA0-BA7E-DB5FCD4E39DA}"/>
          </ac:spMkLst>
        </pc:spChg>
        <pc:spChg chg="mod">
          <ac:chgData name="White (she/her), Whitney" userId="65f39021-2f1d-4d8b-87dc-b123826f65bf" providerId="ADAL" clId="{ABC83443-D9E9-4A0F-9EAE-0DD5EB846DCE}" dt="2023-01-17T04:46:25.404" v="160" actId="27636"/>
          <ac:spMkLst>
            <pc:docMk/>
            <pc:sldMk cId="3787068340" sldId="263"/>
            <ac:spMk id="3" creationId="{9A454F26-D4DC-4549-AE26-DEF65D6A5D32}"/>
          </ac:spMkLst>
        </pc:sp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85028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7: High Leverage Teaching Practices| Lesson 7.04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/>
              <a:t>Explicit Teaching | Part I</a:t>
            </a:r>
            <a:endParaRPr 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C1CD0-6A77-F79C-8386-549569D438FD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4B, 6D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explicit teaching and discuss how it positively impacts student learning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Analyze, reflect on, and practice the strategy of teacher modeling as a method showing students what to do and how to do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had to learn how to accurately measure a liquid using a graduated cylinder, would it be easier for you to learn it by reading about it in a book or watching a video about how to do it on YouTube?  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your rationale.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Explicit Teaching: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Guides students through the learning process, step by step, with clear explanations, procedures, and success criteria.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Modeling: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strategy where teachers visually show students a process while describing each step with a rationale.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2F61-3477-4736-8892-69A2E7C0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Modeling as a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6708-AD62-4183-9188-5B800622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Communicates to students what success looks like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 the process for achieving success.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Communicates to students the importance of what is being taught,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Decreases student errors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Helps to build early student confidence.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DCFF9-A88D-47D4-89A5-7FF7B744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5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B167-9956-4EA0-BA7E-DB5FCD4E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Practices for Effective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54F26-D4DC-4549-AE26-DEF65D6A5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Small, learnable steps:  Small, manageable chunks prevent cognitive overload.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 demonstration:  demonstrate each step as students watch. 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Verbal explanation:  explain each step as you demonstrate them.  Provide a rationale for why that step is important and key details for that step.  Keep explanations short and direct.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Connect the steps.  This is important to understand the sequence to the process as well as looking for ways to connect to prior learning.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Pause &amp; check for student understanding along the way.  Allow opportunities for students to ask questions and get clarification. Re-model steps as necessary.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74E5C-D6C1-4746-9509-01CAD16F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6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What is explicit teaching?  How does it help students to learn more effectively?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 your Exit Ticket is a script for modeling how to generate and organize data.  Analyze the script and provide evidence of where you found the key modeling practices demonstrated in this example.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50</TotalTime>
  <Words>386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Instructional Practices| Unit 7: High Leverage Teaching Practices| Lesson 7.04</vt:lpstr>
      <vt:lpstr>TEKS Standards &amp; Objectives</vt:lpstr>
      <vt:lpstr>Bellringer</vt:lpstr>
      <vt:lpstr>Vocabulary</vt:lpstr>
      <vt:lpstr>Benefits of Modeling as a Strategy</vt:lpstr>
      <vt:lpstr>Key Practices for Effective Modeling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Leverage Teaching Practices | Introduction</dc:title>
  <dc:subject>High Leverage Teaching Practices | Introduction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2023-08-31T04:58:27Z</dcterms:modified>
</cp:coreProperties>
</file>
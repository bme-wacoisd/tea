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77181-F5F3-4CF3-9FCF-DFA217075380}" v="1" dt="2023-08-31T01:55:18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, Michael" userId="fab36145-0fd9-4a3e-95e4-581d3459e164" providerId="ADAL" clId="{A415E61F-F086-4521-8BCC-2D4F47165333}"/>
    <pc:docChg chg="undo custSel addSld delSld modSld">
      <pc:chgData name="Martin, Michael" userId="fab36145-0fd9-4a3e-95e4-581d3459e164" providerId="ADAL" clId="{A415E61F-F086-4521-8BCC-2D4F47165333}" dt="2023-01-02T17:20:37.599" v="152" actId="20577"/>
      <pc:docMkLst>
        <pc:docMk/>
      </pc:docMkLst>
      <pc:sldChg chg="modSp mod">
        <pc:chgData name="Martin, Michael" userId="fab36145-0fd9-4a3e-95e4-581d3459e164" providerId="ADAL" clId="{A415E61F-F086-4521-8BCC-2D4F47165333}" dt="2023-01-02T17:15:06.007" v="43" actId="20577"/>
        <pc:sldMkLst>
          <pc:docMk/>
          <pc:sldMk cId="1482277026" sldId="256"/>
        </pc:sldMkLst>
        <pc:spChg chg="mod">
          <ac:chgData name="Martin, Michael" userId="fab36145-0fd9-4a3e-95e4-581d3459e164" providerId="ADAL" clId="{A415E61F-F086-4521-8BCC-2D4F47165333}" dt="2023-01-02T17:15:06.007" v="4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artin, Michael" userId="fab36145-0fd9-4a3e-95e4-581d3459e164" providerId="ADAL" clId="{A415E61F-F086-4521-8BCC-2D4F47165333}" dt="2023-01-02T17:14:22.352" v="0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Martin, Michael" userId="fab36145-0fd9-4a3e-95e4-581d3459e164" providerId="ADAL" clId="{A415E61F-F086-4521-8BCC-2D4F47165333}" dt="2023-01-02T17:16:41.656" v="63"/>
        <pc:sldMkLst>
          <pc:docMk/>
          <pc:sldMk cId="4071305681" sldId="258"/>
        </pc:sldMkLst>
        <pc:spChg chg="mod">
          <ac:chgData name="Martin, Michael" userId="fab36145-0fd9-4a3e-95e4-581d3459e164" providerId="ADAL" clId="{A415E61F-F086-4521-8BCC-2D4F47165333}" dt="2023-01-02T17:16:41.656" v="63"/>
          <ac:spMkLst>
            <pc:docMk/>
            <pc:sldMk cId="4071305681" sldId="258"/>
            <ac:spMk id="3" creationId="{392BE286-77A6-49DD-B15D-7E4718D52FE7}"/>
          </ac:spMkLst>
        </pc:spChg>
        <pc:graphicFrameChg chg="add del mod">
          <ac:chgData name="Martin, Michael" userId="fab36145-0fd9-4a3e-95e4-581d3459e164" providerId="ADAL" clId="{A415E61F-F086-4521-8BCC-2D4F47165333}" dt="2023-01-02T17:16:32.577" v="62"/>
          <ac:graphicFrameMkLst>
            <pc:docMk/>
            <pc:sldMk cId="4071305681" sldId="258"/>
            <ac:graphicFrameMk id="5" creationId="{61C51C9A-7CA2-49B1-809A-9B877B98F377}"/>
          </ac:graphicFrameMkLst>
        </pc:graphicFrameChg>
      </pc:sldChg>
      <pc:sldChg chg="modSp mod">
        <pc:chgData name="Martin, Michael" userId="fab36145-0fd9-4a3e-95e4-581d3459e164" providerId="ADAL" clId="{A415E61F-F086-4521-8BCC-2D4F47165333}" dt="2023-01-02T17:16:12.251" v="60" actId="20577"/>
        <pc:sldMkLst>
          <pc:docMk/>
          <pc:sldMk cId="2772527113" sldId="259"/>
        </pc:sldMkLst>
        <pc:spChg chg="mod">
          <ac:chgData name="Martin, Michael" userId="fab36145-0fd9-4a3e-95e4-581d3459e164" providerId="ADAL" clId="{A415E61F-F086-4521-8BCC-2D4F47165333}" dt="2023-01-02T17:16:12.251" v="6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artin, Michael" userId="fab36145-0fd9-4a3e-95e4-581d3459e164" providerId="ADAL" clId="{A415E61F-F086-4521-8BCC-2D4F47165333}" dt="2023-01-02T17:20:37.599" v="152" actId="20577"/>
        <pc:sldMkLst>
          <pc:docMk/>
          <pc:sldMk cId="2147408764" sldId="260"/>
        </pc:sldMkLst>
        <pc:spChg chg="mod">
          <ac:chgData name="Martin, Michael" userId="fab36145-0fd9-4a3e-95e4-581d3459e164" providerId="ADAL" clId="{A415E61F-F086-4521-8BCC-2D4F47165333}" dt="2023-01-02T17:20:37.599" v="15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Martin, Michael" userId="fab36145-0fd9-4a3e-95e4-581d3459e164" providerId="ADAL" clId="{A415E61F-F086-4521-8BCC-2D4F47165333}" dt="2023-01-02T17:18:16.131" v="84"/>
        <pc:sldMkLst>
          <pc:docMk/>
          <pc:sldMk cId="3054216349" sldId="261"/>
        </pc:sldMkLst>
        <pc:spChg chg="mod">
          <ac:chgData name="Martin, Michael" userId="fab36145-0fd9-4a3e-95e4-581d3459e164" providerId="ADAL" clId="{A415E61F-F086-4521-8BCC-2D4F47165333}" dt="2023-01-02T17:18:16.131" v="84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Martin, Michael" userId="fab36145-0fd9-4a3e-95e4-581d3459e164" providerId="ADAL" clId="{A415E61F-F086-4521-8BCC-2D4F47165333}" dt="2023-01-02T17:19:38.299" v="128" actId="113"/>
        <pc:sldMkLst>
          <pc:docMk/>
          <pc:sldMk cId="3493109116" sldId="264"/>
        </pc:sldMkLst>
        <pc:spChg chg="mod">
          <ac:chgData name="Martin, Michael" userId="fab36145-0fd9-4a3e-95e4-581d3459e164" providerId="ADAL" clId="{A415E61F-F086-4521-8BCC-2D4F47165333}" dt="2023-01-02T17:18:42.713" v="11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Martin, Michael" userId="fab36145-0fd9-4a3e-95e4-581d3459e164" providerId="ADAL" clId="{A415E61F-F086-4521-8BCC-2D4F47165333}" dt="2023-01-02T17:19:38.299" v="128" actId="113"/>
          <ac:spMkLst>
            <pc:docMk/>
            <pc:sldMk cId="3493109116" sldId="264"/>
            <ac:spMk id="3" creationId="{F64339F5-2F5D-46B5-A25D-C197D73747BD}"/>
          </ac:spMkLst>
        </pc:spChg>
      </pc:sldChg>
      <pc:sldChg chg="add del">
        <pc:chgData name="Martin, Michael" userId="fab36145-0fd9-4a3e-95e4-581d3459e164" providerId="ADAL" clId="{A415E61F-F086-4521-8BCC-2D4F47165333}" dt="2023-01-02T17:19:41.917" v="129" actId="47"/>
        <pc:sldMkLst>
          <pc:docMk/>
          <pc:sldMk cId="2315245788" sldId="265"/>
        </pc:sldMkLst>
      </pc:sldChg>
    </pc:docChg>
  </pc:docChgLst>
  <pc:docChgLst>
    <pc:chgData name="White (she/her), Whitney" userId="65f39021-2f1d-4d8b-87dc-b123826f65bf" providerId="ADAL" clId="{4AC77181-F5F3-4CF3-9FCF-DFA217075380}"/>
    <pc:docChg chg="modSld">
      <pc:chgData name="White (she/her), Whitney" userId="65f39021-2f1d-4d8b-87dc-b123826f65bf" providerId="ADAL" clId="{4AC77181-F5F3-4CF3-9FCF-DFA217075380}" dt="2023-08-31T01:55:21.427" v="9" actId="1076"/>
      <pc:docMkLst>
        <pc:docMk/>
      </pc:docMkLst>
      <pc:sldChg chg="addSp modSp mod">
        <pc:chgData name="White (she/her), Whitney" userId="65f39021-2f1d-4d8b-87dc-b123826f65bf" providerId="ADAL" clId="{4AC77181-F5F3-4CF3-9FCF-DFA217075380}" dt="2023-08-31T01:55:21.427" v="9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4AC77181-F5F3-4CF3-9FCF-DFA217075380}" dt="2023-08-31T01:55:17.983" v="7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4AC77181-F5F3-4CF3-9FCF-DFA217075380}" dt="2023-08-31T01:55:21.427" v="9" actId="1076"/>
          <ac:spMkLst>
            <pc:docMk/>
            <pc:sldMk cId="1482277026" sldId="256"/>
            <ac:spMk id="4" creationId="{870FC469-E424-4CDB-3E94-E342C570C1BA}"/>
          </ac:spMkLst>
        </pc:spChg>
      </pc:sldChg>
      <pc:sldChg chg="modSp mod">
        <pc:chgData name="White (she/her), Whitney" userId="65f39021-2f1d-4d8b-87dc-b123826f65bf" providerId="ADAL" clId="{4AC77181-F5F3-4CF3-9FCF-DFA217075380}" dt="2023-08-31T01:55:12.851" v="5" actId="6549"/>
        <pc:sldMkLst>
          <pc:docMk/>
          <pc:sldMk cId="2772527113" sldId="259"/>
        </pc:sldMkLst>
        <pc:spChg chg="mod">
          <ac:chgData name="White (she/her), Whitney" userId="65f39021-2f1d-4d8b-87dc-b123826f65bf" providerId="ADAL" clId="{4AC77181-F5F3-4CF3-9FCF-DFA217075380}" dt="2023-08-31T01:55:12.851" v="5" actId="6549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50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Asset-Based Practices and High Expectations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FC469-E424-4CDB-3E94-E342C570C1BA}"/>
              </a:ext>
            </a:extLst>
          </p:cNvPr>
          <p:cNvSpPr txBox="1"/>
          <p:nvPr/>
        </p:nvSpPr>
        <p:spPr>
          <a:xfrm>
            <a:off x="0" y="6455328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4E, 5A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identify practices that hold high expectations for all students and identify why holding high expectations is important to successful teaching.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respond to the following question: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last lesson we were introduced to the idea of asset-based and deficit-based teaching.  Define each idea and describe why asset-based thinking about students can help student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Asset-Based Teaching: Approach to teaching that focuses on what students can do rather than what they cannot do.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Deficit-Based Teaching: Approach to teaching that focuses on what students cannot do rather than what they can do.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Holding High Expectations: Believing that all students can learn at high-levels and teaching in a way that reflects that belief.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Holding High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Helping reinforce a growth mindset, emphasizing effort, and asking students to do it again.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respond to the following prompts:</a:t>
            </a:r>
          </a:p>
          <a:p>
            <a:pPr marL="0" indent="0">
              <a:buNone/>
            </a:pPr>
            <a:endParaRPr lang="en-US" dirty="0"/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For each scenario, determine whether the teacher is holding high-expectations.</a:t>
            </a:r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Describe why holding high expectations for all students is important.</a:t>
            </a:r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/>
              <a:t>Describe why it is important for students to develop a growth mindset and believe that effort can lead to learning?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258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3: Knowledge of Students to Drive Instruction | Lesson 3.06</vt:lpstr>
      <vt:lpstr>TEKS Standards &amp; Objectives</vt:lpstr>
      <vt:lpstr>Bellringer</vt:lpstr>
      <vt:lpstr>Vocabulary</vt:lpstr>
      <vt:lpstr>Holding High Expectations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1.06: Characteristics of Highly Effective Teaching</dc:title>
  <dc:subject>Lesson 1.06: Characteristics of Highly Effective Teaching</dc:subject>
  <dc:creator>Texas Education Agency</dc:creator>
  <cp:lastModifiedBy>White (she/her), Whitney</cp:lastModifiedBy>
  <cp:revision>4</cp:revision>
  <dcterms:created xsi:type="dcterms:W3CDTF">2022-05-09T19:40:20Z</dcterms:created>
  <dcterms:modified xsi:type="dcterms:W3CDTF">2023-08-31T01:55:23Z</dcterms:modified>
</cp:coreProperties>
</file>
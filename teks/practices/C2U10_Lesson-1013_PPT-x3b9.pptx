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05F88-D77F-477F-A9D0-42E4A6347927}" v="1" dt="2023-08-31T08:59:15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7805F88-D77F-477F-A9D0-42E4A6347927}"/>
    <pc:docChg chg="addSld delSld modSld">
      <pc:chgData name="White (she/her), Whitney" userId="65f39021-2f1d-4d8b-87dc-b123826f65bf" providerId="ADAL" clId="{57805F88-D77F-477F-A9D0-42E4A6347927}" dt="2023-08-31T09:05:28.804" v="177" actId="47"/>
      <pc:docMkLst>
        <pc:docMk/>
      </pc:docMkLst>
      <pc:sldChg chg="modSp mod">
        <pc:chgData name="White (she/her), Whitney" userId="65f39021-2f1d-4d8b-87dc-b123826f65bf" providerId="ADAL" clId="{57805F88-D77F-477F-A9D0-42E4A6347927}" dt="2023-08-31T08:58:56.379" v="35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57805F88-D77F-477F-A9D0-42E4A6347927}" dt="2023-08-31T08:58:56.379" v="35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new mod">
        <pc:chgData name="White (she/her), Whitney" userId="65f39021-2f1d-4d8b-87dc-b123826f65bf" providerId="ADAL" clId="{57805F88-D77F-477F-A9D0-42E4A6347927}" dt="2023-08-31T08:59:44.079" v="55" actId="12385"/>
        <pc:sldMkLst>
          <pc:docMk/>
          <pc:sldMk cId="697714180" sldId="260"/>
        </pc:sldMkLst>
        <pc:spChg chg="mod">
          <ac:chgData name="White (she/her), Whitney" userId="65f39021-2f1d-4d8b-87dc-b123826f65bf" providerId="ADAL" clId="{57805F88-D77F-477F-A9D0-42E4A6347927}" dt="2023-08-31T08:59:09.648" v="46" actId="20577"/>
          <ac:spMkLst>
            <pc:docMk/>
            <pc:sldMk cId="697714180" sldId="260"/>
            <ac:spMk id="2" creationId="{B1FB7366-2753-B909-5106-9B5C3492787C}"/>
          </ac:spMkLst>
        </pc:spChg>
        <pc:spChg chg="del mod">
          <ac:chgData name="White (she/her), Whitney" userId="65f39021-2f1d-4d8b-87dc-b123826f65bf" providerId="ADAL" clId="{57805F88-D77F-477F-A9D0-42E4A6347927}" dt="2023-08-31T08:59:15.883" v="48"/>
          <ac:spMkLst>
            <pc:docMk/>
            <pc:sldMk cId="697714180" sldId="260"/>
            <ac:spMk id="3" creationId="{A88932AE-52A5-E068-6B7C-1E718D7F7676}"/>
          </ac:spMkLst>
        </pc:spChg>
        <pc:graphicFrameChg chg="add mod modGraphic">
          <ac:chgData name="White (she/her), Whitney" userId="65f39021-2f1d-4d8b-87dc-b123826f65bf" providerId="ADAL" clId="{57805F88-D77F-477F-A9D0-42E4A6347927}" dt="2023-08-31T08:59:44.079" v="55" actId="12385"/>
          <ac:graphicFrameMkLst>
            <pc:docMk/>
            <pc:sldMk cId="697714180" sldId="260"/>
            <ac:graphicFrameMk id="5" creationId="{0512933B-2194-2CBD-6B63-AAC9DE2AE4D8}"/>
          </ac:graphicFrameMkLst>
        </pc:graphicFrameChg>
      </pc:sldChg>
      <pc:sldChg chg="modSp new mod">
        <pc:chgData name="White (she/her), Whitney" userId="65f39021-2f1d-4d8b-87dc-b123826f65bf" providerId="ADAL" clId="{57805F88-D77F-477F-A9D0-42E4A6347927}" dt="2023-08-31T09:00:58.620" v="91" actId="15"/>
        <pc:sldMkLst>
          <pc:docMk/>
          <pc:sldMk cId="1519170362" sldId="261"/>
        </pc:sldMkLst>
        <pc:spChg chg="mod">
          <ac:chgData name="White (she/her), Whitney" userId="65f39021-2f1d-4d8b-87dc-b123826f65bf" providerId="ADAL" clId="{57805F88-D77F-477F-A9D0-42E4A6347927}" dt="2023-08-31T09:00:48.791" v="84" actId="20577"/>
          <ac:spMkLst>
            <pc:docMk/>
            <pc:sldMk cId="1519170362" sldId="261"/>
            <ac:spMk id="2" creationId="{ED995E9D-26B7-E316-665A-4C19C986D126}"/>
          </ac:spMkLst>
        </pc:spChg>
        <pc:spChg chg="mod">
          <ac:chgData name="White (she/her), Whitney" userId="65f39021-2f1d-4d8b-87dc-b123826f65bf" providerId="ADAL" clId="{57805F88-D77F-477F-A9D0-42E4A6347927}" dt="2023-08-31T09:00:58.620" v="91" actId="15"/>
          <ac:spMkLst>
            <pc:docMk/>
            <pc:sldMk cId="1519170362" sldId="261"/>
            <ac:spMk id="3" creationId="{C2E188CE-C299-8515-6912-1D45CBCAAEBB}"/>
          </ac:spMkLst>
        </pc:spChg>
      </pc:sldChg>
      <pc:sldChg chg="modSp new mod">
        <pc:chgData name="White (she/her), Whitney" userId="65f39021-2f1d-4d8b-87dc-b123826f65bf" providerId="ADAL" clId="{57805F88-D77F-477F-A9D0-42E4A6347927}" dt="2023-08-31T09:01:36.433" v="124" actId="20577"/>
        <pc:sldMkLst>
          <pc:docMk/>
          <pc:sldMk cId="491954627" sldId="262"/>
        </pc:sldMkLst>
        <pc:spChg chg="mod">
          <ac:chgData name="White (she/her), Whitney" userId="65f39021-2f1d-4d8b-87dc-b123826f65bf" providerId="ADAL" clId="{57805F88-D77F-477F-A9D0-42E4A6347927}" dt="2023-08-31T09:01:06.651" v="111" actId="20577"/>
          <ac:spMkLst>
            <pc:docMk/>
            <pc:sldMk cId="491954627" sldId="262"/>
            <ac:spMk id="2" creationId="{C4FCC9AC-AADD-0077-F537-CAB5062A87F8}"/>
          </ac:spMkLst>
        </pc:spChg>
        <pc:spChg chg="mod">
          <ac:chgData name="White (she/her), Whitney" userId="65f39021-2f1d-4d8b-87dc-b123826f65bf" providerId="ADAL" clId="{57805F88-D77F-477F-A9D0-42E4A6347927}" dt="2023-08-31T09:01:36.433" v="124" actId="20577"/>
          <ac:spMkLst>
            <pc:docMk/>
            <pc:sldMk cId="491954627" sldId="262"/>
            <ac:spMk id="3" creationId="{49A42FCF-AB18-55F4-7EC3-03EDBCE65236}"/>
          </ac:spMkLst>
        </pc:spChg>
      </pc:sldChg>
      <pc:sldChg chg="modSp new mod">
        <pc:chgData name="White (she/her), Whitney" userId="65f39021-2f1d-4d8b-87dc-b123826f65bf" providerId="ADAL" clId="{57805F88-D77F-477F-A9D0-42E4A6347927}" dt="2023-08-31T09:02:16.555" v="153" actId="20577"/>
        <pc:sldMkLst>
          <pc:docMk/>
          <pc:sldMk cId="1729474115" sldId="263"/>
        </pc:sldMkLst>
        <pc:spChg chg="mod">
          <ac:chgData name="White (she/her), Whitney" userId="65f39021-2f1d-4d8b-87dc-b123826f65bf" providerId="ADAL" clId="{57805F88-D77F-477F-A9D0-42E4A6347927}" dt="2023-08-31T09:01:46.246" v="146" actId="20577"/>
          <ac:spMkLst>
            <pc:docMk/>
            <pc:sldMk cId="1729474115" sldId="263"/>
            <ac:spMk id="2" creationId="{563E3AA1-1EB9-158F-2680-6FB1481934A3}"/>
          </ac:spMkLst>
        </pc:spChg>
        <pc:spChg chg="mod">
          <ac:chgData name="White (she/her), Whitney" userId="65f39021-2f1d-4d8b-87dc-b123826f65bf" providerId="ADAL" clId="{57805F88-D77F-477F-A9D0-42E4A6347927}" dt="2023-08-31T09:02:16.555" v="153" actId="20577"/>
          <ac:spMkLst>
            <pc:docMk/>
            <pc:sldMk cId="1729474115" sldId="263"/>
            <ac:spMk id="3" creationId="{862DE9A2-016F-9011-7CFE-E6E908B0823C}"/>
          </ac:spMkLst>
        </pc:spChg>
      </pc:sldChg>
      <pc:sldChg chg="modSp new mod">
        <pc:chgData name="White (she/her), Whitney" userId="65f39021-2f1d-4d8b-87dc-b123826f65bf" providerId="ADAL" clId="{57805F88-D77F-477F-A9D0-42E4A6347927}" dt="2023-08-31T09:05:24.695" v="174" actId="404"/>
        <pc:sldMkLst>
          <pc:docMk/>
          <pc:sldMk cId="1318137605" sldId="264"/>
        </pc:sldMkLst>
        <pc:spChg chg="mod">
          <ac:chgData name="White (she/her), Whitney" userId="65f39021-2f1d-4d8b-87dc-b123826f65bf" providerId="ADAL" clId="{57805F88-D77F-477F-A9D0-42E4A6347927}" dt="2023-08-31T09:05:07.057" v="166" actId="20577"/>
          <ac:spMkLst>
            <pc:docMk/>
            <pc:sldMk cId="1318137605" sldId="264"/>
            <ac:spMk id="2" creationId="{21C107E5-B077-E874-987F-8DEF1D3963CF}"/>
          </ac:spMkLst>
        </pc:spChg>
        <pc:spChg chg="mod">
          <ac:chgData name="White (she/her), Whitney" userId="65f39021-2f1d-4d8b-87dc-b123826f65bf" providerId="ADAL" clId="{57805F88-D77F-477F-A9D0-42E4A6347927}" dt="2023-08-31T09:05:24.695" v="174" actId="404"/>
          <ac:spMkLst>
            <pc:docMk/>
            <pc:sldMk cId="1318137605" sldId="264"/>
            <ac:spMk id="3" creationId="{60727909-19E7-E98F-82C2-D9D8D74A7433}"/>
          </ac:spMkLst>
        </pc:spChg>
      </pc:sldChg>
      <pc:sldChg chg="del">
        <pc:chgData name="White (she/her), Whitney" userId="65f39021-2f1d-4d8b-87dc-b123826f65bf" providerId="ADAL" clId="{57805F88-D77F-477F-A9D0-42E4A6347927}" dt="2023-08-31T08:56:59.570" v="7" actId="47"/>
        <pc:sldMkLst>
          <pc:docMk/>
          <pc:sldMk cId="3493109116" sldId="264"/>
        </pc:sldMkLst>
      </pc:sldChg>
      <pc:sldChg chg="new del">
        <pc:chgData name="White (she/her), Whitney" userId="65f39021-2f1d-4d8b-87dc-b123826f65bf" providerId="ADAL" clId="{57805F88-D77F-477F-A9D0-42E4A6347927}" dt="2023-08-31T09:05:27.772" v="175" actId="47"/>
        <pc:sldMkLst>
          <pc:docMk/>
          <pc:sldMk cId="1285039922" sldId="265"/>
        </pc:sldMkLst>
      </pc:sldChg>
      <pc:sldChg chg="new del">
        <pc:chgData name="White (she/her), Whitney" userId="65f39021-2f1d-4d8b-87dc-b123826f65bf" providerId="ADAL" clId="{57805F88-D77F-477F-A9D0-42E4A6347927}" dt="2023-08-31T09:05:27.927" v="176" actId="47"/>
        <pc:sldMkLst>
          <pc:docMk/>
          <pc:sldMk cId="753414867" sldId="266"/>
        </pc:sldMkLst>
      </pc:sldChg>
      <pc:sldChg chg="del">
        <pc:chgData name="White (she/her), Whitney" userId="65f39021-2f1d-4d8b-87dc-b123826f65bf" providerId="ADAL" clId="{57805F88-D77F-477F-A9D0-42E4A6347927}" dt="2023-08-31T08:56:59.412" v="6" actId="47"/>
        <pc:sldMkLst>
          <pc:docMk/>
          <pc:sldMk cId="2313533111" sldId="267"/>
        </pc:sldMkLst>
      </pc:sldChg>
      <pc:sldChg chg="new del">
        <pc:chgData name="White (she/her), Whitney" userId="65f39021-2f1d-4d8b-87dc-b123826f65bf" providerId="ADAL" clId="{57805F88-D77F-477F-A9D0-42E4A6347927}" dt="2023-08-31T09:05:28.804" v="177" actId="47"/>
        <pc:sldMkLst>
          <pc:docMk/>
          <pc:sldMk cId="2402757363" sldId="267"/>
        </pc:sldMkLst>
      </pc:sldChg>
      <pc:sldChg chg="del">
        <pc:chgData name="White (she/her), Whitney" userId="65f39021-2f1d-4d8b-87dc-b123826f65bf" providerId="ADAL" clId="{57805F88-D77F-477F-A9D0-42E4A6347927}" dt="2023-08-31T08:56:57.209" v="0" actId="47"/>
        <pc:sldMkLst>
          <pc:docMk/>
          <pc:sldMk cId="1621742709" sldId="273"/>
        </pc:sldMkLst>
      </pc:sldChg>
      <pc:sldChg chg="del">
        <pc:chgData name="White (she/her), Whitney" userId="65f39021-2f1d-4d8b-87dc-b123826f65bf" providerId="ADAL" clId="{57805F88-D77F-477F-A9D0-42E4A6347927}" dt="2023-08-31T08:56:58.501" v="1" actId="47"/>
        <pc:sldMkLst>
          <pc:docMk/>
          <pc:sldMk cId="1260085356" sldId="274"/>
        </pc:sldMkLst>
      </pc:sldChg>
      <pc:sldChg chg="del">
        <pc:chgData name="White (she/her), Whitney" userId="65f39021-2f1d-4d8b-87dc-b123826f65bf" providerId="ADAL" clId="{57805F88-D77F-477F-A9D0-42E4A6347927}" dt="2023-08-31T08:56:58.754" v="2" actId="47"/>
        <pc:sldMkLst>
          <pc:docMk/>
          <pc:sldMk cId="1630003380" sldId="275"/>
        </pc:sldMkLst>
      </pc:sldChg>
      <pc:sldChg chg="del">
        <pc:chgData name="White (she/her), Whitney" userId="65f39021-2f1d-4d8b-87dc-b123826f65bf" providerId="ADAL" clId="{57805F88-D77F-477F-A9D0-42E4A6347927}" dt="2023-08-31T08:56:58.913" v="3" actId="47"/>
        <pc:sldMkLst>
          <pc:docMk/>
          <pc:sldMk cId="3658087608" sldId="278"/>
        </pc:sldMkLst>
      </pc:sldChg>
      <pc:sldChg chg="del">
        <pc:chgData name="White (she/her), Whitney" userId="65f39021-2f1d-4d8b-87dc-b123826f65bf" providerId="ADAL" clId="{57805F88-D77F-477F-A9D0-42E4A6347927}" dt="2023-08-31T08:56:59.074" v="4" actId="47"/>
        <pc:sldMkLst>
          <pc:docMk/>
          <pc:sldMk cId="566408984" sldId="279"/>
        </pc:sldMkLst>
      </pc:sldChg>
      <pc:sldChg chg="del">
        <pc:chgData name="White (she/her), Whitney" userId="65f39021-2f1d-4d8b-87dc-b123826f65bf" providerId="ADAL" clId="{57805F88-D77F-477F-A9D0-42E4A6347927}" dt="2023-08-31T08:56:59.226" v="5" actId="47"/>
        <pc:sldMkLst>
          <pc:docMk/>
          <pc:sldMk cId="3098982232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 | Lesson 10.13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Professional Portfolio:</a:t>
            </a:r>
            <a:br>
              <a:rPr lang="en-US" sz="6000" dirty="0"/>
            </a:br>
            <a:r>
              <a:rPr lang="en-US" sz="6000" dirty="0"/>
              <a:t>Cover Letters, Admission Essays, and Personal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103F0-C550-9B4D-53EB-E7A57C021FA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TEKS: 13A, 13B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why personal statements (such as admissions essays and cover letters) are vital to program admissions and getting any job including teaching.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Draft an example of a high-quality compelling, personal statements, college essays, or cover letters.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Five Minute Free Write: What about you makes you unique? What skills, interests, talents, are you most proud of?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7366-2753-B909-5106-9B5C3492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512933B-2194-2CBD-6B63-AAC9DE2AE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715719"/>
              </p:ext>
            </p:extLst>
          </p:nvPr>
        </p:nvGraphicFramePr>
        <p:xfrm>
          <a:off x="721734" y="2240629"/>
          <a:ext cx="10748532" cy="25603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17673">
                  <a:extLst>
                    <a:ext uri="{9D8B030D-6E8A-4147-A177-3AD203B41FA5}">
                      <a16:colId xmlns:a16="http://schemas.microsoft.com/office/drawing/2014/main" val="2755522767"/>
                    </a:ext>
                  </a:extLst>
                </a:gridCol>
                <a:gridCol w="8030859">
                  <a:extLst>
                    <a:ext uri="{9D8B030D-6E8A-4147-A177-3AD203B41FA5}">
                      <a16:colId xmlns:a16="http://schemas.microsoft.com/office/drawing/2014/main" val="4102690873"/>
                    </a:ext>
                  </a:extLst>
                </a:gridCol>
              </a:tblGrid>
              <a:tr h="68012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</a:rPr>
                        <a:t>Cover Letter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A letter which accompanies an application or resume in which an applicant explains why they are interested in the opportunity for which they’re applying.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6239707"/>
                  </a:ext>
                </a:extLst>
              </a:tr>
              <a:tr h="662598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</a:rPr>
                        <a:t>Purpose Statement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</a:rPr>
                        <a:t>A short essay, like an admission essay, which concentrates on future goals as opposed to past experiences.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31305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C9C0B-34CA-F7AD-B54A-E76BA9F8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5E9D-26B7-E316-665A-4C19C986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Consideration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88CE-C299-8515-6912-1D45CBCA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the Position/Program/Place/Opportunity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do they value?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are they looking for?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does this align with your values and what you want to do?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B178F-C3FD-CE34-DCDC-FEC9B1BB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17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C9AC-AADD-0077-F537-CAB5062A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Consideration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2FCF-AB18-55F4-7EC3-03EDBCE65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Examine Your Skills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List the skills and experiences that match the values and needs of the program or position.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Determine how your skills and experience can make that program/position better.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68FA4-BA97-C375-3C99-B742DF39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95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3AA1-1EB9-158F-2680-6FB14819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Consideration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E9A2-016F-9011-7CFE-E6E908B0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Top Three Skills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Review the list of skills you created in step 2 and select three that you feel most strongly align with the values and needs of the organization as well as with your goals.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These three skills will inform your body paragraphs in your personal statement.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CF55C-9502-CDEC-8296-BA5006F1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74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07E5-B077-E874-987F-8DEF1D39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27909-19E7-E98F-82C2-D9D8D74A7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Return to your personal statement that received peer feedback.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changes are you going to make to your personal statement? How will these changes emphasize your top three skills? Do you feel like there is a skill you have missed out on sharing?</a:t>
            </a: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BCE2E-836F-7877-E31E-E75B0A72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37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362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Instructional Practices| Unit 10: Putting it All Together | Lesson 10.13</vt:lpstr>
      <vt:lpstr>TEKS Standards &amp; Objectives</vt:lpstr>
      <vt:lpstr>Bellringer</vt:lpstr>
      <vt:lpstr>Vocabulary</vt:lpstr>
      <vt:lpstr>Key Consideration #1</vt:lpstr>
      <vt:lpstr>Key Consideration #2</vt:lpstr>
      <vt:lpstr>Key Consideration #3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10.07: Reflective, Collegial Practices | Growing Collaborative Skills and Mindsets</dc:title>
  <dc:subject>Lesson 10.07: Reflective, Collegial Practices | Growing Collaborative Skills and Mindsets</dc:subject>
  <dc:creator>Texas Education Agency</dc:creator>
  <cp:lastModifiedBy>White (she/her), Whitney</cp:lastModifiedBy>
  <cp:revision>16</cp:revision>
  <dcterms:created xsi:type="dcterms:W3CDTF">2022-05-09T19:40:20Z</dcterms:created>
  <dcterms:modified xsi:type="dcterms:W3CDTF">2023-08-31T09:05:30Z</dcterms:modified>
</cp:coreProperties>
</file>
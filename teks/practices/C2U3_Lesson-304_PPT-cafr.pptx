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9" r:id="rId3"/>
    <p:sldId id="258" r:id="rId4"/>
    <p:sldId id="264" r:id="rId5"/>
    <p:sldId id="265" r:id="rId6"/>
    <p:sldId id="266" r:id="rId7"/>
    <p:sldId id="268" r:id="rId8"/>
    <p:sldId id="269" r:id="rId9"/>
    <p:sldId id="2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1B2EFA-8BE0-41B2-99B7-96A77BE29C89}" v="1" dt="2023-08-31T01:56:31.32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114" d="100"/>
          <a:sy n="114" d="100"/>
        </p:scale>
        <p:origin x="36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tin, Michael" userId="fab36145-0fd9-4a3e-95e4-581d3459e164" providerId="ADAL" clId="{A415E61F-F086-4521-8BCC-2D4F47165333}"/>
    <pc:docChg chg="undo custSel addSld delSld modSld">
      <pc:chgData name="Martin, Michael" userId="fab36145-0fd9-4a3e-95e4-581d3459e164" providerId="ADAL" clId="{A415E61F-F086-4521-8BCC-2D4F47165333}" dt="2023-01-02T17:20:37.599" v="152" actId="20577"/>
      <pc:docMkLst>
        <pc:docMk/>
      </pc:docMkLst>
      <pc:sldChg chg="modSp mod">
        <pc:chgData name="Martin, Michael" userId="fab36145-0fd9-4a3e-95e4-581d3459e164" providerId="ADAL" clId="{A415E61F-F086-4521-8BCC-2D4F47165333}" dt="2023-01-02T17:15:06.007" v="43" actId="20577"/>
        <pc:sldMkLst>
          <pc:docMk/>
          <pc:sldMk cId="1482277026" sldId="256"/>
        </pc:sldMkLst>
        <pc:spChg chg="mod">
          <ac:chgData name="Martin, Michael" userId="fab36145-0fd9-4a3e-95e4-581d3459e164" providerId="ADAL" clId="{A415E61F-F086-4521-8BCC-2D4F47165333}" dt="2023-01-02T17:15:06.007" v="43" actId="20577"/>
          <ac:spMkLst>
            <pc:docMk/>
            <pc:sldMk cId="1482277026" sldId="256"/>
            <ac:spMk id="2" creationId="{BFFCF5BD-F8FF-4A67-A8B6-EBB21E79279B}"/>
          </ac:spMkLst>
        </pc:spChg>
        <pc:spChg chg="mod">
          <ac:chgData name="Martin, Michael" userId="fab36145-0fd9-4a3e-95e4-581d3459e164" providerId="ADAL" clId="{A415E61F-F086-4521-8BCC-2D4F47165333}" dt="2023-01-02T17:14:22.352" v="0"/>
          <ac:spMkLst>
            <pc:docMk/>
            <pc:sldMk cId="1482277026" sldId="256"/>
            <ac:spMk id="3" creationId="{E0FBD98F-3A67-498E-8174-652040DD7B60}"/>
          </ac:spMkLst>
        </pc:spChg>
      </pc:sldChg>
      <pc:sldChg chg="addSp delSp modSp mod">
        <pc:chgData name="Martin, Michael" userId="fab36145-0fd9-4a3e-95e4-581d3459e164" providerId="ADAL" clId="{A415E61F-F086-4521-8BCC-2D4F47165333}" dt="2023-01-02T17:16:41.656" v="63"/>
        <pc:sldMkLst>
          <pc:docMk/>
          <pc:sldMk cId="4071305681" sldId="258"/>
        </pc:sldMkLst>
        <pc:spChg chg="mod">
          <ac:chgData name="Martin, Michael" userId="fab36145-0fd9-4a3e-95e4-581d3459e164" providerId="ADAL" clId="{A415E61F-F086-4521-8BCC-2D4F47165333}" dt="2023-01-02T17:16:41.656" v="63"/>
          <ac:spMkLst>
            <pc:docMk/>
            <pc:sldMk cId="4071305681" sldId="258"/>
            <ac:spMk id="3" creationId="{392BE286-77A6-49DD-B15D-7E4718D52FE7}"/>
          </ac:spMkLst>
        </pc:spChg>
        <pc:graphicFrameChg chg="add del mod">
          <ac:chgData name="Martin, Michael" userId="fab36145-0fd9-4a3e-95e4-581d3459e164" providerId="ADAL" clId="{A415E61F-F086-4521-8BCC-2D4F47165333}" dt="2023-01-02T17:16:32.577" v="62"/>
          <ac:graphicFrameMkLst>
            <pc:docMk/>
            <pc:sldMk cId="4071305681" sldId="258"/>
            <ac:graphicFrameMk id="5" creationId="{61C51C9A-7CA2-49B1-809A-9B877B98F377}"/>
          </ac:graphicFrameMkLst>
        </pc:graphicFrameChg>
      </pc:sldChg>
      <pc:sldChg chg="modSp mod">
        <pc:chgData name="Martin, Michael" userId="fab36145-0fd9-4a3e-95e4-581d3459e164" providerId="ADAL" clId="{A415E61F-F086-4521-8BCC-2D4F47165333}" dt="2023-01-02T17:16:12.251" v="60" actId="20577"/>
        <pc:sldMkLst>
          <pc:docMk/>
          <pc:sldMk cId="2772527113" sldId="259"/>
        </pc:sldMkLst>
        <pc:spChg chg="mod">
          <ac:chgData name="Martin, Michael" userId="fab36145-0fd9-4a3e-95e4-581d3459e164" providerId="ADAL" clId="{A415E61F-F086-4521-8BCC-2D4F47165333}" dt="2023-01-02T17:16:12.251" v="60" actId="20577"/>
          <ac:spMkLst>
            <pc:docMk/>
            <pc:sldMk cId="2772527113" sldId="259"/>
            <ac:spMk id="3" creationId="{8CE08C7F-0286-423B-92F7-DEB89F31111A}"/>
          </ac:spMkLst>
        </pc:spChg>
      </pc:sldChg>
      <pc:sldChg chg="modSp mod">
        <pc:chgData name="Martin, Michael" userId="fab36145-0fd9-4a3e-95e4-581d3459e164" providerId="ADAL" clId="{A415E61F-F086-4521-8BCC-2D4F47165333}" dt="2023-01-02T17:20:37.599" v="152" actId="20577"/>
        <pc:sldMkLst>
          <pc:docMk/>
          <pc:sldMk cId="2147408764" sldId="260"/>
        </pc:sldMkLst>
        <pc:spChg chg="mod">
          <ac:chgData name="Martin, Michael" userId="fab36145-0fd9-4a3e-95e4-581d3459e164" providerId="ADAL" clId="{A415E61F-F086-4521-8BCC-2D4F47165333}" dt="2023-01-02T17:20:37.599" v="152" actId="20577"/>
          <ac:spMkLst>
            <pc:docMk/>
            <pc:sldMk cId="2147408764" sldId="260"/>
            <ac:spMk id="3" creationId="{49F2A5AF-3C0B-4968-A438-E435325199EA}"/>
          </ac:spMkLst>
        </pc:spChg>
      </pc:sldChg>
      <pc:sldChg chg="modSp mod">
        <pc:chgData name="Martin, Michael" userId="fab36145-0fd9-4a3e-95e4-581d3459e164" providerId="ADAL" clId="{A415E61F-F086-4521-8BCC-2D4F47165333}" dt="2023-01-02T17:18:16.131" v="84"/>
        <pc:sldMkLst>
          <pc:docMk/>
          <pc:sldMk cId="3054216349" sldId="261"/>
        </pc:sldMkLst>
        <pc:spChg chg="mod">
          <ac:chgData name="Martin, Michael" userId="fab36145-0fd9-4a3e-95e4-581d3459e164" providerId="ADAL" clId="{A415E61F-F086-4521-8BCC-2D4F47165333}" dt="2023-01-02T17:18:16.131" v="84"/>
          <ac:spMkLst>
            <pc:docMk/>
            <pc:sldMk cId="3054216349" sldId="261"/>
            <ac:spMk id="3" creationId="{AE13FDB6-F093-4D9E-B14E-3D7DB894C34C}"/>
          </ac:spMkLst>
        </pc:spChg>
      </pc:sldChg>
      <pc:sldChg chg="modSp mod modAnim">
        <pc:chgData name="Martin, Michael" userId="fab36145-0fd9-4a3e-95e4-581d3459e164" providerId="ADAL" clId="{A415E61F-F086-4521-8BCC-2D4F47165333}" dt="2023-01-02T17:19:38.299" v="128" actId="113"/>
        <pc:sldMkLst>
          <pc:docMk/>
          <pc:sldMk cId="3493109116" sldId="264"/>
        </pc:sldMkLst>
        <pc:spChg chg="mod">
          <ac:chgData name="Martin, Michael" userId="fab36145-0fd9-4a3e-95e4-581d3459e164" providerId="ADAL" clId="{A415E61F-F086-4521-8BCC-2D4F47165333}" dt="2023-01-02T17:18:42.713" v="115" actId="20577"/>
          <ac:spMkLst>
            <pc:docMk/>
            <pc:sldMk cId="3493109116" sldId="264"/>
            <ac:spMk id="2" creationId="{D7836664-70C0-47BA-9BFF-496A04EBBFDE}"/>
          </ac:spMkLst>
        </pc:spChg>
        <pc:spChg chg="mod">
          <ac:chgData name="Martin, Michael" userId="fab36145-0fd9-4a3e-95e4-581d3459e164" providerId="ADAL" clId="{A415E61F-F086-4521-8BCC-2D4F47165333}" dt="2023-01-02T17:19:38.299" v="128" actId="113"/>
          <ac:spMkLst>
            <pc:docMk/>
            <pc:sldMk cId="3493109116" sldId="264"/>
            <ac:spMk id="3" creationId="{F64339F5-2F5D-46B5-A25D-C197D73747BD}"/>
          </ac:spMkLst>
        </pc:spChg>
      </pc:sldChg>
      <pc:sldChg chg="add del">
        <pc:chgData name="Martin, Michael" userId="fab36145-0fd9-4a3e-95e4-581d3459e164" providerId="ADAL" clId="{A415E61F-F086-4521-8BCC-2D4F47165333}" dt="2023-01-02T17:19:41.917" v="129" actId="47"/>
        <pc:sldMkLst>
          <pc:docMk/>
          <pc:sldMk cId="2315245788" sldId="265"/>
        </pc:sldMkLst>
      </pc:sldChg>
    </pc:docChg>
  </pc:docChgLst>
  <pc:docChgLst>
    <pc:chgData name="White (she/her), Whitney" userId="65f39021-2f1d-4d8b-87dc-b123826f65bf" providerId="ADAL" clId="{AB611FB1-A8C4-45AF-B2BB-4D1E38005C74}"/>
    <pc:docChg chg="modSld">
      <pc:chgData name="White (she/her), Whitney" userId="65f39021-2f1d-4d8b-87dc-b123826f65bf" providerId="ADAL" clId="{AB611FB1-A8C4-45AF-B2BB-4D1E38005C74}" dt="2023-01-02T22:01:21.021" v="67" actId="20577"/>
      <pc:docMkLst>
        <pc:docMk/>
      </pc:docMkLst>
      <pc:sldChg chg="modSp mod">
        <pc:chgData name="White (she/her), Whitney" userId="65f39021-2f1d-4d8b-87dc-b123826f65bf" providerId="ADAL" clId="{AB611FB1-A8C4-45AF-B2BB-4D1E38005C74}" dt="2023-01-02T21:59:58.440" v="60" actId="20577"/>
        <pc:sldMkLst>
          <pc:docMk/>
          <pc:sldMk cId="1482277026" sldId="256"/>
        </pc:sldMkLst>
        <pc:spChg chg="mod">
          <ac:chgData name="White (she/her), Whitney" userId="65f39021-2f1d-4d8b-87dc-b123826f65bf" providerId="ADAL" clId="{AB611FB1-A8C4-45AF-B2BB-4D1E38005C74}" dt="2023-01-02T21:59:28.895" v="1" actId="20577"/>
          <ac:spMkLst>
            <pc:docMk/>
            <pc:sldMk cId="1482277026" sldId="256"/>
            <ac:spMk id="2" creationId="{BFFCF5BD-F8FF-4A67-A8B6-EBB21E79279B}"/>
          </ac:spMkLst>
        </pc:spChg>
        <pc:spChg chg="mod">
          <ac:chgData name="White (she/her), Whitney" userId="65f39021-2f1d-4d8b-87dc-b123826f65bf" providerId="ADAL" clId="{AB611FB1-A8C4-45AF-B2BB-4D1E38005C74}" dt="2023-01-02T21:59:58.440" v="60" actId="20577"/>
          <ac:spMkLst>
            <pc:docMk/>
            <pc:sldMk cId="1482277026" sldId="256"/>
            <ac:spMk id="3" creationId="{E0FBD98F-3A67-498E-8174-652040DD7B60}"/>
          </ac:spMkLst>
        </pc:spChg>
      </pc:sldChg>
      <pc:sldChg chg="modSp mod">
        <pc:chgData name="White (she/her), Whitney" userId="65f39021-2f1d-4d8b-87dc-b123826f65bf" providerId="ADAL" clId="{AB611FB1-A8C4-45AF-B2BB-4D1E38005C74}" dt="2023-01-02T22:00:59.873" v="64" actId="20577"/>
        <pc:sldMkLst>
          <pc:docMk/>
          <pc:sldMk cId="4071305681" sldId="258"/>
        </pc:sldMkLst>
        <pc:spChg chg="mod">
          <ac:chgData name="White (she/her), Whitney" userId="65f39021-2f1d-4d8b-87dc-b123826f65bf" providerId="ADAL" clId="{AB611FB1-A8C4-45AF-B2BB-4D1E38005C74}" dt="2023-01-02T22:00:59.873" v="64" actId="20577"/>
          <ac:spMkLst>
            <pc:docMk/>
            <pc:sldMk cId="4071305681" sldId="258"/>
            <ac:spMk id="3" creationId="{392BE286-77A6-49DD-B15D-7E4718D52FE7}"/>
          </ac:spMkLst>
        </pc:spChg>
      </pc:sldChg>
      <pc:sldChg chg="modSp mod">
        <pc:chgData name="White (she/her), Whitney" userId="65f39021-2f1d-4d8b-87dc-b123826f65bf" providerId="ADAL" clId="{AB611FB1-A8C4-45AF-B2BB-4D1E38005C74}" dt="2023-01-02T22:00:51.617" v="63" actId="20577"/>
        <pc:sldMkLst>
          <pc:docMk/>
          <pc:sldMk cId="2772527113" sldId="259"/>
        </pc:sldMkLst>
        <pc:spChg chg="mod">
          <ac:chgData name="White (she/her), Whitney" userId="65f39021-2f1d-4d8b-87dc-b123826f65bf" providerId="ADAL" clId="{AB611FB1-A8C4-45AF-B2BB-4D1E38005C74}" dt="2023-01-02T22:00:51.617" v="63" actId="20577"/>
          <ac:spMkLst>
            <pc:docMk/>
            <pc:sldMk cId="2772527113" sldId="259"/>
            <ac:spMk id="3" creationId="{8CE08C7F-0286-423B-92F7-DEB89F31111A}"/>
          </ac:spMkLst>
        </pc:spChg>
      </pc:sldChg>
      <pc:sldChg chg="modSp mod">
        <pc:chgData name="White (she/her), Whitney" userId="65f39021-2f1d-4d8b-87dc-b123826f65bf" providerId="ADAL" clId="{AB611FB1-A8C4-45AF-B2BB-4D1E38005C74}" dt="2023-01-02T22:01:21.021" v="67" actId="20577"/>
        <pc:sldMkLst>
          <pc:docMk/>
          <pc:sldMk cId="2147408764" sldId="260"/>
        </pc:sldMkLst>
        <pc:spChg chg="mod">
          <ac:chgData name="White (she/her), Whitney" userId="65f39021-2f1d-4d8b-87dc-b123826f65bf" providerId="ADAL" clId="{AB611FB1-A8C4-45AF-B2BB-4D1E38005C74}" dt="2023-01-02T22:01:21.021" v="67" actId="20577"/>
          <ac:spMkLst>
            <pc:docMk/>
            <pc:sldMk cId="2147408764" sldId="260"/>
            <ac:spMk id="3" creationId="{49F2A5AF-3C0B-4968-A438-E435325199EA}"/>
          </ac:spMkLst>
        </pc:spChg>
      </pc:sldChg>
      <pc:sldChg chg="modSp mod">
        <pc:chgData name="White (she/her), Whitney" userId="65f39021-2f1d-4d8b-87dc-b123826f65bf" providerId="ADAL" clId="{AB611FB1-A8C4-45AF-B2BB-4D1E38005C74}" dt="2023-01-02T22:01:07.361" v="65" actId="20577"/>
        <pc:sldMkLst>
          <pc:docMk/>
          <pc:sldMk cId="3054216349" sldId="261"/>
        </pc:sldMkLst>
        <pc:spChg chg="mod">
          <ac:chgData name="White (she/her), Whitney" userId="65f39021-2f1d-4d8b-87dc-b123826f65bf" providerId="ADAL" clId="{AB611FB1-A8C4-45AF-B2BB-4D1E38005C74}" dt="2023-01-02T22:01:07.361" v="65" actId="20577"/>
          <ac:spMkLst>
            <pc:docMk/>
            <pc:sldMk cId="3054216349" sldId="261"/>
            <ac:spMk id="3" creationId="{AE13FDB6-F093-4D9E-B14E-3D7DB894C34C}"/>
          </ac:spMkLst>
        </pc:spChg>
      </pc:sldChg>
      <pc:sldChg chg="modSp modAnim">
        <pc:chgData name="White (she/her), Whitney" userId="65f39021-2f1d-4d8b-87dc-b123826f65bf" providerId="ADAL" clId="{AB611FB1-A8C4-45AF-B2BB-4D1E38005C74}" dt="2023-01-02T22:01:11.999" v="66" actId="20577"/>
        <pc:sldMkLst>
          <pc:docMk/>
          <pc:sldMk cId="3493109116" sldId="264"/>
        </pc:sldMkLst>
        <pc:spChg chg="mod">
          <ac:chgData name="White (she/her), Whitney" userId="65f39021-2f1d-4d8b-87dc-b123826f65bf" providerId="ADAL" clId="{AB611FB1-A8C4-45AF-B2BB-4D1E38005C74}" dt="2023-01-02T22:01:11.999" v="66" actId="20577"/>
          <ac:spMkLst>
            <pc:docMk/>
            <pc:sldMk cId="3493109116" sldId="264"/>
            <ac:spMk id="3" creationId="{F64339F5-2F5D-46B5-A25D-C197D73747BD}"/>
          </ac:spMkLst>
        </pc:spChg>
      </pc:sldChg>
    </pc:docChg>
  </pc:docChgLst>
  <pc:docChgLst>
    <pc:chgData name="White (she/her), Whitney" userId="65f39021-2f1d-4d8b-87dc-b123826f65bf" providerId="ADAL" clId="{B5772289-8011-4C16-A5C2-13D3E17779B8}"/>
    <pc:docChg chg="custSel modSld">
      <pc:chgData name="White (she/her), Whitney" userId="65f39021-2f1d-4d8b-87dc-b123826f65bf" providerId="ADAL" clId="{B5772289-8011-4C16-A5C2-13D3E17779B8}" dt="2023-01-02T22:02:51.511" v="70" actId="20577"/>
      <pc:docMkLst>
        <pc:docMk/>
      </pc:docMkLst>
      <pc:sldChg chg="modSp mod">
        <pc:chgData name="White (she/her), Whitney" userId="65f39021-2f1d-4d8b-87dc-b123826f65bf" providerId="ADAL" clId="{B5772289-8011-4C16-A5C2-13D3E17779B8}" dt="2023-01-02T22:02:51.511" v="70" actId="20577"/>
        <pc:sldMkLst>
          <pc:docMk/>
          <pc:sldMk cId="1482277026" sldId="256"/>
        </pc:sldMkLst>
        <pc:spChg chg="mod">
          <ac:chgData name="White (she/her), Whitney" userId="65f39021-2f1d-4d8b-87dc-b123826f65bf" providerId="ADAL" clId="{B5772289-8011-4C16-A5C2-13D3E17779B8}" dt="2023-01-02T22:02:51.511" v="70" actId="20577"/>
          <ac:spMkLst>
            <pc:docMk/>
            <pc:sldMk cId="1482277026" sldId="256"/>
            <ac:spMk id="2" creationId="{BFFCF5BD-F8FF-4A67-A8B6-EBB21E79279B}"/>
          </ac:spMkLst>
        </pc:spChg>
        <pc:spChg chg="mod">
          <ac:chgData name="White (she/her), Whitney" userId="65f39021-2f1d-4d8b-87dc-b123826f65bf" providerId="ADAL" clId="{B5772289-8011-4C16-A5C2-13D3E17779B8}" dt="2023-01-02T22:02:47.375" v="68" actId="20577"/>
          <ac:spMkLst>
            <pc:docMk/>
            <pc:sldMk cId="1482277026" sldId="256"/>
            <ac:spMk id="3" creationId="{E0FBD98F-3A67-498E-8174-652040DD7B60}"/>
          </ac:spMkLst>
        </pc:spChg>
      </pc:sldChg>
    </pc:docChg>
  </pc:docChgLst>
  <pc:docChgLst>
    <pc:chgData name="White (she/her), Whitney" userId="65f39021-2f1d-4d8b-87dc-b123826f65bf" providerId="ADAL" clId="{E51B2EFA-8BE0-41B2-99B7-96A77BE29C89}"/>
    <pc:docChg chg="modSld">
      <pc:chgData name="White (she/her), Whitney" userId="65f39021-2f1d-4d8b-87dc-b123826f65bf" providerId="ADAL" clId="{E51B2EFA-8BE0-41B2-99B7-96A77BE29C89}" dt="2023-08-31T01:56:51.829" v="16" actId="20577"/>
      <pc:docMkLst>
        <pc:docMk/>
      </pc:docMkLst>
      <pc:sldChg chg="addSp modSp mod">
        <pc:chgData name="White (she/her), Whitney" userId="65f39021-2f1d-4d8b-87dc-b123826f65bf" providerId="ADAL" clId="{E51B2EFA-8BE0-41B2-99B7-96A77BE29C89}" dt="2023-08-31T01:56:33.901" v="2" actId="1076"/>
        <pc:sldMkLst>
          <pc:docMk/>
          <pc:sldMk cId="1482277026" sldId="256"/>
        </pc:sldMkLst>
        <pc:spChg chg="mod">
          <ac:chgData name="White (she/her), Whitney" userId="65f39021-2f1d-4d8b-87dc-b123826f65bf" providerId="ADAL" clId="{E51B2EFA-8BE0-41B2-99B7-96A77BE29C89}" dt="2023-08-31T01:56:30.321" v="0" actId="1076"/>
          <ac:spMkLst>
            <pc:docMk/>
            <pc:sldMk cId="1482277026" sldId="256"/>
            <ac:spMk id="2" creationId="{BFFCF5BD-F8FF-4A67-A8B6-EBB21E79279B}"/>
          </ac:spMkLst>
        </pc:spChg>
        <pc:spChg chg="add mod">
          <ac:chgData name="White (she/her), Whitney" userId="65f39021-2f1d-4d8b-87dc-b123826f65bf" providerId="ADAL" clId="{E51B2EFA-8BE0-41B2-99B7-96A77BE29C89}" dt="2023-08-31T01:56:33.901" v="2" actId="1076"/>
          <ac:spMkLst>
            <pc:docMk/>
            <pc:sldMk cId="1482277026" sldId="256"/>
            <ac:spMk id="4" creationId="{0A2A8CFE-DE40-21FF-CC8F-49AA50B7DC97}"/>
          </ac:spMkLst>
        </pc:spChg>
      </pc:sldChg>
      <pc:sldChg chg="modSp mod">
        <pc:chgData name="White (she/her), Whitney" userId="65f39021-2f1d-4d8b-87dc-b123826f65bf" providerId="ADAL" clId="{E51B2EFA-8BE0-41B2-99B7-96A77BE29C89}" dt="2023-08-31T01:56:51.829" v="16" actId="20577"/>
        <pc:sldMkLst>
          <pc:docMk/>
          <pc:sldMk cId="2772527113" sldId="259"/>
        </pc:sldMkLst>
        <pc:spChg chg="mod">
          <ac:chgData name="White (she/her), Whitney" userId="65f39021-2f1d-4d8b-87dc-b123826f65bf" providerId="ADAL" clId="{E51B2EFA-8BE0-41B2-99B7-96A77BE29C89}" dt="2023-08-31T01:56:51.829" v="16" actId="20577"/>
          <ac:spMkLst>
            <pc:docMk/>
            <pc:sldMk cId="2772527113" sldId="259"/>
            <ac:spMk id="3" creationId="{8CE08C7F-0286-423B-92F7-DEB89F31111A}"/>
          </ac:spMkLst>
        </pc:spChg>
      </pc:sldChg>
    </pc:docChg>
  </pc:docChgLst>
  <pc:docChgLst>
    <pc:chgData name="White (she/her), Whitney" userId="65f39021-2f1d-4d8b-87dc-b123826f65bf" providerId="ADAL" clId="{F3820000-C937-4613-9D70-A6B56E16C9D5}"/>
    <pc:docChg chg="undo custSel addSld delSld modSld">
      <pc:chgData name="White (she/her), Whitney" userId="65f39021-2f1d-4d8b-87dc-b123826f65bf" providerId="ADAL" clId="{F3820000-C937-4613-9D70-A6B56E16C9D5}" dt="2023-01-03T18:21:23.585" v="361" actId="2696"/>
      <pc:docMkLst>
        <pc:docMk/>
      </pc:docMkLst>
      <pc:sldChg chg="modSp mod">
        <pc:chgData name="White (she/her), Whitney" userId="65f39021-2f1d-4d8b-87dc-b123826f65bf" providerId="ADAL" clId="{F3820000-C937-4613-9D70-A6B56E16C9D5}" dt="2023-01-02T22:10:11.184" v="38" actId="20577"/>
        <pc:sldMkLst>
          <pc:docMk/>
          <pc:sldMk cId="1482277026" sldId="256"/>
        </pc:sldMkLst>
        <pc:spChg chg="mod">
          <ac:chgData name="White (she/her), Whitney" userId="65f39021-2f1d-4d8b-87dc-b123826f65bf" providerId="ADAL" clId="{F3820000-C937-4613-9D70-A6B56E16C9D5}" dt="2023-01-02T22:10:11.184" v="38" actId="20577"/>
          <ac:spMkLst>
            <pc:docMk/>
            <pc:sldMk cId="1482277026" sldId="256"/>
            <ac:spMk id="2" creationId="{BFFCF5BD-F8FF-4A67-A8B6-EBB21E79279B}"/>
          </ac:spMkLst>
        </pc:spChg>
        <pc:spChg chg="mod">
          <ac:chgData name="White (she/her), Whitney" userId="65f39021-2f1d-4d8b-87dc-b123826f65bf" providerId="ADAL" clId="{F3820000-C937-4613-9D70-A6B56E16C9D5}" dt="2023-01-02T22:10:08.586" v="36" actId="20577"/>
          <ac:spMkLst>
            <pc:docMk/>
            <pc:sldMk cId="1482277026" sldId="256"/>
            <ac:spMk id="3" creationId="{E0FBD98F-3A67-498E-8174-652040DD7B60}"/>
          </ac:spMkLst>
        </pc:spChg>
      </pc:sldChg>
      <pc:sldChg chg="modSp mod">
        <pc:chgData name="White (she/her), Whitney" userId="65f39021-2f1d-4d8b-87dc-b123826f65bf" providerId="ADAL" clId="{F3820000-C937-4613-9D70-A6B56E16C9D5}" dt="2023-01-03T18:15:17.553" v="228" actId="114"/>
        <pc:sldMkLst>
          <pc:docMk/>
          <pc:sldMk cId="4071305681" sldId="258"/>
        </pc:sldMkLst>
        <pc:spChg chg="mod">
          <ac:chgData name="White (she/her), Whitney" userId="65f39021-2f1d-4d8b-87dc-b123826f65bf" providerId="ADAL" clId="{F3820000-C937-4613-9D70-A6B56E16C9D5}" dt="2023-01-03T18:15:17.553" v="228" actId="114"/>
          <ac:spMkLst>
            <pc:docMk/>
            <pc:sldMk cId="4071305681" sldId="258"/>
            <ac:spMk id="3" creationId="{392BE286-77A6-49DD-B15D-7E4718D52FE7}"/>
          </ac:spMkLst>
        </pc:spChg>
      </pc:sldChg>
      <pc:sldChg chg="modSp mod">
        <pc:chgData name="White (she/her), Whitney" userId="65f39021-2f1d-4d8b-87dc-b123826f65bf" providerId="ADAL" clId="{F3820000-C937-4613-9D70-A6B56E16C9D5}" dt="2023-01-03T18:14:41.813" v="205" actId="313"/>
        <pc:sldMkLst>
          <pc:docMk/>
          <pc:sldMk cId="2772527113" sldId="259"/>
        </pc:sldMkLst>
        <pc:spChg chg="mod">
          <ac:chgData name="White (she/her), Whitney" userId="65f39021-2f1d-4d8b-87dc-b123826f65bf" providerId="ADAL" clId="{F3820000-C937-4613-9D70-A6B56E16C9D5}" dt="2023-01-03T18:14:41.813" v="205" actId="313"/>
          <ac:spMkLst>
            <pc:docMk/>
            <pc:sldMk cId="2772527113" sldId="259"/>
            <ac:spMk id="3" creationId="{8CE08C7F-0286-423B-92F7-DEB89F31111A}"/>
          </ac:spMkLst>
        </pc:spChg>
      </pc:sldChg>
      <pc:sldChg chg="modSp mod">
        <pc:chgData name="White (she/her), Whitney" userId="65f39021-2f1d-4d8b-87dc-b123826f65bf" providerId="ADAL" clId="{F3820000-C937-4613-9D70-A6B56E16C9D5}" dt="2023-01-03T18:13:59.610" v="42" actId="403"/>
        <pc:sldMkLst>
          <pc:docMk/>
          <pc:sldMk cId="2147408764" sldId="260"/>
        </pc:sldMkLst>
        <pc:spChg chg="mod">
          <ac:chgData name="White (she/her), Whitney" userId="65f39021-2f1d-4d8b-87dc-b123826f65bf" providerId="ADAL" clId="{F3820000-C937-4613-9D70-A6B56E16C9D5}" dt="2023-01-03T18:13:59.610" v="42" actId="403"/>
          <ac:spMkLst>
            <pc:docMk/>
            <pc:sldMk cId="2147408764" sldId="260"/>
            <ac:spMk id="3" creationId="{49F2A5AF-3C0B-4968-A438-E435325199EA}"/>
          </ac:spMkLst>
        </pc:spChg>
      </pc:sldChg>
      <pc:sldChg chg="del">
        <pc:chgData name="White (she/her), Whitney" userId="65f39021-2f1d-4d8b-87dc-b123826f65bf" providerId="ADAL" clId="{F3820000-C937-4613-9D70-A6B56E16C9D5}" dt="2023-01-03T18:15:25.159" v="229" actId="2696"/>
        <pc:sldMkLst>
          <pc:docMk/>
          <pc:sldMk cId="3054216349" sldId="261"/>
        </pc:sldMkLst>
      </pc:sldChg>
      <pc:sldChg chg="modSp mod modAnim">
        <pc:chgData name="White (she/her), Whitney" userId="65f39021-2f1d-4d8b-87dc-b123826f65bf" providerId="ADAL" clId="{F3820000-C937-4613-9D70-A6B56E16C9D5}" dt="2023-01-03T18:19:13.387" v="332" actId="11"/>
        <pc:sldMkLst>
          <pc:docMk/>
          <pc:sldMk cId="3493109116" sldId="264"/>
        </pc:sldMkLst>
        <pc:spChg chg="mod">
          <ac:chgData name="White (she/her), Whitney" userId="65f39021-2f1d-4d8b-87dc-b123826f65bf" providerId="ADAL" clId="{F3820000-C937-4613-9D70-A6B56E16C9D5}" dt="2023-01-03T18:15:55.134" v="252" actId="20577"/>
          <ac:spMkLst>
            <pc:docMk/>
            <pc:sldMk cId="3493109116" sldId="264"/>
            <ac:spMk id="2" creationId="{D7836664-70C0-47BA-9BFF-496A04EBBFDE}"/>
          </ac:spMkLst>
        </pc:spChg>
        <pc:spChg chg="mod">
          <ac:chgData name="White (she/her), Whitney" userId="65f39021-2f1d-4d8b-87dc-b123826f65bf" providerId="ADAL" clId="{F3820000-C937-4613-9D70-A6B56E16C9D5}" dt="2023-01-03T18:19:13.387" v="332" actId="11"/>
          <ac:spMkLst>
            <pc:docMk/>
            <pc:sldMk cId="3493109116" sldId="264"/>
            <ac:spMk id="3" creationId="{F64339F5-2F5D-46B5-A25D-C197D73747BD}"/>
          </ac:spMkLst>
        </pc:spChg>
      </pc:sldChg>
      <pc:sldChg chg="modSp add mod modAnim">
        <pc:chgData name="White (she/her), Whitney" userId="65f39021-2f1d-4d8b-87dc-b123826f65bf" providerId="ADAL" clId="{F3820000-C937-4613-9D70-A6B56E16C9D5}" dt="2023-01-03T18:19:08.536" v="331" actId="11"/>
        <pc:sldMkLst>
          <pc:docMk/>
          <pc:sldMk cId="2662576780" sldId="265"/>
        </pc:sldMkLst>
        <pc:spChg chg="mod">
          <ac:chgData name="White (she/her), Whitney" userId="65f39021-2f1d-4d8b-87dc-b123826f65bf" providerId="ADAL" clId="{F3820000-C937-4613-9D70-A6B56E16C9D5}" dt="2023-01-03T18:16:37.911" v="278" actId="20577"/>
          <ac:spMkLst>
            <pc:docMk/>
            <pc:sldMk cId="2662576780" sldId="265"/>
            <ac:spMk id="2" creationId="{D7836664-70C0-47BA-9BFF-496A04EBBFDE}"/>
          </ac:spMkLst>
        </pc:spChg>
        <pc:spChg chg="mod">
          <ac:chgData name="White (she/her), Whitney" userId="65f39021-2f1d-4d8b-87dc-b123826f65bf" providerId="ADAL" clId="{F3820000-C937-4613-9D70-A6B56E16C9D5}" dt="2023-01-03T18:19:08.536" v="331" actId="11"/>
          <ac:spMkLst>
            <pc:docMk/>
            <pc:sldMk cId="2662576780" sldId="265"/>
            <ac:spMk id="3" creationId="{F64339F5-2F5D-46B5-A25D-C197D73747BD}"/>
          </ac:spMkLst>
        </pc:spChg>
      </pc:sldChg>
      <pc:sldChg chg="new del">
        <pc:chgData name="White (she/her), Whitney" userId="65f39021-2f1d-4d8b-87dc-b123826f65bf" providerId="ADAL" clId="{F3820000-C937-4613-9D70-A6B56E16C9D5}" dt="2023-01-03T18:17:33.482" v="289" actId="680"/>
        <pc:sldMkLst>
          <pc:docMk/>
          <pc:sldMk cId="1401148310" sldId="266"/>
        </pc:sldMkLst>
      </pc:sldChg>
      <pc:sldChg chg="modSp add mod modAnim">
        <pc:chgData name="White (she/her), Whitney" userId="65f39021-2f1d-4d8b-87dc-b123826f65bf" providerId="ADAL" clId="{F3820000-C937-4613-9D70-A6B56E16C9D5}" dt="2023-01-03T18:18:58.436" v="330" actId="11"/>
        <pc:sldMkLst>
          <pc:docMk/>
          <pc:sldMk cId="2724192446" sldId="266"/>
        </pc:sldMkLst>
        <pc:spChg chg="mod">
          <ac:chgData name="White (she/her), Whitney" userId="65f39021-2f1d-4d8b-87dc-b123826f65bf" providerId="ADAL" clId="{F3820000-C937-4613-9D70-A6B56E16C9D5}" dt="2023-01-03T18:17:46.189" v="312" actId="20577"/>
          <ac:spMkLst>
            <pc:docMk/>
            <pc:sldMk cId="2724192446" sldId="266"/>
            <ac:spMk id="2" creationId="{D7836664-70C0-47BA-9BFF-496A04EBBFDE}"/>
          </ac:spMkLst>
        </pc:spChg>
        <pc:spChg chg="mod">
          <ac:chgData name="White (she/her), Whitney" userId="65f39021-2f1d-4d8b-87dc-b123826f65bf" providerId="ADAL" clId="{F3820000-C937-4613-9D70-A6B56E16C9D5}" dt="2023-01-03T18:18:58.436" v="330" actId="11"/>
          <ac:spMkLst>
            <pc:docMk/>
            <pc:sldMk cId="2724192446" sldId="266"/>
            <ac:spMk id="3" creationId="{F64339F5-2F5D-46B5-A25D-C197D73747BD}"/>
          </ac:spMkLst>
        </pc:spChg>
      </pc:sldChg>
      <pc:sldChg chg="new del">
        <pc:chgData name="White (she/her), Whitney" userId="65f39021-2f1d-4d8b-87dc-b123826f65bf" providerId="ADAL" clId="{F3820000-C937-4613-9D70-A6B56E16C9D5}" dt="2023-01-03T18:21:23.585" v="361" actId="2696"/>
        <pc:sldMkLst>
          <pc:docMk/>
          <pc:sldMk cId="2251370157" sldId="267"/>
        </pc:sldMkLst>
      </pc:sldChg>
      <pc:sldChg chg="modSp add mod modAnim">
        <pc:chgData name="White (she/her), Whitney" userId="65f39021-2f1d-4d8b-87dc-b123826f65bf" providerId="ADAL" clId="{F3820000-C937-4613-9D70-A6B56E16C9D5}" dt="2023-01-03T18:20:10.997" v="343" actId="11"/>
        <pc:sldMkLst>
          <pc:docMk/>
          <pc:sldMk cId="2085637935" sldId="268"/>
        </pc:sldMkLst>
        <pc:spChg chg="mod">
          <ac:chgData name="White (she/her), Whitney" userId="65f39021-2f1d-4d8b-87dc-b123826f65bf" providerId="ADAL" clId="{F3820000-C937-4613-9D70-A6B56E16C9D5}" dt="2023-01-03T18:19:53.815" v="341" actId="20577"/>
          <ac:spMkLst>
            <pc:docMk/>
            <pc:sldMk cId="2085637935" sldId="268"/>
            <ac:spMk id="2" creationId="{D7836664-70C0-47BA-9BFF-496A04EBBFDE}"/>
          </ac:spMkLst>
        </pc:spChg>
        <pc:spChg chg="mod">
          <ac:chgData name="White (she/her), Whitney" userId="65f39021-2f1d-4d8b-87dc-b123826f65bf" providerId="ADAL" clId="{F3820000-C937-4613-9D70-A6B56E16C9D5}" dt="2023-01-03T18:20:10.997" v="343" actId="11"/>
          <ac:spMkLst>
            <pc:docMk/>
            <pc:sldMk cId="2085637935" sldId="268"/>
            <ac:spMk id="3" creationId="{F64339F5-2F5D-46B5-A25D-C197D73747BD}"/>
          </ac:spMkLst>
        </pc:spChg>
      </pc:sldChg>
      <pc:sldChg chg="modSp add mod modAnim">
        <pc:chgData name="White (she/her), Whitney" userId="65f39021-2f1d-4d8b-87dc-b123826f65bf" providerId="ADAL" clId="{F3820000-C937-4613-9D70-A6B56E16C9D5}" dt="2023-01-03T18:20:45.180" v="360" actId="11"/>
        <pc:sldMkLst>
          <pc:docMk/>
          <pc:sldMk cId="147291866" sldId="269"/>
        </pc:sldMkLst>
        <pc:spChg chg="mod">
          <ac:chgData name="White (she/her), Whitney" userId="65f39021-2f1d-4d8b-87dc-b123826f65bf" providerId="ADAL" clId="{F3820000-C937-4613-9D70-A6B56E16C9D5}" dt="2023-01-03T18:20:27.069" v="358" actId="20577"/>
          <ac:spMkLst>
            <pc:docMk/>
            <pc:sldMk cId="147291866" sldId="269"/>
            <ac:spMk id="2" creationId="{D7836664-70C0-47BA-9BFF-496A04EBBFDE}"/>
          </ac:spMkLst>
        </pc:spChg>
        <pc:spChg chg="mod">
          <ac:chgData name="White (she/her), Whitney" userId="65f39021-2f1d-4d8b-87dc-b123826f65bf" providerId="ADAL" clId="{F3820000-C937-4613-9D70-A6B56E16C9D5}" dt="2023-01-03T18:20:45.180" v="360" actId="11"/>
          <ac:spMkLst>
            <pc:docMk/>
            <pc:sldMk cId="147291866" sldId="269"/>
            <ac:spMk id="3" creationId="{F64339F5-2F5D-46B5-A25D-C197D73747B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8/30/2023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dirty="0"/>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8/30/2023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8/30/2023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8/30/2023</a:t>
            </a:fld>
            <a:endParaRPr lang="en-US" dirty="0"/>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8/30/2023</a:t>
            </a:fld>
            <a:endParaRPr lang="en-US" dirty="0"/>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8/30/2023</a:t>
            </a:fld>
            <a:endParaRPr lang="en-US" dirty="0"/>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8/30/2023</a:t>
            </a:fld>
            <a:endParaRPr lang="en-US" dirty="0"/>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8/30/2023</a:t>
            </a:fld>
            <a:endParaRPr lang="en-US" dirty="0"/>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dirty="0"/>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34694"/>
            <a:ext cx="9144000" cy="370300"/>
          </a:xfrm>
        </p:spPr>
        <p:txBody>
          <a:bodyPr>
            <a:normAutofit/>
          </a:bodyPr>
          <a:lstStyle/>
          <a:p>
            <a:pPr algn="l"/>
            <a:r>
              <a:rPr lang="en-US" sz="1800" dirty="0"/>
              <a:t>Instructional Practices| Unit 3: Knowledge of Students to Drive Instruction | Lesson 3.04</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Trust Generating Practices in Action</a:t>
            </a:r>
          </a:p>
        </p:txBody>
      </p:sp>
      <p:sp>
        <p:nvSpPr>
          <p:cNvPr id="4" name="TextBox 3">
            <a:extLst>
              <a:ext uri="{FF2B5EF4-FFF2-40B4-BE49-F238E27FC236}">
                <a16:creationId xmlns:a16="http://schemas.microsoft.com/office/drawing/2014/main" id="{0A2A8CFE-DE40-21FF-CC8F-49AA50B7DC97}"/>
              </a:ext>
            </a:extLst>
          </p:cNvPr>
          <p:cNvSpPr txBox="1"/>
          <p:nvPr/>
        </p:nvSpPr>
        <p:spPr>
          <a:xfrm>
            <a:off x="0" y="6404994"/>
            <a:ext cx="11110595" cy="494030"/>
          </a:xfrm>
          <a:prstGeom prst="rect">
            <a:avLst/>
          </a:prstGeom>
          <a:noFill/>
        </p:spPr>
        <p:txBody>
          <a:bodyPr wrap="square" rtlCol="0">
            <a:spAutoFit/>
          </a:bodyPr>
          <a:lstStyle/>
          <a:p>
            <a:pPr marL="0" marR="0">
              <a:lnSpc>
                <a:spcPct val="107000"/>
              </a:lnSpc>
              <a:spcBef>
                <a:spcPts val="0"/>
              </a:spcBef>
              <a:spcAft>
                <a:spcPts val="800"/>
              </a:spcAft>
            </a:pPr>
            <a:r>
              <a:rPr lang="en-US" sz="1800" kern="1200">
                <a:solidFill>
                  <a:srgbClr val="464646"/>
                </a:solidFill>
                <a:effectLst/>
                <a:latin typeface="Calibri Light" panose="020F0302020204030204" pitchFamily="34" charset="0"/>
                <a:ea typeface="Calibri" panose="020F0502020204030204" pitchFamily="34" charset="0"/>
                <a:cs typeface="Calibri" panose="020F0502020204030204" pitchFamily="34" charset="0"/>
              </a:rPr>
              <a:t>This work is licensed under a </a:t>
            </a:r>
            <a:r>
              <a:rPr lang="en-US" sz="1800" u="sng" kern="1200">
                <a:solidFill>
                  <a:srgbClr val="0070C0"/>
                </a:solidFill>
                <a:effectLst/>
                <a:latin typeface="Calibri Light" panose="020F03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800" kern="1200">
                <a:solidFill>
                  <a:srgbClr val="0070C0"/>
                </a:solidFill>
                <a:effectLst/>
                <a:latin typeface="Calibri Light" panose="020F0302020204030204" pitchFamily="34" charset="0"/>
                <a:ea typeface="Calibri" panose="020F0502020204030204" pitchFamily="34" charset="0"/>
                <a:cs typeface="Calibri" panose="020F0502020204030204" pitchFamily="34" charset="0"/>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a:t>TEKS 4A-B, 4F, 5A</a:t>
            </a:r>
            <a:endParaRPr lang="en-US" dirty="0"/>
          </a:p>
          <a:p>
            <a:pPr marL="0" indent="0">
              <a:buNone/>
            </a:pPr>
            <a:endParaRPr lang="en-US" dirty="0"/>
          </a:p>
          <a:p>
            <a:pPr marL="0" indent="0">
              <a:buNone/>
            </a:pPr>
            <a:r>
              <a:rPr lang="en-US" dirty="0"/>
              <a:t>The student will:</a:t>
            </a:r>
          </a:p>
          <a:p>
            <a:r>
              <a:rPr lang="en-US" dirty="0"/>
              <a:t>Use trust generators to build trust and rapport with students</a:t>
            </a:r>
          </a:p>
          <a:p>
            <a:r>
              <a:rPr lang="en-US" dirty="0"/>
              <a:t>Reflect on the use of trust generators to build trust and rapport with students</a:t>
            </a:r>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lstStyle/>
          <a:p>
            <a:pPr marL="0" marR="0" indent="0">
              <a:spcBef>
                <a:spcPts val="600"/>
              </a:spcBef>
              <a:spcAft>
                <a:spcPts val="0"/>
              </a:spcAft>
              <a:buNone/>
            </a:pPr>
            <a:r>
              <a:rPr lang="en-US" dirty="0">
                <a:effectLst/>
                <a:latin typeface="Calibri" panose="020F0502020204030204" pitchFamily="34" charset="0"/>
                <a:ea typeface="Calibri" panose="020F0502020204030204" pitchFamily="34" charset="0"/>
                <a:cs typeface="Arial" panose="020B0604020202020204" pitchFamily="34" charset="0"/>
              </a:rPr>
              <a:t>Read the scenario located in your Student Guide.</a:t>
            </a:r>
          </a:p>
          <a:p>
            <a:pPr marL="0" marR="0" indent="0">
              <a:spcBef>
                <a:spcPts val="0"/>
              </a:spcBef>
              <a:spcAft>
                <a:spcPts val="0"/>
              </a:spcAft>
              <a:buNone/>
            </a:pPr>
            <a:r>
              <a:rPr lang="en-US" dirty="0">
                <a:effectLst/>
                <a:latin typeface="Calibri" panose="020F0502020204030204" pitchFamily="34" charset="0"/>
                <a:ea typeface="Calibri" panose="020F0502020204030204" pitchFamily="34" charset="0"/>
                <a:cs typeface="Arial" panose="020B0604020202020204" pitchFamily="34" charset="0"/>
              </a:rPr>
              <a:t> </a:t>
            </a:r>
          </a:p>
          <a:p>
            <a:pPr marL="0" indent="0">
              <a:spcBef>
                <a:spcPts val="0"/>
              </a:spcBef>
              <a:buNone/>
            </a:pPr>
            <a:r>
              <a:rPr lang="en-US" i="1" dirty="0">
                <a:effectLst/>
                <a:latin typeface="Calibri" panose="020F0502020204030204" pitchFamily="34" charset="0"/>
                <a:ea typeface="Calibri" panose="020F0502020204030204" pitchFamily="34" charset="0"/>
                <a:cs typeface="Arial" panose="020B0604020202020204" pitchFamily="34" charset="0"/>
              </a:rPr>
              <a:t>Underline strategies Ms. Guajardo uses to learn more about and build trust with her student Henry. Strike through things Ms. Guajardo should not do. </a:t>
            </a:r>
          </a:p>
          <a:p>
            <a:pPr marL="0" indent="0">
              <a:spcBef>
                <a:spcPts val="0"/>
              </a:spcBef>
              <a:buNone/>
            </a:pPr>
            <a:endParaRPr lang="en-US" dirty="0">
              <a:effectLst/>
              <a:latin typeface="Calibri" panose="020F0502020204030204" pitchFamily="34" charset="0"/>
              <a:ea typeface="Calibri" panose="020F0502020204030204" pitchFamily="34" charset="0"/>
              <a:cs typeface="Arial" panose="020B0604020202020204" pitchFamily="34" charset="0"/>
            </a:endParaRPr>
          </a:p>
          <a:p>
            <a:pPr marL="0" indent="0">
              <a:spcBef>
                <a:spcPts val="0"/>
              </a:spcBef>
              <a:spcAft>
                <a:spcPts val="600"/>
              </a:spcAft>
              <a:buNone/>
            </a:pPr>
            <a:r>
              <a:rPr lang="en-US" i="1" dirty="0">
                <a:effectLst/>
                <a:latin typeface="Calibri" panose="020F0502020204030204" pitchFamily="34" charset="0"/>
                <a:ea typeface="Calibri" panose="020F0502020204030204" pitchFamily="34" charset="0"/>
                <a:cs typeface="Arial" panose="020B0604020202020204" pitchFamily="34" charset="0"/>
              </a:rPr>
              <a:t>What else might Ms. Guajardo do to continue to understand Henry, build trust and rapport, and help him academically in the classroom?</a:t>
            </a:r>
          </a:p>
          <a:p>
            <a:pPr marL="0" indent="0">
              <a:buNone/>
            </a:pPr>
            <a:endParaRPr lang="en-US" dirty="0"/>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838200" y="500062"/>
            <a:ext cx="10515600" cy="1325563"/>
          </a:xfrm>
        </p:spPr>
        <p:txBody>
          <a:bodyPr/>
          <a:lstStyle/>
          <a:p>
            <a:r>
              <a:rPr lang="en-US" dirty="0"/>
              <a:t>Selective Vulnerability</a:t>
            </a:r>
          </a:p>
        </p:txBody>
      </p:sp>
      <p:sp>
        <p:nvSpPr>
          <p:cNvPr id="3" name="Content Placeholder 2">
            <a:extLst>
              <a:ext uri="{FF2B5EF4-FFF2-40B4-BE49-F238E27FC236}">
                <a16:creationId xmlns:a16="http://schemas.microsoft.com/office/drawing/2014/main" id="{F64339F5-2F5D-46B5-A25D-C197D73747BD}"/>
              </a:ext>
            </a:extLst>
          </p:cNvPr>
          <p:cNvSpPr>
            <a:spLocks noGrp="1"/>
          </p:cNvSpPr>
          <p:nvPr>
            <p:ph idx="1"/>
          </p:nvPr>
        </p:nvSpPr>
        <p:spPr/>
        <p:txBody>
          <a:bodyPr>
            <a:normAutofit/>
          </a:bodyPr>
          <a:lstStyle/>
          <a:p>
            <a:pPr marL="514350" lvl="0" indent="-514350">
              <a:buFont typeface="+mj-lt"/>
              <a:buAutoNum type="alphaUcPeriod"/>
            </a:pPr>
            <a:r>
              <a:rPr lang="en-US" dirty="0"/>
              <a:t>While demonstrating a problem, the teachers stops and thinks aloud about something she is struggling with. She says, “This part is difficult because…” She and the students work through the problem together to see if the answer makes sense.</a:t>
            </a:r>
          </a:p>
          <a:p>
            <a:pPr marL="514350" lvl="0" indent="-514350">
              <a:buFont typeface="+mj-lt"/>
              <a:buAutoNum type="alphaUcPeriod"/>
            </a:pPr>
            <a:r>
              <a:rPr lang="en-US" dirty="0"/>
              <a:t>A teacher is demonstrating how to solve a multi-step fraction problem. Her students point out that she made a mistake in her explanation of the process. She gets frustrated and directs her students to finish the assignment without her guidance.</a:t>
            </a:r>
          </a:p>
          <a:p>
            <a:pPr marL="0" indent="0">
              <a:buNone/>
            </a:pPr>
            <a:endParaRPr lang="en-US" sz="3600" dirty="0"/>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3493109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838200" y="500062"/>
            <a:ext cx="10515600" cy="1325563"/>
          </a:xfrm>
        </p:spPr>
        <p:txBody>
          <a:bodyPr/>
          <a:lstStyle/>
          <a:p>
            <a:r>
              <a:rPr lang="en-US" dirty="0"/>
              <a:t>Familiarity</a:t>
            </a:r>
          </a:p>
        </p:txBody>
      </p:sp>
      <p:sp>
        <p:nvSpPr>
          <p:cNvPr id="3" name="Content Placeholder 2">
            <a:extLst>
              <a:ext uri="{FF2B5EF4-FFF2-40B4-BE49-F238E27FC236}">
                <a16:creationId xmlns:a16="http://schemas.microsoft.com/office/drawing/2014/main" id="{F64339F5-2F5D-46B5-A25D-C197D73747BD}"/>
              </a:ext>
            </a:extLst>
          </p:cNvPr>
          <p:cNvSpPr>
            <a:spLocks noGrp="1"/>
          </p:cNvSpPr>
          <p:nvPr>
            <p:ph idx="1"/>
          </p:nvPr>
        </p:nvSpPr>
        <p:spPr/>
        <p:txBody>
          <a:bodyPr>
            <a:normAutofit/>
          </a:bodyPr>
          <a:lstStyle/>
          <a:p>
            <a:pPr marL="514350" lvl="0" indent="-514350">
              <a:buFont typeface="+mj-lt"/>
              <a:buAutoNum type="alphaUcPeriod"/>
            </a:pPr>
            <a:r>
              <a:rPr lang="en-US" dirty="0"/>
              <a:t>Mr. B is a new teacher in town. He wants to better get to know his students, so he volunteers to lead the Environmental Club after school. The club has five students, and two of them are from his class. He has met some of the parents and is planning a field trip for the club members.</a:t>
            </a:r>
          </a:p>
          <a:p>
            <a:pPr marL="514350" lvl="0" indent="-514350">
              <a:buFont typeface="+mj-lt"/>
              <a:buAutoNum type="alphaUcPeriod"/>
            </a:pPr>
            <a:r>
              <a:rPr lang="en-US" dirty="0"/>
              <a:t>Mr. B is a new teacher in town. He wants to better get to know his students, so he has been attending school and community events. When he sees his students, he gives them a high five and introduces himself to the students' families.</a:t>
            </a:r>
          </a:p>
          <a:p>
            <a:pPr marL="0" indent="0">
              <a:buNone/>
            </a:pPr>
            <a:endParaRPr lang="en-US" sz="3600" dirty="0"/>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2662576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838200" y="500062"/>
            <a:ext cx="10515600" cy="1325563"/>
          </a:xfrm>
        </p:spPr>
        <p:txBody>
          <a:bodyPr/>
          <a:lstStyle/>
          <a:p>
            <a:r>
              <a:rPr lang="en-US" dirty="0"/>
              <a:t>Similarity of Interest</a:t>
            </a:r>
          </a:p>
        </p:txBody>
      </p:sp>
      <p:sp>
        <p:nvSpPr>
          <p:cNvPr id="3" name="Content Placeholder 2">
            <a:extLst>
              <a:ext uri="{FF2B5EF4-FFF2-40B4-BE49-F238E27FC236}">
                <a16:creationId xmlns:a16="http://schemas.microsoft.com/office/drawing/2014/main" id="{F64339F5-2F5D-46B5-A25D-C197D73747BD}"/>
              </a:ext>
            </a:extLst>
          </p:cNvPr>
          <p:cNvSpPr>
            <a:spLocks noGrp="1"/>
          </p:cNvSpPr>
          <p:nvPr>
            <p:ph idx="1"/>
          </p:nvPr>
        </p:nvSpPr>
        <p:spPr/>
        <p:txBody>
          <a:bodyPr>
            <a:normAutofit/>
          </a:bodyPr>
          <a:lstStyle/>
          <a:p>
            <a:pPr marL="514350" lvl="0" indent="-514350">
              <a:buFont typeface="+mj-lt"/>
              <a:buAutoNum type="alphaUcPeriod"/>
            </a:pPr>
            <a:r>
              <a:rPr lang="en-US" dirty="0"/>
              <a:t>Ms. Z plays pickleball with her family on Sundays. Lately she’s seen some of her students at the pickleball court, so she says hello to them and their parents. If students mention it in class the following weeks, Ms. Z tells them it’s not appropriate to talk about outside activities and redirects them to the content.</a:t>
            </a:r>
          </a:p>
          <a:p>
            <a:pPr marL="514350" lvl="0" indent="-514350">
              <a:buFont typeface="+mj-lt"/>
              <a:buAutoNum type="alphaUcPeriod"/>
            </a:pPr>
            <a:r>
              <a:rPr lang="en-US" dirty="0"/>
              <a:t>Ms. Z plays pickleball with her family on Sundays. Lately she’s seen some of her students at the pickleball court, so she says hello to them and their parents. Since she knows the students are interested in the sport, she’s been using pickleball examples in word problems to make her math instruction more relevant.</a:t>
            </a:r>
          </a:p>
          <a:p>
            <a:pPr marL="0" indent="0">
              <a:buNone/>
            </a:pPr>
            <a:endParaRPr lang="en-US" sz="3600" dirty="0"/>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Tree>
    <p:extLst>
      <p:ext uri="{BB962C8B-B14F-4D97-AF65-F5344CB8AC3E}">
        <p14:creationId xmlns:p14="http://schemas.microsoft.com/office/powerpoint/2010/main" val="2724192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838200" y="500062"/>
            <a:ext cx="10515600" cy="1325563"/>
          </a:xfrm>
        </p:spPr>
        <p:txBody>
          <a:bodyPr/>
          <a:lstStyle/>
          <a:p>
            <a:r>
              <a:rPr lang="en-US" dirty="0"/>
              <a:t>Concern</a:t>
            </a:r>
          </a:p>
        </p:txBody>
      </p:sp>
      <p:sp>
        <p:nvSpPr>
          <p:cNvPr id="3" name="Content Placeholder 2">
            <a:extLst>
              <a:ext uri="{FF2B5EF4-FFF2-40B4-BE49-F238E27FC236}">
                <a16:creationId xmlns:a16="http://schemas.microsoft.com/office/drawing/2014/main" id="{F64339F5-2F5D-46B5-A25D-C197D73747BD}"/>
              </a:ext>
            </a:extLst>
          </p:cNvPr>
          <p:cNvSpPr>
            <a:spLocks noGrp="1"/>
          </p:cNvSpPr>
          <p:nvPr>
            <p:ph idx="1"/>
          </p:nvPr>
        </p:nvSpPr>
        <p:spPr/>
        <p:txBody>
          <a:bodyPr>
            <a:normAutofit/>
          </a:bodyPr>
          <a:lstStyle/>
          <a:p>
            <a:pPr marL="514350" lvl="0" indent="-514350">
              <a:buFont typeface="+mj-lt"/>
              <a:buAutoNum type="alphaUcPeriod"/>
            </a:pPr>
            <a:r>
              <a:rPr lang="en-US" dirty="0"/>
              <a:t>Students in Mr. P’s eighth grade class fill out a survey at the beginning of each school year. Mr. P reviews the students answers and keeps them in a file on his desk if he notices a student seems disconnected. In that event, he uses the survey answers to start a conversation.</a:t>
            </a:r>
          </a:p>
          <a:p>
            <a:pPr marL="514350" lvl="0" indent="-514350">
              <a:buFont typeface="+mj-lt"/>
              <a:buAutoNum type="alphaUcPeriod"/>
            </a:pPr>
            <a:r>
              <a:rPr lang="en-US" dirty="0"/>
              <a:t>Students in Mr. P’s eighth grade class fill out a survey at the beginning of each school year. Each week, Mr. P reviews the students surveys and tries to mention one thing from the survey in conversation with the student.</a:t>
            </a:r>
          </a:p>
          <a:p>
            <a:pPr marL="0" indent="0">
              <a:buNone/>
            </a:pPr>
            <a:endParaRPr lang="en-US" sz="3600" dirty="0"/>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7</a:t>
            </a:fld>
            <a:endParaRPr lang="en-US" dirty="0"/>
          </a:p>
        </p:txBody>
      </p:sp>
    </p:spTree>
    <p:extLst>
      <p:ext uri="{BB962C8B-B14F-4D97-AF65-F5344CB8AC3E}">
        <p14:creationId xmlns:p14="http://schemas.microsoft.com/office/powerpoint/2010/main" val="2085637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838200" y="500062"/>
            <a:ext cx="10515600" cy="1325563"/>
          </a:xfrm>
        </p:spPr>
        <p:txBody>
          <a:bodyPr/>
          <a:lstStyle/>
          <a:p>
            <a:r>
              <a:rPr lang="en-US" dirty="0"/>
              <a:t>Competence</a:t>
            </a:r>
          </a:p>
        </p:txBody>
      </p:sp>
      <p:sp>
        <p:nvSpPr>
          <p:cNvPr id="3" name="Content Placeholder 2">
            <a:extLst>
              <a:ext uri="{FF2B5EF4-FFF2-40B4-BE49-F238E27FC236}">
                <a16:creationId xmlns:a16="http://schemas.microsoft.com/office/drawing/2014/main" id="{F64339F5-2F5D-46B5-A25D-C197D73747BD}"/>
              </a:ext>
            </a:extLst>
          </p:cNvPr>
          <p:cNvSpPr>
            <a:spLocks noGrp="1"/>
          </p:cNvSpPr>
          <p:nvPr>
            <p:ph idx="1"/>
          </p:nvPr>
        </p:nvSpPr>
        <p:spPr/>
        <p:txBody>
          <a:bodyPr>
            <a:normAutofit/>
          </a:bodyPr>
          <a:lstStyle/>
          <a:p>
            <a:pPr marL="514350" lvl="0" indent="-514350">
              <a:buFont typeface="+mj-lt"/>
              <a:buAutoNum type="alphaUcPeriod"/>
            </a:pPr>
            <a:r>
              <a:rPr lang="en-US" dirty="0"/>
              <a:t>Ms. E is a veteran teacher. She knows a lot about her content, but consistently attends professional development seminars to learn new instructional practices. She offers to assist new teachers by allowing them to shadow her class.</a:t>
            </a:r>
          </a:p>
          <a:p>
            <a:pPr marL="514350" lvl="0" indent="-514350">
              <a:buFont typeface="+mj-lt"/>
              <a:buAutoNum type="alphaUcPeriod"/>
            </a:pPr>
            <a:r>
              <a:rPr lang="en-US" dirty="0"/>
              <a:t>Ms. E is a veteran teacher. She knows a lot about her content and enjoys teaching in the way that she has for over 25 years. When asked by a new teacher for advice she says, “The way I teach is different than the way new teachers teach, it  would probably be better to observe Mr. W.”</a:t>
            </a:r>
          </a:p>
          <a:p>
            <a:pPr marL="0" indent="0">
              <a:buNone/>
            </a:pPr>
            <a:endParaRPr lang="en-US" sz="3600" dirty="0"/>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8</a:t>
            </a:fld>
            <a:endParaRPr lang="en-US" dirty="0"/>
          </a:p>
        </p:txBody>
      </p:sp>
    </p:spTree>
    <p:extLst>
      <p:ext uri="{BB962C8B-B14F-4D97-AF65-F5344CB8AC3E}">
        <p14:creationId xmlns:p14="http://schemas.microsoft.com/office/powerpoint/2010/main" val="147291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a:lstStyle/>
          <a:p>
            <a:pPr marL="0" indent="0">
              <a:buNone/>
            </a:pPr>
            <a:r>
              <a:rPr lang="en-US" dirty="0">
                <a:effectLst/>
                <a:latin typeface="Calibri" panose="020F0502020204030204" pitchFamily="34" charset="0"/>
                <a:ea typeface="Calibri" panose="020F0502020204030204" pitchFamily="34" charset="0"/>
                <a:cs typeface="Arial" panose="020B0604020202020204" pitchFamily="34" charset="0"/>
              </a:rPr>
              <a:t>Review and reflect on feedback provided during your role play as a teacher. Based on the feedback, what did you do well? What would you do differently next time? </a:t>
            </a:r>
          </a:p>
          <a:p>
            <a:pPr marL="0" indent="0">
              <a:buNone/>
            </a:pPr>
            <a:endParaRPr lang="en-US" dirty="0"/>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9</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136</TotalTime>
  <Words>724</Words>
  <Application>Microsoft Office PowerPoint</Application>
  <PresentationFormat>Widescreen</PresentationFormat>
  <Paragraphs>40</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Instructional Practices| Unit 3: Knowledge of Students to Drive Instruction | Lesson 3.04</vt:lpstr>
      <vt:lpstr>TEKS Standards &amp; Objectives</vt:lpstr>
      <vt:lpstr>Bellringer</vt:lpstr>
      <vt:lpstr>Selective Vulnerability</vt:lpstr>
      <vt:lpstr>Familiarity</vt:lpstr>
      <vt:lpstr>Similarity of Interest</vt:lpstr>
      <vt:lpstr>Concern</vt:lpstr>
      <vt:lpstr>Competence</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3.04: Trust Generating Practices in Action</dc:title>
  <dc:subject>Lesson 3.04: Trust Generating Practices in Action</dc:subject>
  <dc:creator>Texas Education Agency</dc:creator>
  <cp:lastModifiedBy>White (she/her), Whitney</cp:lastModifiedBy>
  <cp:revision>4</cp:revision>
  <dcterms:created xsi:type="dcterms:W3CDTF">2022-05-09T19:40:20Z</dcterms:created>
  <dcterms:modified xsi:type="dcterms:W3CDTF">2023-08-31T01:56:57Z</dcterms:modified>
</cp:coreProperties>
</file>
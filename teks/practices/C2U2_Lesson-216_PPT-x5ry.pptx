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5" r:id="rId5"/>
    <p:sldId id="264" r:id="rId6"/>
    <p:sldId id="263" r:id="rId7"/>
    <p:sldId id="262" r:id="rId8"/>
    <p:sldId id="266"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03C0BE-9B2A-400A-A13D-73F07030B016}" v="1" dt="2023-08-31T01:32:06.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2" d="100"/>
          <a:sy n="102" d="100"/>
        </p:scale>
        <p:origin x="114"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9703C0BE-9B2A-400A-A13D-73F07030B016}"/>
    <pc:docChg chg="modSld">
      <pc:chgData name="White (she/her), Whitney" userId="65f39021-2f1d-4d8b-87dc-b123826f65bf" providerId="ADAL" clId="{9703C0BE-9B2A-400A-A13D-73F07030B016}" dt="2023-08-31T01:32:56.413" v="5" actId="13244"/>
      <pc:docMkLst>
        <pc:docMk/>
      </pc:docMkLst>
      <pc:sldChg chg="addSp modSp mod">
        <pc:chgData name="White (she/her), Whitney" userId="65f39021-2f1d-4d8b-87dc-b123826f65bf" providerId="ADAL" clId="{9703C0BE-9B2A-400A-A13D-73F07030B016}" dt="2023-08-31T01:32:08.771" v="2" actId="1076"/>
        <pc:sldMkLst>
          <pc:docMk/>
          <pc:sldMk cId="1482277026" sldId="256"/>
        </pc:sldMkLst>
        <pc:spChg chg="mod">
          <ac:chgData name="White (she/her), Whitney" userId="65f39021-2f1d-4d8b-87dc-b123826f65bf" providerId="ADAL" clId="{9703C0BE-9B2A-400A-A13D-73F07030B016}" dt="2023-08-31T01:32:05.410" v="0" actId="1076"/>
          <ac:spMkLst>
            <pc:docMk/>
            <pc:sldMk cId="1482277026" sldId="256"/>
            <ac:spMk id="2" creationId="{BFFCF5BD-F8FF-4A67-A8B6-EBB21E79279B}"/>
          </ac:spMkLst>
        </pc:spChg>
        <pc:spChg chg="add mod">
          <ac:chgData name="White (she/her), Whitney" userId="65f39021-2f1d-4d8b-87dc-b123826f65bf" providerId="ADAL" clId="{9703C0BE-9B2A-400A-A13D-73F07030B016}" dt="2023-08-31T01:32:08.771" v="2" actId="1076"/>
          <ac:spMkLst>
            <pc:docMk/>
            <pc:sldMk cId="1482277026" sldId="256"/>
            <ac:spMk id="4" creationId="{FC52EDDE-4F7E-B49A-FAA9-E518C82EA306}"/>
          </ac:spMkLst>
        </pc:spChg>
      </pc:sldChg>
      <pc:sldChg chg="modSp mod">
        <pc:chgData name="White (she/her), Whitney" userId="65f39021-2f1d-4d8b-87dc-b123826f65bf" providerId="ADAL" clId="{9703C0BE-9B2A-400A-A13D-73F07030B016}" dt="2023-08-31T01:32:56.413" v="5" actId="13244"/>
        <pc:sldMkLst>
          <pc:docMk/>
          <pc:sldMk cId="2758054962" sldId="266"/>
        </pc:sldMkLst>
        <pc:spChg chg="ord">
          <ac:chgData name="White (she/her), Whitney" userId="65f39021-2f1d-4d8b-87dc-b123826f65bf" providerId="ADAL" clId="{9703C0BE-9B2A-400A-A13D-73F07030B016}" dt="2023-08-31T01:32:56.413" v="5" actId="13244"/>
          <ac:spMkLst>
            <pc:docMk/>
            <pc:sldMk cId="2758054962" sldId="266"/>
            <ac:spMk id="4" creationId="{EFD65014-F88C-496F-9642-A7D681066133}"/>
          </ac:spMkLst>
        </pc:spChg>
        <pc:picChg chg="mod">
          <ac:chgData name="White (she/her), Whitney" userId="65f39021-2f1d-4d8b-87dc-b123826f65bf" providerId="ADAL" clId="{9703C0BE-9B2A-400A-A13D-73F07030B016}" dt="2023-08-31T01:32:49.416" v="4" actId="962"/>
          <ac:picMkLst>
            <pc:docMk/>
            <pc:sldMk cId="2758054962" sldId="266"/>
            <ac:picMk id="5" creationId="{DC5F2748-1579-46EC-87FD-A9ED4FC9BA2C}"/>
          </ac:picMkLst>
        </pc:picChg>
      </pc:sldChg>
    </pc:docChg>
  </pc:docChgLst>
  <pc:docChgLst>
    <pc:chgData name="White, Whitney" userId="65f39021-2f1d-4d8b-87dc-b123826f65bf" providerId="ADAL" clId="{03D3F6E7-5E81-4D7C-84EF-D2A361571B02}"/>
    <pc:docChg chg="custSel addSld delSld modSld">
      <pc:chgData name="White, Whitney" userId="65f39021-2f1d-4d8b-87dc-b123826f65bf" providerId="ADAL" clId="{03D3F6E7-5E81-4D7C-84EF-D2A361571B02}" dt="2022-08-03T19:11:18.858" v="146" actId="27636"/>
      <pc:docMkLst>
        <pc:docMk/>
      </pc:docMkLst>
      <pc:sldChg chg="modSp mod">
        <pc:chgData name="White, Whitney" userId="65f39021-2f1d-4d8b-87dc-b123826f65bf" providerId="ADAL" clId="{03D3F6E7-5E81-4D7C-84EF-D2A361571B02}" dt="2022-08-03T19:05:41.537" v="3" actId="20577"/>
        <pc:sldMkLst>
          <pc:docMk/>
          <pc:sldMk cId="1482277026" sldId="256"/>
        </pc:sldMkLst>
        <pc:spChg chg="mod">
          <ac:chgData name="White, Whitney" userId="65f39021-2f1d-4d8b-87dc-b123826f65bf" providerId="ADAL" clId="{03D3F6E7-5E81-4D7C-84EF-D2A361571B02}" dt="2022-08-03T19:05:41.537" v="3" actId="20577"/>
          <ac:spMkLst>
            <pc:docMk/>
            <pc:sldMk cId="1482277026" sldId="256"/>
            <ac:spMk id="2" creationId="{BFFCF5BD-F8FF-4A67-A8B6-EBB21E79279B}"/>
          </ac:spMkLst>
        </pc:spChg>
      </pc:sldChg>
      <pc:sldChg chg="modSp mod">
        <pc:chgData name="White, Whitney" userId="65f39021-2f1d-4d8b-87dc-b123826f65bf" providerId="ADAL" clId="{03D3F6E7-5E81-4D7C-84EF-D2A361571B02}" dt="2022-08-03T19:06:34.745" v="30" actId="255"/>
        <pc:sldMkLst>
          <pc:docMk/>
          <pc:sldMk cId="4071305681" sldId="258"/>
        </pc:sldMkLst>
        <pc:spChg chg="mod">
          <ac:chgData name="White, Whitney" userId="65f39021-2f1d-4d8b-87dc-b123826f65bf" providerId="ADAL" clId="{03D3F6E7-5E81-4D7C-84EF-D2A361571B02}" dt="2022-08-03T19:06:34.745" v="30" actId="255"/>
          <ac:spMkLst>
            <pc:docMk/>
            <pc:sldMk cId="4071305681" sldId="258"/>
            <ac:spMk id="3" creationId="{392BE286-77A6-49DD-B15D-7E4718D52FE7}"/>
          </ac:spMkLst>
        </pc:spChg>
      </pc:sldChg>
      <pc:sldChg chg="modSp mod">
        <pc:chgData name="White, Whitney" userId="65f39021-2f1d-4d8b-87dc-b123826f65bf" providerId="ADAL" clId="{03D3F6E7-5E81-4D7C-84EF-D2A361571B02}" dt="2022-08-03T19:06:13.724" v="27" actId="403"/>
        <pc:sldMkLst>
          <pc:docMk/>
          <pc:sldMk cId="2772527113" sldId="259"/>
        </pc:sldMkLst>
        <pc:spChg chg="mod">
          <ac:chgData name="White, Whitney" userId="65f39021-2f1d-4d8b-87dc-b123826f65bf" providerId="ADAL" clId="{03D3F6E7-5E81-4D7C-84EF-D2A361571B02}" dt="2022-08-03T19:06:13.724" v="27" actId="403"/>
          <ac:spMkLst>
            <pc:docMk/>
            <pc:sldMk cId="2772527113" sldId="259"/>
            <ac:spMk id="3" creationId="{8CE08C7F-0286-423B-92F7-DEB89F31111A}"/>
          </ac:spMkLst>
        </pc:spChg>
      </pc:sldChg>
      <pc:sldChg chg="modSp mod">
        <pc:chgData name="White, Whitney" userId="65f39021-2f1d-4d8b-87dc-b123826f65bf" providerId="ADAL" clId="{03D3F6E7-5E81-4D7C-84EF-D2A361571B02}" dt="2022-08-03T19:11:18.858" v="146" actId="27636"/>
        <pc:sldMkLst>
          <pc:docMk/>
          <pc:sldMk cId="2147408764" sldId="260"/>
        </pc:sldMkLst>
        <pc:spChg chg="mod">
          <ac:chgData name="White, Whitney" userId="65f39021-2f1d-4d8b-87dc-b123826f65bf" providerId="ADAL" clId="{03D3F6E7-5E81-4D7C-84EF-D2A361571B02}" dt="2022-08-03T19:11:18.858" v="146" actId="27636"/>
          <ac:spMkLst>
            <pc:docMk/>
            <pc:sldMk cId="2147408764" sldId="260"/>
            <ac:spMk id="3" creationId="{49F2A5AF-3C0B-4968-A438-E435325199EA}"/>
          </ac:spMkLst>
        </pc:spChg>
      </pc:sldChg>
      <pc:sldChg chg="del">
        <pc:chgData name="White, Whitney" userId="65f39021-2f1d-4d8b-87dc-b123826f65bf" providerId="ADAL" clId="{03D3F6E7-5E81-4D7C-84EF-D2A361571B02}" dt="2022-08-03T19:07:09.536" v="31" actId="2696"/>
        <pc:sldMkLst>
          <pc:docMk/>
          <pc:sldMk cId="3054216349" sldId="261"/>
        </pc:sldMkLst>
      </pc:sldChg>
      <pc:sldChg chg="modSp mod">
        <pc:chgData name="White, Whitney" userId="65f39021-2f1d-4d8b-87dc-b123826f65bf" providerId="ADAL" clId="{03D3F6E7-5E81-4D7C-84EF-D2A361571B02}" dt="2022-08-03T19:09:33.952" v="118" actId="5793"/>
        <pc:sldMkLst>
          <pc:docMk/>
          <pc:sldMk cId="4170921578" sldId="262"/>
        </pc:sldMkLst>
        <pc:spChg chg="mod">
          <ac:chgData name="White, Whitney" userId="65f39021-2f1d-4d8b-87dc-b123826f65bf" providerId="ADAL" clId="{03D3F6E7-5E81-4D7C-84EF-D2A361571B02}" dt="2022-08-03T19:09:16.568" v="108" actId="20577"/>
          <ac:spMkLst>
            <pc:docMk/>
            <pc:sldMk cId="4170921578" sldId="262"/>
            <ac:spMk id="2" creationId="{A7DAC820-49EE-4F41-8B1F-B9E33FF6BE24}"/>
          </ac:spMkLst>
        </pc:spChg>
        <pc:spChg chg="mod">
          <ac:chgData name="White, Whitney" userId="65f39021-2f1d-4d8b-87dc-b123826f65bf" providerId="ADAL" clId="{03D3F6E7-5E81-4D7C-84EF-D2A361571B02}" dt="2022-08-03T19:09:33.952" v="118" actId="5793"/>
          <ac:spMkLst>
            <pc:docMk/>
            <pc:sldMk cId="4170921578" sldId="262"/>
            <ac:spMk id="3" creationId="{79FFCA46-4155-4484-8350-F1E0B95F6088}"/>
          </ac:spMkLst>
        </pc:spChg>
      </pc:sldChg>
      <pc:sldChg chg="modSp mod">
        <pc:chgData name="White, Whitney" userId="65f39021-2f1d-4d8b-87dc-b123826f65bf" providerId="ADAL" clId="{03D3F6E7-5E81-4D7C-84EF-D2A361571B02}" dt="2022-08-03T19:08:35.272" v="76" actId="20577"/>
        <pc:sldMkLst>
          <pc:docMk/>
          <pc:sldMk cId="1163931679" sldId="263"/>
        </pc:sldMkLst>
        <pc:spChg chg="mod">
          <ac:chgData name="White, Whitney" userId="65f39021-2f1d-4d8b-87dc-b123826f65bf" providerId="ADAL" clId="{03D3F6E7-5E81-4D7C-84EF-D2A361571B02}" dt="2022-08-03T19:08:35.272" v="76" actId="20577"/>
          <ac:spMkLst>
            <pc:docMk/>
            <pc:sldMk cId="1163931679" sldId="263"/>
            <ac:spMk id="2" creationId="{531ECDB3-7F62-4124-A1E9-E48D699D2427}"/>
          </ac:spMkLst>
        </pc:spChg>
        <pc:spChg chg="mod">
          <ac:chgData name="White, Whitney" userId="65f39021-2f1d-4d8b-87dc-b123826f65bf" providerId="ADAL" clId="{03D3F6E7-5E81-4D7C-84EF-D2A361571B02}" dt="2022-08-03T19:08:30.684" v="69" actId="403"/>
          <ac:spMkLst>
            <pc:docMk/>
            <pc:sldMk cId="1163931679" sldId="263"/>
            <ac:spMk id="3" creationId="{012C84E3-4C09-4253-8964-13B9C34E5E48}"/>
          </ac:spMkLst>
        </pc:spChg>
      </pc:sldChg>
      <pc:sldChg chg="modSp mod">
        <pc:chgData name="White, Whitney" userId="65f39021-2f1d-4d8b-87dc-b123826f65bf" providerId="ADAL" clId="{03D3F6E7-5E81-4D7C-84EF-D2A361571B02}" dt="2022-08-03T19:07:41.541" v="49" actId="403"/>
        <pc:sldMkLst>
          <pc:docMk/>
          <pc:sldMk cId="3493109116" sldId="264"/>
        </pc:sldMkLst>
        <pc:spChg chg="mod">
          <ac:chgData name="White, Whitney" userId="65f39021-2f1d-4d8b-87dc-b123826f65bf" providerId="ADAL" clId="{03D3F6E7-5E81-4D7C-84EF-D2A361571B02}" dt="2022-08-03T19:07:20.368" v="45" actId="20577"/>
          <ac:spMkLst>
            <pc:docMk/>
            <pc:sldMk cId="3493109116" sldId="264"/>
            <ac:spMk id="2" creationId="{D7836664-70C0-47BA-9BFF-496A04EBBFDE}"/>
          </ac:spMkLst>
        </pc:spChg>
        <pc:spChg chg="mod">
          <ac:chgData name="White, Whitney" userId="65f39021-2f1d-4d8b-87dc-b123826f65bf" providerId="ADAL" clId="{03D3F6E7-5E81-4D7C-84EF-D2A361571B02}" dt="2022-08-03T19:07:41.541" v="49" actId="403"/>
          <ac:spMkLst>
            <pc:docMk/>
            <pc:sldMk cId="3493109116" sldId="264"/>
            <ac:spMk id="3" creationId="{F64339F5-2F5D-46B5-A25D-C197D73747BD}"/>
          </ac:spMkLst>
        </pc:spChg>
      </pc:sldChg>
      <pc:sldChg chg="addSp delSp modSp new mod">
        <pc:chgData name="White, Whitney" userId="65f39021-2f1d-4d8b-87dc-b123826f65bf" providerId="ADAL" clId="{03D3F6E7-5E81-4D7C-84EF-D2A361571B02}" dt="2022-08-03T19:10:41.740" v="142" actId="1076"/>
        <pc:sldMkLst>
          <pc:docMk/>
          <pc:sldMk cId="2758054962" sldId="266"/>
        </pc:sldMkLst>
        <pc:spChg chg="mod">
          <ac:chgData name="White, Whitney" userId="65f39021-2f1d-4d8b-87dc-b123826f65bf" providerId="ADAL" clId="{03D3F6E7-5E81-4D7C-84EF-D2A361571B02}" dt="2022-08-03T19:10:35.615" v="139" actId="20577"/>
          <ac:spMkLst>
            <pc:docMk/>
            <pc:sldMk cId="2758054962" sldId="266"/>
            <ac:spMk id="2" creationId="{C79A9CBC-35E4-4420-BAD1-3C343373FB83}"/>
          </ac:spMkLst>
        </pc:spChg>
        <pc:spChg chg="del">
          <ac:chgData name="White, Whitney" userId="65f39021-2f1d-4d8b-87dc-b123826f65bf" providerId="ADAL" clId="{03D3F6E7-5E81-4D7C-84EF-D2A361571B02}" dt="2022-08-03T19:10:13.940" v="120"/>
          <ac:spMkLst>
            <pc:docMk/>
            <pc:sldMk cId="2758054962" sldId="266"/>
            <ac:spMk id="3" creationId="{48BC5FE5-490A-489E-9D0D-BD424247A0B6}"/>
          </ac:spMkLst>
        </pc:spChg>
        <pc:picChg chg="add mod">
          <ac:chgData name="White, Whitney" userId="65f39021-2f1d-4d8b-87dc-b123826f65bf" providerId="ADAL" clId="{03D3F6E7-5E81-4D7C-84EF-D2A361571B02}" dt="2022-08-03T19:10:41.740" v="142" actId="1076"/>
          <ac:picMkLst>
            <pc:docMk/>
            <pc:sldMk cId="2758054962" sldId="266"/>
            <ac:picMk id="5" creationId="{DC5F2748-1579-46EC-87FD-A9ED4FC9BA2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rive.google.com/file/d/1OgIHS0MAucmQ6tp8cgGcPrqdnUQxdmqM/view?usp=sha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file/d/1pgD90OsFRXGDAJJADLcfniFl3wMM4MkU/view?usp=shar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1472"/>
            <a:ext cx="9144000" cy="370300"/>
          </a:xfrm>
        </p:spPr>
        <p:txBody>
          <a:bodyPr>
            <a:normAutofit/>
          </a:bodyPr>
          <a:lstStyle/>
          <a:p>
            <a:pPr algn="l"/>
            <a:r>
              <a:rPr lang="en-US" sz="1800" dirty="0"/>
              <a:t>Instructional Practices| Unit 2: Classroom Management| Lesson 2.16</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Radar | Building Radar, Part II</a:t>
            </a:r>
          </a:p>
        </p:txBody>
      </p:sp>
      <p:sp>
        <p:nvSpPr>
          <p:cNvPr id="4" name="TextBox 3">
            <a:extLst>
              <a:ext uri="{FF2B5EF4-FFF2-40B4-BE49-F238E27FC236}">
                <a16:creationId xmlns:a16="http://schemas.microsoft.com/office/drawing/2014/main" id="{FC52EDDE-4F7E-B49A-FAA9-E518C82EA306}"/>
              </a:ext>
            </a:extLst>
          </p:cNvPr>
          <p:cNvSpPr txBox="1"/>
          <p:nvPr/>
        </p:nvSpPr>
        <p:spPr>
          <a:xfrm>
            <a:off x="0" y="6421772"/>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0"/>
              </a:spcAft>
              <a:buFont typeface="Symbol" panose="05050102010706020507" pitchFamily="18" charset="2"/>
              <a:buChar char=""/>
            </a:pPr>
            <a:r>
              <a:rPr lang="en-US" dirty="0">
                <a:latin typeface="Calibri" panose="020F0502020204030204" pitchFamily="34" charset="0"/>
                <a:ea typeface="Calibri" panose="020F0502020204030204" pitchFamily="34" charset="0"/>
                <a:cs typeface="Calibri" panose="020F0502020204030204" pitchFamily="34" charset="0"/>
              </a:rPr>
              <a:t>i</a:t>
            </a:r>
            <a:r>
              <a:rPr lang="en-US" dirty="0">
                <a:effectLst/>
                <a:latin typeface="Calibri" panose="020F0502020204030204" pitchFamily="34" charset="0"/>
                <a:ea typeface="Calibri" panose="020F0502020204030204" pitchFamily="34" charset="0"/>
                <a:cs typeface="Calibri" panose="020F0502020204030204" pitchFamily="34" charset="0"/>
              </a:rPr>
              <a:t>dentify and apply effective behavior management techniques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dirty="0">
                <a:latin typeface="Calibri" panose="020F0502020204030204" pitchFamily="34" charset="0"/>
                <a:ea typeface="Times New Roman" panose="02020603050405020304" pitchFamily="18" charset="0"/>
                <a:cs typeface="Calibri" panose="020F0502020204030204" pitchFamily="34" charset="0"/>
              </a:rPr>
              <a:t>p</a:t>
            </a:r>
            <a:r>
              <a:rPr lang="en-US" dirty="0">
                <a:effectLst/>
                <a:latin typeface="Calibri" panose="020F0502020204030204" pitchFamily="34" charset="0"/>
                <a:ea typeface="Times New Roman" panose="02020603050405020304" pitchFamily="18" charset="0"/>
                <a:cs typeface="Calibri" panose="020F0502020204030204" pitchFamily="34" charset="0"/>
              </a:rPr>
              <a:t>lan and deliver specific, concrete, observable directions for a common scenario in a classroom</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dirty="0">
                <a:solidFill>
                  <a:srgbClr val="000000"/>
                </a:solidFill>
                <a:latin typeface="Calibri" panose="020F0502020204030204" pitchFamily="34" charset="0"/>
                <a:ea typeface="Times New Roman" panose="02020603050405020304" pitchFamily="18" charset="0"/>
              </a:rPr>
              <a:t>a</a:t>
            </a:r>
            <a:r>
              <a:rPr lang="en-US" dirty="0">
                <a:solidFill>
                  <a:srgbClr val="000000"/>
                </a:solidFill>
                <a:effectLst/>
                <a:latin typeface="Calibri" panose="020F0502020204030204" pitchFamily="34" charset="0"/>
                <a:ea typeface="Times New Roman" panose="02020603050405020304" pitchFamily="18" charset="0"/>
              </a:rPr>
              <a:t>nalyze a classroom scenario to determine how well the teacher used the Radar technique.</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marR="0" indent="0">
              <a:lnSpc>
                <a:spcPct val="107000"/>
              </a:lnSpc>
              <a:spcBef>
                <a:spcPts val="600"/>
              </a:spcBef>
              <a:spcAft>
                <a:spcPts val="600"/>
              </a:spcAft>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Read the following scenario and rewrite the script to include specific, concrete, and observable directions.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600"/>
              </a:spcBef>
              <a:spcAft>
                <a:spcPts val="600"/>
              </a:spcAft>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Scenario: “Good morning! Please follow our morning procedures as you enter the class and get started on your bellringer.”</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A0FD65BF-E45B-47F8-ADC6-01884740F574}"/>
              </a:ext>
            </a:extLst>
          </p:cNvPr>
          <p:cNvGraphicFramePr>
            <a:graphicFrameLocks noGrp="1"/>
          </p:cNvGraphicFramePr>
          <p:nvPr>
            <p:ph idx="1"/>
          </p:nvPr>
        </p:nvGraphicFramePr>
        <p:xfrm>
          <a:off x="838200" y="1690687"/>
          <a:ext cx="10515600" cy="4636392"/>
        </p:xfrm>
        <a:graphic>
          <a:graphicData uri="http://schemas.openxmlformats.org/drawingml/2006/table">
            <a:tbl>
              <a:tblPr firstRow="1" firstCol="1" bandRow="1"/>
              <a:tblGrid>
                <a:gridCol w="2296217">
                  <a:extLst>
                    <a:ext uri="{9D8B030D-6E8A-4147-A177-3AD203B41FA5}">
                      <a16:colId xmlns:a16="http://schemas.microsoft.com/office/drawing/2014/main" val="3969267179"/>
                    </a:ext>
                  </a:extLst>
                </a:gridCol>
                <a:gridCol w="8219383">
                  <a:extLst>
                    <a:ext uri="{9D8B030D-6E8A-4147-A177-3AD203B41FA5}">
                      <a16:colId xmlns:a16="http://schemas.microsoft.com/office/drawing/2014/main" val="2496956822"/>
                    </a:ext>
                  </a:extLst>
                </a:gridCol>
              </a:tblGrid>
              <a:tr h="845147">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Radar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A classroom management strategy in which the teacher gives clear, observable directions, visually scans the room, and positions themself to be easily seen by students.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2577162"/>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Observable Directions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Directions that allow the teacher to see if students are meeting the expectation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8320241"/>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Specific</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Clearly defined or identified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0735090"/>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Concrete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Providing specific instructions or actions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908370"/>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Scanning</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Looking consistently and intentionally across the entire classroom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5809426"/>
                  </a:ext>
                </a:extLst>
              </a:tr>
              <a:tr h="672276">
                <a:tc>
                  <a:txBody>
                    <a:bodyPr/>
                    <a:lstStyle/>
                    <a:p>
                      <a:pPr marL="0" marR="0">
                        <a:spcBef>
                          <a:spcPts val="600"/>
                        </a:spcBef>
                        <a:spcAft>
                          <a:spcPts val="600"/>
                        </a:spcAft>
                      </a:pPr>
                      <a:r>
                        <a:rPr lang="en-US" sz="2400">
                          <a:effectLst/>
                          <a:latin typeface="Calibri" panose="020F0502020204030204" pitchFamily="34" charset="0"/>
                          <a:ea typeface="Times New Roman" panose="02020603050405020304" pitchFamily="18" charset="0"/>
                          <a:cs typeface="Calibri" panose="020F0502020204030204" pitchFamily="34" charset="0"/>
                        </a:rPr>
                        <a:t>Pastore’s Perch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Times New Roman" panose="02020603050405020304" pitchFamily="18" charset="0"/>
                          <a:cs typeface="Calibri" panose="020F0502020204030204" pitchFamily="34" charset="0"/>
                        </a:rPr>
                        <a:t>Observing from the corner of the room where you can see most effectively and proficiently.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7161010"/>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4202517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Video Analysis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Building Radar: Kerri </a:t>
            </a:r>
            <a:r>
              <a:rPr lang="en-US" i="1" u="sng" dirty="0" err="1">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Rizzolo</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Video: Pastore’s Perch</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Calibri" panose="020F0502020204030204" pitchFamily="34" charset="0"/>
                <a:cs typeface="Calibri" panose="020F0502020204030204" pitchFamily="34" charset="0"/>
                <a:hlinkClick r:id="rId2"/>
              </a:rPr>
              <a:t>Building Radar: Patrick Pastore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Notes: Pastore’s Perch	</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lnSpcReduction="10000"/>
          </a:bodyPr>
          <a:lstStyle/>
          <a:p>
            <a:pPr marL="342900" marR="0" lvl="0" indent="-342900">
              <a:lnSpc>
                <a:spcPct val="107000"/>
              </a:lnSpc>
              <a:spcBef>
                <a:spcPts val="0"/>
              </a:spcBef>
              <a:spcAft>
                <a:spcPts val="0"/>
              </a:spcAft>
              <a:buFont typeface="Symbol" panose="05050102010706020507" pitchFamily="18" charset="2"/>
              <a:buChar char=""/>
            </a:pPr>
            <a:r>
              <a:rPr lang="en-US" sz="2800" i="1"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Pastor’s Perch helps teacher’s see more of the room</a:t>
            </a:r>
          </a:p>
          <a:p>
            <a:pPr marL="0" marR="0" lvl="0" indent="0">
              <a:lnSpc>
                <a:spcPct val="107000"/>
              </a:lnSpc>
              <a:spcBef>
                <a:spcPts val="0"/>
              </a:spcBef>
              <a:spcAft>
                <a:spcPts val="0"/>
              </a:spcAft>
              <a:buNone/>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800" i="1"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If a teacher is standing at the center of the room, they will need to scan a field of 150 degrees to see all students</a:t>
            </a:r>
          </a:p>
          <a:p>
            <a:pPr marL="0" marR="0" lvl="0" indent="0">
              <a:lnSpc>
                <a:spcPct val="107000"/>
              </a:lnSpc>
              <a:spcBef>
                <a:spcPts val="0"/>
              </a:spcBef>
              <a:spcAft>
                <a:spcPts val="0"/>
              </a:spcAft>
              <a:buNone/>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800" i="1"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If a teacher is standing in the corner of the room – Pastore’s Perch – they only need to scan 80 degrees to see all students</a:t>
            </a:r>
          </a:p>
          <a:p>
            <a:pPr marL="0" marR="0" lvl="0" indent="0">
              <a:lnSpc>
                <a:spcPct val="107000"/>
              </a:lnSpc>
              <a:spcBef>
                <a:spcPts val="0"/>
              </a:spcBef>
              <a:spcAft>
                <a:spcPts val="0"/>
              </a:spcAft>
              <a:buNone/>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800" i="1" dirty="0">
                <a:solidFill>
                  <a:srgbClr val="008000"/>
                </a:solidFill>
                <a:effectLst/>
                <a:latin typeface="Calibri" panose="020F0502020204030204" pitchFamily="34" charset="0"/>
                <a:ea typeface="Times New Roman" panose="02020603050405020304" pitchFamily="18" charset="0"/>
                <a:cs typeface="Calibri" panose="020F0502020204030204" pitchFamily="34" charset="0"/>
              </a:rPr>
              <a:t>Field of vision is wider from Pastore’s Perch – there are fewer blind spots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A9CBC-35E4-4420-BAD1-3C343373FB83}"/>
              </a:ext>
            </a:extLst>
          </p:cNvPr>
          <p:cNvSpPr>
            <a:spLocks noGrp="1"/>
          </p:cNvSpPr>
          <p:nvPr>
            <p:ph type="title"/>
          </p:nvPr>
        </p:nvSpPr>
        <p:spPr/>
        <p:txBody>
          <a:bodyPr/>
          <a:lstStyle/>
          <a:p>
            <a:r>
              <a:rPr lang="en-US" dirty="0"/>
              <a:t>Pastore’s Perch</a:t>
            </a:r>
          </a:p>
        </p:txBody>
      </p:sp>
      <p:pic>
        <p:nvPicPr>
          <p:cNvPr id="5" name="Content Placeholder 4" descr="Top image: a layout of a classroom with the teacher standing at the front of the room, showing how clearly the teacher can see the students. &#10;&#10;Bottom Image: a layout of a classroom with the teacher standing at the corner of the room, showing how clearly the teacher can see the students. ">
            <a:extLst>
              <a:ext uri="{FF2B5EF4-FFF2-40B4-BE49-F238E27FC236}">
                <a16:creationId xmlns:a16="http://schemas.microsoft.com/office/drawing/2014/main" id="{DC5F2748-1579-46EC-87FD-A9ED4FC9BA2C}"/>
              </a:ext>
            </a:extLst>
          </p:cNvPr>
          <p:cNvPicPr>
            <a:picLocks noGrp="1" noChangeAspect="1"/>
          </p:cNvPicPr>
          <p:nvPr>
            <p:ph idx="1"/>
          </p:nvPr>
        </p:nvPicPr>
        <p:blipFill>
          <a:blip r:embed="rId2"/>
          <a:stretch>
            <a:fillRect/>
          </a:stretch>
        </p:blipFill>
        <p:spPr>
          <a:xfrm>
            <a:off x="5464597" y="474859"/>
            <a:ext cx="3891437" cy="5881491"/>
          </a:xfrm>
          <a:prstGeom prst="rect">
            <a:avLst/>
          </a:prstGeom>
        </p:spPr>
      </p:pic>
      <p:sp>
        <p:nvSpPr>
          <p:cNvPr id="4" name="Slide Number Placeholder 3">
            <a:extLst>
              <a:ext uri="{FF2B5EF4-FFF2-40B4-BE49-F238E27FC236}">
                <a16:creationId xmlns:a16="http://schemas.microsoft.com/office/drawing/2014/main" id="{EFD65014-F88C-496F-9642-A7D681066133}"/>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758054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lnSpcReduction="10000"/>
          </a:bodyPr>
          <a:lstStyle/>
          <a:p>
            <a:pPr marL="0" marR="0" indent="0">
              <a:lnSpc>
                <a:spcPct val="107000"/>
              </a:lnSpc>
              <a:spcBef>
                <a:spcPts val="0"/>
              </a:spcBef>
              <a:spcAft>
                <a:spcPts val="0"/>
              </a:spcAft>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Analyze the scenario below to determine how well Ms. Mason used the Radar technique. Use the rubric below to provide specific evidence from the scenario to support your response and make suggestions for improvement.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i="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Ms. Mason is teaching a science lesson. Ms. Mason instructs her class by saying, “please find the rock sample labeled #1 and place it in front of you.”  As she does so, she glances down, using the moment just after her direction to double-check her notes and glance at her watch to see how she’s doing for time.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TotalTime>
  <Words>425</Words>
  <Application>Microsoft Office PowerPoint</Application>
  <PresentationFormat>Widescreen</PresentationFormat>
  <Paragraphs>52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Symbol</vt:lpstr>
      <vt:lpstr>Office Theme</vt:lpstr>
      <vt:lpstr>Instructional Practices| Unit 2: Classroom Management| Lesson 2.16</vt:lpstr>
      <vt:lpstr>TEKS Standards &amp; Objectives</vt:lpstr>
      <vt:lpstr>Bellringer</vt:lpstr>
      <vt:lpstr>Vocabulary</vt:lpstr>
      <vt:lpstr>Video Analysis</vt:lpstr>
      <vt:lpstr>Video: Pastore’s Perch</vt:lpstr>
      <vt:lpstr>Notes: Pastore’s Perch </vt:lpstr>
      <vt:lpstr>Pastore’s Perch</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2.16: Radar | Building Radar, Part II</dc:title>
  <dc:subject>Lesson 2.16: Radar | Building Radar, Part II</dc:subject>
  <dc:creator>Texas Education Agency</dc:creator>
  <cp:lastModifiedBy>White (she/her), Whitney</cp:lastModifiedBy>
  <cp:revision>4</cp:revision>
  <dcterms:created xsi:type="dcterms:W3CDTF">2022-05-09T19:40:20Z</dcterms:created>
  <dcterms:modified xsi:type="dcterms:W3CDTF">2023-08-31T01:32:58Z</dcterms:modified>
</cp:coreProperties>
</file>
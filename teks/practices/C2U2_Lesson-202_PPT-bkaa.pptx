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9" r:id="rId3"/>
    <p:sldId id="258" r:id="rId4"/>
    <p:sldId id="261" r:id="rId5"/>
    <p:sldId id="264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780000"/>
    <a:srgbClr val="000000"/>
    <a:srgbClr val="0078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AEA675-2210-43A1-ABFD-4C39C324D87F}" v="1" dt="2023-08-31T01:41:50.8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hite, Whitney" userId="65f39021-2f1d-4d8b-87dc-b123826f65bf" providerId="ADAL" clId="{F6AFC51E-5DDF-4624-A909-3B05A5AB96C0}"/>
    <pc:docChg chg="modSld">
      <pc:chgData name="White, Whitney" userId="65f39021-2f1d-4d8b-87dc-b123826f65bf" providerId="ADAL" clId="{F6AFC51E-5DDF-4624-A909-3B05A5AB96C0}" dt="2022-07-25T19:26:05.911" v="2" actId="1076"/>
      <pc:docMkLst>
        <pc:docMk/>
      </pc:docMkLst>
      <pc:sldChg chg="modSp mod">
        <pc:chgData name="White, Whitney" userId="65f39021-2f1d-4d8b-87dc-b123826f65bf" providerId="ADAL" clId="{F6AFC51E-5DDF-4624-A909-3B05A5AB96C0}" dt="2022-07-25T19:25:56.510" v="0" actId="1076"/>
        <pc:sldMkLst>
          <pc:docMk/>
          <pc:sldMk cId="4170921578" sldId="262"/>
        </pc:sldMkLst>
        <pc:spChg chg="mod">
          <ac:chgData name="White, Whitney" userId="65f39021-2f1d-4d8b-87dc-b123826f65bf" providerId="ADAL" clId="{F6AFC51E-5DDF-4624-A909-3B05A5AB96C0}" dt="2022-07-25T19:25:56.510" v="0" actId="1076"/>
          <ac:spMkLst>
            <pc:docMk/>
            <pc:sldMk cId="4170921578" sldId="262"/>
            <ac:spMk id="2" creationId="{A7DAC820-49EE-4F41-8B1F-B9E33FF6BE24}"/>
          </ac:spMkLst>
        </pc:spChg>
      </pc:sldChg>
      <pc:sldChg chg="modSp mod">
        <pc:chgData name="White, Whitney" userId="65f39021-2f1d-4d8b-87dc-b123826f65bf" providerId="ADAL" clId="{F6AFC51E-5DDF-4624-A909-3B05A5AB96C0}" dt="2022-07-25T19:26:02.437" v="1" actId="1076"/>
        <pc:sldMkLst>
          <pc:docMk/>
          <pc:sldMk cId="1163931679" sldId="263"/>
        </pc:sldMkLst>
        <pc:spChg chg="mod">
          <ac:chgData name="White, Whitney" userId="65f39021-2f1d-4d8b-87dc-b123826f65bf" providerId="ADAL" clId="{F6AFC51E-5DDF-4624-A909-3B05A5AB96C0}" dt="2022-07-25T19:26:02.437" v="1" actId="1076"/>
          <ac:spMkLst>
            <pc:docMk/>
            <pc:sldMk cId="1163931679" sldId="263"/>
            <ac:spMk id="2" creationId="{531ECDB3-7F62-4124-A1E9-E48D699D2427}"/>
          </ac:spMkLst>
        </pc:spChg>
      </pc:sldChg>
      <pc:sldChg chg="modSp mod">
        <pc:chgData name="White, Whitney" userId="65f39021-2f1d-4d8b-87dc-b123826f65bf" providerId="ADAL" clId="{F6AFC51E-5DDF-4624-A909-3B05A5AB96C0}" dt="2022-07-25T19:26:05.911" v="2" actId="1076"/>
        <pc:sldMkLst>
          <pc:docMk/>
          <pc:sldMk cId="3493109116" sldId="264"/>
        </pc:sldMkLst>
        <pc:spChg chg="mod">
          <ac:chgData name="White, Whitney" userId="65f39021-2f1d-4d8b-87dc-b123826f65bf" providerId="ADAL" clId="{F6AFC51E-5DDF-4624-A909-3B05A5AB96C0}" dt="2022-07-25T19:26:05.911" v="2" actId="1076"/>
          <ac:spMkLst>
            <pc:docMk/>
            <pc:sldMk cId="3493109116" sldId="264"/>
            <ac:spMk id="2" creationId="{D7836664-70C0-47BA-9BFF-496A04EBBFDE}"/>
          </ac:spMkLst>
        </pc:spChg>
      </pc:sldChg>
    </pc:docChg>
  </pc:docChgLst>
  <pc:docChgLst>
    <pc:chgData name="White, Whitney" userId="65f39021-2f1d-4d8b-87dc-b123826f65bf" providerId="ADAL" clId="{4ACD2CB2-91FC-4BB1-AC1A-F29A5752FE24}"/>
    <pc:docChg chg="modSld">
      <pc:chgData name="White, Whitney" userId="65f39021-2f1d-4d8b-87dc-b123826f65bf" providerId="ADAL" clId="{4ACD2CB2-91FC-4BB1-AC1A-F29A5752FE24}" dt="2022-08-03T14:16:49.713" v="46" actId="20577"/>
      <pc:docMkLst>
        <pc:docMk/>
      </pc:docMkLst>
      <pc:sldChg chg="modSp mod">
        <pc:chgData name="White, Whitney" userId="65f39021-2f1d-4d8b-87dc-b123826f65bf" providerId="ADAL" clId="{4ACD2CB2-91FC-4BB1-AC1A-F29A5752FE24}" dt="2022-08-03T14:16:49.713" v="46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4ACD2CB2-91FC-4BB1-AC1A-F29A5752FE24}" dt="2022-08-03T14:16:49.713" v="46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15F59259-5185-4907-AFAB-F5052FE77B22}"/>
    <pc:docChg chg="undo redo custSel modSld">
      <pc:chgData name="White, Whitney" userId="65f39021-2f1d-4d8b-87dc-b123826f65bf" providerId="ADAL" clId="{15F59259-5185-4907-AFAB-F5052FE77B22}" dt="2022-07-26T15:33:59.733" v="229" actId="20577"/>
      <pc:docMkLst>
        <pc:docMk/>
      </pc:docMkLst>
      <pc:sldChg chg="addSp delSp modSp mod">
        <pc:chgData name="White, Whitney" userId="65f39021-2f1d-4d8b-87dc-b123826f65bf" providerId="ADAL" clId="{15F59259-5185-4907-AFAB-F5052FE77B22}" dt="2022-07-26T15:33:52.678" v="228" actId="20577"/>
        <pc:sldMkLst>
          <pc:docMk/>
          <pc:sldMk cId="1482277026" sldId="256"/>
        </pc:sldMkLst>
        <pc:spChg chg="add del mod">
          <ac:chgData name="White, Whitney" userId="65f39021-2f1d-4d8b-87dc-b123826f65bf" providerId="ADAL" clId="{15F59259-5185-4907-AFAB-F5052FE77B22}" dt="2022-07-26T15:33:44.464" v="223" actId="1076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15F59259-5185-4907-AFAB-F5052FE77B22}" dt="2022-07-26T15:33:52.678" v="228" actId="20577"/>
          <ac:spMkLst>
            <pc:docMk/>
            <pc:sldMk cId="1482277026" sldId="256"/>
            <ac:spMk id="3" creationId="{E0FBD98F-3A67-498E-8174-652040DD7B60}"/>
          </ac:spMkLst>
        </pc:spChg>
        <pc:spChg chg="add del mod">
          <ac:chgData name="White, Whitney" userId="65f39021-2f1d-4d8b-87dc-b123826f65bf" providerId="ADAL" clId="{15F59259-5185-4907-AFAB-F5052FE77B22}" dt="2022-07-26T15:29:20.923" v="152" actId="21"/>
          <ac:spMkLst>
            <pc:docMk/>
            <pc:sldMk cId="1482277026" sldId="256"/>
            <ac:spMk id="5" creationId="{58E7B3C0-9BD3-404B-B102-7FBF8313C971}"/>
          </ac:spMkLst>
        </pc:spChg>
        <pc:spChg chg="add del mod">
          <ac:chgData name="White, Whitney" userId="65f39021-2f1d-4d8b-87dc-b123826f65bf" providerId="ADAL" clId="{15F59259-5185-4907-AFAB-F5052FE77B22}" dt="2022-07-26T15:29:20.919" v="149" actId="767"/>
          <ac:spMkLst>
            <pc:docMk/>
            <pc:sldMk cId="1482277026" sldId="256"/>
            <ac:spMk id="6" creationId="{F02E5AD3-659A-4814-9E1B-DBC312C6AC71}"/>
          </ac:spMkLst>
        </pc:spChg>
        <pc:spChg chg="add del mod">
          <ac:chgData name="White, Whitney" userId="65f39021-2f1d-4d8b-87dc-b123826f65bf" providerId="ADAL" clId="{15F59259-5185-4907-AFAB-F5052FE77B22}" dt="2022-07-26T15:29:12.081" v="146"/>
          <ac:spMkLst>
            <pc:docMk/>
            <pc:sldMk cId="1482277026" sldId="256"/>
            <ac:spMk id="7" creationId="{E0258E4E-EA3B-4DFF-8614-1BB74DF272B0}"/>
          </ac:spMkLst>
        </pc:spChg>
      </pc:sldChg>
      <pc:sldChg chg="modSp mod">
        <pc:chgData name="White, Whitney" userId="65f39021-2f1d-4d8b-87dc-b123826f65bf" providerId="ADAL" clId="{15F59259-5185-4907-AFAB-F5052FE77B22}" dt="2022-07-26T15:31:19.056" v="206" actId="6549"/>
        <pc:sldMkLst>
          <pc:docMk/>
          <pc:sldMk cId="4071305681" sldId="258"/>
        </pc:sldMkLst>
        <pc:spChg chg="mod">
          <ac:chgData name="White, Whitney" userId="65f39021-2f1d-4d8b-87dc-b123826f65bf" providerId="ADAL" clId="{15F59259-5185-4907-AFAB-F5052FE77B22}" dt="2022-07-26T15:31:19.056" v="206" actId="6549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15F59259-5185-4907-AFAB-F5052FE77B22}" dt="2022-07-26T15:33:59.733" v="229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15F59259-5185-4907-AFAB-F5052FE77B22}" dt="2022-07-26T15:33:59.733" v="229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15F59259-5185-4907-AFAB-F5052FE77B22}" dt="2022-07-26T15:31:56.494" v="217" actId="20577"/>
        <pc:sldMkLst>
          <pc:docMk/>
          <pc:sldMk cId="2147408764" sldId="260"/>
        </pc:sldMkLst>
        <pc:spChg chg="mod">
          <ac:chgData name="White, Whitney" userId="65f39021-2f1d-4d8b-87dc-b123826f65bf" providerId="ADAL" clId="{15F59259-5185-4907-AFAB-F5052FE77B22}" dt="2022-07-26T15:31:56.494" v="217" actId="20577"/>
          <ac:spMkLst>
            <pc:docMk/>
            <pc:sldMk cId="2147408764" sldId="260"/>
            <ac:spMk id="3" creationId="{49F2A5AF-3C0B-4968-A438-E435325199EA}"/>
          </ac:spMkLst>
        </pc:spChg>
      </pc:sldChg>
      <pc:sldChg chg="modSp mod">
        <pc:chgData name="White, Whitney" userId="65f39021-2f1d-4d8b-87dc-b123826f65bf" providerId="ADAL" clId="{15F59259-5185-4907-AFAB-F5052FE77B22}" dt="2022-07-26T15:31:22.286" v="207" actId="6549"/>
        <pc:sldMkLst>
          <pc:docMk/>
          <pc:sldMk cId="3054216349" sldId="261"/>
        </pc:sldMkLst>
        <pc:spChg chg="mod">
          <ac:chgData name="White, Whitney" userId="65f39021-2f1d-4d8b-87dc-b123826f65bf" providerId="ADAL" clId="{15F59259-5185-4907-AFAB-F5052FE77B22}" dt="2022-07-26T15:31:22.286" v="207" actId="6549"/>
          <ac:spMkLst>
            <pc:docMk/>
            <pc:sldMk cId="3054216349" sldId="261"/>
            <ac:spMk id="3" creationId="{AE13FDB6-F093-4D9E-B14E-3D7DB894C34C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9.126" v="215" actId="27636"/>
        <pc:sldMkLst>
          <pc:docMk/>
          <pc:sldMk cId="4170921578" sldId="262"/>
        </pc:sldMkLst>
        <pc:spChg chg="mod">
          <ac:chgData name="White, Whitney" userId="65f39021-2f1d-4d8b-87dc-b123826f65bf" providerId="ADAL" clId="{15F59259-5185-4907-AFAB-F5052FE77B22}" dt="2022-07-26T15:31:45.880" v="213" actId="6549"/>
          <ac:spMkLst>
            <pc:docMk/>
            <pc:sldMk cId="4170921578" sldId="262"/>
            <ac:spMk id="2" creationId="{A7DAC820-49EE-4F41-8B1F-B9E33FF6BE24}"/>
          </ac:spMkLst>
        </pc:spChg>
        <pc:spChg chg="mod">
          <ac:chgData name="White, Whitney" userId="65f39021-2f1d-4d8b-87dc-b123826f65bf" providerId="ADAL" clId="{15F59259-5185-4907-AFAB-F5052FE77B22}" dt="2022-07-26T15:31:49.126" v="215" actId="27636"/>
          <ac:spMkLst>
            <pc:docMk/>
            <pc:sldMk cId="4170921578" sldId="262"/>
            <ac:spMk id="3" creationId="{79FFCA46-4155-4484-8350-F1E0B95F608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41.656" v="212" actId="6549"/>
        <pc:sldMkLst>
          <pc:docMk/>
          <pc:sldMk cId="1163931679" sldId="263"/>
        </pc:sldMkLst>
        <pc:spChg chg="mod">
          <ac:chgData name="White, Whitney" userId="65f39021-2f1d-4d8b-87dc-b123826f65bf" providerId="ADAL" clId="{15F59259-5185-4907-AFAB-F5052FE77B22}" dt="2022-07-26T15:31:41.656" v="212" actId="6549"/>
          <ac:spMkLst>
            <pc:docMk/>
            <pc:sldMk cId="1163931679" sldId="263"/>
            <ac:spMk id="2" creationId="{531ECDB3-7F62-4124-A1E9-E48D699D2427}"/>
          </ac:spMkLst>
        </pc:spChg>
        <pc:spChg chg="mod">
          <ac:chgData name="White, Whitney" userId="65f39021-2f1d-4d8b-87dc-b123826f65bf" providerId="ADAL" clId="{15F59259-5185-4907-AFAB-F5052FE77B22}" dt="2022-07-26T15:31:39.406" v="211" actId="27636"/>
          <ac:spMkLst>
            <pc:docMk/>
            <pc:sldMk cId="1163931679" sldId="263"/>
            <ac:spMk id="3" creationId="{012C84E3-4C09-4253-8964-13B9C34E5E48}"/>
          </ac:spMkLst>
        </pc:spChg>
      </pc:sldChg>
      <pc:sldChg chg="modSp mod modAnim">
        <pc:chgData name="White, Whitney" userId="65f39021-2f1d-4d8b-87dc-b123826f65bf" providerId="ADAL" clId="{15F59259-5185-4907-AFAB-F5052FE77B22}" dt="2022-07-26T15:31:31.895" v="209" actId="6549"/>
        <pc:sldMkLst>
          <pc:docMk/>
          <pc:sldMk cId="3493109116" sldId="264"/>
        </pc:sldMkLst>
        <pc:spChg chg="mod">
          <ac:chgData name="White, Whitney" userId="65f39021-2f1d-4d8b-87dc-b123826f65bf" providerId="ADAL" clId="{15F59259-5185-4907-AFAB-F5052FE77B22}" dt="2022-07-26T15:31:28.511" v="208" actId="6549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15F59259-5185-4907-AFAB-F5052FE77B22}" dt="2022-07-26T15:31:31.895" v="209" actId="6549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  <pc:docChgLst>
    <pc:chgData name="White (she/her), Whitney" userId="65f39021-2f1d-4d8b-87dc-b123826f65bf" providerId="ADAL" clId="{48AEA675-2210-43A1-ABFD-4C39C324D87F}"/>
    <pc:docChg chg="modSld">
      <pc:chgData name="White (she/her), Whitney" userId="65f39021-2f1d-4d8b-87dc-b123826f65bf" providerId="ADAL" clId="{48AEA675-2210-43A1-ABFD-4C39C324D87F}" dt="2023-08-31T01:41:57.189" v="5" actId="20577"/>
      <pc:docMkLst>
        <pc:docMk/>
      </pc:docMkLst>
      <pc:sldChg chg="addSp modSp mod">
        <pc:chgData name="White (she/her), Whitney" userId="65f39021-2f1d-4d8b-87dc-b123826f65bf" providerId="ADAL" clId="{48AEA675-2210-43A1-ABFD-4C39C324D87F}" dt="2023-08-31T01:41:50.870" v="1"/>
        <pc:sldMkLst>
          <pc:docMk/>
          <pc:sldMk cId="1482277026" sldId="256"/>
        </pc:sldMkLst>
        <pc:spChg chg="mod">
          <ac:chgData name="White (she/her), Whitney" userId="65f39021-2f1d-4d8b-87dc-b123826f65bf" providerId="ADAL" clId="{48AEA675-2210-43A1-ABFD-4C39C324D87F}" dt="2023-08-31T01:41:50.234" v="0" actId="1076"/>
          <ac:spMkLst>
            <pc:docMk/>
            <pc:sldMk cId="1482277026" sldId="256"/>
            <ac:spMk id="2" creationId="{BFFCF5BD-F8FF-4A67-A8B6-EBB21E79279B}"/>
          </ac:spMkLst>
        </pc:spChg>
        <pc:spChg chg="add mod">
          <ac:chgData name="White (she/her), Whitney" userId="65f39021-2f1d-4d8b-87dc-b123826f65bf" providerId="ADAL" clId="{48AEA675-2210-43A1-ABFD-4C39C324D87F}" dt="2023-08-31T01:41:50.870" v="1"/>
          <ac:spMkLst>
            <pc:docMk/>
            <pc:sldMk cId="1482277026" sldId="256"/>
            <ac:spMk id="4" creationId="{18D8B572-7787-55C3-0964-BDAE95C7CCC4}"/>
          </ac:spMkLst>
        </pc:spChg>
      </pc:sldChg>
      <pc:sldChg chg="modSp mod">
        <pc:chgData name="White (she/her), Whitney" userId="65f39021-2f1d-4d8b-87dc-b123826f65bf" providerId="ADAL" clId="{48AEA675-2210-43A1-ABFD-4C39C324D87F}" dt="2023-08-31T01:41:57.189" v="5" actId="20577"/>
        <pc:sldMkLst>
          <pc:docMk/>
          <pc:sldMk cId="2772527113" sldId="259"/>
        </pc:sldMkLst>
        <pc:spChg chg="mod">
          <ac:chgData name="White (she/her), Whitney" userId="65f39021-2f1d-4d8b-87dc-b123826f65bf" providerId="ADAL" clId="{48AEA675-2210-43A1-ABFD-4C39C324D87F}" dt="2023-08-31T01:41:57.189" v="5" actId="20577"/>
          <ac:spMkLst>
            <pc:docMk/>
            <pc:sldMk cId="2772527113" sldId="259"/>
            <ac:spMk id="3" creationId="{8CE08C7F-0286-423B-92F7-DEB89F31111A}"/>
          </ac:spMkLst>
        </pc:spChg>
      </pc:sldChg>
    </pc:docChg>
  </pc:docChgLst>
  <pc:docChgLst>
    <pc:chgData name="White, Whitney" userId="65f39021-2f1d-4d8b-87dc-b123826f65bf" providerId="ADAL" clId="{BF4B8836-0A11-4AA0-9E90-D808237E7929}"/>
    <pc:docChg chg="custSel modSld">
      <pc:chgData name="White, Whitney" userId="65f39021-2f1d-4d8b-87dc-b123826f65bf" providerId="ADAL" clId="{BF4B8836-0A11-4AA0-9E90-D808237E7929}" dt="2022-07-30T15:11:00.548" v="131" actId="20577"/>
      <pc:docMkLst>
        <pc:docMk/>
      </pc:docMkLst>
      <pc:sldChg chg="modSp mod">
        <pc:chgData name="White, Whitney" userId="65f39021-2f1d-4d8b-87dc-b123826f65bf" providerId="ADAL" clId="{BF4B8836-0A11-4AA0-9E90-D808237E7929}" dt="2022-07-30T15:11:00.548" v="131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BF4B8836-0A11-4AA0-9E90-D808237E7929}" dt="2022-07-30T15:11:00.548" v="131" actId="20577"/>
          <ac:spMkLst>
            <pc:docMk/>
            <pc:sldMk cId="1482277026" sldId="256"/>
            <ac:spMk id="2" creationId="{BFFCF5BD-F8FF-4A67-A8B6-EBB21E79279B}"/>
          </ac:spMkLst>
        </pc:spChg>
      </pc:sldChg>
    </pc:docChg>
  </pc:docChgLst>
  <pc:docChgLst>
    <pc:chgData name="White, Whitney" userId="65f39021-2f1d-4d8b-87dc-b123826f65bf" providerId="ADAL" clId="{FF08B09E-494A-4CB7-9023-11B3D1DFDB83}"/>
    <pc:docChg chg="custSel delSld modSld">
      <pc:chgData name="White, Whitney" userId="65f39021-2f1d-4d8b-87dc-b123826f65bf" providerId="ADAL" clId="{FF08B09E-494A-4CB7-9023-11B3D1DFDB83}" dt="2022-08-03T14:43:30.406" v="139" actId="27636"/>
      <pc:docMkLst>
        <pc:docMk/>
      </pc:docMkLst>
      <pc:sldChg chg="modSp mod">
        <pc:chgData name="White, Whitney" userId="65f39021-2f1d-4d8b-87dc-b123826f65bf" providerId="ADAL" clId="{FF08B09E-494A-4CB7-9023-11B3D1DFDB83}" dt="2022-08-03T14:33:22.971" v="34" actId="20577"/>
        <pc:sldMkLst>
          <pc:docMk/>
          <pc:sldMk cId="1482277026" sldId="256"/>
        </pc:sldMkLst>
        <pc:spChg chg="mod">
          <ac:chgData name="White, Whitney" userId="65f39021-2f1d-4d8b-87dc-b123826f65bf" providerId="ADAL" clId="{FF08B09E-494A-4CB7-9023-11B3D1DFDB83}" dt="2022-08-03T14:33:03.030" v="3" actId="20577"/>
          <ac:spMkLst>
            <pc:docMk/>
            <pc:sldMk cId="1482277026" sldId="256"/>
            <ac:spMk id="2" creationId="{BFFCF5BD-F8FF-4A67-A8B6-EBB21E79279B}"/>
          </ac:spMkLst>
        </pc:spChg>
        <pc:spChg chg="mod">
          <ac:chgData name="White, Whitney" userId="65f39021-2f1d-4d8b-87dc-b123826f65bf" providerId="ADAL" clId="{FF08B09E-494A-4CB7-9023-11B3D1DFDB83}" dt="2022-08-03T14:33:22.971" v="34" actId="20577"/>
          <ac:spMkLst>
            <pc:docMk/>
            <pc:sldMk cId="1482277026" sldId="256"/>
            <ac:spMk id="3" creationId="{E0FBD98F-3A67-498E-8174-652040DD7B60}"/>
          </ac:spMkLst>
        </pc:spChg>
      </pc:sldChg>
      <pc:sldChg chg="modSp mod">
        <pc:chgData name="White, Whitney" userId="65f39021-2f1d-4d8b-87dc-b123826f65bf" providerId="ADAL" clId="{FF08B09E-494A-4CB7-9023-11B3D1DFDB83}" dt="2022-08-03T14:35:42.497" v="68" actId="20577"/>
        <pc:sldMkLst>
          <pc:docMk/>
          <pc:sldMk cId="4071305681" sldId="258"/>
        </pc:sldMkLst>
        <pc:spChg chg="mod">
          <ac:chgData name="White, Whitney" userId="65f39021-2f1d-4d8b-87dc-b123826f65bf" providerId="ADAL" clId="{FF08B09E-494A-4CB7-9023-11B3D1DFDB83}" dt="2022-08-03T14:35:42.497" v="68" actId="20577"/>
          <ac:spMkLst>
            <pc:docMk/>
            <pc:sldMk cId="4071305681" sldId="258"/>
            <ac:spMk id="3" creationId="{392BE286-77A6-49DD-B15D-7E4718D52FE7}"/>
          </ac:spMkLst>
        </pc:spChg>
      </pc:sldChg>
      <pc:sldChg chg="modSp mod">
        <pc:chgData name="White, Whitney" userId="65f39021-2f1d-4d8b-87dc-b123826f65bf" providerId="ADAL" clId="{FF08B09E-494A-4CB7-9023-11B3D1DFDB83}" dt="2022-08-03T14:35:22.988" v="63" actId="20577"/>
        <pc:sldMkLst>
          <pc:docMk/>
          <pc:sldMk cId="2772527113" sldId="259"/>
        </pc:sldMkLst>
        <pc:spChg chg="mod">
          <ac:chgData name="White, Whitney" userId="65f39021-2f1d-4d8b-87dc-b123826f65bf" providerId="ADAL" clId="{FF08B09E-494A-4CB7-9023-11B3D1DFDB83}" dt="2022-08-03T14:35:22.988" v="63" actId="20577"/>
          <ac:spMkLst>
            <pc:docMk/>
            <pc:sldMk cId="2772527113" sldId="259"/>
            <ac:spMk id="3" creationId="{8CE08C7F-0286-423B-92F7-DEB89F31111A}"/>
          </ac:spMkLst>
        </pc:spChg>
      </pc:sldChg>
      <pc:sldChg chg="modSp mod">
        <pc:chgData name="White, Whitney" userId="65f39021-2f1d-4d8b-87dc-b123826f65bf" providerId="ADAL" clId="{FF08B09E-494A-4CB7-9023-11B3D1DFDB83}" dt="2022-08-03T14:43:30.406" v="139" actId="27636"/>
        <pc:sldMkLst>
          <pc:docMk/>
          <pc:sldMk cId="2147408764" sldId="260"/>
        </pc:sldMkLst>
        <pc:spChg chg="mod">
          <ac:chgData name="White, Whitney" userId="65f39021-2f1d-4d8b-87dc-b123826f65bf" providerId="ADAL" clId="{FF08B09E-494A-4CB7-9023-11B3D1DFDB83}" dt="2022-08-03T14:43:30.406" v="139" actId="27636"/>
          <ac:spMkLst>
            <pc:docMk/>
            <pc:sldMk cId="2147408764" sldId="260"/>
            <ac:spMk id="3" creationId="{49F2A5AF-3C0B-4968-A438-E435325199EA}"/>
          </ac:spMkLst>
        </pc:spChg>
      </pc:sldChg>
      <pc:sldChg chg="addSp delSp modSp mod">
        <pc:chgData name="White, Whitney" userId="65f39021-2f1d-4d8b-87dc-b123826f65bf" providerId="ADAL" clId="{FF08B09E-494A-4CB7-9023-11B3D1DFDB83}" dt="2022-08-03T14:36:19.425" v="73" actId="1076"/>
        <pc:sldMkLst>
          <pc:docMk/>
          <pc:sldMk cId="3054216349" sldId="261"/>
        </pc:sldMkLst>
        <pc:spChg chg="del">
          <ac:chgData name="White, Whitney" userId="65f39021-2f1d-4d8b-87dc-b123826f65bf" providerId="ADAL" clId="{FF08B09E-494A-4CB7-9023-11B3D1DFDB83}" dt="2022-08-03T14:35:56.082" v="69"/>
          <ac:spMkLst>
            <pc:docMk/>
            <pc:sldMk cId="3054216349" sldId="261"/>
            <ac:spMk id="3" creationId="{AE13FDB6-F093-4D9E-B14E-3D7DB894C34C}"/>
          </ac:spMkLst>
        </pc:spChg>
        <pc:graphicFrameChg chg="add mod modGraphic">
          <ac:chgData name="White, Whitney" userId="65f39021-2f1d-4d8b-87dc-b123826f65bf" providerId="ADAL" clId="{FF08B09E-494A-4CB7-9023-11B3D1DFDB83}" dt="2022-08-03T14:36:19.425" v="73" actId="1076"/>
          <ac:graphicFrameMkLst>
            <pc:docMk/>
            <pc:sldMk cId="3054216349" sldId="261"/>
            <ac:graphicFrameMk id="5" creationId="{21071787-92E2-49EE-A48B-429EF4D173FF}"/>
          </ac:graphicFrameMkLst>
        </pc:graphicFrameChg>
      </pc:sldChg>
      <pc:sldChg chg="del">
        <pc:chgData name="White, Whitney" userId="65f39021-2f1d-4d8b-87dc-b123826f65bf" providerId="ADAL" clId="{FF08B09E-494A-4CB7-9023-11B3D1DFDB83}" dt="2022-08-03T14:42:40.175" v="122" actId="47"/>
        <pc:sldMkLst>
          <pc:docMk/>
          <pc:sldMk cId="4170921578" sldId="262"/>
        </pc:sldMkLst>
      </pc:sldChg>
      <pc:sldChg chg="del">
        <pc:chgData name="White, Whitney" userId="65f39021-2f1d-4d8b-87dc-b123826f65bf" providerId="ADAL" clId="{FF08B09E-494A-4CB7-9023-11B3D1DFDB83}" dt="2022-08-03T14:42:39.456" v="121" actId="47"/>
        <pc:sldMkLst>
          <pc:docMk/>
          <pc:sldMk cId="1163931679" sldId="263"/>
        </pc:sldMkLst>
      </pc:sldChg>
      <pc:sldChg chg="modSp mod">
        <pc:chgData name="White, Whitney" userId="65f39021-2f1d-4d8b-87dc-b123826f65bf" providerId="ADAL" clId="{FF08B09E-494A-4CB7-9023-11B3D1DFDB83}" dt="2022-08-03T14:39:02.977" v="120" actId="20577"/>
        <pc:sldMkLst>
          <pc:docMk/>
          <pc:sldMk cId="3493109116" sldId="264"/>
        </pc:sldMkLst>
        <pc:spChg chg="mod">
          <ac:chgData name="White, Whitney" userId="65f39021-2f1d-4d8b-87dc-b123826f65bf" providerId="ADAL" clId="{FF08B09E-494A-4CB7-9023-11B3D1DFDB83}" dt="2022-08-03T14:39:02.977" v="120" actId="20577"/>
          <ac:spMkLst>
            <pc:docMk/>
            <pc:sldMk cId="3493109116" sldId="264"/>
            <ac:spMk id="2" creationId="{D7836664-70C0-47BA-9BFF-496A04EBBFDE}"/>
          </ac:spMkLst>
        </pc:spChg>
        <pc:spChg chg="mod">
          <ac:chgData name="White, Whitney" userId="65f39021-2f1d-4d8b-87dc-b123826f65bf" providerId="ADAL" clId="{FF08B09E-494A-4CB7-9023-11B3D1DFDB83}" dt="2022-08-03T14:37:54.304" v="77" actId="403"/>
          <ac:spMkLst>
            <pc:docMk/>
            <pc:sldMk cId="3493109116" sldId="264"/>
            <ac:spMk id="3" creationId="{F64339F5-2F5D-46B5-A25D-C197D73747B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5DDE70-9ADB-4C9A-B58D-9BDED1E4A627}" type="datetimeFigureOut">
              <a:rPr lang="en-US" smtClean="0"/>
              <a:t>8/30/2023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49DE8-90B8-4B66-9B76-C7482BDD03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829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E4FD1-C863-4F6C-BC67-9529A3DF2F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02A33A-B5BD-43C3-902B-F6F09D5D238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insert Lesson Plan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77D06-A159-4AA2-93DA-1C52F18EC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4C3A9F1-823B-4DED-8A9C-F71E6CE5796E}" type="datetime1">
              <a:rPr lang="en-US" smtClean="0"/>
              <a:t>8/30/2023</a:t>
            </a:fld>
            <a:endParaRPr lang="en-US" dirty="0"/>
          </a:p>
        </p:txBody>
      </p:sp>
      <p:pic>
        <p:nvPicPr>
          <p:cNvPr id="9" name="Picture 8" descr="Icon. This is TEA's logo.">
            <a:extLst>
              <a:ext uri="{FF2B5EF4-FFF2-40B4-BE49-F238E27FC236}">
                <a16:creationId xmlns:a16="http://schemas.microsoft.com/office/drawing/2014/main" id="{659EBB25-66A1-4A3B-BD33-7EA2296727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Picture 7" descr="Icon&#10;&#10;This is TEA's Education and Training logo.">
            <a:extLst>
              <a:ext uri="{FF2B5EF4-FFF2-40B4-BE49-F238E27FC236}">
                <a16:creationId xmlns:a16="http://schemas.microsoft.com/office/drawing/2014/main" id="{253E1ECF-C55D-47F6-BD1B-E5CFD8AC6DC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50018" y="5619940"/>
            <a:ext cx="548640" cy="91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563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3952EC27-F26B-4322-BE1D-79E86DF936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7" name="Picture 6" descr="Icon.&#10;&#10;This is TEA's logo.">
            <a:extLst>
              <a:ext uri="{FF2B5EF4-FFF2-40B4-BE49-F238E27FC236}">
                <a16:creationId xmlns:a16="http://schemas.microsoft.com/office/drawing/2014/main" id="{5E0CFE64-7D39-43D0-AAFE-02B4F49538F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C9151B-2AB9-45C2-83BD-E5F2A1385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F151C-FCEC-402E-946E-FFBB138CCC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676C1-1BAD-4C95-93B1-0521C60967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BFA63772-DBA2-4AC7-80D7-5D423EA9FA3C}" type="datetime1">
              <a:rPr lang="en-US" smtClean="0"/>
              <a:t>8/30/2023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950A59-130A-44A5-9168-67E5241BD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395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B2BA44D-5463-4739-92DD-A12DF6D39EE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007F5972-B8BD-4624-B605-5D7E30461D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B8D024-2002-4D1F-B2F4-818A3AE1C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81A1FD-4443-45CB-9625-00873E1F37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97D6C9-834D-47FE-A0C7-DB3B2E40CB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3995EF-AAAA-4FB8-8BC8-3C5C9D76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0AFF5-B04B-402F-A66D-73FFE55B90A5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949A45-2D3F-45E0-9651-F2BB98073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Icon&#10;&#10;This is TEA's E&amp;T logo.">
            <a:extLst>
              <a:ext uri="{FF2B5EF4-FFF2-40B4-BE49-F238E27FC236}">
                <a16:creationId xmlns:a16="http://schemas.microsoft.com/office/drawing/2014/main" id="{ED6DCFE0-29AE-4AD0-BD08-B81AC0B7E7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6" name="Picture 5" descr="Icon.&#10;&#10;This is TEA's logo.">
            <a:extLst>
              <a:ext uri="{FF2B5EF4-FFF2-40B4-BE49-F238E27FC236}">
                <a16:creationId xmlns:a16="http://schemas.microsoft.com/office/drawing/2014/main" id="{AFD2FB0B-28F4-4754-AC40-6EB57E16519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CA1F59-10A0-43F6-9ED7-DE8CB1637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E26DD3-E445-481B-9E2A-838E7F52A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4A506-6889-4F7C-A35D-9173F655B112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1E09D6-CB72-40FF-9BBA-2E736CEC5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760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B5FAF1F7-69D1-48B7-B507-F3B679B8909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D54A681B-39F8-4AF9-B518-FCFAA5D3B4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F93258C-A373-4A72-8D76-37BF36B7D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B9538-CE15-4C63-AC84-5352E688E0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03CD23-0AA9-4649-BC6F-AF45EB68A4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CAFE6-DED3-4180-88B3-AB1AF2AE9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0BC81-90C7-4034-841A-62432A0701C4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AEF087-6D43-4EAE-9B1B-CEB9C3AC5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49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Icon&#10;&#10;This is TEA's E&amp;T logo.">
            <a:extLst>
              <a:ext uri="{FF2B5EF4-FFF2-40B4-BE49-F238E27FC236}">
                <a16:creationId xmlns:a16="http://schemas.microsoft.com/office/drawing/2014/main" id="{E0EEECB2-4807-41E3-B2D3-991EE64100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53548" y="5545525"/>
            <a:ext cx="600503" cy="1005840"/>
          </a:xfrm>
          <a:prstGeom prst="rect">
            <a:avLst/>
          </a:prstGeom>
        </p:spPr>
      </p:pic>
      <p:pic>
        <p:nvPicPr>
          <p:cNvPr id="8" name="Picture 7" descr="Icon.&#10;&#10;This is TEA's logo.">
            <a:extLst>
              <a:ext uri="{FF2B5EF4-FFF2-40B4-BE49-F238E27FC236}">
                <a16:creationId xmlns:a16="http://schemas.microsoft.com/office/drawing/2014/main" id="{25C4FCAD-219B-4F99-A83E-DA5126B57DE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0" y="306635"/>
            <a:ext cx="1085126" cy="532906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AAB400A-C810-4485-886B-EBBC5DD6C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684E1D-A07E-43A4-9566-78EC65CF04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BF354A-AAF6-40F3-97E9-EACCAB858E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092308-4B6B-4A76-A68F-BE16B13E1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94B010-5EDA-416E-B5AB-AEBD814FEF92}" type="datetime1">
              <a:rPr lang="en-US" smtClean="0"/>
              <a:t>8/30/2023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7AFB43-88EB-4A6C-AB03-405A03ABEC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19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9192C8-5397-4FC4-85A7-05CFC35328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C8621-C852-47CD-A118-D24B6AC3DD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1DE9C7-0406-4194-A53C-344BADD62F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86C95F-23BA-4339-9C8C-C90EF96A4C91}" type="datetime1">
              <a:rPr lang="en-US" smtClean="0"/>
              <a:t>8/30/2023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0D1EDA-3944-4DA5-A7A2-1ACE238533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1.02: Exploring the Impact of Teachers on Student Lives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111E65-8042-49F9-8B63-5DF8961B32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D56C8B-F564-4051-AFED-A78F1C6A2F0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0774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  <p:sldLayoutId id="2147483656" r:id="rId5"/>
    <p:sldLayoutId id="214748365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licenses/by-nc-sa/4.0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kzvm1m8zq5g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CF5BD-F8FF-4A67-A8B6-EBB21E7927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6051472"/>
            <a:ext cx="9144000" cy="370300"/>
          </a:xfrm>
        </p:spPr>
        <p:txBody>
          <a:bodyPr>
            <a:normAutofit/>
          </a:bodyPr>
          <a:lstStyle/>
          <a:p>
            <a:pPr algn="l"/>
            <a:r>
              <a:rPr lang="en-US" sz="1800" dirty="0"/>
              <a:t>Instructional Practices| Unit 2: Classroom Management| Lesson 2.02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FBD98F-3A67-498E-8174-652040DD7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8469" y="2321719"/>
            <a:ext cx="9515061" cy="2214561"/>
          </a:xfrm>
        </p:spPr>
        <p:txBody>
          <a:bodyPr>
            <a:normAutofit/>
          </a:bodyPr>
          <a:lstStyle/>
          <a:p>
            <a:r>
              <a:rPr lang="en-US" sz="6000" dirty="0"/>
              <a:t>Building Trusting Relationships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D8B572-7787-55C3-0964-BDAE95C7CCC4}"/>
              </a:ext>
            </a:extLst>
          </p:cNvPr>
          <p:cNvSpPr txBox="1"/>
          <p:nvPr/>
        </p:nvSpPr>
        <p:spPr>
          <a:xfrm>
            <a:off x="0" y="6421772"/>
            <a:ext cx="11110595" cy="494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800" kern="1200" dirty="0">
                <a:solidFill>
                  <a:srgbClr val="464646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work is licensed under a </a:t>
            </a:r>
            <a:r>
              <a:rPr lang="en-US" sz="1800" u="sng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Creative Commons Attribution-Noncommercial-Share Alike 4.0 International License</a:t>
            </a:r>
            <a:r>
              <a:rPr lang="en-US" sz="1800" kern="1200" dirty="0">
                <a:solidFill>
                  <a:srgbClr val="0070C0"/>
                </a:solidFill>
                <a:effectLst/>
                <a:latin typeface="Calibri Light" panose="020F03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1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770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A3C58C-DC1D-4BDF-8706-48D86266F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TEKS Standards &amp;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E08C7F-0286-423B-92F7-DEB89F3111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TEKS 3B, 3C, 4C, 7A, 7E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student will:</a:t>
            </a:r>
          </a:p>
          <a:p>
            <a:pPr marL="342900" marR="0" lvl="0" indent="-34290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</a:t>
            </a:r>
            <a:r>
              <a:rPr lang="en-US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dentify techniques for developing positive relationships with students: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Building trust and rapport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Establishing boundaries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Calm demeanor</a:t>
            </a:r>
            <a:endParaRPr lang="en-US" sz="2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Consistency</a:t>
            </a:r>
            <a:endParaRPr lang="en-US" sz="2800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marR="0" lvl="1" indent="-285750">
              <a:lnSpc>
                <a:spcPct val="107000"/>
              </a:lnSpc>
              <a:spcBef>
                <a:spcPts val="600"/>
              </a:spcBef>
              <a:spcAft>
                <a:spcPts val="600"/>
              </a:spcAft>
              <a:buFont typeface="Symbol" panose="05050102010706020507" pitchFamily="18" charset="2"/>
              <a:buChar char=""/>
            </a:pPr>
            <a:r>
              <a:rPr lang="en-US" sz="28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High expectations</a:t>
            </a:r>
            <a:endParaRPr lang="en-US" sz="28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0EEDDD-3DDC-4909-AF99-60870B25C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527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3F004-EE4F-44F2-AA0E-56B8CFF11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Bellringer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E286-77A6-49DD-B15D-7E4718D52F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Think of a teacher who helped you learn difficult material. </a:t>
            </a:r>
          </a:p>
          <a:p>
            <a:pPr marL="0" indent="0"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Why was this teacher effective at helping you learn something challenging?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C7D18A-F106-4CA1-A59B-DE4084E58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13056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0E203D-F288-408D-B325-66954BDD3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Vocabulary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21071787-92E2-49EE-A48B-429EF4D173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0172719"/>
              </p:ext>
            </p:extLst>
          </p:nvPr>
        </p:nvGraphicFramePr>
        <p:xfrm>
          <a:off x="790161" y="1842052"/>
          <a:ext cx="10611678" cy="3923037"/>
        </p:xfrm>
        <a:graphic>
          <a:graphicData uri="http://schemas.openxmlformats.org/drawingml/2006/table">
            <a:tbl>
              <a:tblPr firstRow="1" firstCol="1" bandRow="1"/>
              <a:tblGrid>
                <a:gridCol w="2317197">
                  <a:extLst>
                    <a:ext uri="{9D8B030D-6E8A-4147-A177-3AD203B41FA5}">
                      <a16:colId xmlns:a16="http://schemas.microsoft.com/office/drawing/2014/main" val="2242404289"/>
                    </a:ext>
                  </a:extLst>
                </a:gridCol>
                <a:gridCol w="8294481">
                  <a:extLst>
                    <a:ext uri="{9D8B030D-6E8A-4147-A177-3AD203B41FA5}">
                      <a16:colId xmlns:a16="http://schemas.microsoft.com/office/drawing/2014/main" val="3245707305"/>
                    </a:ext>
                  </a:extLst>
                </a:gridCol>
              </a:tblGrid>
              <a:tr h="1107490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Rapport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A close and harmonious relationship in which the people or groups concerned understand each other's feelings or ideas and communicate well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1690919"/>
                  </a:ext>
                </a:extLst>
              </a:tr>
              <a:tr h="88095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Demeanor 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Behavior toward others; outward manner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0431694"/>
                  </a:ext>
                </a:extLst>
              </a:tr>
              <a:tr h="88095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Consistency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When a teacher always follows through on classroom expectations or procedures. 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9634896"/>
                  </a:ext>
                </a:extLst>
              </a:tr>
              <a:tr h="880959"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>
                          <a:effectLst/>
                          <a:latin typeface="Calibri" panose="020F05020202040302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High Expectations</a:t>
                      </a:r>
                      <a:endParaRPr lang="en-US" sz="2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600"/>
                        </a:spcBef>
                        <a:spcAft>
                          <a:spcPts val="600"/>
                        </a:spcAft>
                      </a:pPr>
                      <a:r>
                        <a:rPr lang="en-US" sz="2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Actions based on the belief that all students can achieve at high levels for academics and behavior</a:t>
                      </a:r>
                      <a:endParaRPr lang="en-US" sz="2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176350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BAFE7B-549A-4E98-93BA-74C837CF2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421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836664-70C0-47BA-9BFF-496A04EBB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0062"/>
            <a:ext cx="10515600" cy="1325563"/>
          </a:xfrm>
        </p:spPr>
        <p:txBody>
          <a:bodyPr/>
          <a:lstStyle/>
          <a:p>
            <a:r>
              <a:rPr lang="en-US" dirty="0"/>
              <a:t>Intro to Positive Relationships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4339F5-2F5D-46B5-A25D-C197D73747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>
                <a:solidFill>
                  <a:srgbClr val="0D6CB9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hlinkClick r:id="rId2"/>
              </a:rPr>
              <a:t>Video: The Power of Relationships in Schools</a:t>
            </a:r>
            <a:endParaRPr lang="en-US" sz="4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7700B-954E-42AD-AD69-9CC1C5B51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3109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B837C-3E07-4129-B371-9F5CA97D56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Exit Ticket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F2A5AF-3C0B-4968-A438-E435325199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marR="0" indent="0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Return to the teacher you described in your Bellringer. How did the teacher use the five approaches to develop a positive relationship with you and other students? Provide at least one example for each approach. </a:t>
            </a:r>
          </a:p>
          <a:p>
            <a:pPr marL="0" marR="0" lvl="0" indent="0">
              <a:lnSpc>
                <a:spcPct val="3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did the teacher build trust and rapport? </a:t>
            </a:r>
            <a:b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en-US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did the teacher establish boundaries?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0210221-3F4A-4187-A674-5BB2A5218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D56C8B-F564-4051-AFED-A78F1C6A2F0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74087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130</TotalTime>
  <Words>226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Calibri Light</vt:lpstr>
      <vt:lpstr>Symbol</vt:lpstr>
      <vt:lpstr>Office Theme</vt:lpstr>
      <vt:lpstr>Instructional Practices| Unit 2: Classroom Management| Lesson 2.02</vt:lpstr>
      <vt:lpstr>TEKS Standards &amp; Objectives</vt:lpstr>
      <vt:lpstr>Bellringer</vt:lpstr>
      <vt:lpstr>Vocabulary</vt:lpstr>
      <vt:lpstr>Intro to Positive Relationships</vt:lpstr>
      <vt:lpstr>Exit Ticket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2.02: Building Trusting Relationships</dc:title>
  <dc:subject>Lesson 2.02: Building Trusting Relationships</dc:subject>
  <dc:creator>Texas Education Agency</dc:creator>
  <cp:lastModifiedBy>White (she/her), Whitney</cp:lastModifiedBy>
  <cp:revision>3</cp:revision>
  <dcterms:created xsi:type="dcterms:W3CDTF">2022-05-09T19:40:20Z</dcterms:created>
  <dcterms:modified xsi:type="dcterms:W3CDTF">2023-08-31T01:41:59Z</dcterms:modified>
</cp:coreProperties>
</file>
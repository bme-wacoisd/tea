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59" r:id="rId3"/>
    <p:sldId id="258" r:id="rId4"/>
    <p:sldId id="261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780000"/>
    <a:srgbClr val="000000"/>
    <a:srgbClr val="0078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31AC098-1C9C-4BC5-A82D-AD7042550640}" v="5" dt="2022-09-18T04:16:04.84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32" autoAdjust="0"/>
    <p:restoredTop sz="94660"/>
  </p:normalViewPr>
  <p:slideViewPr>
    <p:cSldViewPr snapToGrid="0">
      <p:cViewPr varScale="1">
        <p:scale>
          <a:sx n="62" d="100"/>
          <a:sy n="62" d="100"/>
        </p:scale>
        <p:origin x="42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hite (she/her), Whitney" userId="65f39021-2f1d-4d8b-87dc-b123826f65bf" providerId="ADAL" clId="{831AC098-1C9C-4BC5-A82D-AD7042550640}"/>
    <pc:docChg chg="custSel delSld modSld">
      <pc:chgData name="White (she/her), Whitney" userId="65f39021-2f1d-4d8b-87dc-b123826f65bf" providerId="ADAL" clId="{831AC098-1C9C-4BC5-A82D-AD7042550640}" dt="2022-09-18T04:15:40.105" v="96" actId="404"/>
      <pc:docMkLst>
        <pc:docMk/>
      </pc:docMkLst>
      <pc:sldChg chg="modSp mod">
        <pc:chgData name="White (she/her), Whitney" userId="65f39021-2f1d-4d8b-87dc-b123826f65bf" providerId="ADAL" clId="{831AC098-1C9C-4BC5-A82D-AD7042550640}" dt="2022-09-18T04:13:52.292" v="44" actId="13926"/>
        <pc:sldMkLst>
          <pc:docMk/>
          <pc:sldMk cId="1482277026" sldId="256"/>
        </pc:sldMkLst>
        <pc:spChg chg="mod">
          <ac:chgData name="White (she/her), Whitney" userId="65f39021-2f1d-4d8b-87dc-b123826f65bf" providerId="ADAL" clId="{831AC098-1C9C-4BC5-A82D-AD7042550640}" dt="2022-09-18T04:13:52.292" v="44" actId="13926"/>
          <ac:spMkLst>
            <pc:docMk/>
            <pc:sldMk cId="1482277026" sldId="256"/>
            <ac:spMk id="2" creationId="{BFFCF5BD-F8FF-4A67-A8B6-EBB21E79279B}"/>
          </ac:spMkLst>
        </pc:spChg>
        <pc:spChg chg="mod">
          <ac:chgData name="White (she/her), Whitney" userId="65f39021-2f1d-4d8b-87dc-b123826f65bf" providerId="ADAL" clId="{831AC098-1C9C-4BC5-A82D-AD7042550640}" dt="2022-09-18T04:13:50.528" v="43" actId="13926"/>
          <ac:spMkLst>
            <pc:docMk/>
            <pc:sldMk cId="1482277026" sldId="256"/>
            <ac:spMk id="3" creationId="{E0FBD98F-3A67-498E-8174-652040DD7B60}"/>
          </ac:spMkLst>
        </pc:spChg>
      </pc:sldChg>
      <pc:sldChg chg="modSp mod">
        <pc:chgData name="White (she/her), Whitney" userId="65f39021-2f1d-4d8b-87dc-b123826f65bf" providerId="ADAL" clId="{831AC098-1C9C-4BC5-A82D-AD7042550640}" dt="2022-09-18T04:14:53.364" v="74" actId="403"/>
        <pc:sldMkLst>
          <pc:docMk/>
          <pc:sldMk cId="4071305681" sldId="258"/>
        </pc:sldMkLst>
        <pc:spChg chg="mod">
          <ac:chgData name="White (she/her), Whitney" userId="65f39021-2f1d-4d8b-87dc-b123826f65bf" providerId="ADAL" clId="{831AC098-1C9C-4BC5-A82D-AD7042550640}" dt="2022-09-18T04:14:53.364" v="74" actId="403"/>
          <ac:spMkLst>
            <pc:docMk/>
            <pc:sldMk cId="4071305681" sldId="258"/>
            <ac:spMk id="3" creationId="{392BE286-77A6-49DD-B15D-7E4718D52FE7}"/>
          </ac:spMkLst>
        </pc:spChg>
      </pc:sldChg>
      <pc:sldChg chg="modSp mod">
        <pc:chgData name="White (she/her), Whitney" userId="65f39021-2f1d-4d8b-87dc-b123826f65bf" providerId="ADAL" clId="{831AC098-1C9C-4BC5-A82D-AD7042550640}" dt="2022-09-18T04:14:39.045" v="70" actId="20577"/>
        <pc:sldMkLst>
          <pc:docMk/>
          <pc:sldMk cId="2772527113" sldId="259"/>
        </pc:sldMkLst>
        <pc:spChg chg="mod">
          <ac:chgData name="White (she/her), Whitney" userId="65f39021-2f1d-4d8b-87dc-b123826f65bf" providerId="ADAL" clId="{831AC098-1C9C-4BC5-A82D-AD7042550640}" dt="2022-09-18T04:14:39.045" v="70" actId="20577"/>
          <ac:spMkLst>
            <pc:docMk/>
            <pc:sldMk cId="2772527113" sldId="259"/>
            <ac:spMk id="3" creationId="{8CE08C7F-0286-423B-92F7-DEB89F31111A}"/>
          </ac:spMkLst>
        </pc:spChg>
      </pc:sldChg>
      <pc:sldChg chg="modSp mod">
        <pc:chgData name="White (she/her), Whitney" userId="65f39021-2f1d-4d8b-87dc-b123826f65bf" providerId="ADAL" clId="{831AC098-1C9C-4BC5-A82D-AD7042550640}" dt="2022-09-18T04:15:40.105" v="96" actId="404"/>
        <pc:sldMkLst>
          <pc:docMk/>
          <pc:sldMk cId="2147408764" sldId="260"/>
        </pc:sldMkLst>
        <pc:spChg chg="mod">
          <ac:chgData name="White (she/her), Whitney" userId="65f39021-2f1d-4d8b-87dc-b123826f65bf" providerId="ADAL" clId="{831AC098-1C9C-4BC5-A82D-AD7042550640}" dt="2022-09-18T04:15:40.105" v="96" actId="404"/>
          <ac:spMkLst>
            <pc:docMk/>
            <pc:sldMk cId="2147408764" sldId="260"/>
            <ac:spMk id="3" creationId="{49F2A5AF-3C0B-4968-A438-E435325199EA}"/>
          </ac:spMkLst>
        </pc:spChg>
      </pc:sldChg>
      <pc:sldChg chg="addSp delSp modSp mod">
        <pc:chgData name="White (she/her), Whitney" userId="65f39021-2f1d-4d8b-87dc-b123826f65bf" providerId="ADAL" clId="{831AC098-1C9C-4BC5-A82D-AD7042550640}" dt="2022-09-18T04:15:19.582" v="86" actId="403"/>
        <pc:sldMkLst>
          <pc:docMk/>
          <pc:sldMk cId="3054216349" sldId="261"/>
        </pc:sldMkLst>
        <pc:spChg chg="del mod">
          <ac:chgData name="White (she/her), Whitney" userId="65f39021-2f1d-4d8b-87dc-b123826f65bf" providerId="ADAL" clId="{831AC098-1C9C-4BC5-A82D-AD7042550640}" dt="2022-09-18T04:15:04.453" v="76"/>
          <ac:spMkLst>
            <pc:docMk/>
            <pc:sldMk cId="3054216349" sldId="261"/>
            <ac:spMk id="3" creationId="{AE13FDB6-F093-4D9E-B14E-3D7DB894C34C}"/>
          </ac:spMkLst>
        </pc:spChg>
        <pc:graphicFrameChg chg="add mod modGraphic">
          <ac:chgData name="White (she/her), Whitney" userId="65f39021-2f1d-4d8b-87dc-b123826f65bf" providerId="ADAL" clId="{831AC098-1C9C-4BC5-A82D-AD7042550640}" dt="2022-09-18T04:15:19.582" v="86" actId="403"/>
          <ac:graphicFrameMkLst>
            <pc:docMk/>
            <pc:sldMk cId="3054216349" sldId="261"/>
            <ac:graphicFrameMk id="5" creationId="{831E2B3B-DEE2-4750-8A40-8F5CEC198191}"/>
          </ac:graphicFrameMkLst>
        </pc:graphicFrameChg>
      </pc:sldChg>
      <pc:sldChg chg="del">
        <pc:chgData name="White (she/her), Whitney" userId="65f39021-2f1d-4d8b-87dc-b123826f65bf" providerId="ADAL" clId="{831AC098-1C9C-4BC5-A82D-AD7042550640}" dt="2022-09-18T04:15:25.034" v="89" actId="47"/>
        <pc:sldMkLst>
          <pc:docMk/>
          <pc:sldMk cId="4170921578" sldId="262"/>
        </pc:sldMkLst>
      </pc:sldChg>
      <pc:sldChg chg="del">
        <pc:chgData name="White (she/her), Whitney" userId="65f39021-2f1d-4d8b-87dc-b123826f65bf" providerId="ADAL" clId="{831AC098-1C9C-4BC5-A82D-AD7042550640}" dt="2022-09-18T04:15:24.601" v="88" actId="47"/>
        <pc:sldMkLst>
          <pc:docMk/>
          <pc:sldMk cId="1163931679" sldId="263"/>
        </pc:sldMkLst>
      </pc:sldChg>
      <pc:sldChg chg="del">
        <pc:chgData name="White (she/her), Whitney" userId="65f39021-2f1d-4d8b-87dc-b123826f65bf" providerId="ADAL" clId="{831AC098-1C9C-4BC5-A82D-AD7042550640}" dt="2022-09-18T04:15:24.188" v="87" actId="47"/>
        <pc:sldMkLst>
          <pc:docMk/>
          <pc:sldMk cId="3493109116" sldId="264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5DDE70-9ADB-4C9A-B58D-9BDED1E4A627}" type="datetimeFigureOut">
              <a:rPr lang="en-US" smtClean="0"/>
              <a:t>9/17/2022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49DE8-90B8-4B66-9B76-C7482BDD03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829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E4FD1-C863-4F6C-BC67-9529A3DF2F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02A33A-B5BD-43C3-902B-F6F09D5D238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insert Lesson Plan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77D06-A159-4AA2-93DA-1C52F18EC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4C3A9F1-823B-4DED-8A9C-F71E6CE5796E}" type="datetime1">
              <a:rPr lang="en-US" smtClean="0"/>
              <a:t>9/17/2022</a:t>
            </a:fld>
            <a:endParaRPr lang="en-US" dirty="0"/>
          </a:p>
        </p:txBody>
      </p:sp>
      <p:pic>
        <p:nvPicPr>
          <p:cNvPr id="9" name="Picture 8" descr="Icon. This is TEA's logo.">
            <a:extLst>
              <a:ext uri="{FF2B5EF4-FFF2-40B4-BE49-F238E27FC236}">
                <a16:creationId xmlns:a16="http://schemas.microsoft.com/office/drawing/2014/main" id="{659EBB25-66A1-4A3B-BD33-7EA2296727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 descr="Icon&#10;&#10;This is TEA's Education and Training logo.">
            <a:extLst>
              <a:ext uri="{FF2B5EF4-FFF2-40B4-BE49-F238E27FC236}">
                <a16:creationId xmlns:a16="http://schemas.microsoft.com/office/drawing/2014/main" id="{253E1ECF-C55D-47F6-BD1B-E5CFD8AC6DC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0018" y="5619940"/>
            <a:ext cx="548640" cy="918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5637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3952EC27-F26B-4322-BE1D-79E86DF9367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7" name="Picture 6" descr="Icon.&#10;&#10;This is TEA's logo.">
            <a:extLst>
              <a:ext uri="{FF2B5EF4-FFF2-40B4-BE49-F238E27FC236}">
                <a16:creationId xmlns:a16="http://schemas.microsoft.com/office/drawing/2014/main" id="{5E0CFE64-7D39-43D0-AAFE-02B4F49538F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6C9151B-2AB9-45C2-83BD-E5F2A1385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CF151C-FCEC-402E-946E-FFBB138CCC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2676C1-1BAD-4C95-93B1-0521C6096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FA63772-DBA2-4AC7-80D7-5D423EA9FA3C}" type="datetime1">
              <a:rPr lang="en-US" smtClean="0"/>
              <a:t>9/17/2022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950A59-130A-44A5-9168-67E5241BD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6395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EB2BA44D-5463-4739-92DD-A12DF6D39E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007F5972-B8BD-4624-B605-5D7E30461D9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B8D024-2002-4D1F-B2F4-818A3AE1C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81A1FD-4443-45CB-9625-00873E1F37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97D6C9-834D-47FE-A0C7-DB3B2E40CB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3995EF-AAAA-4FB8-8BC8-3C5C9D766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0AFF5-B04B-402F-A66D-73FFE55B90A5}" type="datetime1">
              <a:rPr lang="en-US" smtClean="0"/>
              <a:t>9/17/2022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949A45-2D3F-45E0-9651-F2BB98073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4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Icon&#10;&#10;This is TEA's E&amp;T logo.">
            <a:extLst>
              <a:ext uri="{FF2B5EF4-FFF2-40B4-BE49-F238E27FC236}">
                <a16:creationId xmlns:a16="http://schemas.microsoft.com/office/drawing/2014/main" id="{ED6DCFE0-29AE-4AD0-BD08-B81AC0B7E71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6" name="Picture 5" descr="Icon.&#10;&#10;This is TEA's logo.">
            <a:extLst>
              <a:ext uri="{FF2B5EF4-FFF2-40B4-BE49-F238E27FC236}">
                <a16:creationId xmlns:a16="http://schemas.microsoft.com/office/drawing/2014/main" id="{AFD2FB0B-28F4-4754-AC40-6EB57E16519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CCA1F59-10A0-43F6-9ED7-DE8CB1637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E26DD3-E445-481B-9E2A-838E7F52A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4A506-6889-4F7C-A35D-9173F655B112}" type="datetime1">
              <a:rPr lang="en-US" smtClean="0"/>
              <a:t>9/17/2022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1E09D6-CB72-40FF-9BBA-2E736CEC5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7603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B5FAF1F7-69D1-48B7-B507-F3B679B8909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D54A681B-39F8-4AF9-B518-FCFAA5D3B4F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F93258C-A373-4A72-8D76-37BF36B7D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FB9538-CE15-4C63-AC84-5352E688E0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03CD23-0AA9-4649-BC6F-AF45EB68A4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ECAFE6-DED3-4180-88B3-AB1AF2AE9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0BC81-90C7-4034-841A-62432A0701C4}" type="datetime1">
              <a:rPr lang="en-US" smtClean="0"/>
              <a:t>9/17/2022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AEF087-6D43-4EAE-9B1B-CEB9C3AC5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490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E0EEECB2-4807-41E3-B2D3-991EE641007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25C4FCAD-219B-4F99-A83E-DA5126B57DE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AB400A-C810-4485-886B-EBBC5DD6C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684E1D-A07E-43A4-9566-78EC65CF04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BF354A-AAF6-40F3-97E9-EACCAB858E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092308-4B6B-4A76-A68F-BE16B13E1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4B010-5EDA-416E-B5AB-AEBD814FEF92}" type="datetime1">
              <a:rPr lang="en-US" smtClean="0"/>
              <a:t>9/17/2022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7AFB43-88EB-4A6C-AB03-405A03ABE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1977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9192C8-5397-4FC4-85A7-05CFC3532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EC8621-C852-47CD-A118-D24B6AC3DD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1DE9C7-0406-4194-A53C-344BADD62F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86C95F-23BA-4339-9C8C-C90EF96A4C91}" type="datetime1">
              <a:rPr lang="en-US" smtClean="0"/>
              <a:t>9/17/2022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0D1EDA-3944-4DA5-A7A2-1ACE238533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1.02: Exploring the Impact of Teachers on Student Lives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111E65-8042-49F9-8B63-5DF8961B32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0774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4" r:id="rId4"/>
    <p:sldLayoutId id="2147483656" r:id="rId5"/>
    <p:sldLayoutId id="2147483657" r:id="rId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CF5BD-F8FF-4A67-A8B6-EBB21E7927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6487700"/>
            <a:ext cx="9144000" cy="370300"/>
          </a:xfrm>
        </p:spPr>
        <p:txBody>
          <a:bodyPr>
            <a:normAutofit/>
          </a:bodyPr>
          <a:lstStyle/>
          <a:p>
            <a:pPr algn="l"/>
            <a:r>
              <a:rPr lang="en-US" sz="1800" dirty="0"/>
              <a:t>Instructional Practices| Unit 6: Instructional Alignment| Lesson 6.12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FBD98F-3A67-498E-8174-652040DD7B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8469" y="2321719"/>
            <a:ext cx="9515061" cy="2214561"/>
          </a:xfrm>
        </p:spPr>
        <p:txBody>
          <a:bodyPr>
            <a:normAutofit/>
          </a:bodyPr>
          <a:lstStyle/>
          <a:p>
            <a:r>
              <a:rPr lang="en-US" sz="6000" dirty="0"/>
              <a:t>Putting it Together</a:t>
            </a:r>
          </a:p>
        </p:txBody>
      </p:sp>
    </p:spTree>
    <p:extLst>
      <p:ext uri="{BB962C8B-B14F-4D97-AF65-F5344CB8AC3E}">
        <p14:creationId xmlns:p14="http://schemas.microsoft.com/office/powerpoint/2010/main" val="14822770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3C58C-DC1D-4BDF-8706-48D86266F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TEKS Standards &amp;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E08C7F-0286-423B-92F7-DEB89F3111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TEKS 3B, 6A, 6C, 6F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student will:</a:t>
            </a:r>
          </a:p>
          <a:p>
            <a:pPr marL="342900" marR="0" lvl="0" indent="-342900">
              <a:spcBef>
                <a:spcPts val="600"/>
              </a:spcBef>
              <a:spcAft>
                <a:spcPts val="0"/>
              </a:spcAft>
              <a:buFont typeface="Calibri" panose="020F0502020204030204" pitchFamily="34" charset="0"/>
              <a:buChar char="•"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Prepare to deliver a lesson from HQIM</a:t>
            </a:r>
          </a:p>
          <a:p>
            <a:pPr marL="342900" marR="0" lvl="0" indent="-342900">
              <a:spcBef>
                <a:spcPts val="0"/>
              </a:spcBef>
              <a:spcAft>
                <a:spcPts val="600"/>
              </a:spcAft>
              <a:buFont typeface="Calibri" panose="020F0502020204030204" pitchFamily="34" charset="0"/>
              <a:buChar char="•"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Internalize the lesson, preparing to deliver direct instruction, set up practice, and execute lesson components</a:t>
            </a:r>
          </a:p>
          <a:p>
            <a:pPr marL="342900" marR="0" lvl="0" indent="-342900">
              <a:spcBef>
                <a:spcPts val="0"/>
              </a:spcBef>
              <a:spcAft>
                <a:spcPts val="600"/>
              </a:spcAft>
              <a:buFont typeface="Calibri" panose="020F0502020204030204" pitchFamily="34" charset="0"/>
              <a:buChar char="•"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Analyze the alignment of the components of the lesson students are preparing to teach.</a:t>
            </a:r>
            <a:endParaRPr lang="en-US" sz="4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0EEDDD-3DDC-4909-AF99-60870B25C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5271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3F004-EE4F-44F2-AA0E-56B8CFF11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Bellringer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2BE286-77A6-49DD-B15D-7E4718D52F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What does a teacher need to think about when planning for instruction? You may write your response in paragraph form or create a list.</a:t>
            </a:r>
            <a:endParaRPr lang="en-US" sz="4000" dirty="0">
              <a:highlight>
                <a:srgbClr val="FFFF00"/>
              </a:highlight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C7D18A-F106-4CA1-A59B-DE4084E58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13056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0E203D-F288-408D-B325-66954BDD3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Vocabulary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831E2B3B-DEE2-4750-8A40-8F5CEC19819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82720880"/>
              </p:ext>
            </p:extLst>
          </p:nvPr>
        </p:nvGraphicFramePr>
        <p:xfrm>
          <a:off x="1022888" y="1813301"/>
          <a:ext cx="10330912" cy="3642018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349418">
                  <a:extLst>
                    <a:ext uri="{9D8B030D-6E8A-4147-A177-3AD203B41FA5}">
                      <a16:colId xmlns:a16="http://schemas.microsoft.com/office/drawing/2014/main" val="685394881"/>
                    </a:ext>
                  </a:extLst>
                </a:gridCol>
                <a:gridCol w="7981494">
                  <a:extLst>
                    <a:ext uri="{9D8B030D-6E8A-4147-A177-3AD203B41FA5}">
                      <a16:colId xmlns:a16="http://schemas.microsoft.com/office/drawing/2014/main" val="1994977692"/>
                    </a:ext>
                  </a:extLst>
                </a:gridCol>
              </a:tblGrid>
              <a:tr h="1066366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400">
                          <a:effectLst/>
                        </a:rPr>
                        <a:t>Curriculum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400">
                          <a:effectLst/>
                        </a:rPr>
                        <a:t>A year-long, standards-based guide of instructional practices, learning experiences, and assessments used to facilitate student learning of grade-level concepts.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83239799"/>
                  </a:ext>
                </a:extLst>
              </a:tr>
              <a:tr h="848246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400">
                          <a:effectLst/>
                        </a:rPr>
                        <a:t>Objectives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400">
                          <a:effectLst/>
                        </a:rPr>
                        <a:t>Brief statements that describe what students will be expected to learn by the end of the unit or lesson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85725350"/>
                  </a:ext>
                </a:extLst>
              </a:tr>
              <a:tr h="848246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400">
                          <a:effectLst/>
                        </a:rPr>
                        <a:t>Assessment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400">
                          <a:effectLst/>
                        </a:rPr>
                        <a:t>Any tool used to collect, analyze, and respond to information about student understanding of learning targets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95569935"/>
                  </a:ext>
                </a:extLst>
              </a:tr>
              <a:tr h="848246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400">
                          <a:effectLst/>
                        </a:rPr>
                        <a:t>Lesson Plan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400" dirty="0">
                          <a:effectLst/>
                        </a:rPr>
                        <a:t>A teacher’s detailed plan for teaching an individual lesson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86478782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BAFE7B-549A-4E98-93BA-74C837CF2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42163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B837C-3E07-4129-B371-9F5CA97D5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Exit Ticket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F2A5AF-3C0B-4968-A438-E435325199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Describe how the sections of the lesson you are preparing to practice tomorrow – the direct instruction, practice, and formative assessment – align to the stated objective.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>
              <a:highlight>
                <a:srgbClr val="FFFF00"/>
              </a:highlight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210221-3F4A-4187-A674-5BB2A5218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74087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2U6 Template" id="{AF0A3B9D-A4D4-43B9-877C-DC7685DF529F}" vid="{24BCECEA-A865-4364-8D35-4F287E7D5DE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C2U6 Template</Template>
  <TotalTime>19</TotalTime>
  <Words>208</Words>
  <Application>Microsoft Office PowerPoint</Application>
  <PresentationFormat>Widescreen</PresentationFormat>
  <Paragraphs>26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Instructional Practices| Unit 6: Instructional Alignment| Lesson 6.12</vt:lpstr>
      <vt:lpstr>TEKS Standards &amp; Objectives</vt:lpstr>
      <vt:lpstr>Bellringer</vt:lpstr>
      <vt:lpstr>Vocabulary</vt:lpstr>
      <vt:lpstr>Exit Ticket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6.12: Putting it Together</dc:title>
  <dc:subject>Lesson 6.12: Putting it Together</dc:subject>
  <dc:creator>Texas Education Agency</dc:creator>
  <cp:lastModifiedBy>White (she/her), Whitney</cp:lastModifiedBy>
  <cp:revision>1</cp:revision>
  <dcterms:created xsi:type="dcterms:W3CDTF">2022-09-18T02:06:42Z</dcterms:created>
  <dcterms:modified xsi:type="dcterms:W3CDTF">2022-09-18T04:16:07Z</dcterms:modified>
</cp:coreProperties>
</file>
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26943-68F9-449C-9F2D-0CD793DF536D}" v="1" dt="2023-08-31T01:06:08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26226943-68F9-449C-9F2D-0CD793DF536D}"/>
    <pc:docChg chg="modSld">
      <pc:chgData name="White (she/her), Whitney" userId="65f39021-2f1d-4d8b-87dc-b123826f65bf" providerId="ADAL" clId="{26226943-68F9-449C-9F2D-0CD793DF536D}" dt="2023-08-31T01:06:11.305" v="2" actId="1076"/>
      <pc:docMkLst>
        <pc:docMk/>
      </pc:docMkLst>
      <pc:sldChg chg="addSp modSp mod">
        <pc:chgData name="White (she/her), Whitney" userId="65f39021-2f1d-4d8b-87dc-b123826f65bf" providerId="ADAL" clId="{26226943-68F9-449C-9F2D-0CD793DF536D}" dt="2023-08-31T01:06:11.305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26226943-68F9-449C-9F2D-0CD793DF536D}" dt="2023-08-31T01:06:06.728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26226943-68F9-449C-9F2D-0CD793DF536D}" dt="2023-08-31T01:06:11.305" v="2" actId="1076"/>
          <ac:spMkLst>
            <pc:docMk/>
            <pc:sldMk cId="1482277026" sldId="256"/>
            <ac:spMk id="4" creationId="{1A20E031-77FE-FD2B-9A32-1E42381D678E}"/>
          </ac:spMkLst>
        </pc:spChg>
      </pc:sldChg>
    </pc:docChg>
  </pc:docChgLst>
  <pc:docChgLst>
    <pc:chgData name="White, Whitney" userId="65f39021-2f1d-4d8b-87dc-b123826f65bf" providerId="ADAL" clId="{3E84BFA1-A8A0-4E4D-9CFC-903CF75EF217}"/>
    <pc:docChg chg="undo custSel delSld modSld">
      <pc:chgData name="White, Whitney" userId="65f39021-2f1d-4d8b-87dc-b123826f65bf" providerId="ADAL" clId="{3E84BFA1-A8A0-4E4D-9CFC-903CF75EF217}" dt="2022-07-29T04:49:53.984" v="142" actId="20577"/>
      <pc:docMkLst>
        <pc:docMk/>
      </pc:docMkLst>
      <pc:sldChg chg="modSp mod">
        <pc:chgData name="White, Whitney" userId="65f39021-2f1d-4d8b-87dc-b123826f65bf" providerId="ADAL" clId="{3E84BFA1-A8A0-4E4D-9CFC-903CF75EF217}" dt="2022-07-29T04:49:53.984" v="14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3E84BFA1-A8A0-4E4D-9CFC-903CF75EF217}" dt="2022-07-29T04:49:53.984" v="14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3E84BFA1-A8A0-4E4D-9CFC-903CF75EF217}" dt="2022-07-29T04:49:49.610" v="1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3E84BFA1-A8A0-4E4D-9CFC-903CF75EF217}" dt="2022-07-29T04:45:12.127" v="26" actId="5793"/>
        <pc:sldMkLst>
          <pc:docMk/>
          <pc:sldMk cId="4071305681" sldId="258"/>
        </pc:sldMkLst>
        <pc:spChg chg="mod">
          <ac:chgData name="White, Whitney" userId="65f39021-2f1d-4d8b-87dc-b123826f65bf" providerId="ADAL" clId="{3E84BFA1-A8A0-4E4D-9CFC-903CF75EF217}" dt="2022-07-29T04:45:12.127" v="26" actId="579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3E84BFA1-A8A0-4E4D-9CFC-903CF75EF217}" dt="2022-07-29T04:44:45.713" v="20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3E84BFA1-A8A0-4E4D-9CFC-903CF75EF217}" dt="2022-07-29T04:44:45.713" v="2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3E84BFA1-A8A0-4E4D-9CFC-903CF75EF217}" dt="2022-07-29T04:47:27.578" v="93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3E84BFA1-A8A0-4E4D-9CFC-903CF75EF217}" dt="2022-07-29T04:47:27.578" v="93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3E84BFA1-A8A0-4E4D-9CFC-903CF75EF217}" dt="2022-07-29T04:45:19.107" v="27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3E84BFA1-A8A0-4E4D-9CFC-903CF75EF217}" dt="2022-07-29T04:47:31.458" v="95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3E84BFA1-A8A0-4E4D-9CFC-903CF75EF217}" dt="2022-07-29T04:47:30.774" v="94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3E84BFA1-A8A0-4E4D-9CFC-903CF75EF217}" dt="2022-07-29T04:46:30.835" v="80" actId="2710"/>
        <pc:sldMkLst>
          <pc:docMk/>
          <pc:sldMk cId="3493109116" sldId="264"/>
        </pc:sldMkLst>
        <pc:spChg chg="mod">
          <ac:chgData name="White, Whitney" userId="65f39021-2f1d-4d8b-87dc-b123826f65bf" providerId="ADAL" clId="{3E84BFA1-A8A0-4E4D-9CFC-903CF75EF217}" dt="2022-07-29T04:45:45.712" v="5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3E84BFA1-A8A0-4E4D-9CFC-903CF75EF217}" dt="2022-07-29T04:46:30.835" v="80" actId="2710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Designing Effective Routines,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0E031-77FE-FD2B-9A32-1E42381D678E}"/>
              </a:ext>
            </a:extLst>
          </p:cNvPr>
          <p:cNvSpPr txBox="1"/>
          <p:nvPr/>
        </p:nvSpPr>
        <p:spPr>
          <a:xfrm>
            <a:off x="0" y="6446939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key criteria for engineering efficiency when designing routines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routines for engineering efficiency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are well-planned systems and routines important in the classroom?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three characteristics of systems and routines that engineer efficiency?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Group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1: Beginning of class routine 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2: Group work routine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3: Passing Out/Collecting Materials 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4: Finishing a test </a:t>
            </a:r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5: End of Class Routine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changes would you consider making to your routine?</a:t>
            </a: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does your routine create a safe learning environment?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challenges might you face in establishing a new routine with student?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161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1.08</vt:lpstr>
      <vt:lpstr>TEKS Standards &amp; Objectives</vt:lpstr>
      <vt:lpstr>Bellringer</vt:lpstr>
      <vt:lpstr>Group Assignments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1.08: Designing Effective Routines, Part II</dc:title>
  <dc:subject>Lesson 1.08: Designing Effective Routines,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2023-08-31T01:06:11Z</dcterms:modified>
</cp:coreProperties>
</file>
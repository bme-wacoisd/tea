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B08B83-23ED-4340-93C8-AEECFB37CABA}" v="1" dt="2023-08-31T01:31:18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2B002547-D920-43BA-A2D2-BEC6FB4B47DD}"/>
    <pc:docChg chg="custSel delSld modSld">
      <pc:chgData name="White, Whitney" userId="65f39021-2f1d-4d8b-87dc-b123826f65bf" providerId="ADAL" clId="{2B002547-D920-43BA-A2D2-BEC6FB4B47DD}" dt="2022-08-03T19:23:49.004" v="125" actId="47"/>
      <pc:docMkLst>
        <pc:docMk/>
      </pc:docMkLst>
      <pc:sldChg chg="modSp mod">
        <pc:chgData name="White, Whitney" userId="65f39021-2f1d-4d8b-87dc-b123826f65bf" providerId="ADAL" clId="{2B002547-D920-43BA-A2D2-BEC6FB4B47DD}" dt="2022-08-03T19:20:11.399" v="49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2B002547-D920-43BA-A2D2-BEC6FB4B47DD}" dt="2022-08-03T19:20:11.399" v="49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2B002547-D920-43BA-A2D2-BEC6FB4B47DD}" dt="2022-08-03T19:20:05.835" v="45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2B002547-D920-43BA-A2D2-BEC6FB4B47DD}" dt="2022-08-03T19:20:55.556" v="77" actId="404"/>
        <pc:sldMkLst>
          <pc:docMk/>
          <pc:sldMk cId="4071305681" sldId="258"/>
        </pc:sldMkLst>
        <pc:spChg chg="mod">
          <ac:chgData name="White, Whitney" userId="65f39021-2f1d-4d8b-87dc-b123826f65bf" providerId="ADAL" clId="{2B002547-D920-43BA-A2D2-BEC6FB4B47DD}" dt="2022-08-03T19:20:55.556" v="77" actId="404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2B002547-D920-43BA-A2D2-BEC6FB4B47DD}" dt="2022-08-03T19:20:44.366" v="71" actId="255"/>
        <pc:sldMkLst>
          <pc:docMk/>
          <pc:sldMk cId="2772527113" sldId="259"/>
        </pc:sldMkLst>
        <pc:spChg chg="mod">
          <ac:chgData name="White, Whitney" userId="65f39021-2f1d-4d8b-87dc-b123826f65bf" providerId="ADAL" clId="{2B002547-D920-43BA-A2D2-BEC6FB4B47DD}" dt="2022-08-03T19:20:44.366" v="71" actId="255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2B002547-D920-43BA-A2D2-BEC6FB4B47DD}" dt="2022-08-03T19:23:42.820" v="122" actId="207"/>
        <pc:sldMkLst>
          <pc:docMk/>
          <pc:sldMk cId="2147408764" sldId="260"/>
        </pc:sldMkLst>
        <pc:spChg chg="mod">
          <ac:chgData name="White, Whitney" userId="65f39021-2f1d-4d8b-87dc-b123826f65bf" providerId="ADAL" clId="{2B002547-D920-43BA-A2D2-BEC6FB4B47DD}" dt="2022-08-03T19:23:42.820" v="122" actId="207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2B002547-D920-43BA-A2D2-BEC6FB4B47DD}" dt="2022-08-03T19:21:30.022" v="87" actId="20577"/>
        <pc:sldMkLst>
          <pc:docMk/>
          <pc:sldMk cId="3054216349" sldId="261"/>
        </pc:sldMkLst>
        <pc:spChg chg="del">
          <ac:chgData name="White, Whitney" userId="65f39021-2f1d-4d8b-87dc-b123826f65bf" providerId="ADAL" clId="{2B002547-D920-43BA-A2D2-BEC6FB4B47DD}" dt="2022-08-03T19:21:07.405" v="78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2B002547-D920-43BA-A2D2-BEC6FB4B47DD}" dt="2022-08-03T19:21:30.022" v="87" actId="20577"/>
          <ac:graphicFrameMkLst>
            <pc:docMk/>
            <pc:sldMk cId="3054216349" sldId="261"/>
            <ac:graphicFrameMk id="5" creationId="{986E10D0-3FAC-474E-9C83-DA0EB0911DF4}"/>
          </ac:graphicFrameMkLst>
        </pc:graphicFrameChg>
      </pc:sldChg>
      <pc:sldChg chg="del">
        <pc:chgData name="White, Whitney" userId="65f39021-2f1d-4d8b-87dc-b123826f65bf" providerId="ADAL" clId="{2B002547-D920-43BA-A2D2-BEC6FB4B47DD}" dt="2022-08-03T19:23:49.004" v="125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2B002547-D920-43BA-A2D2-BEC6FB4B47DD}" dt="2022-08-03T19:23:48.378" v="124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2B002547-D920-43BA-A2D2-BEC6FB4B47DD}" dt="2022-08-03T19:23:48.076" v="123" actId="47"/>
        <pc:sldMkLst>
          <pc:docMk/>
          <pc:sldMk cId="3493109116" sldId="264"/>
        </pc:sldMkLst>
      </pc:sldChg>
    </pc:docChg>
  </pc:docChgLst>
  <pc:docChgLst>
    <pc:chgData name="White (she/her), Whitney" userId="65f39021-2f1d-4d8b-87dc-b123826f65bf" providerId="ADAL" clId="{8FB08B83-23ED-4340-93C8-AEECFB37CABA}"/>
    <pc:docChg chg="modSld">
      <pc:chgData name="White (she/her), Whitney" userId="65f39021-2f1d-4d8b-87dc-b123826f65bf" providerId="ADAL" clId="{8FB08B83-23ED-4340-93C8-AEECFB37CABA}" dt="2023-08-31T01:31:20.783" v="2" actId="1076"/>
      <pc:docMkLst>
        <pc:docMk/>
      </pc:docMkLst>
      <pc:sldChg chg="addSp modSp mod">
        <pc:chgData name="White (she/her), Whitney" userId="65f39021-2f1d-4d8b-87dc-b123826f65bf" providerId="ADAL" clId="{8FB08B83-23ED-4340-93C8-AEECFB37CABA}" dt="2023-08-31T01:31:20.783" v="2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8FB08B83-23ED-4340-93C8-AEECFB37CABA}" dt="2023-08-31T01:31:16.975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8FB08B83-23ED-4340-93C8-AEECFB37CABA}" dt="2023-08-31T01:31:20.783" v="2" actId="1076"/>
          <ac:spMkLst>
            <pc:docMk/>
            <pc:sldMk cId="1482277026" sldId="256"/>
            <ac:spMk id="4" creationId="{874B2CC8-3A4D-703F-451F-6B665F1A441F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33L-T3mMX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93417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Radar | Be Seen Looking,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B2CC8-3A4D-703F-451F-6B665F1A441F}"/>
              </a:ext>
            </a:extLst>
          </p:cNvPr>
          <p:cNvSpPr txBox="1"/>
          <p:nvPr/>
        </p:nvSpPr>
        <p:spPr>
          <a:xfrm>
            <a:off x="0" y="6463717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7A, 7C,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Times New Roman" panose="02020603050405020304" pitchFamily="18" charset="0"/>
                <a:cs typeface="Calibri" panose="020F0502020204030204" pitchFamily="34" charset="0"/>
              </a:rPr>
              <a:t>d</a:t>
            </a:r>
            <a:r>
              <a:rPr lang="en-US" dirty="0">
                <a:effectLst/>
                <a:ea typeface="Times New Roman" panose="02020603050405020304" pitchFamily="18" charset="0"/>
                <a:cs typeface="Calibri" panose="020F0502020204030204" pitchFamily="34" charset="0"/>
              </a:rPr>
              <a:t>eliver directions using Be Seen Looking “Dance Moves”</a:t>
            </a:r>
            <a:endParaRPr lang="en-US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dirty="0">
                <a:effectLst/>
                <a:ea typeface="Times New Roman" panose="02020603050405020304" pitchFamily="18" charset="0"/>
              </a:rPr>
              <a:t>xplain how Be Seen Looking promotes an effective learning environment and builds strong relationships with students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advice would you give a new teacher who wants to become more comfortable using the Be Seen Looking technique?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86E10D0-3FAC-474E-9C83-DA0EB0911D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6667661"/>
              </p:ext>
            </p:extLst>
          </p:nvPr>
        </p:nvGraphicFramePr>
        <p:xfrm>
          <a:off x="909430" y="1849714"/>
          <a:ext cx="10373139" cy="4108387"/>
        </p:xfrm>
        <a:graphic>
          <a:graphicData uri="http://schemas.openxmlformats.org/drawingml/2006/table">
            <a:tbl>
              <a:tblPr firstRow="1" firstCol="1" bandRow="1"/>
              <a:tblGrid>
                <a:gridCol w="2265109">
                  <a:extLst>
                    <a:ext uri="{9D8B030D-6E8A-4147-A177-3AD203B41FA5}">
                      <a16:colId xmlns:a16="http://schemas.microsoft.com/office/drawing/2014/main" val="2582449375"/>
                    </a:ext>
                  </a:extLst>
                </a:gridCol>
                <a:gridCol w="8108030">
                  <a:extLst>
                    <a:ext uri="{9D8B030D-6E8A-4147-A177-3AD203B41FA5}">
                      <a16:colId xmlns:a16="http://schemas.microsoft.com/office/drawing/2014/main" val="2552228831"/>
                    </a:ext>
                  </a:extLst>
                </a:gridCol>
              </a:tblGrid>
              <a:tr h="114714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Be Seen Looking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strategy of non-verbal communication in which a teacher uses gestures or moves (tilt of the head, a nod, etc.) to cause students to notice that the teacher is a good and careful observer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3120775"/>
                  </a:ext>
                </a:extLst>
              </a:tr>
              <a:tr h="891287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Radar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 classroom management strategy in which the teacher gives clear, observable directions, visually scans the room, and positions themself to be easily seen by students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213468"/>
                  </a:ext>
                </a:extLst>
              </a:tr>
              <a:tr h="70897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Scanning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Looking consistently and intentionally across the entire classroom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2289957"/>
                  </a:ext>
                </a:extLst>
              </a:tr>
              <a:tr h="70897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Pastore’s Perch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Observing from the corner of the room where you can see most effectively and proficiently.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354604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Analyze the following scene from a classroom: </a:t>
            </a:r>
            <a:r>
              <a:rPr lang="en-US" sz="28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  <a:hlinkClick r:id="rId2"/>
              </a:rPr>
              <a:t>“Radar/Be Seen Looking</a:t>
            </a:r>
            <a:r>
              <a:rPr lang="en-US" sz="28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.”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6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did the teacher effectively use the Radar technique?</a:t>
            </a:r>
            <a:endParaRPr lang="en-US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6000"/>
              </a:lnSpc>
              <a:spcBef>
                <a:spcPts val="0"/>
              </a:spcBef>
              <a:buNone/>
            </a:pPr>
            <a:endParaRPr lang="en-U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6000"/>
              </a:lnSpc>
              <a:spcBef>
                <a:spcPts val="0"/>
              </a:spcBef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How did the teacher use Radar to communicate to students that he was carefully observing their actions?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243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2.18</vt:lpstr>
      <vt:lpstr>TEKS Standards &amp; Objectives</vt:lpstr>
      <vt:lpstr>Bellringer</vt:lpstr>
      <vt:lpstr>Vocabulary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2.18: Radar | Be Seen Looking, Part II</dc:title>
  <dc:subject>Lesson 2.18: Radar | Be Seen Looking, Part 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2023-08-31T01:31:27Z</dcterms:modified>
</cp:coreProperties>
</file>
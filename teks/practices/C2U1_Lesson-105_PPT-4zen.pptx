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138F9-F9EE-4D3D-9E0F-7FD9B9E58415}" v="1" dt="2023-08-31T01:04:09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3AC138F9-F9EE-4D3D-9E0F-7FD9B9E58415}"/>
    <pc:docChg chg="modSld">
      <pc:chgData name="White (she/her), Whitney" userId="65f39021-2f1d-4d8b-87dc-b123826f65bf" providerId="ADAL" clId="{3AC138F9-F9EE-4D3D-9E0F-7FD9B9E58415}" dt="2023-08-31T01:04:14.072" v="3" actId="1076"/>
      <pc:docMkLst>
        <pc:docMk/>
      </pc:docMkLst>
      <pc:sldChg chg="addSp modSp mod">
        <pc:chgData name="White (she/her), Whitney" userId="65f39021-2f1d-4d8b-87dc-b123826f65bf" providerId="ADAL" clId="{3AC138F9-F9EE-4D3D-9E0F-7FD9B9E58415}" dt="2023-08-31T01:04:14.072" v="3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3AC138F9-F9EE-4D3D-9E0F-7FD9B9E58415}" dt="2023-08-31T01:04:14.072" v="3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3AC138F9-F9EE-4D3D-9E0F-7FD9B9E58415}" dt="2023-08-31T01:04:12.425" v="2" actId="1076"/>
          <ac:spMkLst>
            <pc:docMk/>
            <pc:sldMk cId="1482277026" sldId="256"/>
            <ac:spMk id="4" creationId="{16A61966-0976-E717-9A77-2814FFE284C4}"/>
          </ac:spMkLst>
        </pc:spChg>
      </pc:sldChg>
    </pc:docChg>
  </pc:docChgLst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E72DBA59-D32E-4907-A892-F00D2A097955}"/>
    <pc:docChg chg="custSel delSld modSld">
      <pc:chgData name="White, Whitney" userId="65f39021-2f1d-4d8b-87dc-b123826f65bf" providerId="ADAL" clId="{E72DBA59-D32E-4907-A892-F00D2A097955}" dt="2022-07-29T04:25:21.295" v="483" actId="20577"/>
      <pc:docMkLst>
        <pc:docMk/>
      </pc:docMkLst>
      <pc:sldChg chg="modSp mod">
        <pc:chgData name="White, Whitney" userId="65f39021-2f1d-4d8b-87dc-b123826f65bf" providerId="ADAL" clId="{E72DBA59-D32E-4907-A892-F00D2A097955}" dt="2022-07-29T04:17:01.835" v="6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E72DBA59-D32E-4907-A892-F00D2A097955}" dt="2022-07-29T04:17:01.835" v="6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E72DBA59-D32E-4907-A892-F00D2A097955}" dt="2022-07-29T04:16:26.427" v="5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E72DBA59-D32E-4907-A892-F00D2A097955}" dt="2022-07-29T04:19:30.820" v="93" actId="404"/>
        <pc:sldMkLst>
          <pc:docMk/>
          <pc:sldMk cId="4071305681" sldId="258"/>
        </pc:sldMkLst>
        <pc:spChg chg="mod">
          <ac:chgData name="White, Whitney" userId="65f39021-2f1d-4d8b-87dc-b123826f65bf" providerId="ADAL" clId="{E72DBA59-D32E-4907-A892-F00D2A097955}" dt="2022-07-29T04:19:30.820" v="93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E72DBA59-D32E-4907-A892-F00D2A097955}" dt="2022-07-29T04:25:21.295" v="483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E72DBA59-D32E-4907-A892-F00D2A097955}" dt="2022-07-29T04:25:21.295" v="483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E72DBA59-D32E-4907-A892-F00D2A097955}" dt="2022-07-29T04:22:48.743" v="481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E72DBA59-D32E-4907-A892-F00D2A097955}" dt="2022-07-29T04:22:48.743" v="481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E72DBA59-D32E-4907-A892-F00D2A097955}" dt="2022-07-29T04:19:37.218" v="94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E72DBA59-D32E-4907-A892-F00D2A097955}" dt="2022-07-29T04:20:04.166" v="97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E72DBA59-D32E-4907-A892-F00D2A097955}" dt="2022-07-29T04:20:03.651" v="96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E72DBA59-D32E-4907-A892-F00D2A097955}" dt="2022-07-29T04:20:03.104" v="95" actId="47"/>
        <pc:sldMkLst>
          <pc:docMk/>
          <pc:sldMk cId="3493109116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9367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Planning and Delivering Effective Directions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61966-0976-E717-9A77-2814FFE284C4}"/>
              </a:ext>
            </a:extLst>
          </p:cNvPr>
          <p:cNvSpPr txBox="1"/>
          <p:nvPr/>
        </p:nvSpPr>
        <p:spPr>
          <a:xfrm>
            <a:off x="0" y="6363970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</a:t>
            </a:r>
            <a:r>
              <a:rPr lang="en-US"/>
              <a:t>, 7E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valuate the effectiveness of directions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evelop effective directions for classroom activities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about our classroom routine for transitioning from work with a partner or a group back to whole-group instruction. Develop a set of effective directions for this routine.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your </a:t>
            </a:r>
            <a:r>
              <a:rPr lang="en-US"/>
              <a:t>Exit Ticket, read </a:t>
            </a:r>
            <a:r>
              <a:rPr lang="en-US" dirty="0"/>
              <a:t>the scenarios featuring Ms. West and Ms. East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Ms. West: What directions should Ms. West give her students?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Ms. East: Circle one characteristic of effective directions and describe how the directions could be modified to better reflect that characteristic.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150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Instructional Practices | Unit 1: Building an Effective Classroom | Classroom Culture| Lesson 1.05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1.05: Planning and Delivering Effective Directions</dc:title>
  <dc:subject>Lesson 1.05: Planning and Delivering Effective Directions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2023-08-31T01:04:18Z</dcterms:modified>
</cp:coreProperties>
</file>
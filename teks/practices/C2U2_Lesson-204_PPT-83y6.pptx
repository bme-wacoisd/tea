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4" r:id="rId6"/>
    <p:sldId id="265" r:id="rId7"/>
    <p:sldId id="266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FCEEC-50FD-43A2-88B5-78212B6B11F3}" v="1" dt="2023-08-31T01:40:55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017FCEEC-50FD-43A2-88B5-78212B6B11F3}"/>
    <pc:docChg chg="modSld">
      <pc:chgData name="White (she/her), Whitney" userId="65f39021-2f1d-4d8b-87dc-b123826f65bf" providerId="ADAL" clId="{017FCEEC-50FD-43A2-88B5-78212B6B11F3}" dt="2023-08-31T01:41:14.120" v="8" actId="20577"/>
      <pc:docMkLst>
        <pc:docMk/>
      </pc:docMkLst>
      <pc:sldChg chg="addSp modSp mod">
        <pc:chgData name="White (she/her), Whitney" userId="65f39021-2f1d-4d8b-87dc-b123826f65bf" providerId="ADAL" clId="{017FCEEC-50FD-43A2-88B5-78212B6B11F3}" dt="2023-08-31T01:40:55.439" v="1"/>
        <pc:sldMkLst>
          <pc:docMk/>
          <pc:sldMk cId="1482277026" sldId="256"/>
        </pc:sldMkLst>
        <pc:spChg chg="mod">
          <ac:chgData name="White (she/her), Whitney" userId="65f39021-2f1d-4d8b-87dc-b123826f65bf" providerId="ADAL" clId="{017FCEEC-50FD-43A2-88B5-78212B6B11F3}" dt="2023-08-31T01:40:54.307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017FCEEC-50FD-43A2-88B5-78212B6B11F3}" dt="2023-08-31T01:40:55.439" v="1"/>
          <ac:spMkLst>
            <pc:docMk/>
            <pc:sldMk cId="1482277026" sldId="256"/>
            <ac:spMk id="4" creationId="{D2441433-15EB-7D25-2200-1AA004BCAE46}"/>
          </ac:spMkLst>
        </pc:spChg>
      </pc:sldChg>
      <pc:sldChg chg="modSp mod">
        <pc:chgData name="White (she/her), Whitney" userId="65f39021-2f1d-4d8b-87dc-b123826f65bf" providerId="ADAL" clId="{017FCEEC-50FD-43A2-88B5-78212B6B11F3}" dt="2023-08-31T01:41:02.136" v="5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017FCEEC-50FD-43A2-88B5-78212B6B11F3}" dt="2023-08-31T01:41:02.136" v="5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017FCEEC-50FD-43A2-88B5-78212B6B11F3}" dt="2023-08-31T01:41:10.300" v="6" actId="20577"/>
        <pc:sldMkLst>
          <pc:docMk/>
          <pc:sldMk cId="2996467059" sldId="265"/>
        </pc:sldMkLst>
        <pc:spChg chg="mod">
          <ac:chgData name="White (she/her), Whitney" userId="65f39021-2f1d-4d8b-87dc-b123826f65bf" providerId="ADAL" clId="{017FCEEC-50FD-43A2-88B5-78212B6B11F3}" dt="2023-08-31T01:41:10.300" v="6" actId="20577"/>
          <ac:spMkLst>
            <pc:docMk/>
            <pc:sldMk cId="2996467059" sldId="265"/>
            <ac:spMk id="2" creationId="{D7836664-70C0-47BA-9BFF-496A04EBBFDE}"/>
          </ac:spMkLst>
        </pc:spChg>
      </pc:sldChg>
      <pc:sldChg chg="modSp mod">
        <pc:chgData name="White (she/her), Whitney" userId="65f39021-2f1d-4d8b-87dc-b123826f65bf" providerId="ADAL" clId="{017FCEEC-50FD-43A2-88B5-78212B6B11F3}" dt="2023-08-31T01:41:14.120" v="8" actId="20577"/>
        <pc:sldMkLst>
          <pc:docMk/>
          <pc:sldMk cId="3752808883" sldId="266"/>
        </pc:sldMkLst>
        <pc:spChg chg="mod">
          <ac:chgData name="White (she/her), Whitney" userId="65f39021-2f1d-4d8b-87dc-b123826f65bf" providerId="ADAL" clId="{017FCEEC-50FD-43A2-88B5-78212B6B11F3}" dt="2023-08-31T01:41:14.120" v="8" actId="20577"/>
          <ac:spMkLst>
            <pc:docMk/>
            <pc:sldMk cId="3752808883" sldId="266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AB35A2C1-7E78-491F-8F07-8CDB5DB7BBAA}"/>
    <pc:docChg chg="undo custSel addSld delSld modSld">
      <pc:chgData name="White, Whitney" userId="65f39021-2f1d-4d8b-87dc-b123826f65bf" providerId="ADAL" clId="{AB35A2C1-7E78-491F-8F07-8CDB5DB7BBAA}" dt="2022-08-03T15:06:15.453" v="176" actId="113"/>
      <pc:docMkLst>
        <pc:docMk/>
      </pc:docMkLst>
      <pc:sldChg chg="modSp mod">
        <pc:chgData name="White, Whitney" userId="65f39021-2f1d-4d8b-87dc-b123826f65bf" providerId="ADAL" clId="{AB35A2C1-7E78-491F-8F07-8CDB5DB7BBAA}" dt="2022-08-03T15:00:43.419" v="49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AB35A2C1-7E78-491F-8F07-8CDB5DB7BBAA}" dt="2022-08-03T15:00:43.419" v="49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AB35A2C1-7E78-491F-8F07-8CDB5DB7BBAA}" dt="2022-08-03T15:00:38.762" v="4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AB35A2C1-7E78-491F-8F07-8CDB5DB7BBAA}" dt="2022-08-03T15:02:55.637" v="85" actId="404"/>
        <pc:sldMkLst>
          <pc:docMk/>
          <pc:sldMk cId="4071305681" sldId="258"/>
        </pc:sldMkLst>
        <pc:spChg chg="mod">
          <ac:chgData name="White, Whitney" userId="65f39021-2f1d-4d8b-87dc-b123826f65bf" providerId="ADAL" clId="{AB35A2C1-7E78-491F-8F07-8CDB5DB7BBAA}" dt="2022-08-03T15:02:55.637" v="85" actId="40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AB35A2C1-7E78-491F-8F07-8CDB5DB7BBAA}" dt="2022-08-03T15:02:21.972" v="77" actId="255"/>
        <pc:sldMkLst>
          <pc:docMk/>
          <pc:sldMk cId="2772527113" sldId="259"/>
        </pc:sldMkLst>
        <pc:spChg chg="mod">
          <ac:chgData name="White, Whitney" userId="65f39021-2f1d-4d8b-87dc-b123826f65bf" providerId="ADAL" clId="{AB35A2C1-7E78-491F-8F07-8CDB5DB7BBAA}" dt="2022-08-03T15:02:21.972" v="77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AB35A2C1-7E78-491F-8F07-8CDB5DB7BBAA}" dt="2022-08-03T15:06:15.453" v="176" actId="113"/>
        <pc:sldMkLst>
          <pc:docMk/>
          <pc:sldMk cId="2147408764" sldId="260"/>
        </pc:sldMkLst>
        <pc:spChg chg="mod">
          <ac:chgData name="White, Whitney" userId="65f39021-2f1d-4d8b-87dc-b123826f65bf" providerId="ADAL" clId="{AB35A2C1-7E78-491F-8F07-8CDB5DB7BBAA}" dt="2022-08-03T15:06:15.453" v="176" actId="113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AB35A2C1-7E78-491F-8F07-8CDB5DB7BBAA}" dt="2022-08-03T15:03:16.371" v="89" actId="255"/>
        <pc:sldMkLst>
          <pc:docMk/>
          <pc:sldMk cId="3054216349" sldId="261"/>
        </pc:sldMkLst>
        <pc:spChg chg="del">
          <ac:chgData name="White, Whitney" userId="65f39021-2f1d-4d8b-87dc-b123826f65bf" providerId="ADAL" clId="{AB35A2C1-7E78-491F-8F07-8CDB5DB7BBAA}" dt="2022-08-03T15:03:08.978" v="86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AB35A2C1-7E78-491F-8F07-8CDB5DB7BBAA}" dt="2022-08-03T15:03:16.371" v="89" actId="255"/>
          <ac:graphicFrameMkLst>
            <pc:docMk/>
            <pc:sldMk cId="3054216349" sldId="261"/>
            <ac:graphicFrameMk id="5" creationId="{45228DF1-46B7-4BF1-8C22-358CA38372CC}"/>
          </ac:graphicFrameMkLst>
        </pc:graphicFrameChg>
      </pc:sldChg>
      <pc:sldChg chg="del">
        <pc:chgData name="White, Whitney" userId="65f39021-2f1d-4d8b-87dc-b123826f65bf" providerId="ADAL" clId="{AB35A2C1-7E78-491F-8F07-8CDB5DB7BBAA}" dt="2022-08-03T15:05:23.922" v="141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AB35A2C1-7E78-491F-8F07-8CDB5DB7BBAA}" dt="2022-08-03T15:05:23.579" v="140" actId="47"/>
        <pc:sldMkLst>
          <pc:docMk/>
          <pc:sldMk cId="1163931679" sldId="263"/>
        </pc:sldMkLst>
      </pc:sldChg>
      <pc:sldChg chg="modSp mod">
        <pc:chgData name="White, Whitney" userId="65f39021-2f1d-4d8b-87dc-b123826f65bf" providerId="ADAL" clId="{AB35A2C1-7E78-491F-8F07-8CDB5DB7BBAA}" dt="2022-08-03T15:04:23.531" v="132" actId="255"/>
        <pc:sldMkLst>
          <pc:docMk/>
          <pc:sldMk cId="3493109116" sldId="264"/>
        </pc:sldMkLst>
        <pc:spChg chg="mod">
          <ac:chgData name="White, Whitney" userId="65f39021-2f1d-4d8b-87dc-b123826f65bf" providerId="ADAL" clId="{AB35A2C1-7E78-491F-8F07-8CDB5DB7BBAA}" dt="2022-08-03T15:03:58.114" v="128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AB35A2C1-7E78-491F-8F07-8CDB5DB7BBAA}" dt="2022-08-03T15:04:23.531" v="132" actId="255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AB35A2C1-7E78-491F-8F07-8CDB5DB7BBAA}" dt="2022-08-03T15:04:46.285" v="135" actId="120"/>
        <pc:sldMkLst>
          <pc:docMk/>
          <pc:sldMk cId="2996467059" sldId="265"/>
        </pc:sldMkLst>
        <pc:spChg chg="mod">
          <ac:chgData name="White, Whitney" userId="65f39021-2f1d-4d8b-87dc-b123826f65bf" providerId="ADAL" clId="{AB35A2C1-7E78-491F-8F07-8CDB5DB7BBAA}" dt="2022-08-03T15:04:46.285" v="135" actId="120"/>
          <ac:spMkLst>
            <pc:docMk/>
            <pc:sldMk cId="2996467059" sldId="265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AB35A2C1-7E78-491F-8F07-8CDB5DB7BBAA}" dt="2022-08-03T15:05:01.950" v="139" actId="403"/>
        <pc:sldMkLst>
          <pc:docMk/>
          <pc:sldMk cId="3752808883" sldId="266"/>
        </pc:sldMkLst>
        <pc:spChg chg="mod">
          <ac:chgData name="White, Whitney" userId="65f39021-2f1d-4d8b-87dc-b123826f65bf" providerId="ADAL" clId="{AB35A2C1-7E78-491F-8F07-8CDB5DB7BBAA}" dt="2022-08-03T15:05:01.950" v="139" actId="403"/>
          <ac:spMkLst>
            <pc:docMk/>
            <pc:sldMk cId="3752808883" sldId="266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164304526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17707589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163467436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Strong Voice | Formal Register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41433-15EB-7D25-2200-1AA004BCAE46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3C, 4C, 7A,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efine and describe strong voice and 3 types of register (casual, formal, and urgent)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xplain the impact of formal register on classroom practices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Consider the following scenarios in a 5</a:t>
            </a:r>
            <a:r>
              <a:rPr lang="en-US" sz="24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grade classroom. Ms. K stands upright at the front of the classroom. Speaking in a calm, low voice, she says, “Pass in your papers.”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Ms. J sits at her desk in the corner of the room. Uses a high-pitched fast voice, she yells, “Pass in your papers!”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How would you expect the students to react to each teacher? Based only on this scenario, what conclusions do you make about the culture in each classroom?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5228DF1-46B7-4BF1-8C22-358CA3837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221919"/>
              </p:ext>
            </p:extLst>
          </p:nvPr>
        </p:nvGraphicFramePr>
        <p:xfrm>
          <a:off x="838200" y="1690687"/>
          <a:ext cx="10515600" cy="4630454"/>
        </p:xfrm>
        <a:graphic>
          <a:graphicData uri="http://schemas.openxmlformats.org/drawingml/2006/table">
            <a:tbl>
              <a:tblPr firstRow="1" firstCol="1" bandRow="1"/>
              <a:tblGrid>
                <a:gridCol w="2296217">
                  <a:extLst>
                    <a:ext uri="{9D8B030D-6E8A-4147-A177-3AD203B41FA5}">
                      <a16:colId xmlns:a16="http://schemas.microsoft.com/office/drawing/2014/main" val="133547329"/>
                    </a:ext>
                  </a:extLst>
                </a:gridCol>
                <a:gridCol w="8219383">
                  <a:extLst>
                    <a:ext uri="{9D8B030D-6E8A-4147-A177-3AD203B41FA5}">
                      <a16:colId xmlns:a16="http://schemas.microsoft.com/office/drawing/2014/main" val="430910818"/>
                    </a:ext>
                  </a:extLst>
                </a:gridCol>
              </a:tblGrid>
              <a:tr h="103506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Strong Voice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 technique for adjusting your speech and body language to ensure students listen carefully to what you say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282944"/>
                  </a:ext>
                </a:extLst>
              </a:tr>
              <a:tr h="103506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Speech &amp; Body Language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communication using spoken words, facial expressions, posture, eye contact, and gestures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41396"/>
                  </a:ext>
                </a:extLst>
              </a:tr>
              <a:tr h="103506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Formal Register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tenor of communication with controlled body language and a warm but serious tone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818645"/>
                  </a:ext>
                </a:extLst>
              </a:tr>
              <a:tr h="103506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Modulate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vary the strength, tone, or pitch of one's voice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20930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Establishing a Formal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Establish Formal Register: Hilary Lewis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Establishing a Formal Register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“Establish Formal Register:  </a:t>
            </a:r>
            <a:r>
              <a:rPr lang="en-US" sz="2800" u="sng" dirty="0" err="1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Ijeoma</a:t>
            </a:r>
            <a:r>
              <a:rPr lang="en-US" sz="28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 </a:t>
            </a:r>
            <a:r>
              <a:rPr lang="en-US" sz="2800" u="sng" dirty="0" err="1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Duru</a:t>
            </a:r>
            <a:r>
              <a:rPr lang="en-US" sz="28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”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6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Establishing a Formal Register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“Establish Formal Register:  Emily </a:t>
            </a:r>
            <a:r>
              <a:rPr lang="en-US" u="sng" dirty="0" err="1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Bisso</a:t>
            </a: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”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808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Read each scenario on your Exit Ticket. Label each of the scenarios with the appropriate communication register: casual, formal, or urgent.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Describe an appropriate situation for each of the three communication registers: casual, formal, and urgent, to be used in the classroom.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344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Instructional Practices| Unit 2: Classroom Management| Lesson 2.04</vt:lpstr>
      <vt:lpstr>TEKS Standards &amp; Objectives</vt:lpstr>
      <vt:lpstr>Bellringer</vt:lpstr>
      <vt:lpstr>Vocabulary</vt:lpstr>
      <vt:lpstr>Video: Establishing a Formal Register</vt:lpstr>
      <vt:lpstr>Video: Establishing a Formal Register </vt:lpstr>
      <vt:lpstr>Video: Establishing a Formal Register 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2.04: Strong Voice | Formal Register</dc:title>
  <dc:subject>Lesson 2.04: Strong Voice | Formal Register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2023-08-31T01:41:21Z</dcterms:modified>
</cp:coreProperties>
</file>
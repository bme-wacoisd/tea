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80" r:id="rId2"/>
    <p:sldId id="259" r:id="rId3"/>
    <p:sldId id="258" r:id="rId4"/>
    <p:sldId id="261" r:id="rId5"/>
    <p:sldId id="267" r:id="rId6"/>
    <p:sldId id="262" r:id="rId7"/>
    <p:sldId id="263" r:id="rId8"/>
    <p:sldId id="264" r:id="rId9"/>
    <p:sldId id="265" r:id="rId10"/>
    <p:sldId id="268"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09CB73-7E2D-4119-9495-50E4154C4D58}" v="5" dt="2022-09-18T05:04:52.5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62" d="100"/>
          <a:sy n="62" d="100"/>
        </p:scale>
        <p:origin x="3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wati" userId="a3cadf42-9970-41e5-bb67-4a4dd3e8759e" providerId="ADAL" clId="{1175A794-129F-4030-93E7-B2CD18F3DFB3}"/>
    <pc:docChg chg="undo custSel addSld delSld modSld modMainMaster">
      <pc:chgData name="Gupta, Swati" userId="a3cadf42-9970-41e5-bb67-4a4dd3e8759e" providerId="ADAL" clId="{1175A794-129F-4030-93E7-B2CD18F3DFB3}" dt="2022-05-09T20:48:02.166" v="449" actId="47"/>
      <pc:docMkLst>
        <pc:docMk/>
      </pc:docMkLst>
      <pc:sldChg chg="modSp">
        <pc:chgData name="Gupta, Swati" userId="a3cadf42-9970-41e5-bb67-4a4dd3e8759e" providerId="ADAL" clId="{1175A794-129F-4030-93E7-B2CD18F3DFB3}" dt="2022-05-09T20:34:28.647" v="376"/>
        <pc:sldMkLst>
          <pc:docMk/>
          <pc:sldMk cId="1482277026" sldId="256"/>
        </pc:sldMkLst>
        <pc:spChg chg="mod">
          <ac:chgData name="Gupta, Swati" userId="a3cadf42-9970-41e5-bb67-4a4dd3e8759e" providerId="ADAL" clId="{1175A794-129F-4030-93E7-B2CD18F3DFB3}" dt="2022-05-09T20:34:28.647" v="376"/>
          <ac:spMkLst>
            <pc:docMk/>
            <pc:sldMk cId="1482277026" sldId="256"/>
            <ac:spMk id="2" creationId="{BFFCF5BD-F8FF-4A67-A8B6-EBB21E79279B}"/>
          </ac:spMkLst>
        </pc:spChg>
        <pc:spChg chg="mod">
          <ac:chgData name="Gupta, Swati" userId="a3cadf42-9970-41e5-bb67-4a4dd3e8759e" providerId="ADAL" clId="{1175A794-129F-4030-93E7-B2CD18F3DFB3}" dt="2022-05-09T20:34:28.647" v="376"/>
          <ac:spMkLst>
            <pc:docMk/>
            <pc:sldMk cId="1482277026" sldId="256"/>
            <ac:spMk id="3" creationId="{E0FBD98F-3A67-498E-8174-652040DD7B60}"/>
          </ac:spMkLst>
        </pc:spChg>
      </pc:sldChg>
      <pc:sldChg chg="modSp new mod">
        <pc:chgData name="Gupta, Swati" userId="a3cadf42-9970-41e5-bb67-4a4dd3e8759e" providerId="ADAL" clId="{1175A794-129F-4030-93E7-B2CD18F3DFB3}" dt="2022-05-09T20:47:15.084" v="447" actId="20577"/>
        <pc:sldMkLst>
          <pc:docMk/>
          <pc:sldMk cId="2875402532" sldId="257"/>
        </pc:sldMkLst>
        <pc:spChg chg="mod">
          <ac:chgData name="Gupta, Swati" userId="a3cadf42-9970-41e5-bb67-4a4dd3e8759e" providerId="ADAL" clId="{1175A794-129F-4030-93E7-B2CD18F3DFB3}" dt="2022-05-09T20:34:28.647" v="376"/>
          <ac:spMkLst>
            <pc:docMk/>
            <pc:sldMk cId="2875402532" sldId="257"/>
            <ac:spMk id="2" creationId="{CA1EE61B-138F-43A4-8B56-5EF03A58679B}"/>
          </ac:spMkLst>
        </pc:spChg>
        <pc:spChg chg="mod">
          <ac:chgData name="Gupta, Swati" userId="a3cadf42-9970-41e5-bb67-4a4dd3e8759e" providerId="ADAL" clId="{1175A794-129F-4030-93E7-B2CD18F3DFB3}" dt="2022-05-09T20:47:15.084" v="447" actId="20577"/>
          <ac:spMkLst>
            <pc:docMk/>
            <pc:sldMk cId="2875402532" sldId="257"/>
            <ac:spMk id="3" creationId="{81FE1C6D-F36E-48C2-992F-AFB21F6BE7E7}"/>
          </ac:spMkLst>
        </pc:spChg>
        <pc:spChg chg="mod">
          <ac:chgData name="Gupta, Swati" userId="a3cadf42-9970-41e5-bb67-4a4dd3e8759e" providerId="ADAL" clId="{1175A794-129F-4030-93E7-B2CD18F3DFB3}" dt="2022-05-09T20:34:28.647" v="376"/>
          <ac:spMkLst>
            <pc:docMk/>
            <pc:sldMk cId="2875402532" sldId="257"/>
            <ac:spMk id="4" creationId="{65501AFF-23E0-4DC7-A670-5487F12FC4DF}"/>
          </ac:spMkLst>
        </pc:spChg>
        <pc:spChg chg="mod">
          <ac:chgData name="Gupta, Swati" userId="a3cadf42-9970-41e5-bb67-4a4dd3e8759e" providerId="ADAL" clId="{1175A794-129F-4030-93E7-B2CD18F3DFB3}" dt="2022-05-09T20:34:28.647" v="376"/>
          <ac:spMkLst>
            <pc:docMk/>
            <pc:sldMk cId="2875402532" sldId="257"/>
            <ac:spMk id="5" creationId="{E771288C-B13A-490D-9B00-790E8D5BC0CB}"/>
          </ac:spMkLst>
        </pc:spChg>
      </pc:sldChg>
      <pc:sldChg chg="new del">
        <pc:chgData name="Gupta, Swati" userId="a3cadf42-9970-41e5-bb67-4a4dd3e8759e" providerId="ADAL" clId="{1175A794-129F-4030-93E7-B2CD18F3DFB3}" dt="2022-05-09T20:48:02.166" v="449" actId="47"/>
        <pc:sldMkLst>
          <pc:docMk/>
          <pc:sldMk cId="1059394166" sldId="258"/>
        </pc:sldMkLst>
      </pc:sldChg>
      <pc:sldChg chg="new del">
        <pc:chgData name="Gupta, Swati" userId="a3cadf42-9970-41e5-bb67-4a4dd3e8759e" providerId="ADAL" clId="{1175A794-129F-4030-93E7-B2CD18F3DFB3}" dt="2022-05-09T20:37:32.625" v="397" actId="47"/>
        <pc:sldMkLst>
          <pc:docMk/>
          <pc:sldMk cId="2138312952" sldId="258"/>
        </pc:sldMkLst>
      </pc:sldChg>
      <pc:sldMasterChg chg="delSldLayout modSldLayout">
        <pc:chgData name="Gupta, Swati" userId="a3cadf42-9970-41e5-bb67-4a4dd3e8759e" providerId="ADAL" clId="{1175A794-129F-4030-93E7-B2CD18F3DFB3}" dt="2022-05-09T20:36:37.876" v="395" actId="170"/>
        <pc:sldMasterMkLst>
          <pc:docMk/>
          <pc:sldMasterMk cId="3955077458" sldId="2147483648"/>
        </pc:sldMasterMkLst>
        <pc:sldLayoutChg chg="modSp mod">
          <pc:chgData name="Gupta, Swati" userId="a3cadf42-9970-41e5-bb67-4a4dd3e8759e" providerId="ADAL" clId="{1175A794-129F-4030-93E7-B2CD18F3DFB3}" dt="2022-05-09T20:36:37.876" v="395" actId="170"/>
          <pc:sldLayoutMkLst>
            <pc:docMk/>
            <pc:sldMasterMk cId="3955077458" sldId="2147483648"/>
            <pc:sldLayoutMk cId="1960563727" sldId="2147483649"/>
          </pc:sldLayoutMkLst>
          <pc:spChg chg="mod">
            <ac:chgData name="Gupta, Swati" userId="a3cadf42-9970-41e5-bb67-4a4dd3e8759e" providerId="ADAL" clId="{1175A794-129F-4030-93E7-B2CD18F3DFB3}" dt="2022-05-09T20:26:50.607" v="47" actId="6549"/>
            <ac:spMkLst>
              <pc:docMk/>
              <pc:sldMasterMk cId="3955077458" sldId="2147483648"/>
              <pc:sldLayoutMk cId="1960563727" sldId="2147483649"/>
              <ac:spMk id="2" creationId="{550E4FD1-C863-4F6C-BC67-9529A3DF2F59}"/>
            </ac:spMkLst>
          </pc:spChg>
          <pc:spChg chg="mod">
            <ac:chgData name="Gupta, Swati" userId="a3cadf42-9970-41e5-bb67-4a4dd3e8759e" providerId="ADAL" clId="{1175A794-129F-4030-93E7-B2CD18F3DFB3}" dt="2022-05-09T20:26:38.010" v="46" actId="20577"/>
            <ac:spMkLst>
              <pc:docMk/>
              <pc:sldMasterMk cId="3955077458" sldId="2147483648"/>
              <pc:sldLayoutMk cId="1960563727" sldId="2147483649"/>
              <ac:spMk id="3" creationId="{5F02A33A-B5BD-43C3-902B-F6F09D5D238A}"/>
            </ac:spMkLst>
          </pc:spChg>
          <pc:spChg chg="mod">
            <ac:chgData name="Gupta, Swati" userId="a3cadf42-9970-41e5-bb67-4a4dd3e8759e" providerId="ADAL" clId="{1175A794-129F-4030-93E7-B2CD18F3DFB3}" dt="2022-05-09T20:27:13.169" v="69" actId="20577"/>
            <ac:spMkLst>
              <pc:docMk/>
              <pc:sldMasterMk cId="3955077458" sldId="2147483648"/>
              <pc:sldLayoutMk cId="1960563727" sldId="2147483649"/>
              <ac:spMk id="4" creationId="{AD677D06-A159-4AA2-93DA-1C52F18ECBD7}"/>
            </ac:spMkLst>
          </pc:spChg>
          <pc:picChg chg="mod ord">
            <ac:chgData name="Gupta, Swati" userId="a3cadf42-9970-41e5-bb67-4a4dd3e8759e" providerId="ADAL" clId="{1175A794-129F-4030-93E7-B2CD18F3DFB3}" dt="2022-05-09T20:36:37.876" v="395" actId="170"/>
            <ac:picMkLst>
              <pc:docMk/>
              <pc:sldMasterMk cId="3955077458" sldId="2147483648"/>
              <pc:sldLayoutMk cId="1960563727" sldId="2147483649"/>
              <ac:picMk id="8" creationId="{253E1ECF-C55D-47F6-BD1B-E5CFD8AC6DC2}"/>
            </ac:picMkLst>
          </pc:picChg>
          <pc:picChg chg="mod">
            <ac:chgData name="Gupta, Swati" userId="a3cadf42-9970-41e5-bb67-4a4dd3e8759e" providerId="ADAL" clId="{1175A794-129F-4030-93E7-B2CD18F3DFB3}" dt="2022-05-09T20:31:00.660" v="279" actId="962"/>
            <ac:picMkLst>
              <pc:docMk/>
              <pc:sldMasterMk cId="3955077458" sldId="2147483648"/>
              <pc:sldLayoutMk cId="1960563727" sldId="2147483649"/>
              <ac:picMk id="9" creationId="{659EBB25-66A1-4A3B-BD33-7EA229672757}"/>
            </ac:picMkLst>
          </pc:picChg>
        </pc:sldLayoutChg>
        <pc:sldLayoutChg chg="delSp modSp mod">
          <pc:chgData name="Gupta, Swati" userId="a3cadf42-9970-41e5-bb67-4a4dd3e8759e" providerId="ADAL" clId="{1175A794-129F-4030-93E7-B2CD18F3DFB3}" dt="2022-05-09T20:36:28.380" v="394" actId="167"/>
          <pc:sldLayoutMkLst>
            <pc:docMk/>
            <pc:sldMasterMk cId="3955077458" sldId="2147483648"/>
            <pc:sldLayoutMk cId="866395689" sldId="2147483650"/>
          </pc:sldLayoutMkLst>
          <pc:spChg chg="mod">
            <ac:chgData name="Gupta, Swati" userId="a3cadf42-9970-41e5-bb67-4a4dd3e8759e" providerId="ADAL" clId="{1175A794-129F-4030-93E7-B2CD18F3DFB3}" dt="2022-05-09T20:27:29.071" v="76" actId="20577"/>
            <ac:spMkLst>
              <pc:docMk/>
              <pc:sldMasterMk cId="3955077458" sldId="2147483648"/>
              <pc:sldLayoutMk cId="866395689" sldId="2147483650"/>
              <ac:spMk id="4" creationId="{1D2676C1-1BAD-4C95-93B1-0521C6096717}"/>
            </ac:spMkLst>
          </pc:spChg>
          <pc:spChg chg="del">
            <ac:chgData name="Gupta, Swati" userId="a3cadf42-9970-41e5-bb67-4a4dd3e8759e" providerId="ADAL" clId="{1175A794-129F-4030-93E7-B2CD18F3DFB3}" dt="2022-05-09T20:27:21.633" v="70" actId="478"/>
            <ac:spMkLst>
              <pc:docMk/>
              <pc:sldMasterMk cId="3955077458" sldId="2147483648"/>
              <pc:sldLayoutMk cId="866395689" sldId="2147483650"/>
              <ac:spMk id="5" creationId="{723DF8FD-2FB5-4F5A-97DC-4D56EFF6E6BB}"/>
            </ac:spMkLst>
          </pc:spChg>
          <pc:spChg chg="mod">
            <ac:chgData name="Gupta, Swati" userId="a3cadf42-9970-41e5-bb67-4a4dd3e8759e" providerId="ADAL" clId="{1175A794-129F-4030-93E7-B2CD18F3DFB3}" dt="2022-05-09T20:25:47.868" v="2" actId="20577"/>
            <ac:spMkLst>
              <pc:docMk/>
              <pc:sldMasterMk cId="3955077458" sldId="2147483648"/>
              <pc:sldLayoutMk cId="866395689" sldId="2147483650"/>
              <ac:spMk id="6" creationId="{46950A59-130A-44A5-9168-67E5241BD61D}"/>
            </ac:spMkLst>
          </pc:spChg>
          <pc:picChg chg="mod ord">
            <ac:chgData name="Gupta, Swati" userId="a3cadf42-9970-41e5-bb67-4a4dd3e8759e" providerId="ADAL" clId="{1175A794-129F-4030-93E7-B2CD18F3DFB3}" dt="2022-05-09T20:36:24.843" v="393" actId="167"/>
            <ac:picMkLst>
              <pc:docMk/>
              <pc:sldMasterMk cId="3955077458" sldId="2147483648"/>
              <pc:sldLayoutMk cId="866395689" sldId="2147483650"/>
              <ac:picMk id="7" creationId="{5E0CFE64-7D39-43D0-AAFE-02B4F49538FD}"/>
            </ac:picMkLst>
          </pc:picChg>
          <pc:picChg chg="mod ord">
            <ac:chgData name="Gupta, Swati" userId="a3cadf42-9970-41e5-bb67-4a4dd3e8759e" providerId="ADAL" clId="{1175A794-129F-4030-93E7-B2CD18F3DFB3}" dt="2022-05-09T20:36:28.380" v="394" actId="167"/>
            <ac:picMkLst>
              <pc:docMk/>
              <pc:sldMasterMk cId="3955077458" sldId="2147483648"/>
              <pc:sldLayoutMk cId="866395689" sldId="2147483650"/>
              <ac:picMk id="9" creationId="{3952EC27-F26B-4322-BE1D-79E86DF93672}"/>
            </ac:picMkLst>
          </pc:picChg>
        </pc:sldLayoutChg>
        <pc:sldLayoutChg chg="del">
          <pc:chgData name="Gupta, Swati" userId="a3cadf42-9970-41e5-bb67-4a4dd3e8759e" providerId="ADAL" clId="{1175A794-129F-4030-93E7-B2CD18F3DFB3}" dt="2022-05-09T20:29:42.493" v="208" actId="2696"/>
          <pc:sldLayoutMkLst>
            <pc:docMk/>
            <pc:sldMasterMk cId="3955077458" sldId="2147483648"/>
            <pc:sldLayoutMk cId="1065787794" sldId="2147483651"/>
          </pc:sldLayoutMkLst>
        </pc:sldLayoutChg>
        <pc:sldLayoutChg chg="addSp delSp modSp mod">
          <pc:chgData name="Gupta, Swati" userId="a3cadf42-9970-41e5-bb67-4a4dd3e8759e" providerId="ADAL" clId="{1175A794-129F-4030-93E7-B2CD18F3DFB3}" dt="2022-05-09T20:36:21.009" v="392" actId="167"/>
          <pc:sldLayoutMkLst>
            <pc:docMk/>
            <pc:sldMasterMk cId="3955077458" sldId="2147483648"/>
            <pc:sldLayoutMk cId="6404041" sldId="2147483652"/>
          </pc:sldLayoutMkLst>
          <pc:spChg chg="del">
            <ac:chgData name="Gupta, Swati" userId="a3cadf42-9970-41e5-bb67-4a4dd3e8759e" providerId="ADAL" clId="{1175A794-129F-4030-93E7-B2CD18F3DFB3}" dt="2022-05-09T20:29:47.011" v="209" actId="478"/>
            <ac:spMkLst>
              <pc:docMk/>
              <pc:sldMasterMk cId="3955077458" sldId="2147483648"/>
              <pc:sldLayoutMk cId="6404041" sldId="2147483652"/>
              <ac:spMk id="6" creationId="{834DB673-8E3B-49FA-B8EE-4CA3CCE4267C}"/>
            </ac:spMkLst>
          </pc:spChg>
          <pc:picChg chg="add mod ord">
            <ac:chgData name="Gupta, Swati" userId="a3cadf42-9970-41e5-bb67-4a4dd3e8759e" providerId="ADAL" clId="{1175A794-129F-4030-93E7-B2CD18F3DFB3}" dt="2022-05-09T20:36:17.920" v="391" actId="167"/>
            <ac:picMkLst>
              <pc:docMk/>
              <pc:sldMasterMk cId="3955077458" sldId="2147483648"/>
              <pc:sldLayoutMk cId="6404041" sldId="2147483652"/>
              <ac:picMk id="8" creationId="{007F5972-B8BD-4624-B605-5D7E30461D9B}"/>
            </ac:picMkLst>
          </pc:picChg>
          <pc:picChg chg="add mod ord">
            <ac:chgData name="Gupta, Swati" userId="a3cadf42-9970-41e5-bb67-4a4dd3e8759e" providerId="ADAL" clId="{1175A794-129F-4030-93E7-B2CD18F3DFB3}" dt="2022-05-09T20:36:21.009" v="392" actId="167"/>
            <ac:picMkLst>
              <pc:docMk/>
              <pc:sldMasterMk cId="3955077458" sldId="2147483648"/>
              <pc:sldLayoutMk cId="6404041" sldId="2147483652"/>
              <ac:picMk id="9" creationId="{EB2BA44D-5463-4739-92DD-A12DF6D39EE3}"/>
            </ac:picMkLst>
          </pc:picChg>
        </pc:sldLayoutChg>
        <pc:sldLayoutChg chg="del">
          <pc:chgData name="Gupta, Swati" userId="a3cadf42-9970-41e5-bb67-4a4dd3e8759e" providerId="ADAL" clId="{1175A794-129F-4030-93E7-B2CD18F3DFB3}" dt="2022-05-09T20:31:58.442" v="368" actId="2696"/>
          <pc:sldLayoutMkLst>
            <pc:docMk/>
            <pc:sldMasterMk cId="3955077458" sldId="2147483648"/>
            <pc:sldLayoutMk cId="251332728" sldId="2147483653"/>
          </pc:sldLayoutMkLst>
        </pc:sldLayoutChg>
        <pc:sldLayoutChg chg="addSp delSp modSp mod">
          <pc:chgData name="Gupta, Swati" userId="a3cadf42-9970-41e5-bb67-4a4dd3e8759e" providerId="ADAL" clId="{1175A794-129F-4030-93E7-B2CD18F3DFB3}" dt="2022-05-09T20:36:13.905" v="390" actId="167"/>
          <pc:sldLayoutMkLst>
            <pc:docMk/>
            <pc:sldMasterMk cId="3955077458" sldId="2147483648"/>
            <pc:sldLayoutMk cId="2879760363" sldId="2147483654"/>
          </pc:sldLayoutMkLst>
          <pc:spChg chg="del">
            <ac:chgData name="Gupta, Swati" userId="a3cadf42-9970-41e5-bb67-4a4dd3e8759e" providerId="ADAL" clId="{1175A794-129F-4030-93E7-B2CD18F3DFB3}" dt="2022-05-09T20:32:20.943" v="370" actId="478"/>
            <ac:spMkLst>
              <pc:docMk/>
              <pc:sldMasterMk cId="3955077458" sldId="2147483648"/>
              <pc:sldLayoutMk cId="2879760363" sldId="2147483654"/>
              <ac:spMk id="4" creationId="{E602E473-F026-426E-B69B-C75E45BAA16A}"/>
            </ac:spMkLst>
          </pc:spChg>
          <pc:picChg chg="add mod ord">
            <ac:chgData name="Gupta, Swati" userId="a3cadf42-9970-41e5-bb67-4a4dd3e8759e" providerId="ADAL" clId="{1175A794-129F-4030-93E7-B2CD18F3DFB3}" dt="2022-05-09T20:36:11.302" v="389" actId="167"/>
            <ac:picMkLst>
              <pc:docMk/>
              <pc:sldMasterMk cId="3955077458" sldId="2147483648"/>
              <pc:sldLayoutMk cId="2879760363" sldId="2147483654"/>
              <ac:picMk id="6" creationId="{AFD2FB0B-28F4-4754-AC40-6EB57E165198}"/>
            </ac:picMkLst>
          </pc:picChg>
          <pc:picChg chg="add mod ord">
            <ac:chgData name="Gupta, Swati" userId="a3cadf42-9970-41e5-bb67-4a4dd3e8759e" providerId="ADAL" clId="{1175A794-129F-4030-93E7-B2CD18F3DFB3}" dt="2022-05-09T20:36:13.905" v="390" actId="167"/>
            <ac:picMkLst>
              <pc:docMk/>
              <pc:sldMasterMk cId="3955077458" sldId="2147483648"/>
              <pc:sldLayoutMk cId="2879760363" sldId="2147483654"/>
              <ac:picMk id="7" creationId="{ED6DCFE0-29AE-4AD0-BD08-B81AC0B7E71B}"/>
            </ac:picMkLst>
          </pc:picChg>
        </pc:sldLayoutChg>
        <pc:sldLayoutChg chg="del">
          <pc:chgData name="Gupta, Swati" userId="a3cadf42-9970-41e5-bb67-4a4dd3e8759e" providerId="ADAL" clId="{1175A794-129F-4030-93E7-B2CD18F3DFB3}" dt="2022-05-09T20:32:25.295" v="371" actId="2696"/>
          <pc:sldLayoutMkLst>
            <pc:docMk/>
            <pc:sldMasterMk cId="3955077458" sldId="2147483648"/>
            <pc:sldLayoutMk cId="1780436486" sldId="2147483655"/>
          </pc:sldLayoutMkLst>
        </pc:sldLayoutChg>
        <pc:sldLayoutChg chg="addSp delSp modSp mod">
          <pc:chgData name="Gupta, Swati" userId="a3cadf42-9970-41e5-bb67-4a4dd3e8759e" providerId="ADAL" clId="{1175A794-129F-4030-93E7-B2CD18F3DFB3}" dt="2022-05-09T20:36:06.828" v="388" actId="167"/>
          <pc:sldLayoutMkLst>
            <pc:docMk/>
            <pc:sldMasterMk cId="3955077458" sldId="2147483648"/>
            <pc:sldLayoutMk cId="339149044" sldId="2147483656"/>
          </pc:sldLayoutMkLst>
          <pc:spChg chg="del">
            <ac:chgData name="Gupta, Swati" userId="a3cadf42-9970-41e5-bb67-4a4dd3e8759e" providerId="ADAL" clId="{1175A794-129F-4030-93E7-B2CD18F3DFB3}" dt="2022-05-09T20:32:36.789" v="373" actId="478"/>
            <ac:spMkLst>
              <pc:docMk/>
              <pc:sldMasterMk cId="3955077458" sldId="2147483648"/>
              <pc:sldLayoutMk cId="339149044" sldId="2147483656"/>
              <ac:spMk id="6" creationId="{6E099699-7372-429C-8D7F-B60702B67CFB}"/>
            </ac:spMkLst>
          </pc:spChg>
          <pc:picChg chg="add mod ord">
            <ac:chgData name="Gupta, Swati" userId="a3cadf42-9970-41e5-bb67-4a4dd3e8759e" providerId="ADAL" clId="{1175A794-129F-4030-93E7-B2CD18F3DFB3}" dt="2022-05-09T20:36:03.969" v="387" actId="167"/>
            <ac:picMkLst>
              <pc:docMk/>
              <pc:sldMasterMk cId="3955077458" sldId="2147483648"/>
              <pc:sldLayoutMk cId="339149044" sldId="2147483656"/>
              <ac:picMk id="8" creationId="{D54A681B-39F8-4AF9-B518-FCFAA5D3B4FA}"/>
            </ac:picMkLst>
          </pc:picChg>
          <pc:picChg chg="add mod ord">
            <ac:chgData name="Gupta, Swati" userId="a3cadf42-9970-41e5-bb67-4a4dd3e8759e" providerId="ADAL" clId="{1175A794-129F-4030-93E7-B2CD18F3DFB3}" dt="2022-05-09T20:36:06.828" v="388" actId="167"/>
            <ac:picMkLst>
              <pc:docMk/>
              <pc:sldMasterMk cId="3955077458" sldId="2147483648"/>
              <pc:sldLayoutMk cId="339149044" sldId="2147483656"/>
              <ac:picMk id="9" creationId="{B5FAF1F7-69D1-48B7-B507-F3B679B89092}"/>
            </ac:picMkLst>
          </pc:picChg>
        </pc:sldLayoutChg>
        <pc:sldLayoutChg chg="addSp delSp modSp mod">
          <pc:chgData name="Gupta, Swati" userId="a3cadf42-9970-41e5-bb67-4a4dd3e8759e" providerId="ADAL" clId="{1175A794-129F-4030-93E7-B2CD18F3DFB3}" dt="2022-05-09T20:36:00.497" v="386" actId="167"/>
          <pc:sldLayoutMkLst>
            <pc:docMk/>
            <pc:sldMasterMk cId="3955077458" sldId="2147483648"/>
            <pc:sldLayoutMk cId="3819197707" sldId="2147483657"/>
          </pc:sldLayoutMkLst>
          <pc:spChg chg="del">
            <ac:chgData name="Gupta, Swati" userId="a3cadf42-9970-41e5-bb67-4a4dd3e8759e" providerId="ADAL" clId="{1175A794-129F-4030-93E7-B2CD18F3DFB3}" dt="2022-05-09T20:33:05.033" v="375" actId="478"/>
            <ac:spMkLst>
              <pc:docMk/>
              <pc:sldMasterMk cId="3955077458" sldId="2147483648"/>
              <pc:sldLayoutMk cId="3819197707" sldId="2147483657"/>
              <ac:spMk id="6" creationId="{45B692AF-B731-4CB6-A811-1DBCAC0E3A4C}"/>
            </ac:spMkLst>
          </pc:spChg>
          <pc:spChg chg="add del">
            <ac:chgData name="Gupta, Swati" userId="a3cadf42-9970-41e5-bb67-4a4dd3e8759e" providerId="ADAL" clId="{1175A794-129F-4030-93E7-B2CD18F3DFB3}" dt="2022-05-09T20:34:54.206" v="377" actId="11529"/>
            <ac:spMkLst>
              <pc:docMk/>
              <pc:sldMasterMk cId="3955077458" sldId="2147483648"/>
              <pc:sldLayoutMk cId="3819197707" sldId="2147483657"/>
              <ac:spMk id="10" creationId="{517E7A4D-2905-4CB8-ACEB-6B64081B6D81}"/>
            </ac:spMkLst>
          </pc:spChg>
          <pc:spChg chg="add del mod">
            <ac:chgData name="Gupta, Swati" userId="a3cadf42-9970-41e5-bb67-4a4dd3e8759e" providerId="ADAL" clId="{1175A794-129F-4030-93E7-B2CD18F3DFB3}" dt="2022-05-09T20:34:58.368" v="378" actId="478"/>
            <ac:spMkLst>
              <pc:docMk/>
              <pc:sldMasterMk cId="3955077458" sldId="2147483648"/>
              <pc:sldLayoutMk cId="3819197707" sldId="2147483657"/>
              <ac:spMk id="11" creationId="{00246E88-1C24-4759-9F70-0A57AAA72023}"/>
            </ac:spMkLst>
          </pc:spChg>
          <pc:picChg chg="add mod ord">
            <ac:chgData name="Gupta, Swati" userId="a3cadf42-9970-41e5-bb67-4a4dd3e8759e" providerId="ADAL" clId="{1175A794-129F-4030-93E7-B2CD18F3DFB3}" dt="2022-05-09T20:35:58.032" v="385" actId="167"/>
            <ac:picMkLst>
              <pc:docMk/>
              <pc:sldMasterMk cId="3955077458" sldId="2147483648"/>
              <pc:sldLayoutMk cId="3819197707" sldId="2147483657"/>
              <ac:picMk id="8" creationId="{25C4FCAD-219B-4F99-A83E-DA5126B57DE5}"/>
            </ac:picMkLst>
          </pc:picChg>
          <pc:picChg chg="add mod ord">
            <ac:chgData name="Gupta, Swati" userId="a3cadf42-9970-41e5-bb67-4a4dd3e8759e" providerId="ADAL" clId="{1175A794-129F-4030-93E7-B2CD18F3DFB3}" dt="2022-05-09T20:36:00.497" v="386" actId="167"/>
            <ac:picMkLst>
              <pc:docMk/>
              <pc:sldMasterMk cId="3955077458" sldId="2147483648"/>
              <pc:sldLayoutMk cId="3819197707" sldId="2147483657"/>
              <ac:picMk id="9" creationId="{E0EEECB2-4807-41E3-B2D3-991EE641007B}"/>
            </ac:picMkLst>
          </pc:picChg>
        </pc:sldLayoutChg>
      </pc:sldMasterChg>
    </pc:docChg>
  </pc:docChgLst>
  <pc:docChgLst>
    <pc:chgData name="White, Whitney" userId="65f39021-2f1d-4d8b-87dc-b123826f65bf" providerId="ADAL" clId="{6B2C03AE-4641-42BA-9F78-5C2E6963C08B}"/>
    <pc:docChg chg="custSel addSld delSld modSld sldOrd">
      <pc:chgData name="White, Whitney" userId="65f39021-2f1d-4d8b-87dc-b123826f65bf" providerId="ADAL" clId="{6B2C03AE-4641-42BA-9F78-5C2E6963C08B}" dt="2022-06-13T04:24:24.136" v="2303" actId="20577"/>
      <pc:docMkLst>
        <pc:docMk/>
      </pc:docMkLst>
      <pc:sldChg chg="modSp mod">
        <pc:chgData name="White, Whitney" userId="65f39021-2f1d-4d8b-87dc-b123826f65bf" providerId="ADAL" clId="{6B2C03AE-4641-42BA-9F78-5C2E6963C08B}" dt="2022-06-13T03:54:04.307" v="96" actId="20577"/>
        <pc:sldMkLst>
          <pc:docMk/>
          <pc:sldMk cId="1482277026" sldId="256"/>
        </pc:sldMkLst>
        <pc:spChg chg="mod">
          <ac:chgData name="White, Whitney" userId="65f39021-2f1d-4d8b-87dc-b123826f65bf" providerId="ADAL" clId="{6B2C03AE-4641-42BA-9F78-5C2E6963C08B}" dt="2022-06-13T03:53:51.579" v="46" actId="20577"/>
          <ac:spMkLst>
            <pc:docMk/>
            <pc:sldMk cId="1482277026" sldId="256"/>
            <ac:spMk id="2" creationId="{BFFCF5BD-F8FF-4A67-A8B6-EBB21E79279B}"/>
          </ac:spMkLst>
        </pc:spChg>
        <pc:spChg chg="mod">
          <ac:chgData name="White, Whitney" userId="65f39021-2f1d-4d8b-87dc-b123826f65bf" providerId="ADAL" clId="{6B2C03AE-4641-42BA-9F78-5C2E6963C08B}" dt="2022-06-13T03:54:04.307" v="96" actId="20577"/>
          <ac:spMkLst>
            <pc:docMk/>
            <pc:sldMk cId="1482277026" sldId="256"/>
            <ac:spMk id="3" creationId="{E0FBD98F-3A67-498E-8174-652040DD7B60}"/>
          </ac:spMkLst>
        </pc:spChg>
      </pc:sldChg>
      <pc:sldChg chg="delSp modSp mod">
        <pc:chgData name="White, Whitney" userId="65f39021-2f1d-4d8b-87dc-b123826f65bf" providerId="ADAL" clId="{6B2C03AE-4641-42BA-9F78-5C2E6963C08B}" dt="2022-06-13T03:58:36.677" v="378" actId="20577"/>
        <pc:sldMkLst>
          <pc:docMk/>
          <pc:sldMk cId="4071305681" sldId="258"/>
        </pc:sldMkLst>
        <pc:spChg chg="mod">
          <ac:chgData name="White, Whitney" userId="65f39021-2f1d-4d8b-87dc-b123826f65bf" providerId="ADAL" clId="{6B2C03AE-4641-42BA-9F78-5C2E6963C08B}" dt="2022-06-13T03:58:36.677" v="378" actId="20577"/>
          <ac:spMkLst>
            <pc:docMk/>
            <pc:sldMk cId="4071305681" sldId="258"/>
            <ac:spMk id="3" creationId="{392BE286-77A6-49DD-B15D-7E4718D52FE7}"/>
          </ac:spMkLst>
        </pc:spChg>
        <pc:spChg chg="del">
          <ac:chgData name="White, Whitney" userId="65f39021-2f1d-4d8b-87dc-b123826f65bf" providerId="ADAL" clId="{6B2C03AE-4641-42BA-9F78-5C2E6963C08B}" dt="2022-06-13T03:53:04.772" v="3" actId="478"/>
          <ac:spMkLst>
            <pc:docMk/>
            <pc:sldMk cId="4071305681" sldId="258"/>
            <ac:spMk id="4" creationId="{86451B0D-5AB4-49BF-9B29-498829F37A5E}"/>
          </ac:spMkLst>
        </pc:spChg>
      </pc:sldChg>
      <pc:sldChg chg="delSp modSp mod ord">
        <pc:chgData name="White, Whitney" userId="65f39021-2f1d-4d8b-87dc-b123826f65bf" providerId="ADAL" clId="{6B2C03AE-4641-42BA-9F78-5C2E6963C08B}" dt="2022-06-13T03:55:17.532" v="326" actId="20577"/>
        <pc:sldMkLst>
          <pc:docMk/>
          <pc:sldMk cId="2772527113" sldId="259"/>
        </pc:sldMkLst>
        <pc:spChg chg="mod">
          <ac:chgData name="White, Whitney" userId="65f39021-2f1d-4d8b-87dc-b123826f65bf" providerId="ADAL" clId="{6B2C03AE-4641-42BA-9F78-5C2E6963C08B}" dt="2022-06-13T03:55:17.532" v="326" actId="20577"/>
          <ac:spMkLst>
            <pc:docMk/>
            <pc:sldMk cId="2772527113" sldId="259"/>
            <ac:spMk id="3" creationId="{8CE08C7F-0286-423B-92F7-DEB89F31111A}"/>
          </ac:spMkLst>
        </pc:spChg>
        <pc:spChg chg="del">
          <ac:chgData name="White, Whitney" userId="65f39021-2f1d-4d8b-87dc-b123826f65bf" providerId="ADAL" clId="{6B2C03AE-4641-42BA-9F78-5C2E6963C08B}" dt="2022-06-13T03:53:01.339" v="2" actId="478"/>
          <ac:spMkLst>
            <pc:docMk/>
            <pc:sldMk cId="2772527113" sldId="259"/>
            <ac:spMk id="4" creationId="{6156ADCE-AD69-4BAF-A0B5-1FBCA650BF7B}"/>
          </ac:spMkLst>
        </pc:spChg>
      </pc:sldChg>
      <pc:sldChg chg="delSp modSp mod">
        <pc:chgData name="White, Whitney" userId="65f39021-2f1d-4d8b-87dc-b123826f65bf" providerId="ADAL" clId="{6B2C03AE-4641-42BA-9F78-5C2E6963C08B}" dt="2022-06-13T04:24:24.136" v="2303" actId="20577"/>
        <pc:sldMkLst>
          <pc:docMk/>
          <pc:sldMk cId="2147408764" sldId="260"/>
        </pc:sldMkLst>
        <pc:spChg chg="mod">
          <ac:chgData name="White, Whitney" userId="65f39021-2f1d-4d8b-87dc-b123826f65bf" providerId="ADAL" clId="{6B2C03AE-4641-42BA-9F78-5C2E6963C08B}" dt="2022-06-13T04:24:24.136" v="2303" actId="20577"/>
          <ac:spMkLst>
            <pc:docMk/>
            <pc:sldMk cId="2147408764" sldId="260"/>
            <ac:spMk id="3" creationId="{49F2A5AF-3C0B-4968-A438-E435325199EA}"/>
          </ac:spMkLst>
        </pc:spChg>
        <pc:spChg chg="del">
          <ac:chgData name="White, Whitney" userId="65f39021-2f1d-4d8b-87dc-b123826f65bf" providerId="ADAL" clId="{6B2C03AE-4641-42BA-9F78-5C2E6963C08B}" dt="2022-06-13T03:53:07.707" v="4" actId="478"/>
          <ac:spMkLst>
            <pc:docMk/>
            <pc:sldMk cId="2147408764" sldId="260"/>
            <ac:spMk id="4" creationId="{096A50DB-6BBE-470E-8204-84AB046317B8}"/>
          </ac:spMkLst>
        </pc:spChg>
      </pc:sldChg>
      <pc:sldChg chg="addSp delSp modSp add mod setBg modClrScheme chgLayout">
        <pc:chgData name="White, Whitney" userId="65f39021-2f1d-4d8b-87dc-b123826f65bf" providerId="ADAL" clId="{6B2C03AE-4641-42BA-9F78-5C2E6963C08B}" dt="2022-06-13T04:04:21.966" v="589" actId="403"/>
        <pc:sldMkLst>
          <pc:docMk/>
          <pc:sldMk cId="1134359932" sldId="261"/>
        </pc:sldMkLst>
        <pc:spChg chg="mod ord">
          <ac:chgData name="White, Whitney" userId="65f39021-2f1d-4d8b-87dc-b123826f65bf" providerId="ADAL" clId="{6B2C03AE-4641-42BA-9F78-5C2E6963C08B}" dt="2022-06-13T04:04:05.074" v="585" actId="26606"/>
          <ac:spMkLst>
            <pc:docMk/>
            <pc:sldMk cId="1134359932" sldId="261"/>
            <ac:spMk id="2" creationId="{2F03F004-EE4F-44F2-AA0E-56B8CFF11342}"/>
          </ac:spMkLst>
        </pc:spChg>
        <pc:spChg chg="mod ord">
          <ac:chgData name="White, Whitney" userId="65f39021-2f1d-4d8b-87dc-b123826f65bf" providerId="ADAL" clId="{6B2C03AE-4641-42BA-9F78-5C2E6963C08B}" dt="2022-06-13T04:04:21.966" v="589" actId="403"/>
          <ac:spMkLst>
            <pc:docMk/>
            <pc:sldMk cId="1134359932" sldId="261"/>
            <ac:spMk id="3" creationId="{392BE286-77A6-49DD-B15D-7E4718D52FE7}"/>
          </ac:spMkLst>
        </pc:spChg>
        <pc:spChg chg="add del mod ord">
          <ac:chgData name="White, Whitney" userId="65f39021-2f1d-4d8b-87dc-b123826f65bf" providerId="ADAL" clId="{6B2C03AE-4641-42BA-9F78-5C2E6963C08B}" dt="2022-06-13T04:03:15.065" v="582"/>
          <ac:spMkLst>
            <pc:docMk/>
            <pc:sldMk cId="1134359932" sldId="261"/>
            <ac:spMk id="4" creationId="{E91C6B93-78F7-4284-87A5-AA43C0908DE5}"/>
          </ac:spMkLst>
        </pc:spChg>
        <pc:spChg chg="mod ord">
          <ac:chgData name="White, Whitney" userId="65f39021-2f1d-4d8b-87dc-b123826f65bf" providerId="ADAL" clId="{6B2C03AE-4641-42BA-9F78-5C2E6963C08B}" dt="2022-06-13T04:04:05.074" v="585" actId="26606"/>
          <ac:spMkLst>
            <pc:docMk/>
            <pc:sldMk cId="1134359932" sldId="261"/>
            <ac:spMk id="5" creationId="{BBD5CF72-8768-4745-95A3-E69AB44B0506}"/>
          </ac:spMkLst>
        </pc:spChg>
        <pc:spChg chg="add">
          <ac:chgData name="White, Whitney" userId="65f39021-2f1d-4d8b-87dc-b123826f65bf" providerId="ADAL" clId="{6B2C03AE-4641-42BA-9F78-5C2E6963C08B}" dt="2022-06-13T04:04:05.074" v="585" actId="26606"/>
          <ac:spMkLst>
            <pc:docMk/>
            <pc:sldMk cId="1134359932" sldId="261"/>
            <ac:spMk id="11" creationId="{92468898-5A6E-4D55-85EC-308E785EE06C}"/>
          </ac:spMkLst>
        </pc:spChg>
        <pc:spChg chg="add">
          <ac:chgData name="White, Whitney" userId="65f39021-2f1d-4d8b-87dc-b123826f65bf" providerId="ADAL" clId="{6B2C03AE-4641-42BA-9F78-5C2E6963C08B}" dt="2022-06-13T04:04:05.074" v="585" actId="26606"/>
          <ac:spMkLst>
            <pc:docMk/>
            <pc:sldMk cId="1134359932" sldId="261"/>
            <ac:spMk id="13" creationId="{3E23A947-2D45-4208-AE2B-64948C87A3EB}"/>
          </ac:spMkLst>
        </pc:spChg>
        <pc:spChg chg="add">
          <ac:chgData name="White, Whitney" userId="65f39021-2f1d-4d8b-87dc-b123826f65bf" providerId="ADAL" clId="{6B2C03AE-4641-42BA-9F78-5C2E6963C08B}" dt="2022-06-13T04:04:05.074" v="585" actId="26606"/>
          <ac:spMkLst>
            <pc:docMk/>
            <pc:sldMk cId="1134359932" sldId="261"/>
            <ac:spMk id="15" creationId="{E5BBB0F9-6A59-4D02-A9C7-A2D6516684CE}"/>
          </ac:spMkLst>
        </pc:spChg>
        <pc:graphicFrameChg chg="add mod ord modGraphic">
          <ac:chgData name="White, Whitney" userId="65f39021-2f1d-4d8b-87dc-b123826f65bf" providerId="ADAL" clId="{6B2C03AE-4641-42BA-9F78-5C2E6963C08B}" dt="2022-06-13T04:04:05.074" v="585" actId="26606"/>
          <ac:graphicFrameMkLst>
            <pc:docMk/>
            <pc:sldMk cId="1134359932" sldId="261"/>
            <ac:graphicFrameMk id="6" creationId="{6555AE2C-3D77-45CE-B24E-19A7AB172F1A}"/>
          </ac:graphicFrameMkLst>
        </pc:graphicFrameChg>
      </pc:sldChg>
      <pc:sldChg chg="modSp add mod">
        <pc:chgData name="White, Whitney" userId="65f39021-2f1d-4d8b-87dc-b123826f65bf" providerId="ADAL" clId="{6B2C03AE-4641-42BA-9F78-5C2E6963C08B}" dt="2022-06-13T04:14:46.852" v="1513" actId="3626"/>
        <pc:sldMkLst>
          <pc:docMk/>
          <pc:sldMk cId="1241895709" sldId="262"/>
        </pc:sldMkLst>
        <pc:spChg chg="mod">
          <ac:chgData name="White, Whitney" userId="65f39021-2f1d-4d8b-87dc-b123826f65bf" providerId="ADAL" clId="{6B2C03AE-4641-42BA-9F78-5C2E6963C08B}" dt="2022-06-13T04:08:01.096" v="951" actId="20577"/>
          <ac:spMkLst>
            <pc:docMk/>
            <pc:sldMk cId="1241895709" sldId="262"/>
            <ac:spMk id="2" creationId="{2F03F004-EE4F-44F2-AA0E-56B8CFF11342}"/>
          </ac:spMkLst>
        </pc:spChg>
        <pc:spChg chg="mod">
          <ac:chgData name="White, Whitney" userId="65f39021-2f1d-4d8b-87dc-b123826f65bf" providerId="ADAL" clId="{6B2C03AE-4641-42BA-9F78-5C2E6963C08B}" dt="2022-06-13T04:14:46.852" v="1513" actId="3626"/>
          <ac:spMkLst>
            <pc:docMk/>
            <pc:sldMk cId="1241895709" sldId="262"/>
            <ac:spMk id="3" creationId="{392BE286-77A6-49DD-B15D-7E4718D52FE7}"/>
          </ac:spMkLst>
        </pc:spChg>
      </pc:sldChg>
      <pc:sldChg chg="modSp add mod">
        <pc:chgData name="White, Whitney" userId="65f39021-2f1d-4d8b-87dc-b123826f65bf" providerId="ADAL" clId="{6B2C03AE-4641-42BA-9F78-5C2E6963C08B}" dt="2022-06-13T04:21:33.273" v="1928" actId="113"/>
        <pc:sldMkLst>
          <pc:docMk/>
          <pc:sldMk cId="3710962350" sldId="263"/>
        </pc:sldMkLst>
        <pc:spChg chg="mod">
          <ac:chgData name="White, Whitney" userId="65f39021-2f1d-4d8b-87dc-b123826f65bf" providerId="ADAL" clId="{6B2C03AE-4641-42BA-9F78-5C2E6963C08B}" dt="2022-06-13T04:09:07.200" v="971" actId="20577"/>
          <ac:spMkLst>
            <pc:docMk/>
            <pc:sldMk cId="3710962350" sldId="263"/>
            <ac:spMk id="2" creationId="{2F03F004-EE4F-44F2-AA0E-56B8CFF11342}"/>
          </ac:spMkLst>
        </pc:spChg>
        <pc:spChg chg="mod">
          <ac:chgData name="White, Whitney" userId="65f39021-2f1d-4d8b-87dc-b123826f65bf" providerId="ADAL" clId="{6B2C03AE-4641-42BA-9F78-5C2E6963C08B}" dt="2022-06-13T04:21:33.273" v="1928" actId="113"/>
          <ac:spMkLst>
            <pc:docMk/>
            <pc:sldMk cId="3710962350" sldId="263"/>
            <ac:spMk id="3" creationId="{392BE286-77A6-49DD-B15D-7E4718D52FE7}"/>
          </ac:spMkLst>
        </pc:spChg>
      </pc:sldChg>
      <pc:sldChg chg="modSp add mod">
        <pc:chgData name="White, Whitney" userId="65f39021-2f1d-4d8b-87dc-b123826f65bf" providerId="ADAL" clId="{6B2C03AE-4641-42BA-9F78-5C2E6963C08B}" dt="2022-06-13T04:21:37.761" v="1929" actId="113"/>
        <pc:sldMkLst>
          <pc:docMk/>
          <pc:sldMk cId="719718414" sldId="264"/>
        </pc:sldMkLst>
        <pc:spChg chg="mod">
          <ac:chgData name="White, Whitney" userId="65f39021-2f1d-4d8b-87dc-b123826f65bf" providerId="ADAL" clId="{6B2C03AE-4641-42BA-9F78-5C2E6963C08B}" dt="2022-06-13T04:12:13.959" v="1243" actId="5793"/>
          <ac:spMkLst>
            <pc:docMk/>
            <pc:sldMk cId="719718414" sldId="264"/>
            <ac:spMk id="2" creationId="{2F03F004-EE4F-44F2-AA0E-56B8CFF11342}"/>
          </ac:spMkLst>
        </pc:spChg>
        <pc:spChg chg="mod">
          <ac:chgData name="White, Whitney" userId="65f39021-2f1d-4d8b-87dc-b123826f65bf" providerId="ADAL" clId="{6B2C03AE-4641-42BA-9F78-5C2E6963C08B}" dt="2022-06-13T04:21:37.761" v="1929" actId="113"/>
          <ac:spMkLst>
            <pc:docMk/>
            <pc:sldMk cId="719718414" sldId="264"/>
            <ac:spMk id="3" creationId="{392BE286-77A6-49DD-B15D-7E4718D52FE7}"/>
          </ac:spMkLst>
        </pc:spChg>
      </pc:sldChg>
      <pc:sldChg chg="modSp add mod">
        <pc:chgData name="White, Whitney" userId="65f39021-2f1d-4d8b-87dc-b123826f65bf" providerId="ADAL" clId="{6B2C03AE-4641-42BA-9F78-5C2E6963C08B}" dt="2022-06-13T04:21:40.740" v="1930" actId="113"/>
        <pc:sldMkLst>
          <pc:docMk/>
          <pc:sldMk cId="2944318625" sldId="265"/>
        </pc:sldMkLst>
        <pc:spChg chg="mod">
          <ac:chgData name="White, Whitney" userId="65f39021-2f1d-4d8b-87dc-b123826f65bf" providerId="ADAL" clId="{6B2C03AE-4641-42BA-9F78-5C2E6963C08B}" dt="2022-06-13T04:13:53.168" v="1466" actId="20577"/>
          <ac:spMkLst>
            <pc:docMk/>
            <pc:sldMk cId="2944318625" sldId="265"/>
            <ac:spMk id="2" creationId="{2F03F004-EE4F-44F2-AA0E-56B8CFF11342}"/>
          </ac:spMkLst>
        </pc:spChg>
        <pc:spChg chg="mod">
          <ac:chgData name="White, Whitney" userId="65f39021-2f1d-4d8b-87dc-b123826f65bf" providerId="ADAL" clId="{6B2C03AE-4641-42BA-9F78-5C2E6963C08B}" dt="2022-06-13T04:21:40.740" v="1930" actId="113"/>
          <ac:spMkLst>
            <pc:docMk/>
            <pc:sldMk cId="2944318625" sldId="265"/>
            <ac:spMk id="3" creationId="{392BE286-77A6-49DD-B15D-7E4718D52FE7}"/>
          </ac:spMkLst>
        </pc:spChg>
      </pc:sldChg>
      <pc:sldChg chg="addSp delSp modSp add del mod">
        <pc:chgData name="White, Whitney" userId="65f39021-2f1d-4d8b-87dc-b123826f65bf" providerId="ADAL" clId="{6B2C03AE-4641-42BA-9F78-5C2E6963C08B}" dt="2022-06-13T04:24:06.048" v="2265" actId="2696"/>
        <pc:sldMkLst>
          <pc:docMk/>
          <pc:sldMk cId="39275109" sldId="266"/>
        </pc:sldMkLst>
        <pc:spChg chg="mod">
          <ac:chgData name="White, Whitney" userId="65f39021-2f1d-4d8b-87dc-b123826f65bf" providerId="ADAL" clId="{6B2C03AE-4641-42BA-9F78-5C2E6963C08B}" dt="2022-06-13T04:17:36.432" v="1626" actId="20577"/>
          <ac:spMkLst>
            <pc:docMk/>
            <pc:sldMk cId="39275109" sldId="266"/>
            <ac:spMk id="2" creationId="{2F03F004-EE4F-44F2-AA0E-56B8CFF11342}"/>
          </ac:spMkLst>
        </pc:spChg>
        <pc:spChg chg="del mod">
          <ac:chgData name="White, Whitney" userId="65f39021-2f1d-4d8b-87dc-b123826f65bf" providerId="ADAL" clId="{6B2C03AE-4641-42BA-9F78-5C2E6963C08B}" dt="2022-06-13T04:17:56.413" v="1627"/>
          <ac:spMkLst>
            <pc:docMk/>
            <pc:sldMk cId="39275109" sldId="266"/>
            <ac:spMk id="3" creationId="{392BE286-77A6-49DD-B15D-7E4718D52FE7}"/>
          </ac:spMkLst>
        </pc:spChg>
        <pc:spChg chg="add del mod">
          <ac:chgData name="White, Whitney" userId="65f39021-2f1d-4d8b-87dc-b123826f65bf" providerId="ADAL" clId="{6B2C03AE-4641-42BA-9F78-5C2E6963C08B}" dt="2022-06-13T04:18:54.100" v="1632"/>
          <ac:spMkLst>
            <pc:docMk/>
            <pc:sldMk cId="39275109" sldId="266"/>
            <ac:spMk id="7" creationId="{757BE501-25AD-493D-AF62-B8D7EEC772B2}"/>
          </ac:spMkLst>
        </pc:spChg>
        <pc:spChg chg="add mod">
          <ac:chgData name="White, Whitney" userId="65f39021-2f1d-4d8b-87dc-b123826f65bf" providerId="ADAL" clId="{6B2C03AE-4641-42BA-9F78-5C2E6963C08B}" dt="2022-06-13T04:24:01.506" v="2264"/>
          <ac:spMkLst>
            <pc:docMk/>
            <pc:sldMk cId="39275109" sldId="266"/>
            <ac:spMk id="10" creationId="{E56013EE-F1B8-4FF2-AFD2-B3720DF50865}"/>
          </ac:spMkLst>
        </pc:spChg>
        <pc:picChg chg="add del mod">
          <ac:chgData name="White, Whitney" userId="65f39021-2f1d-4d8b-87dc-b123826f65bf" providerId="ADAL" clId="{6B2C03AE-4641-42BA-9F78-5C2E6963C08B}" dt="2022-06-13T04:18:11.808" v="1631" actId="21"/>
          <ac:picMkLst>
            <pc:docMk/>
            <pc:sldMk cId="39275109" sldId="266"/>
            <ac:picMk id="6" creationId="{954822E7-0E3A-41E2-B602-6B55667F6F37}"/>
          </ac:picMkLst>
        </pc:picChg>
        <pc:picChg chg="add del mod">
          <ac:chgData name="White, Whitney" userId="65f39021-2f1d-4d8b-87dc-b123826f65bf" providerId="ADAL" clId="{6B2C03AE-4641-42BA-9F78-5C2E6963C08B}" dt="2022-06-13T04:19:07.094" v="1636" actId="21"/>
          <ac:picMkLst>
            <pc:docMk/>
            <pc:sldMk cId="39275109" sldId="266"/>
            <ac:picMk id="8" creationId="{9872F6E2-1EE5-4C5E-BAAB-9AAE51883E26}"/>
          </ac:picMkLst>
        </pc:picChg>
      </pc:sldChg>
      <pc:sldChg chg="modSp new mod ord">
        <pc:chgData name="White, Whitney" userId="65f39021-2f1d-4d8b-87dc-b123826f65bf" providerId="ADAL" clId="{6B2C03AE-4641-42BA-9F78-5C2E6963C08B}" dt="2022-06-13T04:21:16.401" v="1927" actId="113"/>
        <pc:sldMkLst>
          <pc:docMk/>
          <pc:sldMk cId="3413610207" sldId="267"/>
        </pc:sldMkLst>
        <pc:spChg chg="mod">
          <ac:chgData name="White, Whitney" userId="65f39021-2f1d-4d8b-87dc-b123826f65bf" providerId="ADAL" clId="{6B2C03AE-4641-42BA-9F78-5C2E6963C08B}" dt="2022-06-13T04:20:20.785" v="1663" actId="20577"/>
          <ac:spMkLst>
            <pc:docMk/>
            <pc:sldMk cId="3413610207" sldId="267"/>
            <ac:spMk id="2" creationId="{2337B4AD-55B0-4C87-A884-8D317C6500EF}"/>
          </ac:spMkLst>
        </pc:spChg>
        <pc:spChg chg="mod">
          <ac:chgData name="White, Whitney" userId="65f39021-2f1d-4d8b-87dc-b123826f65bf" providerId="ADAL" clId="{6B2C03AE-4641-42BA-9F78-5C2E6963C08B}" dt="2022-06-13T04:21:16.401" v="1927" actId="113"/>
          <ac:spMkLst>
            <pc:docMk/>
            <pc:sldMk cId="3413610207" sldId="267"/>
            <ac:spMk id="3" creationId="{6044C07B-DEBC-4E07-A52B-18CDDC890C07}"/>
          </ac:spMkLst>
        </pc:spChg>
      </pc:sldChg>
      <pc:sldChg chg="modSp new mod">
        <pc:chgData name="White, Whitney" userId="65f39021-2f1d-4d8b-87dc-b123826f65bf" providerId="ADAL" clId="{6B2C03AE-4641-42BA-9F78-5C2E6963C08B}" dt="2022-06-13T04:23:07.629" v="2263" actId="113"/>
        <pc:sldMkLst>
          <pc:docMk/>
          <pc:sldMk cId="1043136633" sldId="268"/>
        </pc:sldMkLst>
        <pc:spChg chg="mod">
          <ac:chgData name="White, Whitney" userId="65f39021-2f1d-4d8b-87dc-b123826f65bf" providerId="ADAL" clId="{6B2C03AE-4641-42BA-9F78-5C2E6963C08B}" dt="2022-06-13T04:22:15.127" v="1959" actId="20577"/>
          <ac:spMkLst>
            <pc:docMk/>
            <pc:sldMk cId="1043136633" sldId="268"/>
            <ac:spMk id="2" creationId="{63C1F30C-6662-4F71-A912-D09CBD39364C}"/>
          </ac:spMkLst>
        </pc:spChg>
        <pc:spChg chg="mod">
          <ac:chgData name="White, Whitney" userId="65f39021-2f1d-4d8b-87dc-b123826f65bf" providerId="ADAL" clId="{6B2C03AE-4641-42BA-9F78-5C2E6963C08B}" dt="2022-06-13T04:23:07.629" v="2263" actId="113"/>
          <ac:spMkLst>
            <pc:docMk/>
            <pc:sldMk cId="1043136633" sldId="268"/>
            <ac:spMk id="3" creationId="{0848F6BF-23E1-4B81-9B49-80A5D0A847B5}"/>
          </ac:spMkLst>
        </pc:spChg>
      </pc:sldChg>
    </pc:docChg>
  </pc:docChgLst>
  <pc:docChgLst>
    <pc:chgData name="White (she/her), Whitney" userId="65f39021-2f1d-4d8b-87dc-b123826f65bf" providerId="ADAL" clId="{9109CB73-7E2D-4119-9495-50E4154C4D58}"/>
    <pc:docChg chg="addSld delSld modSld">
      <pc:chgData name="White (she/her), Whitney" userId="65f39021-2f1d-4d8b-87dc-b123826f65bf" providerId="ADAL" clId="{9109CB73-7E2D-4119-9495-50E4154C4D58}" dt="2022-09-18T05:04:36.674" v="4" actId="2696"/>
      <pc:docMkLst>
        <pc:docMk/>
      </pc:docMkLst>
      <pc:sldChg chg="del">
        <pc:chgData name="White (she/her), Whitney" userId="65f39021-2f1d-4d8b-87dc-b123826f65bf" providerId="ADAL" clId="{9109CB73-7E2D-4119-9495-50E4154C4D58}" dt="2022-09-18T05:04:36.674" v="4" actId="2696"/>
        <pc:sldMkLst>
          <pc:docMk/>
          <pc:sldMk cId="1482277026" sldId="256"/>
        </pc:sldMkLst>
      </pc:sldChg>
      <pc:sldChg chg="modSp add mod">
        <pc:chgData name="White (she/her), Whitney" userId="65f39021-2f1d-4d8b-87dc-b123826f65bf" providerId="ADAL" clId="{9109CB73-7E2D-4119-9495-50E4154C4D58}" dt="2022-09-18T05:04:34.186" v="3" actId="20577"/>
        <pc:sldMkLst>
          <pc:docMk/>
          <pc:sldMk cId="438399724" sldId="280"/>
        </pc:sldMkLst>
        <pc:spChg chg="mod">
          <ac:chgData name="White (she/her), Whitney" userId="65f39021-2f1d-4d8b-87dc-b123826f65bf" providerId="ADAL" clId="{9109CB73-7E2D-4119-9495-50E4154C4D58}" dt="2022-09-18T05:04:34.186" v="3" actId="20577"/>
          <ac:spMkLst>
            <pc:docMk/>
            <pc:sldMk cId="438399724" sldId="280"/>
            <ac:spMk id="2" creationId="{BFFCF5BD-F8FF-4A67-A8B6-EBB21E79279B}"/>
          </ac:spMkLst>
        </pc:spChg>
        <pc:spChg chg="mod">
          <ac:chgData name="White (she/her), Whitney" userId="65f39021-2f1d-4d8b-87dc-b123826f65bf" providerId="ADAL" clId="{9109CB73-7E2D-4119-9495-50E4154C4D58}" dt="2022-09-18T05:04:32.141" v="1"/>
          <ac:spMkLst>
            <pc:docMk/>
            <pc:sldMk cId="438399724" sldId="280"/>
            <ac:spMk id="3" creationId="{E0FBD98F-3A67-498E-8174-652040DD7B60}"/>
          </ac:spMkLst>
        </pc:spChg>
      </pc:sldChg>
    </pc:docChg>
  </pc:docChgLst>
  <pc:docChgLst>
    <pc:chgData name="White, Whitney" userId="65f39021-2f1d-4d8b-87dc-b123826f65bf" providerId="ADAL" clId="{F54A2E86-6A11-4DAE-84C6-E6AC17D2FBA8}"/>
    <pc:docChg chg="addSld delSld modSld">
      <pc:chgData name="White, Whitney" userId="65f39021-2f1d-4d8b-87dc-b123826f65bf" providerId="ADAL" clId="{F54A2E86-6A11-4DAE-84C6-E6AC17D2FBA8}" dt="2022-06-10T19:06:10.121" v="67" actId="2696"/>
      <pc:docMkLst>
        <pc:docMk/>
      </pc:docMkLst>
      <pc:sldChg chg="del">
        <pc:chgData name="White, Whitney" userId="65f39021-2f1d-4d8b-87dc-b123826f65bf" providerId="ADAL" clId="{F54A2E86-6A11-4DAE-84C6-E6AC17D2FBA8}" dt="2022-06-10T19:06:10.121" v="67" actId="2696"/>
        <pc:sldMkLst>
          <pc:docMk/>
          <pc:sldMk cId="2875402532" sldId="257"/>
        </pc:sldMkLst>
      </pc:sldChg>
      <pc:sldChg chg="modSp new mod">
        <pc:chgData name="White, Whitney" userId="65f39021-2f1d-4d8b-87dc-b123826f65bf" providerId="ADAL" clId="{F54A2E86-6A11-4DAE-84C6-E6AC17D2FBA8}" dt="2022-06-10T19:05:40.920" v="10" actId="20577"/>
        <pc:sldMkLst>
          <pc:docMk/>
          <pc:sldMk cId="4071305681" sldId="258"/>
        </pc:sldMkLst>
        <pc:spChg chg="mod">
          <ac:chgData name="White, Whitney" userId="65f39021-2f1d-4d8b-87dc-b123826f65bf" providerId="ADAL" clId="{F54A2E86-6A11-4DAE-84C6-E6AC17D2FBA8}" dt="2022-06-10T19:05:40.920" v="10" actId="20577"/>
          <ac:spMkLst>
            <pc:docMk/>
            <pc:sldMk cId="4071305681" sldId="258"/>
            <ac:spMk id="2" creationId="{2F03F004-EE4F-44F2-AA0E-56B8CFF11342}"/>
          </ac:spMkLst>
        </pc:spChg>
      </pc:sldChg>
      <pc:sldChg chg="modSp new mod">
        <pc:chgData name="White, Whitney" userId="65f39021-2f1d-4d8b-87dc-b123826f65bf" providerId="ADAL" clId="{F54A2E86-6A11-4DAE-84C6-E6AC17D2FBA8}" dt="2022-06-10T19:05:59.363" v="54" actId="20577"/>
        <pc:sldMkLst>
          <pc:docMk/>
          <pc:sldMk cId="2772527113" sldId="259"/>
        </pc:sldMkLst>
        <pc:spChg chg="mod">
          <ac:chgData name="White, Whitney" userId="65f39021-2f1d-4d8b-87dc-b123826f65bf" providerId="ADAL" clId="{F54A2E86-6A11-4DAE-84C6-E6AC17D2FBA8}" dt="2022-06-10T19:05:59.363" v="54" actId="20577"/>
          <ac:spMkLst>
            <pc:docMk/>
            <pc:sldMk cId="2772527113" sldId="259"/>
            <ac:spMk id="2" creationId="{B4A3C58C-DC1D-4BDF-8706-48D86266F7FD}"/>
          </ac:spMkLst>
        </pc:spChg>
      </pc:sldChg>
      <pc:sldChg chg="modSp new mod">
        <pc:chgData name="White, Whitney" userId="65f39021-2f1d-4d8b-87dc-b123826f65bf" providerId="ADAL" clId="{F54A2E86-6A11-4DAE-84C6-E6AC17D2FBA8}" dt="2022-06-10T19:06:04.598" v="66" actId="20577"/>
        <pc:sldMkLst>
          <pc:docMk/>
          <pc:sldMk cId="2147408764" sldId="260"/>
        </pc:sldMkLst>
        <pc:spChg chg="mod">
          <ac:chgData name="White, Whitney" userId="65f39021-2f1d-4d8b-87dc-b123826f65bf" providerId="ADAL" clId="{F54A2E86-6A11-4DAE-84C6-E6AC17D2FBA8}" dt="2022-06-10T19:06:04.598" v="66" actId="20577"/>
          <ac:spMkLst>
            <pc:docMk/>
            <pc:sldMk cId="2147408764" sldId="260"/>
            <ac:spMk id="2" creationId="{9AFB837C-3E07-4129-B371-9F5CA97D56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9/18/2022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95F45DF0-00B2-468D-ADF1-6351EEFB9CD7}" type="datetime1">
              <a:rPr lang="en-US" smtClean="0"/>
              <a:t>9/18/2022</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A50A4456-6D77-4237-8218-40872579093E}" type="datetime1">
              <a:rPr lang="en-US" smtClean="0"/>
              <a:t>9/18/2022</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9/18/2022</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9/18/2022</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9/18/2022</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9/18/2022</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00EFE5-A68C-4E4B-9D40-F26D6ED979C1}" type="datetime1">
              <a:rPr lang="en-US" smtClean="0"/>
              <a:t>9/18/2022</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487700"/>
            <a:ext cx="9144000" cy="370300"/>
          </a:xfrm>
        </p:spPr>
        <p:txBody>
          <a:bodyPr>
            <a:normAutofit/>
          </a:bodyPr>
          <a:lstStyle/>
          <a:p>
            <a:pPr algn="l"/>
            <a:r>
              <a:rPr lang="en-US" sz="1800" dirty="0"/>
              <a:t>Instructional Practices| Unit 6: Instructional Alignment| Lesson 6.03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Components of a Lesson Plan</a:t>
            </a:r>
          </a:p>
        </p:txBody>
      </p:sp>
    </p:spTree>
    <p:extLst>
      <p:ext uri="{BB962C8B-B14F-4D97-AF65-F5344CB8AC3E}">
        <p14:creationId xmlns:p14="http://schemas.microsoft.com/office/powerpoint/2010/main" val="438399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6A, 6C, 6F</a:t>
            </a:r>
          </a:p>
          <a:p>
            <a:pPr marL="0" indent="0">
              <a:buNone/>
            </a:pPr>
            <a:endParaRPr lang="en-US" dirty="0"/>
          </a:p>
          <a:p>
            <a:pPr marL="0" indent="0">
              <a:buNone/>
            </a:pPr>
            <a:r>
              <a:rPr lang="en-US" dirty="0"/>
              <a:t>The student will…</a:t>
            </a:r>
          </a:p>
          <a:p>
            <a:pPr marL="0" indent="0">
              <a:buNone/>
            </a:pPr>
            <a:r>
              <a:rPr lang="en-US" dirty="0"/>
              <a:t>…define and identify the components of a high-quality lesson plan.</a:t>
            </a:r>
          </a:p>
          <a:p>
            <a:pPr marL="0" indent="0">
              <a:buNone/>
            </a:pPr>
            <a:r>
              <a:rPr lang="en-US" dirty="0"/>
              <a:t>…explain how a high-quality lesson plan leads to mastery of grade-level content.</a:t>
            </a:r>
          </a:p>
        </p:txBody>
      </p:sp>
      <p:sp>
        <p:nvSpPr>
          <p:cNvPr id="5" name="Slide Number Placeholder 4">
            <a:extLst>
              <a:ext uri="{FF2B5EF4-FFF2-40B4-BE49-F238E27FC236}">
                <a16:creationId xmlns:a16="http://schemas.microsoft.com/office/drawing/2014/main" id="{13F7D31D-3C4D-4F5C-A388-CC3AF44F4CA6}"/>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marR="0" indent="0">
              <a:spcBef>
                <a:spcPts val="600"/>
              </a:spcBef>
              <a:spcAft>
                <a:spcPts val="600"/>
              </a:spcAft>
              <a:buNone/>
            </a:pPr>
            <a:r>
              <a:rPr lang="en-US" sz="2000" dirty="0">
                <a:effectLst/>
                <a:ea typeface="Calibri" panose="020F0502020204030204" pitchFamily="34" charset="0"/>
                <a:cs typeface="Times New Roman" panose="02020603050405020304" pitchFamily="18" charset="0"/>
              </a:rPr>
              <a:t>Look at the objective and the two scenarios and answer the questions in your Studen</a:t>
            </a:r>
            <a:r>
              <a:rPr lang="en-US" sz="2000" dirty="0">
                <a:ea typeface="Calibri" panose="020F0502020204030204" pitchFamily="34" charset="0"/>
                <a:cs typeface="Times New Roman" panose="02020603050405020304" pitchFamily="18" charset="0"/>
              </a:rPr>
              <a:t>t Guide.</a:t>
            </a:r>
            <a:endParaRPr lang="en-US" sz="2000" dirty="0">
              <a:effectLst/>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2000" b="1" dirty="0">
                <a:effectLst/>
                <a:ea typeface="Calibri" panose="020F0502020204030204" pitchFamily="34" charset="0"/>
                <a:cs typeface="Times New Roman" panose="02020603050405020304" pitchFamily="18" charset="0"/>
              </a:rPr>
              <a:t>Objective: </a:t>
            </a:r>
            <a:r>
              <a:rPr lang="en-US" sz="2000" dirty="0">
                <a:effectLst/>
                <a:ea typeface="Calibri" panose="020F0502020204030204" pitchFamily="34" charset="0"/>
                <a:cs typeface="Times New Roman" panose="02020603050405020304" pitchFamily="18" charset="0"/>
              </a:rPr>
              <a:t>Students will examine primary and secondary sources to analyze various perspectives on the events that led to the surrender at Appomattox Court House</a:t>
            </a:r>
          </a:p>
          <a:p>
            <a:pPr marL="0" marR="0" indent="0">
              <a:spcBef>
                <a:spcPts val="600"/>
              </a:spcBef>
              <a:spcAft>
                <a:spcPts val="600"/>
              </a:spcAft>
              <a:buNone/>
            </a:pPr>
            <a:r>
              <a:rPr lang="en-US" sz="2000" b="1" dirty="0">
                <a:effectLst/>
                <a:ea typeface="Calibri" panose="020F0502020204030204" pitchFamily="34" charset="0"/>
                <a:cs typeface="Times New Roman" panose="02020603050405020304" pitchFamily="18" charset="0"/>
              </a:rPr>
              <a:t>Scenario 1: </a:t>
            </a:r>
            <a:r>
              <a:rPr lang="en-US" sz="2000" dirty="0">
                <a:effectLst/>
                <a:ea typeface="Calibri" panose="020F0502020204030204" pitchFamily="34" charset="0"/>
                <a:cs typeface="Times New Roman" panose="02020603050405020304" pitchFamily="18" charset="0"/>
              </a:rPr>
              <a:t>Students perform a historical reenactment of the surrender at the</a:t>
            </a:r>
            <a:r>
              <a:rPr lang="en-US" sz="2000" b="1" dirty="0">
                <a:solidFill>
                  <a:srgbClr val="202124"/>
                </a:solidFill>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Appomattox Court House. Students research historically accurate costumes and create props for the characters. On the day of the reenactment, students play the role of General Grant and General Lee with a great deal of enthusiasm and emotion. After the reenactment, students engaged in a writing assignment to reflect on how well they portrayed the characters.   </a:t>
            </a:r>
          </a:p>
          <a:p>
            <a:pPr marL="0" marR="0" indent="0">
              <a:spcBef>
                <a:spcPts val="600"/>
              </a:spcBef>
              <a:spcAft>
                <a:spcPts val="600"/>
              </a:spcAft>
              <a:buNone/>
            </a:pPr>
            <a:r>
              <a:rPr lang="en-US" sz="2000" b="1" dirty="0">
                <a:effectLst/>
                <a:ea typeface="Calibri" panose="020F0502020204030204" pitchFamily="34" charset="0"/>
                <a:cs typeface="Times New Roman" panose="02020603050405020304" pitchFamily="18" charset="0"/>
              </a:rPr>
              <a:t>Scenario 2: </a:t>
            </a:r>
            <a:r>
              <a:rPr lang="en-US" sz="2000" dirty="0">
                <a:effectLst/>
                <a:ea typeface="Calibri" panose="020F0502020204030204" pitchFamily="34" charset="0"/>
                <a:cs typeface="Times New Roman" panose="02020603050405020304" pitchFamily="18" charset="0"/>
              </a:rPr>
              <a:t>Students prepare to perform a historical reenactment of the surrender at the Appomattox Court House. Students analyze primary and secondary sources of the event. After the reenactment, students give each other feedback on the accuracy of their portrayal of General Grant and General Lee based on their research. Lastly, students engage in a writing assignment to compare two different perspectives from the event. </a:t>
            </a:r>
          </a:p>
          <a:p>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29768" y="411480"/>
            <a:ext cx="11201400" cy="1106424"/>
          </a:xfrm>
        </p:spPr>
        <p:txBody>
          <a:bodyPr vert="horz" lIns="91440" tIns="45720" rIns="91440" bIns="45720" rtlCol="0" anchor="ctr">
            <a:normAutofit/>
          </a:bodyPr>
          <a:lstStyle/>
          <a:p>
            <a:r>
              <a:rPr lang="en-US" sz="3600" kern="1200">
                <a:solidFill>
                  <a:schemeClr val="tx1"/>
                </a:solidFill>
                <a:latin typeface="+mj-lt"/>
                <a:ea typeface="+mj-ea"/>
                <a:cs typeface="+mj-cs"/>
              </a:rPr>
              <a:t>Components of a Lesson Plan</a:t>
            </a:r>
          </a:p>
        </p:txBody>
      </p:sp>
      <p:sp>
        <p:nvSpPr>
          <p:cNvPr id="13" name="Rectangle 1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5" name="Rectangle 14">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sz="half" idx="1"/>
          </p:nvPr>
        </p:nvSpPr>
        <p:spPr>
          <a:xfrm>
            <a:off x="7938752" y="2020824"/>
            <a:ext cx="3455097" cy="3959352"/>
          </a:xfrm>
        </p:spPr>
        <p:txBody>
          <a:bodyPr vert="horz" lIns="91440" tIns="45720" rIns="91440" bIns="45720" rtlCol="0" anchor="ctr">
            <a:normAutofit/>
          </a:bodyPr>
          <a:lstStyle/>
          <a:p>
            <a:pPr marL="0" indent="0">
              <a:buNone/>
            </a:pPr>
            <a:r>
              <a:rPr lang="en-US" dirty="0"/>
              <a:t>Lesson plans are daily plans for instruction that include: </a:t>
            </a:r>
          </a:p>
          <a:p>
            <a:pPr marL="0"/>
            <a:r>
              <a:rPr lang="en-US" dirty="0"/>
              <a:t>Lesson Objectives</a:t>
            </a:r>
          </a:p>
          <a:p>
            <a:pPr marL="0"/>
            <a:r>
              <a:rPr lang="en-US" dirty="0"/>
              <a:t>Learning Activities</a:t>
            </a:r>
          </a:p>
          <a:p>
            <a:pPr marL="0"/>
            <a:r>
              <a:rPr lang="en-US" dirty="0"/>
              <a:t>Assessments</a:t>
            </a:r>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E2D56C8B-F564-4051-AFED-A78F1C6A2F0E}" type="slidenum">
              <a:rPr lang="en-US">
                <a:solidFill>
                  <a:schemeClr val="tx1">
                    <a:lumMod val="50000"/>
                    <a:lumOff val="50000"/>
                  </a:schemeClr>
                </a:solidFill>
              </a:rPr>
              <a:pPr>
                <a:spcAft>
                  <a:spcPts val="600"/>
                </a:spcAft>
              </a:pPr>
              <a:t>4</a:t>
            </a:fld>
            <a:endParaRPr lang="en-US">
              <a:solidFill>
                <a:schemeClr val="tx1">
                  <a:lumMod val="50000"/>
                  <a:lumOff val="50000"/>
                </a:schemeClr>
              </a:solidFill>
            </a:endParaRPr>
          </a:p>
        </p:txBody>
      </p:sp>
      <p:graphicFrame>
        <p:nvGraphicFramePr>
          <p:cNvPr id="6" name="Content Placeholder 5">
            <a:extLst>
              <a:ext uri="{FF2B5EF4-FFF2-40B4-BE49-F238E27FC236}">
                <a16:creationId xmlns:a16="http://schemas.microsoft.com/office/drawing/2014/main" id="{6555AE2C-3D77-45CE-B24E-19A7AB172F1A}"/>
              </a:ext>
            </a:extLst>
          </p:cNvPr>
          <p:cNvGraphicFramePr>
            <a:graphicFrameLocks noGrp="1"/>
          </p:cNvGraphicFramePr>
          <p:nvPr>
            <p:ph sz="half" idx="2"/>
            <p:extLst>
              <p:ext uri="{D42A27DB-BD31-4B8C-83A1-F6EECF244321}">
                <p14:modId xmlns:p14="http://schemas.microsoft.com/office/powerpoint/2010/main" val="1851469786"/>
              </p:ext>
            </p:extLst>
          </p:nvPr>
        </p:nvGraphicFramePr>
        <p:xfrm>
          <a:off x="429768" y="1740725"/>
          <a:ext cx="6702553" cy="4473837"/>
        </p:xfrm>
        <a:graphic>
          <a:graphicData uri="http://schemas.openxmlformats.org/drawingml/2006/table">
            <a:tbl>
              <a:tblPr firstRow="1" firstCol="1" bandRow="1"/>
              <a:tblGrid>
                <a:gridCol w="2372938">
                  <a:extLst>
                    <a:ext uri="{9D8B030D-6E8A-4147-A177-3AD203B41FA5}">
                      <a16:colId xmlns:a16="http://schemas.microsoft.com/office/drawing/2014/main" val="1023803188"/>
                    </a:ext>
                  </a:extLst>
                </a:gridCol>
                <a:gridCol w="2141449">
                  <a:extLst>
                    <a:ext uri="{9D8B030D-6E8A-4147-A177-3AD203B41FA5}">
                      <a16:colId xmlns:a16="http://schemas.microsoft.com/office/drawing/2014/main" val="827906240"/>
                    </a:ext>
                  </a:extLst>
                </a:gridCol>
                <a:gridCol w="2188166">
                  <a:extLst>
                    <a:ext uri="{9D8B030D-6E8A-4147-A177-3AD203B41FA5}">
                      <a16:colId xmlns:a16="http://schemas.microsoft.com/office/drawing/2014/main" val="669788854"/>
                    </a:ext>
                  </a:extLst>
                </a:gridCol>
              </a:tblGrid>
              <a:tr h="359288">
                <a:tc gridSpan="3">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106873" marR="106873" marT="53437" marB="5343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09546039"/>
                  </a:ext>
                </a:extLst>
              </a:tr>
              <a:tr h="359288">
                <a:tc gridSpan="3">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Standards (TEKS):</a:t>
                      </a:r>
                      <a:endParaRPr lang="en-US" sz="2100" b="0" i="0" u="none" strike="noStrike">
                        <a:effectLst/>
                        <a:latin typeface="Arial" panose="020B0604020202020204" pitchFamily="34" charset="0"/>
                      </a:endParaRPr>
                    </a:p>
                  </a:txBody>
                  <a:tcPr marL="106873" marR="106873" marT="53437" marB="5343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35571277"/>
                  </a:ext>
                </a:extLst>
              </a:tr>
              <a:tr h="359288">
                <a:tc gridSpan="3">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Objectives:</a:t>
                      </a:r>
                      <a:endParaRPr lang="en-US" sz="2100" b="0" i="0" u="none" strike="noStrike">
                        <a:effectLst/>
                        <a:latin typeface="Arial" panose="020B0604020202020204" pitchFamily="34" charset="0"/>
                      </a:endParaRPr>
                    </a:p>
                  </a:txBody>
                  <a:tcPr marL="106873" marR="106873" marT="53437" marB="5343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21650061"/>
                  </a:ext>
                </a:extLst>
              </a:tr>
              <a:tr h="263547">
                <a:tc>
                  <a:txBody>
                    <a:bodyPr/>
                    <a:lstStyle/>
                    <a:p>
                      <a:pPr marL="0" marR="0" algn="l" fontAlgn="t">
                        <a:lnSpc>
                          <a:spcPct val="107000"/>
                        </a:lnSpc>
                        <a:spcBef>
                          <a:spcPts val="600"/>
                        </a:spcBef>
                        <a:spcAft>
                          <a:spcPts val="600"/>
                        </a:spcAft>
                      </a:pPr>
                      <a:r>
                        <a:rPr lang="en-US" sz="1300" b="1" i="0" u="none" strike="noStrike">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Task</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l" fontAlgn="t">
                        <a:lnSpc>
                          <a:spcPct val="107000"/>
                        </a:lnSpc>
                        <a:spcBef>
                          <a:spcPts val="600"/>
                        </a:spcBef>
                        <a:spcAft>
                          <a:spcPts val="600"/>
                        </a:spcAft>
                      </a:pPr>
                      <a:r>
                        <a:rPr lang="en-US" sz="1300" b="1" i="0" u="none" strike="noStrike">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Teacher Action</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l" fontAlgn="t">
                        <a:lnSpc>
                          <a:spcPct val="107000"/>
                        </a:lnSpc>
                        <a:spcBef>
                          <a:spcPts val="600"/>
                        </a:spcBef>
                        <a:spcAft>
                          <a:spcPts val="600"/>
                        </a:spcAft>
                      </a:pPr>
                      <a:r>
                        <a:rPr lang="en-US" sz="1300" b="1" i="0" u="none" strike="noStrike">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Student Action</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74944590"/>
                  </a:ext>
                </a:extLst>
              </a:tr>
              <a:tr h="263547">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Introduction</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929841"/>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Direct Instruction </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(I Do)</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5418101"/>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Guided Practice </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(We Do)</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11259"/>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Independent Practice </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(You Do)</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920766"/>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Debrief/</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Closing</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9435342"/>
                  </a:ext>
                </a:extLst>
              </a:tr>
              <a:tr h="263547">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Assessment</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dirty="0">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dirty="0">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84641"/>
                  </a:ext>
                </a:extLst>
              </a:tr>
            </a:tbl>
          </a:graphicData>
        </a:graphic>
      </p:graphicFrame>
    </p:spTree>
    <p:extLst>
      <p:ext uri="{BB962C8B-B14F-4D97-AF65-F5344CB8AC3E}">
        <p14:creationId xmlns:p14="http://schemas.microsoft.com/office/powerpoint/2010/main" val="1134359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7B4AD-55B0-4C87-A884-8D317C6500EF}"/>
              </a:ext>
            </a:extLst>
          </p:cNvPr>
          <p:cNvSpPr>
            <a:spLocks noGrp="1"/>
          </p:cNvSpPr>
          <p:nvPr>
            <p:ph type="title"/>
          </p:nvPr>
        </p:nvSpPr>
        <p:spPr/>
        <p:txBody>
          <a:bodyPr/>
          <a:lstStyle/>
          <a:p>
            <a:r>
              <a:rPr lang="en-US" dirty="0"/>
              <a:t>Standards &amp; Objectives</a:t>
            </a:r>
          </a:p>
        </p:txBody>
      </p:sp>
      <p:sp>
        <p:nvSpPr>
          <p:cNvPr id="3" name="Content Placeholder 2">
            <a:extLst>
              <a:ext uri="{FF2B5EF4-FFF2-40B4-BE49-F238E27FC236}">
                <a16:creationId xmlns:a16="http://schemas.microsoft.com/office/drawing/2014/main" id="{6044C07B-DEBC-4E07-A52B-18CDDC890C07}"/>
              </a:ext>
            </a:extLst>
          </p:cNvPr>
          <p:cNvSpPr>
            <a:spLocks noGrp="1"/>
          </p:cNvSpPr>
          <p:nvPr>
            <p:ph idx="1"/>
          </p:nvPr>
        </p:nvSpPr>
        <p:spPr/>
        <p:txBody>
          <a:bodyPr/>
          <a:lstStyle/>
          <a:p>
            <a:pPr marL="0" indent="0">
              <a:buNone/>
            </a:pPr>
            <a:r>
              <a:rPr lang="en-US" b="1" dirty="0"/>
              <a:t>Standards: </a:t>
            </a:r>
            <a:r>
              <a:rPr lang="en-US" dirty="0"/>
              <a:t>The learning goals or expectations for what students should know and be able to do at each grade level.</a:t>
            </a:r>
          </a:p>
          <a:p>
            <a:pPr marL="0" indent="0">
              <a:buNone/>
            </a:pPr>
            <a:endParaRPr lang="en-US" dirty="0"/>
          </a:p>
          <a:p>
            <a:pPr marL="0" indent="0">
              <a:buNone/>
            </a:pPr>
            <a:r>
              <a:rPr lang="en-US" b="1" dirty="0"/>
              <a:t>Objectives: </a:t>
            </a:r>
            <a:r>
              <a:rPr lang="en-US" dirty="0"/>
              <a:t>Brief statements that describe what students will be expected to learn by the end of the unit or lesson.</a:t>
            </a:r>
          </a:p>
        </p:txBody>
      </p:sp>
      <p:sp>
        <p:nvSpPr>
          <p:cNvPr id="4" name="Date Placeholder 3">
            <a:extLst>
              <a:ext uri="{FF2B5EF4-FFF2-40B4-BE49-F238E27FC236}">
                <a16:creationId xmlns:a16="http://schemas.microsoft.com/office/drawing/2014/main" id="{D4F3D108-5019-4C7A-B57E-A63EBED43BED}"/>
              </a:ext>
            </a:extLst>
          </p:cNvPr>
          <p:cNvSpPr>
            <a:spLocks noGrp="1"/>
          </p:cNvSpPr>
          <p:nvPr>
            <p:ph type="dt" sz="half" idx="10"/>
          </p:nvPr>
        </p:nvSpPr>
        <p:spPr/>
        <p:txBody>
          <a:bodyPr/>
          <a:lstStyle/>
          <a:p>
            <a:fld id="{A50A4456-6D77-4237-8218-40872579093E}" type="datetime1">
              <a:rPr lang="en-US" smtClean="0"/>
              <a:t>9/18/2022</a:t>
            </a:fld>
            <a:endParaRPr lang="en-US" dirty="0"/>
          </a:p>
        </p:txBody>
      </p:sp>
      <p:sp>
        <p:nvSpPr>
          <p:cNvPr id="5" name="Slide Number Placeholder 4">
            <a:extLst>
              <a:ext uri="{FF2B5EF4-FFF2-40B4-BE49-F238E27FC236}">
                <a16:creationId xmlns:a16="http://schemas.microsoft.com/office/drawing/2014/main" id="{14698DDE-816E-4C38-A0F9-BEAF081FD151}"/>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1361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Introductions</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Introduction: </a:t>
            </a:r>
            <a:r>
              <a:rPr lang="en-US" dirty="0"/>
              <a:t>an activity or question meant to activate prior knowledge, engage students, captivate their interests, and offer the opportunity for students to share what they already know about the subject.</a:t>
            </a:r>
          </a:p>
          <a:p>
            <a:pPr marL="0" indent="0">
              <a:buNone/>
            </a:pPr>
            <a:endParaRPr lang="en-US" dirty="0"/>
          </a:p>
          <a:p>
            <a:pPr marL="0" indent="0">
              <a:buNone/>
            </a:pPr>
            <a:r>
              <a:rPr lang="en-US" dirty="0"/>
              <a:t>Intro Activity: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241895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Direct Instruction</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Direct Instruction: </a:t>
            </a:r>
            <a:r>
              <a:rPr lang="en-US" dirty="0"/>
              <a:t>The use of explicit teaching techniques and modeling to teach a specific skill. This is where new content is introduced.</a:t>
            </a:r>
          </a:p>
          <a:p>
            <a:pPr marL="0" indent="0">
              <a:buNone/>
            </a:pPr>
            <a:endParaRPr lang="en-US" dirty="0"/>
          </a:p>
          <a:p>
            <a:pPr marL="0" indent="0">
              <a:buNone/>
            </a:pPr>
            <a:r>
              <a:rPr lang="en-US" dirty="0"/>
              <a:t>Direct Instruction: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371096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Guided Practice </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Guided Practice: </a:t>
            </a:r>
            <a:r>
              <a:rPr lang="en-US" dirty="0"/>
              <a:t>When students work with the teacher to practice and apply what they just learned during the direct instruction.</a:t>
            </a:r>
          </a:p>
          <a:p>
            <a:pPr marL="0" indent="0">
              <a:buNone/>
            </a:pPr>
            <a:endParaRPr lang="en-US" dirty="0"/>
          </a:p>
          <a:p>
            <a:pPr marL="0" indent="0">
              <a:buNone/>
            </a:pPr>
            <a:r>
              <a:rPr lang="en-US" dirty="0"/>
              <a:t>Guided Practice: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719718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Independent Practice </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Independent Practice: </a:t>
            </a:r>
            <a:r>
              <a:rPr lang="en-US" dirty="0"/>
              <a:t>When students apply what they have just learned without support from the teacher or their peers. </a:t>
            </a:r>
          </a:p>
          <a:p>
            <a:pPr marL="0" indent="0">
              <a:buNone/>
            </a:pPr>
            <a:endParaRPr lang="en-US" dirty="0"/>
          </a:p>
          <a:p>
            <a:pPr marL="0" indent="0">
              <a:buNone/>
            </a:pPr>
            <a:endParaRPr lang="en-US" dirty="0"/>
          </a:p>
          <a:p>
            <a:pPr marL="0" indent="0">
              <a:buNone/>
            </a:pPr>
            <a:r>
              <a:rPr lang="en-US" dirty="0"/>
              <a:t>Independent Practice: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94431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F30C-6662-4F71-A912-D09CBD39364C}"/>
              </a:ext>
            </a:extLst>
          </p:cNvPr>
          <p:cNvSpPr>
            <a:spLocks noGrp="1"/>
          </p:cNvSpPr>
          <p:nvPr>
            <p:ph type="title"/>
          </p:nvPr>
        </p:nvSpPr>
        <p:spPr/>
        <p:txBody>
          <a:bodyPr/>
          <a:lstStyle/>
          <a:p>
            <a:r>
              <a:rPr lang="en-US" dirty="0"/>
              <a:t>Debrief/Closing &amp; Assessment</a:t>
            </a:r>
          </a:p>
        </p:txBody>
      </p:sp>
      <p:sp>
        <p:nvSpPr>
          <p:cNvPr id="3" name="Content Placeholder 2">
            <a:extLst>
              <a:ext uri="{FF2B5EF4-FFF2-40B4-BE49-F238E27FC236}">
                <a16:creationId xmlns:a16="http://schemas.microsoft.com/office/drawing/2014/main" id="{0848F6BF-23E1-4B81-9B49-80A5D0A847B5}"/>
              </a:ext>
            </a:extLst>
          </p:cNvPr>
          <p:cNvSpPr>
            <a:spLocks noGrp="1"/>
          </p:cNvSpPr>
          <p:nvPr>
            <p:ph idx="1"/>
          </p:nvPr>
        </p:nvSpPr>
        <p:spPr/>
        <p:txBody>
          <a:bodyPr/>
          <a:lstStyle/>
          <a:p>
            <a:pPr marL="0" indent="0">
              <a:buNone/>
            </a:pPr>
            <a:r>
              <a:rPr lang="en-US" b="1" dirty="0"/>
              <a:t>Debrief/Closing: </a:t>
            </a:r>
            <a:r>
              <a:rPr lang="en-US" dirty="0"/>
              <a:t>The teacher and students examine and analyze their experience and learning after the completion of an activity or lesson.</a:t>
            </a:r>
          </a:p>
          <a:p>
            <a:pPr marL="0" indent="0">
              <a:buNone/>
            </a:pPr>
            <a:endParaRPr lang="en-US" dirty="0"/>
          </a:p>
          <a:p>
            <a:pPr marL="0" indent="0">
              <a:buNone/>
            </a:pPr>
            <a:r>
              <a:rPr lang="en-US" b="1" dirty="0"/>
              <a:t>Assessment: </a:t>
            </a:r>
            <a:r>
              <a:rPr lang="en-US" dirty="0"/>
              <a:t>Any tool used to collect, analyze, and respond to information about student understanding of learning targets.</a:t>
            </a:r>
          </a:p>
        </p:txBody>
      </p:sp>
      <p:sp>
        <p:nvSpPr>
          <p:cNvPr id="4" name="Date Placeholder 3">
            <a:extLst>
              <a:ext uri="{FF2B5EF4-FFF2-40B4-BE49-F238E27FC236}">
                <a16:creationId xmlns:a16="http://schemas.microsoft.com/office/drawing/2014/main" id="{0101990A-D410-43A8-90B7-10B5381BD5FE}"/>
              </a:ext>
            </a:extLst>
          </p:cNvPr>
          <p:cNvSpPr>
            <a:spLocks noGrp="1"/>
          </p:cNvSpPr>
          <p:nvPr>
            <p:ph type="dt" sz="half" idx="10"/>
          </p:nvPr>
        </p:nvSpPr>
        <p:spPr/>
        <p:txBody>
          <a:bodyPr/>
          <a:lstStyle/>
          <a:p>
            <a:fld id="{A50A4456-6D77-4237-8218-40872579093E}" type="datetime1">
              <a:rPr lang="en-US" smtClean="0"/>
              <a:t>9/18/2022</a:t>
            </a:fld>
            <a:endParaRPr lang="en-US" dirty="0"/>
          </a:p>
        </p:txBody>
      </p:sp>
      <p:sp>
        <p:nvSpPr>
          <p:cNvPr id="5" name="Slide Number Placeholder 4">
            <a:extLst>
              <a:ext uri="{FF2B5EF4-FFF2-40B4-BE49-F238E27FC236}">
                <a16:creationId xmlns:a16="http://schemas.microsoft.com/office/drawing/2014/main" id="{9B0E07AE-54DC-401E-8606-3AA282E98D40}"/>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104313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spcBef>
                <a:spcPts val="600"/>
              </a:spcBef>
              <a:spcAft>
                <a:spcPts val="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Examine the lesson plan in your </a:t>
            </a:r>
            <a:r>
              <a:rPr lang="en-US">
                <a:effectLst/>
                <a:latin typeface="Calibri" panose="020F0502020204030204" pitchFamily="34" charset="0"/>
                <a:ea typeface="Calibri" panose="020F0502020204030204" pitchFamily="34" charset="0"/>
                <a:cs typeface="Times New Roman" panose="02020603050405020304" pitchFamily="18" charset="0"/>
              </a:rPr>
              <a:t>Student Guide. </a:t>
            </a:r>
            <a:r>
              <a:rPr lang="en-US" dirty="0">
                <a:effectLst/>
                <a:latin typeface="Calibri" panose="020F0502020204030204" pitchFamily="34" charset="0"/>
                <a:ea typeface="Calibri" panose="020F0502020204030204" pitchFamily="34" charset="0"/>
                <a:cs typeface="Times New Roman" panose="02020603050405020304" pitchFamily="18" charset="0"/>
              </a:rPr>
              <a:t>Identify the components of a high-quality lesson plan and identify how the standards, objectives, learning activities (introduction, direct instruction, guided practice, independent practice, and debrief), and assessment align.  </a:t>
            </a:r>
          </a:p>
          <a:p>
            <a:pPr marL="0" marR="0" indent="0">
              <a:spcBef>
                <a:spcPts val="0"/>
              </a:spcBef>
              <a:spcAft>
                <a:spcPts val="6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ADBE154-4C0D-48FA-BB92-9E83DBB9AB63}"/>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TotalTime>
  <Words>630</Words>
  <Application>Microsoft Office PowerPoint</Application>
  <PresentationFormat>Widescreen</PresentationFormat>
  <Paragraphs>85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Instructional Practices| Unit 6: Instructional Alignment| Lesson 6.03</vt:lpstr>
      <vt:lpstr>TEKS Standards &amp; Objectives</vt:lpstr>
      <vt:lpstr>Bellringer</vt:lpstr>
      <vt:lpstr>Components of a Lesson Plan</vt:lpstr>
      <vt:lpstr>Standards &amp; Objectives</vt:lpstr>
      <vt:lpstr>Introductions</vt:lpstr>
      <vt:lpstr>Direct Instruction</vt:lpstr>
      <vt:lpstr>Guided Practice </vt:lpstr>
      <vt:lpstr>Independent Practice </vt:lpstr>
      <vt:lpstr>Debrief/Closing &amp; Assessment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6.03: Components of a Lesson Plan</dc:title>
  <dc:subject>Lesson 6.03: Components of a Lesson Plan</dc:subject>
  <dc:creator>Texas Education Agency</dc:creator>
  <cp:lastModifiedBy>White (she/her), Whitney</cp:lastModifiedBy>
  <cp:revision>2</cp:revision>
  <dcterms:created xsi:type="dcterms:W3CDTF">2022-05-09T19:40:20Z</dcterms:created>
  <dcterms:modified xsi:type="dcterms:W3CDTF">2022-09-18T05:05:00Z</dcterms:modified>
</cp:coreProperties>
</file>
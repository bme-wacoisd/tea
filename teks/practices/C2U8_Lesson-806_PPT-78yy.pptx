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9" r:id="rId3"/>
    <p:sldId id="258" r:id="rId4"/>
    <p:sldId id="271"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E000ABC9-E9F5-430F-B087-F09C6DF407C1}">
          <p14:sldIdLst>
            <p14:sldId id="256"/>
            <p14:sldId id="259"/>
            <p14:sldId id="258"/>
            <p14:sldId id="271"/>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83F0FD-1225-4D8D-A297-9A1265261C9A}" v="3" dt="2023-01-25T17:44:54.105"/>
    <p1510:client id="{2C5490C0-EC31-4D5A-857D-B30248D704AD}" v="11" dt="2023-01-25T15:42:11.181"/>
    <p1510:client id="{590480D1-D213-43E9-96E8-8D9EE0D4E4AE}" v="3" dt="2023-01-25T16:09:48.576"/>
    <p1510:client id="{97A8789F-27EC-493A-B13E-DB853CC06DF7}" v="4" dt="2023-01-25T15:58:05.8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2" autoAdjust="0"/>
    <p:restoredTop sz="94660"/>
  </p:normalViewPr>
  <p:slideViewPr>
    <p:cSldViewPr snapToGrid="0">
      <p:cViewPr varScale="1">
        <p:scale>
          <a:sx n="114" d="100"/>
          <a:sy n="114" d="100"/>
        </p:scale>
        <p:origin x="27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590480D1-D213-43E9-96E8-8D9EE0D4E4AE}"/>
    <pc:docChg chg="modSld">
      <pc:chgData name="White (she/her), Whitney" userId="65f39021-2f1d-4d8b-87dc-b123826f65bf" providerId="ADAL" clId="{590480D1-D213-43E9-96E8-8D9EE0D4E4AE}" dt="2023-01-25T16:06:28.426" v="1" actId="20577"/>
      <pc:docMkLst>
        <pc:docMk/>
      </pc:docMkLst>
      <pc:sldChg chg="modSp mod">
        <pc:chgData name="White (she/her), Whitney" userId="65f39021-2f1d-4d8b-87dc-b123826f65bf" providerId="ADAL" clId="{590480D1-D213-43E9-96E8-8D9EE0D4E4AE}" dt="2023-01-25T16:06:28.426" v="1" actId="20577"/>
        <pc:sldMkLst>
          <pc:docMk/>
          <pc:sldMk cId="1482277026" sldId="256"/>
        </pc:sldMkLst>
        <pc:spChg chg="mod">
          <ac:chgData name="White (she/her), Whitney" userId="65f39021-2f1d-4d8b-87dc-b123826f65bf" providerId="ADAL" clId="{590480D1-D213-43E9-96E8-8D9EE0D4E4AE}" dt="2023-01-25T16:06:25.208" v="0" actId="20577"/>
          <ac:spMkLst>
            <pc:docMk/>
            <pc:sldMk cId="1482277026" sldId="256"/>
            <ac:spMk id="2" creationId="{BFFCF5BD-F8FF-4A67-A8B6-EBB21E79279B}"/>
          </ac:spMkLst>
        </pc:spChg>
        <pc:spChg chg="mod">
          <ac:chgData name="White (she/her), Whitney" userId="65f39021-2f1d-4d8b-87dc-b123826f65bf" providerId="ADAL" clId="{590480D1-D213-43E9-96E8-8D9EE0D4E4AE}" dt="2023-01-25T16:06:28.426" v="1" actId="20577"/>
          <ac:spMkLst>
            <pc:docMk/>
            <pc:sldMk cId="1482277026" sldId="256"/>
            <ac:spMk id="3" creationId="{E0FBD98F-3A67-498E-8174-652040DD7B60}"/>
          </ac:spMkLst>
        </pc:spChg>
      </pc:sldChg>
    </pc:docChg>
  </pc:docChgLst>
  <pc:docChgLst>
    <pc:chgData name="White (she/her), Whitney" userId="65f39021-2f1d-4d8b-87dc-b123826f65bf" providerId="ADAL" clId="{7DC62D2F-EE24-4487-9929-02D1D00D3CE9}"/>
    <pc:docChg chg="custSel addSld modSld modSection">
      <pc:chgData name="White (she/her), Whitney" userId="65f39021-2f1d-4d8b-87dc-b123826f65bf" providerId="ADAL" clId="{7DC62D2F-EE24-4487-9929-02D1D00D3CE9}" dt="2023-01-17T18:31:53.332" v="185" actId="1076"/>
      <pc:docMkLst>
        <pc:docMk/>
      </pc:docMkLst>
      <pc:sldChg chg="modSp mod">
        <pc:chgData name="White (she/her), Whitney" userId="65f39021-2f1d-4d8b-87dc-b123826f65bf" providerId="ADAL" clId="{7DC62D2F-EE24-4487-9929-02D1D00D3CE9}" dt="2023-01-17T18:26:04.583" v="86" actId="20577"/>
        <pc:sldMkLst>
          <pc:docMk/>
          <pc:sldMk cId="1482277026" sldId="256"/>
        </pc:sldMkLst>
        <pc:spChg chg="mod">
          <ac:chgData name="White (she/her), Whitney" userId="65f39021-2f1d-4d8b-87dc-b123826f65bf" providerId="ADAL" clId="{7DC62D2F-EE24-4487-9929-02D1D00D3CE9}" dt="2023-01-17T18:26:04.583" v="86" actId="20577"/>
          <ac:spMkLst>
            <pc:docMk/>
            <pc:sldMk cId="1482277026" sldId="256"/>
            <ac:spMk id="2" creationId="{BFFCF5BD-F8FF-4A67-A8B6-EBB21E79279B}"/>
          </ac:spMkLst>
        </pc:spChg>
        <pc:spChg chg="mod">
          <ac:chgData name="White (she/her), Whitney" userId="65f39021-2f1d-4d8b-87dc-b123826f65bf" providerId="ADAL" clId="{7DC62D2F-EE24-4487-9929-02D1D00D3CE9}" dt="2023-01-17T18:25:34.332" v="46" actId="20577"/>
          <ac:spMkLst>
            <pc:docMk/>
            <pc:sldMk cId="1482277026" sldId="256"/>
            <ac:spMk id="3" creationId="{E0FBD98F-3A67-498E-8174-652040DD7B60}"/>
          </ac:spMkLst>
        </pc:spChg>
      </pc:sldChg>
      <pc:sldChg chg="modSp mod">
        <pc:chgData name="White (she/her), Whitney" userId="65f39021-2f1d-4d8b-87dc-b123826f65bf" providerId="ADAL" clId="{7DC62D2F-EE24-4487-9929-02D1D00D3CE9}" dt="2023-01-17T18:29:06.181" v="116" actId="403"/>
        <pc:sldMkLst>
          <pc:docMk/>
          <pc:sldMk cId="4071305681" sldId="258"/>
        </pc:sldMkLst>
        <pc:spChg chg="mod">
          <ac:chgData name="White (she/her), Whitney" userId="65f39021-2f1d-4d8b-87dc-b123826f65bf" providerId="ADAL" clId="{7DC62D2F-EE24-4487-9929-02D1D00D3CE9}" dt="2023-01-17T18:29:06.181" v="116" actId="403"/>
          <ac:spMkLst>
            <pc:docMk/>
            <pc:sldMk cId="4071305681" sldId="258"/>
            <ac:spMk id="3" creationId="{392BE286-77A6-49DD-B15D-7E4718D52FE7}"/>
          </ac:spMkLst>
        </pc:spChg>
      </pc:sldChg>
      <pc:sldChg chg="modSp mod">
        <pc:chgData name="White (she/her), Whitney" userId="65f39021-2f1d-4d8b-87dc-b123826f65bf" providerId="ADAL" clId="{7DC62D2F-EE24-4487-9929-02D1D00D3CE9}" dt="2023-01-17T18:27:35.195" v="106" actId="403"/>
        <pc:sldMkLst>
          <pc:docMk/>
          <pc:sldMk cId="2772527113" sldId="259"/>
        </pc:sldMkLst>
        <pc:spChg chg="mod">
          <ac:chgData name="White (she/her), Whitney" userId="65f39021-2f1d-4d8b-87dc-b123826f65bf" providerId="ADAL" clId="{7DC62D2F-EE24-4487-9929-02D1D00D3CE9}" dt="2023-01-17T18:27:35.195" v="106" actId="403"/>
          <ac:spMkLst>
            <pc:docMk/>
            <pc:sldMk cId="2772527113" sldId="259"/>
            <ac:spMk id="3" creationId="{8CE08C7F-0286-423B-92F7-DEB89F31111A}"/>
          </ac:spMkLst>
        </pc:spChg>
      </pc:sldChg>
      <pc:sldChg chg="modSp mod">
        <pc:chgData name="White (she/her), Whitney" userId="65f39021-2f1d-4d8b-87dc-b123826f65bf" providerId="ADAL" clId="{7DC62D2F-EE24-4487-9929-02D1D00D3CE9}" dt="2023-01-17T18:28:20.545" v="111" actId="403"/>
        <pc:sldMkLst>
          <pc:docMk/>
          <pc:sldMk cId="2147408764" sldId="260"/>
        </pc:sldMkLst>
        <pc:spChg chg="mod">
          <ac:chgData name="White (she/her), Whitney" userId="65f39021-2f1d-4d8b-87dc-b123826f65bf" providerId="ADAL" clId="{7DC62D2F-EE24-4487-9929-02D1D00D3CE9}" dt="2023-01-17T18:28:20.545" v="111" actId="403"/>
          <ac:spMkLst>
            <pc:docMk/>
            <pc:sldMk cId="2147408764" sldId="260"/>
            <ac:spMk id="3" creationId="{49F2A5AF-3C0B-4968-A438-E435325199EA}"/>
          </ac:spMkLst>
        </pc:spChg>
      </pc:sldChg>
      <pc:sldChg chg="modSp mod">
        <pc:chgData name="White (she/her), Whitney" userId="65f39021-2f1d-4d8b-87dc-b123826f65bf" providerId="ADAL" clId="{7DC62D2F-EE24-4487-9929-02D1D00D3CE9}" dt="2023-01-17T18:29:51.513" v="125" actId="403"/>
        <pc:sldMkLst>
          <pc:docMk/>
          <pc:sldMk cId="3054216349" sldId="261"/>
        </pc:sldMkLst>
        <pc:spChg chg="mod">
          <ac:chgData name="White (she/her), Whitney" userId="65f39021-2f1d-4d8b-87dc-b123826f65bf" providerId="ADAL" clId="{7DC62D2F-EE24-4487-9929-02D1D00D3CE9}" dt="2023-01-17T18:29:51.513" v="125" actId="403"/>
          <ac:spMkLst>
            <pc:docMk/>
            <pc:sldMk cId="3054216349" sldId="261"/>
            <ac:spMk id="3" creationId="{AE13FDB6-F093-4D9E-B14E-3D7DB894C34C}"/>
          </ac:spMkLst>
        </pc:spChg>
      </pc:sldChg>
      <pc:sldChg chg="modSp new mod">
        <pc:chgData name="White (she/her), Whitney" userId="65f39021-2f1d-4d8b-87dc-b123826f65bf" providerId="ADAL" clId="{7DC62D2F-EE24-4487-9929-02D1D00D3CE9}" dt="2023-01-17T18:30:49.902" v="142" actId="403"/>
        <pc:sldMkLst>
          <pc:docMk/>
          <pc:sldMk cId="258332572" sldId="262"/>
        </pc:sldMkLst>
        <pc:spChg chg="mod">
          <ac:chgData name="White (she/her), Whitney" userId="65f39021-2f1d-4d8b-87dc-b123826f65bf" providerId="ADAL" clId="{7DC62D2F-EE24-4487-9929-02D1D00D3CE9}" dt="2023-01-17T18:30:39.016" v="136" actId="20577"/>
          <ac:spMkLst>
            <pc:docMk/>
            <pc:sldMk cId="258332572" sldId="262"/>
            <ac:spMk id="2" creationId="{570D72F3-79E4-4001-9748-B7FC67079A57}"/>
          </ac:spMkLst>
        </pc:spChg>
        <pc:spChg chg="mod">
          <ac:chgData name="White (she/her), Whitney" userId="65f39021-2f1d-4d8b-87dc-b123826f65bf" providerId="ADAL" clId="{7DC62D2F-EE24-4487-9929-02D1D00D3CE9}" dt="2023-01-17T18:30:49.902" v="142" actId="403"/>
          <ac:spMkLst>
            <pc:docMk/>
            <pc:sldMk cId="258332572" sldId="262"/>
            <ac:spMk id="3" creationId="{0E82C669-9955-4209-B20C-3F3A754CDA3C}"/>
          </ac:spMkLst>
        </pc:spChg>
      </pc:sldChg>
      <pc:sldChg chg="addSp delSp modSp new mod">
        <pc:chgData name="White (she/her), Whitney" userId="65f39021-2f1d-4d8b-87dc-b123826f65bf" providerId="ADAL" clId="{7DC62D2F-EE24-4487-9929-02D1D00D3CE9}" dt="2023-01-17T18:31:53.332" v="185" actId="1076"/>
        <pc:sldMkLst>
          <pc:docMk/>
          <pc:sldMk cId="498985592" sldId="263"/>
        </pc:sldMkLst>
        <pc:spChg chg="mod">
          <ac:chgData name="White (she/her), Whitney" userId="65f39021-2f1d-4d8b-87dc-b123826f65bf" providerId="ADAL" clId="{7DC62D2F-EE24-4487-9929-02D1D00D3CE9}" dt="2023-01-17T18:31:53.332" v="185" actId="1076"/>
          <ac:spMkLst>
            <pc:docMk/>
            <pc:sldMk cId="498985592" sldId="263"/>
            <ac:spMk id="2" creationId="{67E8180B-6498-44E5-AD81-0674C51652BA}"/>
          </ac:spMkLst>
        </pc:spChg>
        <pc:spChg chg="del mod">
          <ac:chgData name="White (she/her), Whitney" userId="65f39021-2f1d-4d8b-87dc-b123826f65bf" providerId="ADAL" clId="{7DC62D2F-EE24-4487-9929-02D1D00D3CE9}" dt="2023-01-17T18:31:12.625" v="145"/>
          <ac:spMkLst>
            <pc:docMk/>
            <pc:sldMk cId="498985592" sldId="263"/>
            <ac:spMk id="3" creationId="{B5D47964-DA24-4793-B602-9850F1CB377F}"/>
          </ac:spMkLst>
        </pc:spChg>
        <pc:spChg chg="mod ord">
          <ac:chgData name="White (she/her), Whitney" userId="65f39021-2f1d-4d8b-87dc-b123826f65bf" providerId="ADAL" clId="{7DC62D2F-EE24-4487-9929-02D1D00D3CE9}" dt="2023-01-17T18:31:29.183" v="177" actId="26606"/>
          <ac:spMkLst>
            <pc:docMk/>
            <pc:sldMk cId="498985592" sldId="263"/>
            <ac:spMk id="4" creationId="{AE9B95AA-02D0-4645-A751-287261502606}"/>
          </ac:spMkLst>
        </pc:spChg>
        <pc:picChg chg="add mod">
          <ac:chgData name="White (she/her), Whitney" userId="65f39021-2f1d-4d8b-87dc-b123826f65bf" providerId="ADAL" clId="{7DC62D2F-EE24-4487-9929-02D1D00D3CE9}" dt="2023-01-17T18:31:47.521" v="184" actId="1076"/>
          <ac:picMkLst>
            <pc:docMk/>
            <pc:sldMk cId="498985592" sldId="263"/>
            <ac:picMk id="5" creationId="{63239C00-4576-4356-885C-80F8C6E20940}"/>
          </ac:picMkLst>
        </pc:picChg>
      </pc:sldChg>
    </pc:docChg>
  </pc:docChgLst>
  <pc:docChgLst>
    <pc:chgData name="White (she/her), Whitney" userId="65f39021-2f1d-4d8b-87dc-b123826f65bf" providerId="ADAL" clId="{2C5490C0-EC31-4D5A-857D-B30248D704AD}"/>
    <pc:docChg chg="undo custSel addSld delSld modSld modSection">
      <pc:chgData name="White (she/her), Whitney" userId="65f39021-2f1d-4d8b-87dc-b123826f65bf" providerId="ADAL" clId="{2C5490C0-EC31-4D5A-857D-B30248D704AD}" dt="2023-01-25T15:41:36.742" v="244" actId="20577"/>
      <pc:docMkLst>
        <pc:docMk/>
      </pc:docMkLst>
      <pc:sldChg chg="modSp mod">
        <pc:chgData name="White (she/her), Whitney" userId="65f39021-2f1d-4d8b-87dc-b123826f65bf" providerId="ADAL" clId="{2C5490C0-EC31-4D5A-857D-B30248D704AD}" dt="2023-01-25T15:18:55.560" v="33" actId="20577"/>
        <pc:sldMkLst>
          <pc:docMk/>
          <pc:sldMk cId="1482277026" sldId="256"/>
        </pc:sldMkLst>
        <pc:spChg chg="mod">
          <ac:chgData name="White (she/her), Whitney" userId="65f39021-2f1d-4d8b-87dc-b123826f65bf" providerId="ADAL" clId="{2C5490C0-EC31-4D5A-857D-B30248D704AD}" dt="2023-01-25T15:18:37.032" v="5" actId="20577"/>
          <ac:spMkLst>
            <pc:docMk/>
            <pc:sldMk cId="1482277026" sldId="256"/>
            <ac:spMk id="2" creationId="{BFFCF5BD-F8FF-4A67-A8B6-EBB21E79279B}"/>
          </ac:spMkLst>
        </pc:spChg>
        <pc:spChg chg="mod">
          <ac:chgData name="White (she/her), Whitney" userId="65f39021-2f1d-4d8b-87dc-b123826f65bf" providerId="ADAL" clId="{2C5490C0-EC31-4D5A-857D-B30248D704AD}" dt="2023-01-25T15:18:55.560" v="33" actId="20577"/>
          <ac:spMkLst>
            <pc:docMk/>
            <pc:sldMk cId="1482277026" sldId="256"/>
            <ac:spMk id="3" creationId="{E0FBD98F-3A67-498E-8174-652040DD7B60}"/>
          </ac:spMkLst>
        </pc:spChg>
      </pc:sldChg>
      <pc:sldChg chg="modSp mod">
        <pc:chgData name="White (she/her), Whitney" userId="65f39021-2f1d-4d8b-87dc-b123826f65bf" providerId="ADAL" clId="{2C5490C0-EC31-4D5A-857D-B30248D704AD}" dt="2023-01-25T15:21:20.149" v="59" actId="20577"/>
        <pc:sldMkLst>
          <pc:docMk/>
          <pc:sldMk cId="4071305681" sldId="258"/>
        </pc:sldMkLst>
        <pc:spChg chg="mod">
          <ac:chgData name="White (she/her), Whitney" userId="65f39021-2f1d-4d8b-87dc-b123826f65bf" providerId="ADAL" clId="{2C5490C0-EC31-4D5A-857D-B30248D704AD}" dt="2023-01-25T15:21:20.149" v="59" actId="20577"/>
          <ac:spMkLst>
            <pc:docMk/>
            <pc:sldMk cId="4071305681" sldId="258"/>
            <ac:spMk id="3" creationId="{392BE286-77A6-49DD-B15D-7E4718D52FE7}"/>
          </ac:spMkLst>
        </pc:spChg>
      </pc:sldChg>
      <pc:sldChg chg="modSp mod">
        <pc:chgData name="White (she/her), Whitney" userId="65f39021-2f1d-4d8b-87dc-b123826f65bf" providerId="ADAL" clId="{2C5490C0-EC31-4D5A-857D-B30248D704AD}" dt="2023-01-25T15:19:21.934" v="42" actId="255"/>
        <pc:sldMkLst>
          <pc:docMk/>
          <pc:sldMk cId="2772527113" sldId="259"/>
        </pc:sldMkLst>
        <pc:spChg chg="mod">
          <ac:chgData name="White (she/her), Whitney" userId="65f39021-2f1d-4d8b-87dc-b123826f65bf" providerId="ADAL" clId="{2C5490C0-EC31-4D5A-857D-B30248D704AD}" dt="2023-01-25T15:19:21.934" v="42" actId="255"/>
          <ac:spMkLst>
            <pc:docMk/>
            <pc:sldMk cId="2772527113" sldId="259"/>
            <ac:spMk id="3" creationId="{8CE08C7F-0286-423B-92F7-DEB89F31111A}"/>
          </ac:spMkLst>
        </pc:spChg>
      </pc:sldChg>
      <pc:sldChg chg="modSp mod">
        <pc:chgData name="White (she/her), Whitney" userId="65f39021-2f1d-4d8b-87dc-b123826f65bf" providerId="ADAL" clId="{2C5490C0-EC31-4D5A-857D-B30248D704AD}" dt="2023-01-25T15:41:36.742" v="244" actId="20577"/>
        <pc:sldMkLst>
          <pc:docMk/>
          <pc:sldMk cId="2147408764" sldId="260"/>
        </pc:sldMkLst>
        <pc:spChg chg="mod">
          <ac:chgData name="White (she/her), Whitney" userId="65f39021-2f1d-4d8b-87dc-b123826f65bf" providerId="ADAL" clId="{2C5490C0-EC31-4D5A-857D-B30248D704AD}" dt="2023-01-25T15:41:36.742" v="244" actId="20577"/>
          <ac:spMkLst>
            <pc:docMk/>
            <pc:sldMk cId="2147408764" sldId="260"/>
            <ac:spMk id="3" creationId="{49F2A5AF-3C0B-4968-A438-E435325199EA}"/>
          </ac:spMkLst>
        </pc:spChg>
      </pc:sldChg>
      <pc:sldChg chg="addSp delSp modSp mod">
        <pc:chgData name="White (she/her), Whitney" userId="65f39021-2f1d-4d8b-87dc-b123826f65bf" providerId="ADAL" clId="{2C5490C0-EC31-4D5A-857D-B30248D704AD}" dt="2023-01-25T15:25:43.300" v="71" actId="14100"/>
        <pc:sldMkLst>
          <pc:docMk/>
          <pc:sldMk cId="3054216349" sldId="261"/>
        </pc:sldMkLst>
        <pc:spChg chg="del mod">
          <ac:chgData name="White (she/her), Whitney" userId="65f39021-2f1d-4d8b-87dc-b123826f65bf" providerId="ADAL" clId="{2C5490C0-EC31-4D5A-857D-B30248D704AD}" dt="2023-01-25T15:25:15.998" v="61"/>
          <ac:spMkLst>
            <pc:docMk/>
            <pc:sldMk cId="3054216349" sldId="261"/>
            <ac:spMk id="3" creationId="{AE13FDB6-F093-4D9E-B14E-3D7DB894C34C}"/>
          </ac:spMkLst>
        </pc:spChg>
        <pc:graphicFrameChg chg="add mod modGraphic">
          <ac:chgData name="White (she/her), Whitney" userId="65f39021-2f1d-4d8b-87dc-b123826f65bf" providerId="ADAL" clId="{2C5490C0-EC31-4D5A-857D-B30248D704AD}" dt="2023-01-25T15:25:43.300" v="71" actId="14100"/>
          <ac:graphicFrameMkLst>
            <pc:docMk/>
            <pc:sldMk cId="3054216349" sldId="261"/>
            <ac:graphicFrameMk id="5" creationId="{A4957574-645A-47DA-BD7C-77BE31A01943}"/>
          </ac:graphicFrameMkLst>
        </pc:graphicFrameChg>
      </pc:sldChg>
      <pc:sldChg chg="addSp delSp modSp mod">
        <pc:chgData name="White (she/her), Whitney" userId="65f39021-2f1d-4d8b-87dc-b123826f65bf" providerId="ADAL" clId="{2C5490C0-EC31-4D5A-857D-B30248D704AD}" dt="2023-01-25T15:26:48.440" v="81" actId="1076"/>
        <pc:sldMkLst>
          <pc:docMk/>
          <pc:sldMk cId="258332572" sldId="262"/>
        </pc:sldMkLst>
        <pc:spChg chg="del mod">
          <ac:chgData name="White (she/her), Whitney" userId="65f39021-2f1d-4d8b-87dc-b123826f65bf" providerId="ADAL" clId="{2C5490C0-EC31-4D5A-857D-B30248D704AD}" dt="2023-01-25T15:26:46.398" v="80" actId="21"/>
          <ac:spMkLst>
            <pc:docMk/>
            <pc:sldMk cId="258332572" sldId="262"/>
            <ac:spMk id="2" creationId="{570D72F3-79E4-4001-9748-B7FC67079A57}"/>
          </ac:spMkLst>
        </pc:spChg>
        <pc:spChg chg="del mod">
          <ac:chgData name="White (she/her), Whitney" userId="65f39021-2f1d-4d8b-87dc-b123826f65bf" providerId="ADAL" clId="{2C5490C0-EC31-4D5A-857D-B30248D704AD}" dt="2023-01-25T15:26:14.533" v="73"/>
          <ac:spMkLst>
            <pc:docMk/>
            <pc:sldMk cId="258332572" sldId="262"/>
            <ac:spMk id="3" creationId="{0E82C669-9955-4209-B20C-3F3A754CDA3C}"/>
          </ac:spMkLst>
        </pc:spChg>
        <pc:picChg chg="add mod">
          <ac:chgData name="White (she/her), Whitney" userId="65f39021-2f1d-4d8b-87dc-b123826f65bf" providerId="ADAL" clId="{2C5490C0-EC31-4D5A-857D-B30248D704AD}" dt="2023-01-25T15:26:48.440" v="81" actId="1076"/>
          <ac:picMkLst>
            <pc:docMk/>
            <pc:sldMk cId="258332572" sldId="262"/>
            <ac:picMk id="5" creationId="{DC7D3B62-46B2-43FE-B87C-3AED60C836B8}"/>
          </ac:picMkLst>
        </pc:picChg>
      </pc:sldChg>
      <pc:sldChg chg="addSp delSp modSp mod">
        <pc:chgData name="White (she/her), Whitney" userId="65f39021-2f1d-4d8b-87dc-b123826f65bf" providerId="ADAL" clId="{2C5490C0-EC31-4D5A-857D-B30248D704AD}" dt="2023-01-25T15:28:56.060" v="133" actId="403"/>
        <pc:sldMkLst>
          <pc:docMk/>
          <pc:sldMk cId="498985592" sldId="263"/>
        </pc:sldMkLst>
        <pc:spChg chg="mod">
          <ac:chgData name="White (she/her), Whitney" userId="65f39021-2f1d-4d8b-87dc-b123826f65bf" providerId="ADAL" clId="{2C5490C0-EC31-4D5A-857D-B30248D704AD}" dt="2023-01-25T15:28:00.254" v="118" actId="1076"/>
          <ac:spMkLst>
            <pc:docMk/>
            <pc:sldMk cId="498985592" sldId="263"/>
            <ac:spMk id="2" creationId="{67E8180B-6498-44E5-AD81-0674C51652BA}"/>
          </ac:spMkLst>
        </pc:spChg>
        <pc:spChg chg="add del mod">
          <ac:chgData name="White (she/her), Whitney" userId="65f39021-2f1d-4d8b-87dc-b123826f65bf" providerId="ADAL" clId="{2C5490C0-EC31-4D5A-857D-B30248D704AD}" dt="2023-01-25T15:28:07.039" v="120"/>
          <ac:spMkLst>
            <pc:docMk/>
            <pc:sldMk cId="498985592" sldId="263"/>
            <ac:spMk id="6" creationId="{60CC13CC-9F80-4130-81D3-549F69C61675}"/>
          </ac:spMkLst>
        </pc:spChg>
        <pc:graphicFrameChg chg="add mod modGraphic">
          <ac:chgData name="White (she/her), Whitney" userId="65f39021-2f1d-4d8b-87dc-b123826f65bf" providerId="ADAL" clId="{2C5490C0-EC31-4D5A-857D-B30248D704AD}" dt="2023-01-25T15:28:56.060" v="133" actId="403"/>
          <ac:graphicFrameMkLst>
            <pc:docMk/>
            <pc:sldMk cId="498985592" sldId="263"/>
            <ac:graphicFrameMk id="7" creationId="{5FDD475B-C6CC-4B8A-BF1E-CC6CB3E6FF61}"/>
          </ac:graphicFrameMkLst>
        </pc:graphicFrameChg>
        <pc:picChg chg="del">
          <ac:chgData name="White (she/her), Whitney" userId="65f39021-2f1d-4d8b-87dc-b123826f65bf" providerId="ADAL" clId="{2C5490C0-EC31-4D5A-857D-B30248D704AD}" dt="2023-01-25T15:27:27.959" v="83" actId="21"/>
          <ac:picMkLst>
            <pc:docMk/>
            <pc:sldMk cId="498985592" sldId="263"/>
            <ac:picMk id="5" creationId="{63239C00-4576-4356-885C-80F8C6E20940}"/>
          </ac:picMkLst>
        </pc:picChg>
      </pc:sldChg>
      <pc:sldChg chg="modSp add mod">
        <pc:chgData name="White (she/her), Whitney" userId="65f39021-2f1d-4d8b-87dc-b123826f65bf" providerId="ADAL" clId="{2C5490C0-EC31-4D5A-857D-B30248D704AD}" dt="2023-01-25T15:29:21.296" v="136" actId="255"/>
        <pc:sldMkLst>
          <pc:docMk/>
          <pc:sldMk cId="2234076779" sldId="264"/>
        </pc:sldMkLst>
        <pc:graphicFrameChg chg="mod modGraphic">
          <ac:chgData name="White (she/her), Whitney" userId="65f39021-2f1d-4d8b-87dc-b123826f65bf" providerId="ADAL" clId="{2C5490C0-EC31-4D5A-857D-B30248D704AD}" dt="2023-01-25T15:29:21.296" v="136" actId="255"/>
          <ac:graphicFrameMkLst>
            <pc:docMk/>
            <pc:sldMk cId="2234076779" sldId="264"/>
            <ac:graphicFrameMk id="7" creationId="{5FDD475B-C6CC-4B8A-BF1E-CC6CB3E6FF61}"/>
          </ac:graphicFrameMkLst>
        </pc:graphicFrameChg>
      </pc:sldChg>
      <pc:sldChg chg="modSp add mod">
        <pc:chgData name="White (she/her), Whitney" userId="65f39021-2f1d-4d8b-87dc-b123826f65bf" providerId="ADAL" clId="{2C5490C0-EC31-4D5A-857D-B30248D704AD}" dt="2023-01-25T15:29:44.019" v="139" actId="255"/>
        <pc:sldMkLst>
          <pc:docMk/>
          <pc:sldMk cId="3746039917" sldId="265"/>
        </pc:sldMkLst>
        <pc:graphicFrameChg chg="mod modGraphic">
          <ac:chgData name="White (she/her), Whitney" userId="65f39021-2f1d-4d8b-87dc-b123826f65bf" providerId="ADAL" clId="{2C5490C0-EC31-4D5A-857D-B30248D704AD}" dt="2023-01-25T15:29:44.019" v="139" actId="255"/>
          <ac:graphicFrameMkLst>
            <pc:docMk/>
            <pc:sldMk cId="3746039917" sldId="265"/>
            <ac:graphicFrameMk id="7" creationId="{5FDD475B-C6CC-4B8A-BF1E-CC6CB3E6FF61}"/>
          </ac:graphicFrameMkLst>
        </pc:graphicFrameChg>
      </pc:sldChg>
      <pc:sldChg chg="modSp new mod">
        <pc:chgData name="White (she/her), Whitney" userId="65f39021-2f1d-4d8b-87dc-b123826f65bf" providerId="ADAL" clId="{2C5490C0-EC31-4D5A-857D-B30248D704AD}" dt="2023-01-25T15:33:05.023" v="200" actId="20577"/>
        <pc:sldMkLst>
          <pc:docMk/>
          <pc:sldMk cId="2877505278" sldId="266"/>
        </pc:sldMkLst>
        <pc:spChg chg="mod">
          <ac:chgData name="White (she/her), Whitney" userId="65f39021-2f1d-4d8b-87dc-b123826f65bf" providerId="ADAL" clId="{2C5490C0-EC31-4D5A-857D-B30248D704AD}" dt="2023-01-25T15:33:05.023" v="200" actId="20577"/>
          <ac:spMkLst>
            <pc:docMk/>
            <pc:sldMk cId="2877505278" sldId="266"/>
            <ac:spMk id="2" creationId="{CECF6631-6CAC-42C0-B2F9-C75B06FDDEA7}"/>
          </ac:spMkLst>
        </pc:spChg>
        <pc:spChg chg="mod">
          <ac:chgData name="White (she/her), Whitney" userId="65f39021-2f1d-4d8b-87dc-b123826f65bf" providerId="ADAL" clId="{2C5490C0-EC31-4D5A-857D-B30248D704AD}" dt="2023-01-25T15:30:19.617" v="167" actId="403"/>
          <ac:spMkLst>
            <pc:docMk/>
            <pc:sldMk cId="2877505278" sldId="266"/>
            <ac:spMk id="3" creationId="{A7B3D956-96C0-497F-85BA-4332DFF84C2F}"/>
          </ac:spMkLst>
        </pc:spChg>
      </pc:sldChg>
      <pc:sldChg chg="addSp delSp modSp new mod">
        <pc:chgData name="White (she/her), Whitney" userId="65f39021-2f1d-4d8b-87dc-b123826f65bf" providerId="ADAL" clId="{2C5490C0-EC31-4D5A-857D-B30248D704AD}" dt="2023-01-25T15:32:00.991" v="186" actId="1076"/>
        <pc:sldMkLst>
          <pc:docMk/>
          <pc:sldMk cId="3055683484" sldId="267"/>
        </pc:sldMkLst>
        <pc:spChg chg="mod">
          <ac:chgData name="White (she/her), Whitney" userId="65f39021-2f1d-4d8b-87dc-b123826f65bf" providerId="ADAL" clId="{2C5490C0-EC31-4D5A-857D-B30248D704AD}" dt="2023-01-25T15:31:42.562" v="181" actId="20577"/>
          <ac:spMkLst>
            <pc:docMk/>
            <pc:sldMk cId="3055683484" sldId="267"/>
            <ac:spMk id="2" creationId="{8B2EB68F-78A0-49ED-8653-187AD2088682}"/>
          </ac:spMkLst>
        </pc:spChg>
        <pc:spChg chg="del mod">
          <ac:chgData name="White (she/her), Whitney" userId="65f39021-2f1d-4d8b-87dc-b123826f65bf" providerId="ADAL" clId="{2C5490C0-EC31-4D5A-857D-B30248D704AD}" dt="2023-01-25T15:31:45.440" v="183"/>
          <ac:spMkLst>
            <pc:docMk/>
            <pc:sldMk cId="3055683484" sldId="267"/>
            <ac:spMk id="3" creationId="{E508AEE9-105F-4DAD-BFBB-1188A026AC9A}"/>
          </ac:spMkLst>
        </pc:spChg>
        <pc:picChg chg="add mod">
          <ac:chgData name="White (she/her), Whitney" userId="65f39021-2f1d-4d8b-87dc-b123826f65bf" providerId="ADAL" clId="{2C5490C0-EC31-4D5A-857D-B30248D704AD}" dt="2023-01-25T15:32:00.991" v="186" actId="1076"/>
          <ac:picMkLst>
            <pc:docMk/>
            <pc:sldMk cId="3055683484" sldId="267"/>
            <ac:picMk id="5" creationId="{A1B7D056-B3B7-4442-9111-1D7A6BD01157}"/>
          </ac:picMkLst>
        </pc:picChg>
      </pc:sldChg>
      <pc:sldChg chg="new del">
        <pc:chgData name="White (she/her), Whitney" userId="65f39021-2f1d-4d8b-87dc-b123826f65bf" providerId="ADAL" clId="{2C5490C0-EC31-4D5A-857D-B30248D704AD}" dt="2023-01-25T15:37:13.929" v="202" actId="2696"/>
        <pc:sldMkLst>
          <pc:docMk/>
          <pc:sldMk cId="3765266163" sldId="268"/>
        </pc:sldMkLst>
      </pc:sldChg>
    </pc:docChg>
  </pc:docChgLst>
  <pc:docChgLst>
    <pc:chgData name="White (she/her), Whitney" userId="65f39021-2f1d-4d8b-87dc-b123826f65bf" providerId="ADAL" clId="{0F83F0FD-1225-4D8D-A297-9A1265261C9A}"/>
    <pc:docChg chg="custSel addSld delSld modSld sldOrd modSection">
      <pc:chgData name="White (she/her), Whitney" userId="65f39021-2f1d-4d8b-87dc-b123826f65bf" providerId="ADAL" clId="{0F83F0FD-1225-4D8D-A297-9A1265261C9A}" dt="2023-01-25T17:44:35.799" v="178" actId="255"/>
      <pc:docMkLst>
        <pc:docMk/>
      </pc:docMkLst>
      <pc:sldChg chg="modSp mod">
        <pc:chgData name="White (she/her), Whitney" userId="65f39021-2f1d-4d8b-87dc-b123826f65bf" providerId="ADAL" clId="{0F83F0FD-1225-4D8D-A297-9A1265261C9A}" dt="2023-01-25T17:40:48.846" v="61" actId="20577"/>
        <pc:sldMkLst>
          <pc:docMk/>
          <pc:sldMk cId="1482277026" sldId="256"/>
        </pc:sldMkLst>
        <pc:spChg chg="mod">
          <ac:chgData name="White (she/her), Whitney" userId="65f39021-2f1d-4d8b-87dc-b123826f65bf" providerId="ADAL" clId="{0F83F0FD-1225-4D8D-A297-9A1265261C9A}" dt="2023-01-25T17:40:25.866" v="0" actId="20577"/>
          <ac:spMkLst>
            <pc:docMk/>
            <pc:sldMk cId="1482277026" sldId="256"/>
            <ac:spMk id="2" creationId="{BFFCF5BD-F8FF-4A67-A8B6-EBB21E79279B}"/>
          </ac:spMkLst>
        </pc:spChg>
        <pc:spChg chg="mod">
          <ac:chgData name="White (she/her), Whitney" userId="65f39021-2f1d-4d8b-87dc-b123826f65bf" providerId="ADAL" clId="{0F83F0FD-1225-4D8D-A297-9A1265261C9A}" dt="2023-01-25T17:40:48.846" v="61" actId="20577"/>
          <ac:spMkLst>
            <pc:docMk/>
            <pc:sldMk cId="1482277026" sldId="256"/>
            <ac:spMk id="3" creationId="{E0FBD98F-3A67-498E-8174-652040DD7B60}"/>
          </ac:spMkLst>
        </pc:spChg>
      </pc:sldChg>
      <pc:sldChg chg="modSp mod">
        <pc:chgData name="White (she/her), Whitney" userId="65f39021-2f1d-4d8b-87dc-b123826f65bf" providerId="ADAL" clId="{0F83F0FD-1225-4D8D-A297-9A1265261C9A}" dt="2023-01-25T17:41:43.512" v="68" actId="255"/>
        <pc:sldMkLst>
          <pc:docMk/>
          <pc:sldMk cId="4071305681" sldId="258"/>
        </pc:sldMkLst>
        <pc:spChg chg="mod">
          <ac:chgData name="White (she/her), Whitney" userId="65f39021-2f1d-4d8b-87dc-b123826f65bf" providerId="ADAL" clId="{0F83F0FD-1225-4D8D-A297-9A1265261C9A}" dt="2023-01-25T17:41:43.512" v="68" actId="255"/>
          <ac:spMkLst>
            <pc:docMk/>
            <pc:sldMk cId="4071305681" sldId="258"/>
            <ac:spMk id="3" creationId="{392BE286-77A6-49DD-B15D-7E4718D52FE7}"/>
          </ac:spMkLst>
        </pc:spChg>
      </pc:sldChg>
      <pc:sldChg chg="modSp mod">
        <pc:chgData name="White (she/her), Whitney" userId="65f39021-2f1d-4d8b-87dc-b123826f65bf" providerId="ADAL" clId="{0F83F0FD-1225-4D8D-A297-9A1265261C9A}" dt="2023-01-25T17:41:29.431" v="66" actId="255"/>
        <pc:sldMkLst>
          <pc:docMk/>
          <pc:sldMk cId="2772527113" sldId="259"/>
        </pc:sldMkLst>
        <pc:spChg chg="mod">
          <ac:chgData name="White (she/her), Whitney" userId="65f39021-2f1d-4d8b-87dc-b123826f65bf" providerId="ADAL" clId="{0F83F0FD-1225-4D8D-A297-9A1265261C9A}" dt="2023-01-25T17:41:29.431" v="66" actId="255"/>
          <ac:spMkLst>
            <pc:docMk/>
            <pc:sldMk cId="2772527113" sldId="259"/>
            <ac:spMk id="3" creationId="{8CE08C7F-0286-423B-92F7-DEB89F31111A}"/>
          </ac:spMkLst>
        </pc:spChg>
      </pc:sldChg>
      <pc:sldChg chg="modSp mod">
        <pc:chgData name="White (she/her), Whitney" userId="65f39021-2f1d-4d8b-87dc-b123826f65bf" providerId="ADAL" clId="{0F83F0FD-1225-4D8D-A297-9A1265261C9A}" dt="2023-01-25T17:44:35.799" v="178" actId="255"/>
        <pc:sldMkLst>
          <pc:docMk/>
          <pc:sldMk cId="2147408764" sldId="260"/>
        </pc:sldMkLst>
        <pc:spChg chg="mod">
          <ac:chgData name="White (she/her), Whitney" userId="65f39021-2f1d-4d8b-87dc-b123826f65bf" providerId="ADAL" clId="{0F83F0FD-1225-4D8D-A297-9A1265261C9A}" dt="2023-01-25T17:44:35.799" v="178" actId="255"/>
          <ac:spMkLst>
            <pc:docMk/>
            <pc:sldMk cId="2147408764" sldId="260"/>
            <ac:spMk id="3" creationId="{49F2A5AF-3C0B-4968-A438-E435325199EA}"/>
          </ac:spMkLst>
        </pc:spChg>
      </pc:sldChg>
      <pc:sldChg chg="del">
        <pc:chgData name="White (she/her), Whitney" userId="65f39021-2f1d-4d8b-87dc-b123826f65bf" providerId="ADAL" clId="{0F83F0FD-1225-4D8D-A297-9A1265261C9A}" dt="2023-01-25T17:43:12.394" v="125" actId="47"/>
        <pc:sldMkLst>
          <pc:docMk/>
          <pc:sldMk cId="258332572" sldId="262"/>
        </pc:sldMkLst>
      </pc:sldChg>
      <pc:sldChg chg="del">
        <pc:chgData name="White (she/her), Whitney" userId="65f39021-2f1d-4d8b-87dc-b123826f65bf" providerId="ADAL" clId="{0F83F0FD-1225-4D8D-A297-9A1265261C9A}" dt="2023-01-25T17:43:13.731" v="126" actId="47"/>
        <pc:sldMkLst>
          <pc:docMk/>
          <pc:sldMk cId="498985592" sldId="263"/>
        </pc:sldMkLst>
      </pc:sldChg>
      <pc:sldChg chg="del">
        <pc:chgData name="White (she/her), Whitney" userId="65f39021-2f1d-4d8b-87dc-b123826f65bf" providerId="ADAL" clId="{0F83F0FD-1225-4D8D-A297-9A1265261C9A}" dt="2023-01-25T17:43:14.128" v="127" actId="47"/>
        <pc:sldMkLst>
          <pc:docMk/>
          <pc:sldMk cId="4157156871" sldId="268"/>
        </pc:sldMkLst>
      </pc:sldChg>
      <pc:sldChg chg="del">
        <pc:chgData name="White (she/her), Whitney" userId="65f39021-2f1d-4d8b-87dc-b123826f65bf" providerId="ADAL" clId="{0F83F0FD-1225-4D8D-A297-9A1265261C9A}" dt="2023-01-25T17:43:14.524" v="128" actId="47"/>
        <pc:sldMkLst>
          <pc:docMk/>
          <pc:sldMk cId="818675080" sldId="269"/>
        </pc:sldMkLst>
      </pc:sldChg>
      <pc:sldChg chg="del">
        <pc:chgData name="White (she/her), Whitney" userId="65f39021-2f1d-4d8b-87dc-b123826f65bf" providerId="ADAL" clId="{0F83F0FD-1225-4D8D-A297-9A1265261C9A}" dt="2023-01-25T17:43:14.977" v="129" actId="47"/>
        <pc:sldMkLst>
          <pc:docMk/>
          <pc:sldMk cId="3968532148" sldId="270"/>
        </pc:sldMkLst>
      </pc:sldChg>
      <pc:sldChg chg="modSp new mod ord">
        <pc:chgData name="White (she/her), Whitney" userId="65f39021-2f1d-4d8b-87dc-b123826f65bf" providerId="ADAL" clId="{0F83F0FD-1225-4D8D-A297-9A1265261C9A}" dt="2023-01-25T17:43:09.790" v="124" actId="255"/>
        <pc:sldMkLst>
          <pc:docMk/>
          <pc:sldMk cId="641170495" sldId="271"/>
        </pc:sldMkLst>
        <pc:spChg chg="mod">
          <ac:chgData name="White (she/her), Whitney" userId="65f39021-2f1d-4d8b-87dc-b123826f65bf" providerId="ADAL" clId="{0F83F0FD-1225-4D8D-A297-9A1265261C9A}" dt="2023-01-25T17:43:04.364" v="122" actId="20577"/>
          <ac:spMkLst>
            <pc:docMk/>
            <pc:sldMk cId="641170495" sldId="271"/>
            <ac:spMk id="2" creationId="{17122B4C-7A3E-4F72-AB82-D527578969A2}"/>
          </ac:spMkLst>
        </pc:spChg>
        <pc:spChg chg="mod">
          <ac:chgData name="White (she/her), Whitney" userId="65f39021-2f1d-4d8b-87dc-b123826f65bf" providerId="ADAL" clId="{0F83F0FD-1225-4D8D-A297-9A1265261C9A}" dt="2023-01-25T17:43:09.790" v="124" actId="255"/>
          <ac:spMkLst>
            <pc:docMk/>
            <pc:sldMk cId="641170495" sldId="271"/>
            <ac:spMk id="3" creationId="{DB649409-3F71-4877-9085-5059646C93A4}"/>
          </ac:spMkLst>
        </pc:spChg>
      </pc:sldChg>
    </pc:docChg>
  </pc:docChgLst>
  <pc:docChgLst>
    <pc:chgData name="White (she/her), Whitney" userId="65f39021-2f1d-4d8b-87dc-b123826f65bf" providerId="ADAL" clId="{38F44297-F94C-4991-BC7E-AAD79838D019}"/>
    <pc:docChg chg="custSel delSld modSld modSection">
      <pc:chgData name="White (she/her), Whitney" userId="65f39021-2f1d-4d8b-87dc-b123826f65bf" providerId="ADAL" clId="{38F44297-F94C-4991-BC7E-AAD79838D019}" dt="2023-01-17T03:44:30.772" v="117" actId="20577"/>
      <pc:docMkLst>
        <pc:docMk/>
      </pc:docMkLst>
      <pc:sldChg chg="modSp mod">
        <pc:chgData name="White (she/her), Whitney" userId="65f39021-2f1d-4d8b-87dc-b123826f65bf" providerId="ADAL" clId="{38F44297-F94C-4991-BC7E-AAD79838D019}" dt="2023-01-17T03:44:30.772" v="117" actId="20577"/>
        <pc:sldMkLst>
          <pc:docMk/>
          <pc:sldMk cId="1482277026" sldId="256"/>
        </pc:sldMkLst>
        <pc:spChg chg="mod">
          <ac:chgData name="White (she/her), Whitney" userId="65f39021-2f1d-4d8b-87dc-b123826f65bf" providerId="ADAL" clId="{38F44297-F94C-4991-BC7E-AAD79838D019}" dt="2023-01-17T03:44:30.772" v="117" actId="20577"/>
          <ac:spMkLst>
            <pc:docMk/>
            <pc:sldMk cId="1482277026" sldId="256"/>
            <ac:spMk id="2" creationId="{BFFCF5BD-F8FF-4A67-A8B6-EBB21E79279B}"/>
          </ac:spMkLst>
        </pc:spChg>
        <pc:spChg chg="mod">
          <ac:chgData name="White (she/her), Whitney" userId="65f39021-2f1d-4d8b-87dc-b123826f65bf" providerId="ADAL" clId="{38F44297-F94C-4991-BC7E-AAD79838D019}" dt="2023-01-17T03:43:15.507" v="113" actId="20577"/>
          <ac:spMkLst>
            <pc:docMk/>
            <pc:sldMk cId="1482277026" sldId="256"/>
            <ac:spMk id="3" creationId="{E0FBD98F-3A67-498E-8174-652040DD7B60}"/>
          </ac:spMkLst>
        </pc:spChg>
      </pc:sldChg>
      <pc:sldChg chg="del">
        <pc:chgData name="White (she/her), Whitney" userId="65f39021-2f1d-4d8b-87dc-b123826f65bf" providerId="ADAL" clId="{38F44297-F94C-4991-BC7E-AAD79838D019}" dt="2023-01-17T03:43:47.911" v="116" actId="47"/>
        <pc:sldMkLst>
          <pc:docMk/>
          <pc:sldMk cId="1163931679" sldId="263"/>
        </pc:sldMkLst>
      </pc:sldChg>
      <pc:sldChg chg="del">
        <pc:chgData name="White (she/her), Whitney" userId="65f39021-2f1d-4d8b-87dc-b123826f65bf" providerId="ADAL" clId="{38F44297-F94C-4991-BC7E-AAD79838D019}" dt="2023-01-17T03:43:40.476" v="114" actId="47"/>
        <pc:sldMkLst>
          <pc:docMk/>
          <pc:sldMk cId="3493109116" sldId="264"/>
        </pc:sldMkLst>
      </pc:sldChg>
      <pc:sldChg chg="del">
        <pc:chgData name="White (she/her), Whitney" userId="65f39021-2f1d-4d8b-87dc-b123826f65bf" providerId="ADAL" clId="{38F44297-F94C-4991-BC7E-AAD79838D019}" dt="2023-01-17T03:43:45.323" v="115" actId="47"/>
        <pc:sldMkLst>
          <pc:docMk/>
          <pc:sldMk cId="2571717539" sldId="265"/>
        </pc:sldMkLst>
      </pc:sldChg>
    </pc:docChg>
  </pc:docChgLst>
  <pc:docChgLst>
    <pc:chgData name="White (she/her), Whitney" userId="65f39021-2f1d-4d8b-87dc-b123826f65bf" providerId="ADAL" clId="{97A8789F-27EC-493A-B13E-DB853CC06DF7}"/>
    <pc:docChg chg="undo custSel addSld delSld modSld modSection">
      <pc:chgData name="White (she/her), Whitney" userId="65f39021-2f1d-4d8b-87dc-b123826f65bf" providerId="ADAL" clId="{97A8789F-27EC-493A-B13E-DB853CC06DF7}" dt="2023-01-25T16:02:09.847" v="153" actId="255"/>
      <pc:docMkLst>
        <pc:docMk/>
      </pc:docMkLst>
      <pc:sldChg chg="modSp mod">
        <pc:chgData name="White (she/her), Whitney" userId="65f39021-2f1d-4d8b-87dc-b123826f65bf" providerId="ADAL" clId="{97A8789F-27EC-493A-B13E-DB853CC06DF7}" dt="2023-01-25T15:50:48.729" v="41" actId="20577"/>
        <pc:sldMkLst>
          <pc:docMk/>
          <pc:sldMk cId="1482277026" sldId="256"/>
        </pc:sldMkLst>
        <pc:spChg chg="mod">
          <ac:chgData name="White (she/her), Whitney" userId="65f39021-2f1d-4d8b-87dc-b123826f65bf" providerId="ADAL" clId="{97A8789F-27EC-493A-B13E-DB853CC06DF7}" dt="2023-01-25T15:50:48.729" v="41" actId="20577"/>
          <ac:spMkLst>
            <pc:docMk/>
            <pc:sldMk cId="1482277026" sldId="256"/>
            <ac:spMk id="2" creationId="{BFFCF5BD-F8FF-4A67-A8B6-EBB21E79279B}"/>
          </ac:spMkLst>
        </pc:spChg>
        <pc:spChg chg="mod">
          <ac:chgData name="White (she/her), Whitney" userId="65f39021-2f1d-4d8b-87dc-b123826f65bf" providerId="ADAL" clId="{97A8789F-27EC-493A-B13E-DB853CC06DF7}" dt="2023-01-25T15:50:46.145" v="39" actId="313"/>
          <ac:spMkLst>
            <pc:docMk/>
            <pc:sldMk cId="1482277026" sldId="256"/>
            <ac:spMk id="3" creationId="{E0FBD98F-3A67-498E-8174-652040DD7B60}"/>
          </ac:spMkLst>
        </pc:spChg>
      </pc:sldChg>
      <pc:sldChg chg="modSp mod">
        <pc:chgData name="White (she/her), Whitney" userId="65f39021-2f1d-4d8b-87dc-b123826f65bf" providerId="ADAL" clId="{97A8789F-27EC-493A-B13E-DB853CC06DF7}" dt="2023-01-25T15:55:39.745" v="55" actId="115"/>
        <pc:sldMkLst>
          <pc:docMk/>
          <pc:sldMk cId="4071305681" sldId="258"/>
        </pc:sldMkLst>
        <pc:spChg chg="mod">
          <ac:chgData name="White (she/her), Whitney" userId="65f39021-2f1d-4d8b-87dc-b123826f65bf" providerId="ADAL" clId="{97A8789F-27EC-493A-B13E-DB853CC06DF7}" dt="2023-01-25T15:55:39.745" v="55" actId="115"/>
          <ac:spMkLst>
            <pc:docMk/>
            <pc:sldMk cId="4071305681" sldId="258"/>
            <ac:spMk id="3" creationId="{392BE286-77A6-49DD-B15D-7E4718D52FE7}"/>
          </ac:spMkLst>
        </pc:spChg>
      </pc:sldChg>
      <pc:sldChg chg="modSp mod">
        <pc:chgData name="White (she/her), Whitney" userId="65f39021-2f1d-4d8b-87dc-b123826f65bf" providerId="ADAL" clId="{97A8789F-27EC-493A-B13E-DB853CC06DF7}" dt="2023-01-25T15:55:13.133" v="46" actId="255"/>
        <pc:sldMkLst>
          <pc:docMk/>
          <pc:sldMk cId="2772527113" sldId="259"/>
        </pc:sldMkLst>
        <pc:spChg chg="mod">
          <ac:chgData name="White (she/her), Whitney" userId="65f39021-2f1d-4d8b-87dc-b123826f65bf" providerId="ADAL" clId="{97A8789F-27EC-493A-B13E-DB853CC06DF7}" dt="2023-01-25T15:55:13.133" v="46" actId="255"/>
          <ac:spMkLst>
            <pc:docMk/>
            <pc:sldMk cId="2772527113" sldId="259"/>
            <ac:spMk id="3" creationId="{8CE08C7F-0286-423B-92F7-DEB89F31111A}"/>
          </ac:spMkLst>
        </pc:spChg>
      </pc:sldChg>
      <pc:sldChg chg="modSp mod">
        <pc:chgData name="White (she/her), Whitney" userId="65f39021-2f1d-4d8b-87dc-b123826f65bf" providerId="ADAL" clId="{97A8789F-27EC-493A-B13E-DB853CC06DF7}" dt="2023-01-25T16:02:09.847" v="153" actId="255"/>
        <pc:sldMkLst>
          <pc:docMk/>
          <pc:sldMk cId="2147408764" sldId="260"/>
        </pc:sldMkLst>
        <pc:spChg chg="mod">
          <ac:chgData name="White (she/her), Whitney" userId="65f39021-2f1d-4d8b-87dc-b123826f65bf" providerId="ADAL" clId="{97A8789F-27EC-493A-B13E-DB853CC06DF7}" dt="2023-01-25T16:02:09.847" v="153" actId="255"/>
          <ac:spMkLst>
            <pc:docMk/>
            <pc:sldMk cId="2147408764" sldId="260"/>
            <ac:spMk id="3" creationId="{49F2A5AF-3C0B-4968-A438-E435325199EA}"/>
          </ac:spMkLst>
        </pc:spChg>
      </pc:sldChg>
      <pc:sldChg chg="del">
        <pc:chgData name="White (she/her), Whitney" userId="65f39021-2f1d-4d8b-87dc-b123826f65bf" providerId="ADAL" clId="{97A8789F-27EC-493A-B13E-DB853CC06DF7}" dt="2023-01-25T15:56:07.346" v="56" actId="2696"/>
        <pc:sldMkLst>
          <pc:docMk/>
          <pc:sldMk cId="3054216349" sldId="261"/>
        </pc:sldMkLst>
      </pc:sldChg>
      <pc:sldChg chg="modSp mod">
        <pc:chgData name="White (she/her), Whitney" userId="65f39021-2f1d-4d8b-87dc-b123826f65bf" providerId="ADAL" clId="{97A8789F-27EC-493A-B13E-DB853CC06DF7}" dt="2023-01-25T15:57:06.140" v="127" actId="1076"/>
        <pc:sldMkLst>
          <pc:docMk/>
          <pc:sldMk cId="498985592" sldId="263"/>
        </pc:sldMkLst>
        <pc:spChg chg="mod">
          <ac:chgData name="White (she/her), Whitney" userId="65f39021-2f1d-4d8b-87dc-b123826f65bf" providerId="ADAL" clId="{97A8789F-27EC-493A-B13E-DB853CC06DF7}" dt="2023-01-25T15:56:37.477" v="91" actId="20577"/>
          <ac:spMkLst>
            <pc:docMk/>
            <pc:sldMk cId="498985592" sldId="263"/>
            <ac:spMk id="2" creationId="{67E8180B-6498-44E5-AD81-0674C51652BA}"/>
          </ac:spMkLst>
        </pc:spChg>
        <pc:graphicFrameChg chg="mod modGraphic">
          <ac:chgData name="White (she/her), Whitney" userId="65f39021-2f1d-4d8b-87dc-b123826f65bf" providerId="ADAL" clId="{97A8789F-27EC-493A-B13E-DB853CC06DF7}" dt="2023-01-25T15:57:06.140" v="127" actId="1076"/>
          <ac:graphicFrameMkLst>
            <pc:docMk/>
            <pc:sldMk cId="498985592" sldId="263"/>
            <ac:graphicFrameMk id="7" creationId="{5FDD475B-C6CC-4B8A-BF1E-CC6CB3E6FF61}"/>
          </ac:graphicFrameMkLst>
        </pc:graphicFrameChg>
      </pc:sldChg>
      <pc:sldChg chg="del">
        <pc:chgData name="White (she/her), Whitney" userId="65f39021-2f1d-4d8b-87dc-b123826f65bf" providerId="ADAL" clId="{97A8789F-27EC-493A-B13E-DB853CC06DF7}" dt="2023-01-25T15:57:09.888" v="128" actId="47"/>
        <pc:sldMkLst>
          <pc:docMk/>
          <pc:sldMk cId="2234076779" sldId="264"/>
        </pc:sldMkLst>
      </pc:sldChg>
      <pc:sldChg chg="del">
        <pc:chgData name="White (she/her), Whitney" userId="65f39021-2f1d-4d8b-87dc-b123826f65bf" providerId="ADAL" clId="{97A8789F-27EC-493A-B13E-DB853CC06DF7}" dt="2023-01-25T15:57:11.200" v="129" actId="47"/>
        <pc:sldMkLst>
          <pc:docMk/>
          <pc:sldMk cId="3746039917" sldId="265"/>
        </pc:sldMkLst>
      </pc:sldChg>
      <pc:sldChg chg="del">
        <pc:chgData name="White (she/her), Whitney" userId="65f39021-2f1d-4d8b-87dc-b123826f65bf" providerId="ADAL" clId="{97A8789F-27EC-493A-B13E-DB853CC06DF7}" dt="2023-01-25T16:01:47.111" v="141" actId="47"/>
        <pc:sldMkLst>
          <pc:docMk/>
          <pc:sldMk cId="2877505278" sldId="266"/>
        </pc:sldMkLst>
      </pc:sldChg>
      <pc:sldChg chg="del">
        <pc:chgData name="White (she/her), Whitney" userId="65f39021-2f1d-4d8b-87dc-b123826f65bf" providerId="ADAL" clId="{97A8789F-27EC-493A-B13E-DB853CC06DF7}" dt="2023-01-25T16:01:47.573" v="142" actId="47"/>
        <pc:sldMkLst>
          <pc:docMk/>
          <pc:sldMk cId="3055683484" sldId="267"/>
        </pc:sldMkLst>
      </pc:sldChg>
      <pc:sldChg chg="modSp add mod">
        <pc:chgData name="White (she/her), Whitney" userId="65f39021-2f1d-4d8b-87dc-b123826f65bf" providerId="ADAL" clId="{97A8789F-27EC-493A-B13E-DB853CC06DF7}" dt="2023-01-25T15:57:26.871" v="133" actId="255"/>
        <pc:sldMkLst>
          <pc:docMk/>
          <pc:sldMk cId="4157156871" sldId="268"/>
        </pc:sldMkLst>
        <pc:graphicFrameChg chg="mod modGraphic">
          <ac:chgData name="White (she/her), Whitney" userId="65f39021-2f1d-4d8b-87dc-b123826f65bf" providerId="ADAL" clId="{97A8789F-27EC-493A-B13E-DB853CC06DF7}" dt="2023-01-25T15:57:26.871" v="133" actId="255"/>
          <ac:graphicFrameMkLst>
            <pc:docMk/>
            <pc:sldMk cId="4157156871" sldId="268"/>
            <ac:graphicFrameMk id="7" creationId="{5FDD475B-C6CC-4B8A-BF1E-CC6CB3E6FF61}"/>
          </ac:graphicFrameMkLst>
        </pc:graphicFrameChg>
      </pc:sldChg>
      <pc:sldChg chg="modSp add mod">
        <pc:chgData name="White (she/her), Whitney" userId="65f39021-2f1d-4d8b-87dc-b123826f65bf" providerId="ADAL" clId="{97A8789F-27EC-493A-B13E-DB853CC06DF7}" dt="2023-01-25T15:57:52.991" v="135" actId="255"/>
        <pc:sldMkLst>
          <pc:docMk/>
          <pc:sldMk cId="818675080" sldId="269"/>
        </pc:sldMkLst>
        <pc:graphicFrameChg chg="mod modGraphic">
          <ac:chgData name="White (she/her), Whitney" userId="65f39021-2f1d-4d8b-87dc-b123826f65bf" providerId="ADAL" clId="{97A8789F-27EC-493A-B13E-DB853CC06DF7}" dt="2023-01-25T15:57:52.991" v="135" actId="255"/>
          <ac:graphicFrameMkLst>
            <pc:docMk/>
            <pc:sldMk cId="818675080" sldId="269"/>
            <ac:graphicFrameMk id="7" creationId="{5FDD475B-C6CC-4B8A-BF1E-CC6CB3E6FF61}"/>
          </ac:graphicFrameMkLst>
        </pc:graphicFrameChg>
      </pc:sldChg>
      <pc:sldChg chg="new del">
        <pc:chgData name="White (she/her), Whitney" userId="65f39021-2f1d-4d8b-87dc-b123826f65bf" providerId="ADAL" clId="{97A8789F-27EC-493A-B13E-DB853CC06DF7}" dt="2023-01-25T15:57:57.447" v="137" actId="680"/>
        <pc:sldMkLst>
          <pc:docMk/>
          <pc:sldMk cId="3626793949" sldId="270"/>
        </pc:sldMkLst>
      </pc:sldChg>
      <pc:sldChg chg="modSp add mod">
        <pc:chgData name="White (she/her), Whitney" userId="65f39021-2f1d-4d8b-87dc-b123826f65bf" providerId="ADAL" clId="{97A8789F-27EC-493A-B13E-DB853CC06DF7}" dt="2023-01-25T15:58:08.941" v="140" actId="255"/>
        <pc:sldMkLst>
          <pc:docMk/>
          <pc:sldMk cId="3968532148" sldId="270"/>
        </pc:sldMkLst>
        <pc:graphicFrameChg chg="mod modGraphic">
          <ac:chgData name="White (she/her), Whitney" userId="65f39021-2f1d-4d8b-87dc-b123826f65bf" providerId="ADAL" clId="{97A8789F-27EC-493A-B13E-DB853CC06DF7}" dt="2023-01-25T15:58:08.941" v="140" actId="255"/>
          <ac:graphicFrameMkLst>
            <pc:docMk/>
            <pc:sldMk cId="3968532148" sldId="270"/>
            <ac:graphicFrameMk id="7" creationId="{5FDD475B-C6CC-4B8A-BF1E-CC6CB3E6FF61}"/>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drive.google.com/file/d/1sEujUVnOSNss3x_yLphs75iNPIPFb7nK/view?usp=sharin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8: Planning for Diverse Learners| Lesson 8.06</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a:bodyPr>
          <a:lstStyle/>
          <a:p>
            <a:r>
              <a:rPr lang="en-US" sz="6000" dirty="0"/>
              <a:t>Putting It All Together | Multiple Means of Engagement</a:t>
            </a:r>
          </a:p>
        </p:txBody>
      </p:sp>
      <p:sp>
        <p:nvSpPr>
          <p:cNvPr id="4" name="TextBox 3">
            <a:extLst>
              <a:ext uri="{FF2B5EF4-FFF2-40B4-BE49-F238E27FC236}">
                <a16:creationId xmlns:a16="http://schemas.microsoft.com/office/drawing/2014/main" id="{2F469C4C-22ED-8298-E36A-C0C9D1095874}"/>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normAutofit/>
          </a:bodyPr>
          <a:lstStyle/>
          <a:p>
            <a:pPr marL="0" indent="0">
              <a:buNone/>
            </a:pPr>
            <a:r>
              <a:rPr lang="en-US" dirty="0"/>
              <a:t>TEKS 3B, 7A, 7D</a:t>
            </a:r>
          </a:p>
          <a:p>
            <a:pPr marL="0" indent="0">
              <a:buNone/>
            </a:pPr>
            <a:endParaRPr lang="en-US" dirty="0"/>
          </a:p>
          <a:p>
            <a:pPr marL="0" indent="0">
              <a:buNone/>
            </a:pPr>
            <a:r>
              <a:rPr lang="en-US" dirty="0"/>
              <a:t>The student will:</a:t>
            </a: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Identify strategies for providing multiple means of engagement</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Analyze a lesson to evaluate its use of multiple means of engagement to provide access to rigorous content for all students</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Autofit/>
          </a:bodyPr>
          <a:lstStyle/>
          <a:p>
            <a:pPr marL="0" marR="0" indent="0">
              <a:lnSpc>
                <a:spcPct val="107000"/>
              </a:lnSpc>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Ms. K is having a difficult time engaging all students in her daily lessons. She uses pictures and videos during her lessons and places students in groups to work together on assignments, but students still seem to be disinterested in the instructional resources, unmotivated to complete the group work, and bored with the topics being discussed. What are three strategies she could use to address these problems?</a:t>
            </a:r>
            <a:endParaRPr lang="en-US"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22B4C-7A3E-4F72-AB82-D527578969A2}"/>
              </a:ext>
            </a:extLst>
          </p:cNvPr>
          <p:cNvSpPr>
            <a:spLocks noGrp="1"/>
          </p:cNvSpPr>
          <p:nvPr>
            <p:ph type="title"/>
          </p:nvPr>
        </p:nvSpPr>
        <p:spPr/>
        <p:txBody>
          <a:bodyPr/>
          <a:lstStyle/>
          <a:p>
            <a:r>
              <a:rPr lang="en-US" dirty="0"/>
              <a:t>Video: Multiple Means of Engagement</a:t>
            </a:r>
          </a:p>
        </p:txBody>
      </p:sp>
      <p:sp>
        <p:nvSpPr>
          <p:cNvPr id="3" name="Content Placeholder 2">
            <a:extLst>
              <a:ext uri="{FF2B5EF4-FFF2-40B4-BE49-F238E27FC236}">
                <a16:creationId xmlns:a16="http://schemas.microsoft.com/office/drawing/2014/main" id="{DB649409-3F71-4877-9085-5059646C93A4}"/>
              </a:ext>
            </a:extLst>
          </p:cNvPr>
          <p:cNvSpPr>
            <a:spLocks noGrp="1"/>
          </p:cNvSpPr>
          <p:nvPr>
            <p:ph idx="1"/>
          </p:nvPr>
        </p:nvSpPr>
        <p:spPr/>
        <p:txBody>
          <a:bodyPr>
            <a:normAutofit/>
          </a:bodyPr>
          <a:lstStyle/>
          <a:p>
            <a:r>
              <a:rPr lang="en-US" u="sng" dirty="0">
                <a:solidFill>
                  <a:srgbClr val="0D6CB9"/>
                </a:solidFill>
                <a:effectLst/>
                <a:latin typeface="Calibri" panose="020F0502020204030204" pitchFamily="34" charset="0"/>
                <a:ea typeface="Calibri" panose="020F0502020204030204" pitchFamily="34" charset="0"/>
                <a:cs typeface="Arial" panose="020B0604020202020204" pitchFamily="34" charset="0"/>
                <a:hlinkClick r:id="rId2"/>
              </a:rPr>
              <a:t>MS PE Lesson</a:t>
            </a:r>
            <a:endParaRPr lang="en-US" dirty="0"/>
          </a:p>
        </p:txBody>
      </p:sp>
      <p:sp>
        <p:nvSpPr>
          <p:cNvPr id="4" name="Slide Number Placeholder 3">
            <a:extLst>
              <a:ext uri="{FF2B5EF4-FFF2-40B4-BE49-F238E27FC236}">
                <a16:creationId xmlns:a16="http://schemas.microsoft.com/office/drawing/2014/main" id="{1169C9FC-FAF2-48FF-9117-F92AC147F42F}"/>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641170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0" marR="0" indent="0">
              <a:lnSpc>
                <a:spcPct val="107000"/>
              </a:lnSpc>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Examine the lesson plan provided (Intro to Counting Coins, Grade 2) to evaluate its use of multiple means of engagement. Complete the graphic organizer to record evidence and make suggestions for ways the teacher can include multiple means of engagement through options for recruiting interest, sustaining effort and persistence, and self-regulation.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XUX_Lesson X.XX_PPT_TEMPLATE" id="{F292ABBA-735D-46DE-9B1C-1ED03EE23A6F}" vid="{47570F0D-54DB-4FC7-92A5-A7A883415B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CXUX_Lesson X.XX_PPT_TEMPLATE</Template>
  <TotalTime>101</TotalTime>
  <Words>227</Words>
  <Application>Microsoft Office PowerPoint</Application>
  <PresentationFormat>Widescreen</PresentationFormat>
  <Paragraphs>19</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Symbol</vt:lpstr>
      <vt:lpstr>Office Theme</vt:lpstr>
      <vt:lpstr>Instructional Practices| Unit 8: Planning for Diverse Learners| Lesson 8.06</vt:lpstr>
      <vt:lpstr>TEKS Standards &amp; Objectives</vt:lpstr>
      <vt:lpstr>Bellringer</vt:lpstr>
      <vt:lpstr>Video: Multiple Means of Engagement</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8.06:Putting It All Together | Multiple Means of Engagement</dc:title>
  <dc:subject>Lesson 8.06:Putting It All Together | Multiple Means of Engagement</dc:subject>
  <dc:creator>Texas Education Agency</dc:creator>
  <cp:lastModifiedBy>London White</cp:lastModifiedBy>
  <cp:revision>2</cp:revision>
  <dcterms:created xsi:type="dcterms:W3CDTF">2022-09-17T16:30:16Z</dcterms:created>
  <dcterms:modified xsi:type="dcterms:W3CDTF">2023-08-31T05:40:15Z</dcterms:modified>
</cp:coreProperties>
</file>
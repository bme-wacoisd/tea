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9" r:id="rId3"/>
    <p:sldId id="258" r:id="rId4"/>
    <p:sldId id="261" r:id="rId5"/>
    <p:sldId id="262" r:id="rId6"/>
    <p:sldId id="264" r:id="rId7"/>
    <p:sldId id="265" r:id="rId8"/>
    <p:sldId id="266" r:id="rId9"/>
    <p:sldId id="263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." id="{E000ABC9-E9F5-430F-B087-F09C6DF407C1}">
          <p14:sldIdLst>
            <p14:sldId id="256"/>
            <p14:sldId id="259"/>
            <p14:sldId id="258"/>
            <p14:sldId id="261"/>
            <p14:sldId id="262"/>
            <p14:sldId id="264"/>
            <p14:sldId id="265"/>
            <p14:sldId id="266"/>
            <p14:sldId id="263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A01A0B-A2D4-4094-B55C-E159C31E15E2}" v="7" dt="2023-01-18T17:31:12.549"/>
    <p1510:client id="{7DC62D2F-EE24-4487-9929-02D1D00D3CE9}" v="4" dt="2023-01-17T18:31:12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4614" autoAdjust="0"/>
  </p:normalViewPr>
  <p:slideViewPr>
    <p:cSldViewPr snapToGrid="0">
      <p:cViewPr varScale="1">
        <p:scale>
          <a:sx n="108" d="100"/>
          <a:sy n="108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37A01A0B-A2D4-4094-B55C-E159C31E15E2}"/>
    <pc:docChg chg="custSel addSld modSld modSection">
      <pc:chgData name="White (she/her), Whitney" userId="65f39021-2f1d-4d8b-87dc-b123826f65bf" providerId="ADAL" clId="{37A01A0B-A2D4-4094-B55C-E159C31E15E2}" dt="2023-01-18T17:33:32.690" v="269" actId="255"/>
      <pc:docMkLst>
        <pc:docMk/>
      </pc:docMkLst>
      <pc:sldChg chg="modSp mod">
        <pc:chgData name="White (she/her), Whitney" userId="65f39021-2f1d-4d8b-87dc-b123826f65bf" providerId="ADAL" clId="{37A01A0B-A2D4-4094-B55C-E159C31E15E2}" dt="2023-01-17T18:33:06.964" v="2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37A01A0B-A2D4-4094-B55C-E159C31E15E2}" dt="2023-01-17T18:33:03.582" v="1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37A01A0B-A2D4-4094-B55C-E159C31E15E2}" dt="2023-01-17T18:33:06.964" v="2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37A01A0B-A2D4-4094-B55C-E159C31E15E2}" dt="2023-01-18T17:24:07.438" v="17" actId="255"/>
        <pc:sldMkLst>
          <pc:docMk/>
          <pc:sldMk cId="4071305681" sldId="258"/>
        </pc:sldMkLst>
        <pc:spChg chg="mod">
          <ac:chgData name="White (she/her), Whitney" userId="65f39021-2f1d-4d8b-87dc-b123826f65bf" providerId="ADAL" clId="{37A01A0B-A2D4-4094-B55C-E159C31E15E2}" dt="2023-01-18T17:24:07.438" v="17" actId="255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37A01A0B-A2D4-4094-B55C-E159C31E15E2}" dt="2023-01-18T17:33:32.690" v="269" actId="255"/>
        <pc:sldMkLst>
          <pc:docMk/>
          <pc:sldMk cId="2147408764" sldId="260"/>
        </pc:sldMkLst>
        <pc:spChg chg="mod">
          <ac:chgData name="White (she/her), Whitney" userId="65f39021-2f1d-4d8b-87dc-b123826f65bf" providerId="ADAL" clId="{37A01A0B-A2D4-4094-B55C-E159C31E15E2}" dt="2023-01-18T17:33:32.690" v="269" actId="255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 (she/her), Whitney" userId="65f39021-2f1d-4d8b-87dc-b123826f65bf" providerId="ADAL" clId="{37A01A0B-A2D4-4094-B55C-E159C31E15E2}" dt="2023-01-17T18:38:47.778" v="12" actId="1076"/>
        <pc:sldMkLst>
          <pc:docMk/>
          <pc:sldMk cId="3054216349" sldId="261"/>
        </pc:sldMkLst>
        <pc:spChg chg="del mod">
          <ac:chgData name="White (she/her), Whitney" userId="65f39021-2f1d-4d8b-87dc-b123826f65bf" providerId="ADAL" clId="{37A01A0B-A2D4-4094-B55C-E159C31E15E2}" dt="2023-01-17T18:38:28.997" v="4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 (she/her), Whitney" userId="65f39021-2f1d-4d8b-87dc-b123826f65bf" providerId="ADAL" clId="{37A01A0B-A2D4-4094-B55C-E159C31E15E2}" dt="2023-01-17T18:38:47.778" v="12" actId="1076"/>
          <ac:graphicFrameMkLst>
            <pc:docMk/>
            <pc:sldMk cId="3054216349" sldId="261"/>
            <ac:graphicFrameMk id="5" creationId="{B433EE5B-3659-4E8F-BCEA-72F89888DF41}"/>
          </ac:graphicFrameMkLst>
        </pc:graphicFrameChg>
      </pc:sldChg>
      <pc:sldChg chg="addSp modSp mod modClrScheme chgLayout">
        <pc:chgData name="White (she/her), Whitney" userId="65f39021-2f1d-4d8b-87dc-b123826f65bf" providerId="ADAL" clId="{37A01A0B-A2D4-4094-B55C-E159C31E15E2}" dt="2023-01-18T17:32:22.176" v="246" actId="14100"/>
        <pc:sldMkLst>
          <pc:docMk/>
          <pc:sldMk cId="498985592" sldId="263"/>
        </pc:sldMkLst>
        <pc:spChg chg="mod ord">
          <ac:chgData name="White (she/her), Whitney" userId="65f39021-2f1d-4d8b-87dc-b123826f65bf" providerId="ADAL" clId="{37A01A0B-A2D4-4094-B55C-E159C31E15E2}" dt="2023-01-18T17:32:18.023" v="245" actId="26606"/>
          <ac:spMkLst>
            <pc:docMk/>
            <pc:sldMk cId="498985592" sldId="263"/>
            <ac:spMk id="2" creationId="{67E8180B-6498-44E5-AD81-0674C51652BA}"/>
          </ac:spMkLst>
        </pc:spChg>
        <pc:spChg chg="add mod ord">
          <ac:chgData name="White (she/her), Whitney" userId="65f39021-2f1d-4d8b-87dc-b123826f65bf" providerId="ADAL" clId="{37A01A0B-A2D4-4094-B55C-E159C31E15E2}" dt="2023-01-18T17:32:18.023" v="245" actId="26606"/>
          <ac:spMkLst>
            <pc:docMk/>
            <pc:sldMk cId="498985592" sldId="263"/>
            <ac:spMk id="3" creationId="{BF30FA2D-3686-4922-A9E0-8BBC41FEF899}"/>
          </ac:spMkLst>
        </pc:spChg>
        <pc:spChg chg="mod ord">
          <ac:chgData name="White (she/her), Whitney" userId="65f39021-2f1d-4d8b-87dc-b123826f65bf" providerId="ADAL" clId="{37A01A0B-A2D4-4094-B55C-E159C31E15E2}" dt="2023-01-18T17:32:18.023" v="245" actId="26606"/>
          <ac:spMkLst>
            <pc:docMk/>
            <pc:sldMk cId="498985592" sldId="263"/>
            <ac:spMk id="4" creationId="{AE9B95AA-02D0-4645-A751-287261502606}"/>
          </ac:spMkLst>
        </pc:spChg>
        <pc:picChg chg="mod ord">
          <ac:chgData name="White (she/her), Whitney" userId="65f39021-2f1d-4d8b-87dc-b123826f65bf" providerId="ADAL" clId="{37A01A0B-A2D4-4094-B55C-E159C31E15E2}" dt="2023-01-18T17:32:22.176" v="246" actId="14100"/>
          <ac:picMkLst>
            <pc:docMk/>
            <pc:sldMk cId="498985592" sldId="263"/>
            <ac:picMk id="5" creationId="{63239C00-4576-4356-885C-80F8C6E20940}"/>
          </ac:picMkLst>
        </pc:picChg>
      </pc:sldChg>
      <pc:sldChg chg="addSp delSp modSp new mod">
        <pc:chgData name="White (she/her), Whitney" userId="65f39021-2f1d-4d8b-87dc-b123826f65bf" providerId="ADAL" clId="{37A01A0B-A2D4-4094-B55C-E159C31E15E2}" dt="2023-01-18T17:30:27.951" v="50" actId="1076"/>
        <pc:sldMkLst>
          <pc:docMk/>
          <pc:sldMk cId="1687018284" sldId="264"/>
        </pc:sldMkLst>
        <pc:spChg chg="mod">
          <ac:chgData name="White (she/her), Whitney" userId="65f39021-2f1d-4d8b-87dc-b123826f65bf" providerId="ADAL" clId="{37A01A0B-A2D4-4094-B55C-E159C31E15E2}" dt="2023-01-18T17:29:54.643" v="46" actId="20577"/>
          <ac:spMkLst>
            <pc:docMk/>
            <pc:sldMk cId="1687018284" sldId="264"/>
            <ac:spMk id="2" creationId="{196F985D-AA0B-4D38-A50D-C64E429BD285}"/>
          </ac:spMkLst>
        </pc:spChg>
        <pc:spChg chg="del mod">
          <ac:chgData name="White (she/her), Whitney" userId="65f39021-2f1d-4d8b-87dc-b123826f65bf" providerId="ADAL" clId="{37A01A0B-A2D4-4094-B55C-E159C31E15E2}" dt="2023-01-18T17:30:03.566" v="48"/>
          <ac:spMkLst>
            <pc:docMk/>
            <pc:sldMk cId="1687018284" sldId="264"/>
            <ac:spMk id="3" creationId="{7F98AFED-2C86-40E2-9B71-A754DE735722}"/>
          </ac:spMkLst>
        </pc:spChg>
        <pc:picChg chg="add mod">
          <ac:chgData name="White (she/her), Whitney" userId="65f39021-2f1d-4d8b-87dc-b123826f65bf" providerId="ADAL" clId="{37A01A0B-A2D4-4094-B55C-E159C31E15E2}" dt="2023-01-18T17:30:27.951" v="50" actId="1076"/>
          <ac:picMkLst>
            <pc:docMk/>
            <pc:sldMk cId="1687018284" sldId="264"/>
            <ac:picMk id="5" creationId="{6AA01BC7-1A30-4D11-B848-43D419B0B789}"/>
          </ac:picMkLst>
        </pc:picChg>
      </pc:sldChg>
      <pc:sldChg chg="addSp delSp modSp new mod">
        <pc:chgData name="White (she/her), Whitney" userId="65f39021-2f1d-4d8b-87dc-b123826f65bf" providerId="ADAL" clId="{37A01A0B-A2D4-4094-B55C-E159C31E15E2}" dt="2023-01-18T17:30:57.664" v="81" actId="1076"/>
        <pc:sldMkLst>
          <pc:docMk/>
          <pc:sldMk cId="3241770251" sldId="265"/>
        </pc:sldMkLst>
        <pc:spChg chg="mod">
          <ac:chgData name="White (she/her), Whitney" userId="65f39021-2f1d-4d8b-87dc-b123826f65bf" providerId="ADAL" clId="{37A01A0B-A2D4-4094-B55C-E159C31E15E2}" dt="2023-01-18T17:30:36.456" v="77" actId="20577"/>
          <ac:spMkLst>
            <pc:docMk/>
            <pc:sldMk cId="3241770251" sldId="265"/>
            <ac:spMk id="2" creationId="{283596E0-A19B-4A3A-8F99-AC843056823B}"/>
          </ac:spMkLst>
        </pc:spChg>
        <pc:spChg chg="del mod">
          <ac:chgData name="White (she/her), Whitney" userId="65f39021-2f1d-4d8b-87dc-b123826f65bf" providerId="ADAL" clId="{37A01A0B-A2D4-4094-B55C-E159C31E15E2}" dt="2023-01-18T17:30:48.851" v="79"/>
          <ac:spMkLst>
            <pc:docMk/>
            <pc:sldMk cId="3241770251" sldId="265"/>
            <ac:spMk id="3" creationId="{4595AA1A-775A-4658-A90F-5E840C0C9CE3}"/>
          </ac:spMkLst>
        </pc:spChg>
        <pc:picChg chg="add mod">
          <ac:chgData name="White (she/her), Whitney" userId="65f39021-2f1d-4d8b-87dc-b123826f65bf" providerId="ADAL" clId="{37A01A0B-A2D4-4094-B55C-E159C31E15E2}" dt="2023-01-18T17:30:57.664" v="81" actId="1076"/>
          <ac:picMkLst>
            <pc:docMk/>
            <pc:sldMk cId="3241770251" sldId="265"/>
            <ac:picMk id="5" creationId="{332AA086-672F-4FAA-BDB0-DEB586E3B01F}"/>
          </ac:picMkLst>
        </pc:picChg>
      </pc:sldChg>
      <pc:sldChg chg="addSp delSp modSp new mod">
        <pc:chgData name="White (she/her), Whitney" userId="65f39021-2f1d-4d8b-87dc-b123826f65bf" providerId="ADAL" clId="{37A01A0B-A2D4-4094-B55C-E159C31E15E2}" dt="2023-01-18T17:31:20.424" v="106" actId="1076"/>
        <pc:sldMkLst>
          <pc:docMk/>
          <pc:sldMk cId="3989503391" sldId="266"/>
        </pc:sldMkLst>
        <pc:spChg chg="mod">
          <ac:chgData name="White (she/her), Whitney" userId="65f39021-2f1d-4d8b-87dc-b123826f65bf" providerId="ADAL" clId="{37A01A0B-A2D4-4094-B55C-E159C31E15E2}" dt="2023-01-18T17:31:16.510" v="104" actId="26606"/>
          <ac:spMkLst>
            <pc:docMk/>
            <pc:sldMk cId="3989503391" sldId="266"/>
            <ac:spMk id="2" creationId="{6D4DFC75-D2E7-46FE-AD82-9A9898CFB4E9}"/>
          </ac:spMkLst>
        </pc:spChg>
        <pc:spChg chg="del mod">
          <ac:chgData name="White (she/her), Whitney" userId="65f39021-2f1d-4d8b-87dc-b123826f65bf" providerId="ADAL" clId="{37A01A0B-A2D4-4094-B55C-E159C31E15E2}" dt="2023-01-18T17:31:12.549" v="103"/>
          <ac:spMkLst>
            <pc:docMk/>
            <pc:sldMk cId="3989503391" sldId="266"/>
            <ac:spMk id="3" creationId="{50D2DAAF-52E3-4DCE-A015-CDB600CDD9D2}"/>
          </ac:spMkLst>
        </pc:spChg>
        <pc:spChg chg="mod ord">
          <ac:chgData name="White (she/her), Whitney" userId="65f39021-2f1d-4d8b-87dc-b123826f65bf" providerId="ADAL" clId="{37A01A0B-A2D4-4094-B55C-E159C31E15E2}" dt="2023-01-18T17:31:16.510" v="104" actId="26606"/>
          <ac:spMkLst>
            <pc:docMk/>
            <pc:sldMk cId="3989503391" sldId="266"/>
            <ac:spMk id="4" creationId="{31F47B1F-C2A0-4E62-89F7-6C83F96D5DF5}"/>
          </ac:spMkLst>
        </pc:spChg>
        <pc:picChg chg="add mod">
          <ac:chgData name="White (she/her), Whitney" userId="65f39021-2f1d-4d8b-87dc-b123826f65bf" providerId="ADAL" clId="{37A01A0B-A2D4-4094-B55C-E159C31E15E2}" dt="2023-01-18T17:31:20.424" v="106" actId="1076"/>
          <ac:picMkLst>
            <pc:docMk/>
            <pc:sldMk cId="3989503391" sldId="266"/>
            <ac:picMk id="5" creationId="{E9A2A5C7-439D-4A5F-99A9-01C36015613F}"/>
          </ac:picMkLst>
        </pc:picChg>
      </pc:sldChg>
    </pc:docChg>
  </pc:docChgLst>
  <pc:docChgLst>
    <pc:chgData name="White (she/her), Whitney" userId="65f39021-2f1d-4d8b-87dc-b123826f65bf" providerId="ADAL" clId="{7DC62D2F-EE24-4487-9929-02D1D00D3CE9}"/>
    <pc:docChg chg="custSel addSld modSld modSection">
      <pc:chgData name="White (she/her), Whitney" userId="65f39021-2f1d-4d8b-87dc-b123826f65bf" providerId="ADAL" clId="{7DC62D2F-EE24-4487-9929-02D1D00D3CE9}" dt="2023-01-17T18:31:53.332" v="185" actId="1076"/>
      <pc:docMkLst>
        <pc:docMk/>
      </pc:docMkLst>
      <pc:sldChg chg="modSp mod">
        <pc:chgData name="White (she/her), Whitney" userId="65f39021-2f1d-4d8b-87dc-b123826f65bf" providerId="ADAL" clId="{7DC62D2F-EE24-4487-9929-02D1D00D3CE9}" dt="2023-01-17T18:26:04.583" v="86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7DC62D2F-EE24-4487-9929-02D1D00D3CE9}" dt="2023-01-17T18:26:04.583" v="86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7DC62D2F-EE24-4487-9929-02D1D00D3CE9}" dt="2023-01-17T18:25:34.332" v="46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06.181" v="116" actId="403"/>
        <pc:sldMkLst>
          <pc:docMk/>
          <pc:sldMk cId="4071305681" sldId="258"/>
        </pc:sldMkLst>
        <pc:spChg chg="mod">
          <ac:chgData name="White (she/her), Whitney" userId="65f39021-2f1d-4d8b-87dc-b123826f65bf" providerId="ADAL" clId="{7DC62D2F-EE24-4487-9929-02D1D00D3CE9}" dt="2023-01-17T18:29:06.181" v="116" actId="40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7:35.195" v="106" actId="403"/>
        <pc:sldMkLst>
          <pc:docMk/>
          <pc:sldMk cId="2772527113" sldId="259"/>
        </pc:sldMkLst>
        <pc:spChg chg="mod">
          <ac:chgData name="White (she/her), Whitney" userId="65f39021-2f1d-4d8b-87dc-b123826f65bf" providerId="ADAL" clId="{7DC62D2F-EE24-4487-9929-02D1D00D3CE9}" dt="2023-01-17T18:27:35.195" v="106" actId="403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8:20.545" v="111" actId="403"/>
        <pc:sldMkLst>
          <pc:docMk/>
          <pc:sldMk cId="2147408764" sldId="260"/>
        </pc:sldMkLst>
        <pc:spChg chg="mod">
          <ac:chgData name="White (she/her), Whitney" userId="65f39021-2f1d-4d8b-87dc-b123826f65bf" providerId="ADAL" clId="{7DC62D2F-EE24-4487-9929-02D1D00D3CE9}" dt="2023-01-17T18:28:20.545" v="111" actId="403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 (she/her), Whitney" userId="65f39021-2f1d-4d8b-87dc-b123826f65bf" providerId="ADAL" clId="{7DC62D2F-EE24-4487-9929-02D1D00D3CE9}" dt="2023-01-17T18:29:51.513" v="125" actId="403"/>
        <pc:sldMkLst>
          <pc:docMk/>
          <pc:sldMk cId="3054216349" sldId="261"/>
        </pc:sldMkLst>
        <pc:spChg chg="mod">
          <ac:chgData name="White (she/her), Whitney" userId="65f39021-2f1d-4d8b-87dc-b123826f65bf" providerId="ADAL" clId="{7DC62D2F-EE24-4487-9929-02D1D00D3CE9}" dt="2023-01-17T18:29:51.513" v="125" actId="403"/>
          <ac:spMkLst>
            <pc:docMk/>
            <pc:sldMk cId="3054216349" sldId="261"/>
            <ac:spMk id="3" creationId="{AE13FDB6-F093-4D9E-B14E-3D7DB894C34C}"/>
          </ac:spMkLst>
        </pc:spChg>
      </pc:sldChg>
      <pc:sldChg chg="modSp new mod">
        <pc:chgData name="White (she/her), Whitney" userId="65f39021-2f1d-4d8b-87dc-b123826f65bf" providerId="ADAL" clId="{7DC62D2F-EE24-4487-9929-02D1D00D3CE9}" dt="2023-01-17T18:30:49.902" v="142" actId="403"/>
        <pc:sldMkLst>
          <pc:docMk/>
          <pc:sldMk cId="258332572" sldId="262"/>
        </pc:sldMkLst>
        <pc:spChg chg="mod">
          <ac:chgData name="White (she/her), Whitney" userId="65f39021-2f1d-4d8b-87dc-b123826f65bf" providerId="ADAL" clId="{7DC62D2F-EE24-4487-9929-02D1D00D3CE9}" dt="2023-01-17T18:30:39.016" v="136" actId="20577"/>
          <ac:spMkLst>
            <pc:docMk/>
            <pc:sldMk cId="258332572" sldId="262"/>
            <ac:spMk id="2" creationId="{570D72F3-79E4-4001-9748-B7FC67079A57}"/>
          </ac:spMkLst>
        </pc:spChg>
        <pc:spChg chg="mod">
          <ac:chgData name="White (she/her), Whitney" userId="65f39021-2f1d-4d8b-87dc-b123826f65bf" providerId="ADAL" clId="{7DC62D2F-EE24-4487-9929-02D1D00D3CE9}" dt="2023-01-17T18:30:49.902" v="142" actId="403"/>
          <ac:spMkLst>
            <pc:docMk/>
            <pc:sldMk cId="258332572" sldId="262"/>
            <ac:spMk id="3" creationId="{0E82C669-9955-4209-B20C-3F3A754CDA3C}"/>
          </ac:spMkLst>
        </pc:spChg>
      </pc:sldChg>
      <pc:sldChg chg="addSp delSp modSp new mod">
        <pc:chgData name="White (she/her), Whitney" userId="65f39021-2f1d-4d8b-87dc-b123826f65bf" providerId="ADAL" clId="{7DC62D2F-EE24-4487-9929-02D1D00D3CE9}" dt="2023-01-17T18:31:53.332" v="185" actId="1076"/>
        <pc:sldMkLst>
          <pc:docMk/>
          <pc:sldMk cId="498985592" sldId="263"/>
        </pc:sldMkLst>
        <pc:spChg chg="mod">
          <ac:chgData name="White (she/her), Whitney" userId="65f39021-2f1d-4d8b-87dc-b123826f65bf" providerId="ADAL" clId="{7DC62D2F-EE24-4487-9929-02D1D00D3CE9}" dt="2023-01-17T18:31:53.332" v="185" actId="1076"/>
          <ac:spMkLst>
            <pc:docMk/>
            <pc:sldMk cId="498985592" sldId="263"/>
            <ac:spMk id="2" creationId="{67E8180B-6498-44E5-AD81-0674C51652BA}"/>
          </ac:spMkLst>
        </pc:spChg>
        <pc:spChg chg="del mod">
          <ac:chgData name="White (she/her), Whitney" userId="65f39021-2f1d-4d8b-87dc-b123826f65bf" providerId="ADAL" clId="{7DC62D2F-EE24-4487-9929-02D1D00D3CE9}" dt="2023-01-17T18:31:12.625" v="145"/>
          <ac:spMkLst>
            <pc:docMk/>
            <pc:sldMk cId="498985592" sldId="263"/>
            <ac:spMk id="3" creationId="{B5D47964-DA24-4793-B602-9850F1CB377F}"/>
          </ac:spMkLst>
        </pc:spChg>
        <pc:spChg chg="mod ord">
          <ac:chgData name="White (she/her), Whitney" userId="65f39021-2f1d-4d8b-87dc-b123826f65bf" providerId="ADAL" clId="{7DC62D2F-EE24-4487-9929-02D1D00D3CE9}" dt="2023-01-17T18:31:29.183" v="177" actId="26606"/>
          <ac:spMkLst>
            <pc:docMk/>
            <pc:sldMk cId="498985592" sldId="263"/>
            <ac:spMk id="4" creationId="{AE9B95AA-02D0-4645-A751-287261502606}"/>
          </ac:spMkLst>
        </pc:spChg>
        <pc:picChg chg="add mod">
          <ac:chgData name="White (she/her), Whitney" userId="65f39021-2f1d-4d8b-87dc-b123826f65bf" providerId="ADAL" clId="{7DC62D2F-EE24-4487-9929-02D1D00D3CE9}" dt="2023-01-17T18:31:47.521" v="184" actId="1076"/>
          <ac:picMkLst>
            <pc:docMk/>
            <pc:sldMk cId="498985592" sldId="263"/>
            <ac:picMk id="5" creationId="{63239C00-4576-4356-885C-80F8C6E20940}"/>
          </ac:picMkLst>
        </pc:picChg>
      </pc:sldChg>
    </pc:docChg>
  </pc:docChgLst>
  <pc:docChgLst>
    <pc:chgData name="White (she/her), Whitney" userId="65f39021-2f1d-4d8b-87dc-b123826f65bf" providerId="ADAL" clId="{38F44297-F94C-4991-BC7E-AAD79838D019}"/>
    <pc:docChg chg="custSel delSld modSld modSection">
      <pc:chgData name="White (she/her), Whitney" userId="65f39021-2f1d-4d8b-87dc-b123826f65bf" providerId="ADAL" clId="{38F44297-F94C-4991-BC7E-AAD79838D019}" dt="2023-01-17T03:44:30.772" v="117" actId="20577"/>
      <pc:docMkLst>
        <pc:docMk/>
      </pc:docMkLst>
      <pc:sldChg chg="modSp mod">
        <pc:chgData name="White (she/her), Whitney" userId="65f39021-2f1d-4d8b-87dc-b123826f65bf" providerId="ADAL" clId="{38F44297-F94C-4991-BC7E-AAD79838D019}" dt="2023-01-17T03:44:30.772" v="117" actId="20577"/>
        <pc:sldMkLst>
          <pc:docMk/>
          <pc:sldMk cId="1482277026" sldId="256"/>
        </pc:sldMkLst>
        <pc:spChg chg="mod">
          <ac:chgData name="White (she/her), Whitney" userId="65f39021-2f1d-4d8b-87dc-b123826f65bf" providerId="ADAL" clId="{38F44297-F94C-4991-BC7E-AAD79838D019}" dt="2023-01-17T03:44:30.772" v="117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 (she/her), Whitney" userId="65f39021-2f1d-4d8b-87dc-b123826f65bf" providerId="ADAL" clId="{38F44297-F94C-4991-BC7E-AAD79838D019}" dt="2023-01-17T03:43:15.507" v="113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del">
        <pc:chgData name="White (she/her), Whitney" userId="65f39021-2f1d-4d8b-87dc-b123826f65bf" providerId="ADAL" clId="{38F44297-F94C-4991-BC7E-AAD79838D019}" dt="2023-01-17T03:43:47.911" v="116" actId="47"/>
        <pc:sldMkLst>
          <pc:docMk/>
          <pc:sldMk cId="1163931679" sldId="263"/>
        </pc:sldMkLst>
      </pc:sldChg>
      <pc:sldChg chg="del">
        <pc:chgData name="White (she/her), Whitney" userId="65f39021-2f1d-4d8b-87dc-b123826f65bf" providerId="ADAL" clId="{38F44297-F94C-4991-BC7E-AAD79838D019}" dt="2023-01-17T03:43:40.476" v="114" actId="47"/>
        <pc:sldMkLst>
          <pc:docMk/>
          <pc:sldMk cId="3493109116" sldId="264"/>
        </pc:sldMkLst>
      </pc:sldChg>
      <pc:sldChg chg="del">
        <pc:chgData name="White (she/her), Whitney" userId="65f39021-2f1d-4d8b-87dc-b123826f65bf" providerId="ADAL" clId="{38F44297-F94C-4991-BC7E-AAD79838D019}" dt="2023-01-17T03:43:45.323" v="115" actId="47"/>
        <pc:sldMkLst>
          <pc:docMk/>
          <pc:sldMk cId="2571717539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ersketch.org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4eBmyttcfU4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600" dirty="0"/>
              <a:t>Instructional Practices| Unit 8: Planning for Diverse Learners| Lesson 8.02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Intro to Universal Design for Learning | Part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AEA465-13EB-5C52-7AC1-053ACF5ACA24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7A, 7D, 10A, 10B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Define Universal Design for Learning and explain its purpose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Complete the Learner Sketch Tool learning profile self-assessment. Make a list of your strengths and challenges based on the results. </a:t>
            </a:r>
          </a:p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https://learnersketch.org/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433EE5B-3659-4E8F-BCEA-72F89888DF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2798201"/>
              </p:ext>
            </p:extLst>
          </p:nvPr>
        </p:nvGraphicFramePr>
        <p:xfrm>
          <a:off x="576262" y="1500262"/>
          <a:ext cx="11039475" cy="4992613"/>
        </p:xfrm>
        <a:graphic>
          <a:graphicData uri="http://schemas.openxmlformats.org/drawingml/2006/table">
            <a:tbl>
              <a:tblPr firstRow="1" firstCol="1" bandRow="1"/>
              <a:tblGrid>
                <a:gridCol w="2412461">
                  <a:extLst>
                    <a:ext uri="{9D8B030D-6E8A-4147-A177-3AD203B41FA5}">
                      <a16:colId xmlns:a16="http://schemas.microsoft.com/office/drawing/2014/main" val="798404666"/>
                    </a:ext>
                  </a:extLst>
                </a:gridCol>
                <a:gridCol w="8627014">
                  <a:extLst>
                    <a:ext uri="{9D8B030D-6E8A-4147-A177-3AD203B41FA5}">
                      <a16:colId xmlns:a16="http://schemas.microsoft.com/office/drawing/2014/main" val="2607412084"/>
                    </a:ext>
                  </a:extLst>
                </a:gridCol>
              </a:tblGrid>
              <a:tr h="8252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Universal Design for Learning (UDL)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 educational framework to guide the development of flexible learning environments that can accommodate individual learning differences through engagement, representation, and expression. UDL minimizes barriers and maximizes learning for all students.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525864"/>
                  </a:ext>
                </a:extLst>
              </a:tr>
              <a:tr h="8252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UDL Guidelines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 set of strategies that can be applied to any subject or grade level to ensure that all learners can access and participate in meaningful, challenging learning opportunities. (CAST, 2022)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921311"/>
                  </a:ext>
                </a:extLst>
              </a:tr>
              <a:tr h="6273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Multiple Means of Engagement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Providing various ways of engaging with material to stimulate interest and motivation for learning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6711469"/>
                  </a:ext>
                </a:extLst>
              </a:tr>
              <a:tr h="6273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Multiple Means of Representation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Presenting information and content in different ways to support learning for all students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1316425"/>
                  </a:ext>
                </a:extLst>
              </a:tr>
              <a:tr h="82523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Multiple Means of Action &amp; Expression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Offering options for ways students can demonstrate their learning and express what they know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478978"/>
                  </a:ext>
                </a:extLst>
              </a:tr>
              <a:tr h="62732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Assistive Technologies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Any form of device, technology, or equipment that helps students with disabilities participate, communicate, and learn.  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93834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72F3-79E4-4001-9748-B7FC67079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Ted Talk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2C669-9955-4209-B20C-3F3A754CD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The Myth of Average: Todd Rose at TEDx Sonoma County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1A007-43B3-444C-A468-0BC1B73EE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32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F985D-AA0B-4D38-A50D-C64E429BD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Rubik’s Cube</a:t>
            </a:r>
          </a:p>
        </p:txBody>
      </p:sp>
      <p:pic>
        <p:nvPicPr>
          <p:cNvPr id="5" name="Content Placeholder 4" descr="rubiks-cube-classic-and-braille">
            <a:extLst>
              <a:ext uri="{FF2B5EF4-FFF2-40B4-BE49-F238E27FC236}">
                <a16:creationId xmlns:a16="http://schemas.microsoft.com/office/drawing/2014/main" id="{6AA01BC7-1A30-4D11-B848-43D419B0B7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88" t="3178" r="53428" b="8475"/>
          <a:stretch/>
        </p:blipFill>
        <p:spPr bwMode="auto">
          <a:xfrm>
            <a:off x="5026698" y="735038"/>
            <a:ext cx="4611977" cy="580387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7C2D35-32CD-459F-AE46-9D0C67504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7018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596E0-A19B-4A3A-8F99-AC843056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Rubik’s Cube with Braille</a:t>
            </a:r>
          </a:p>
        </p:txBody>
      </p:sp>
      <p:pic>
        <p:nvPicPr>
          <p:cNvPr id="5" name="Content Placeholder 4" descr="rubiks-cube-classic-and-braille">
            <a:extLst>
              <a:ext uri="{FF2B5EF4-FFF2-40B4-BE49-F238E27FC236}">
                <a16:creationId xmlns:a16="http://schemas.microsoft.com/office/drawing/2014/main" id="{332AA086-672F-4FAA-BDB0-DEB586E3B0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882" t="6038" r="8280" b="5932"/>
          <a:stretch/>
        </p:blipFill>
        <p:spPr bwMode="auto">
          <a:xfrm>
            <a:off x="3892666" y="1471730"/>
            <a:ext cx="4406668" cy="5067182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022DF-7594-4CD2-BA94-BE60FA23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770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DFC75-D2E7-46FE-AD82-9A9898CFB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Rubik’s Cube Touch</a:t>
            </a:r>
          </a:p>
        </p:txBody>
      </p:sp>
      <p:pic>
        <p:nvPicPr>
          <p:cNvPr id="5" name="Content Placeholder 4" descr="rubiks-cube-touch">
            <a:extLst>
              <a:ext uri="{FF2B5EF4-FFF2-40B4-BE49-F238E27FC236}">
                <a16:creationId xmlns:a16="http://schemas.microsoft.com/office/drawing/2014/main" id="{E9A2A5C7-439D-4A5F-99A9-01C3601561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3783500" y="1393933"/>
            <a:ext cx="4624999" cy="476804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47B1F-C2A0-4E62-89F7-6C83F96D5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033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8180B-6498-44E5-AD81-0674C5165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Universal Design for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0FA2D-3686-4922-A9E0-8BBC41FEF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Guidelines for UDL</a:t>
            </a:r>
          </a:p>
          <a:p>
            <a:r>
              <a:rPr lang="en-US" dirty="0"/>
              <a:t>Multiple Means of Engagement</a:t>
            </a:r>
          </a:p>
          <a:p>
            <a:r>
              <a:rPr lang="en-US" dirty="0"/>
              <a:t>Multiple Means of Representation</a:t>
            </a:r>
          </a:p>
          <a:p>
            <a:r>
              <a:rPr lang="en-US" dirty="0"/>
              <a:t>Multiple Means of Action and Expression</a:t>
            </a:r>
          </a:p>
        </p:txBody>
      </p:sp>
      <p:pic>
        <p:nvPicPr>
          <p:cNvPr id="5" name="Content Placeholder 4" descr="A graphic describing the three keys for providing a Universal Design for Learning guidelines: Providing Multiple Means of Engagement, Providing Multiple Means of  Representation, and Providing Multiple Means of Action and Expression.&#10;&#10;Accessible through udlguidelines.cast.org">
            <a:extLst>
              <a:ext uri="{FF2B5EF4-FFF2-40B4-BE49-F238E27FC236}">
                <a16:creationId xmlns:a16="http://schemas.microsoft.com/office/drawing/2014/main" id="{63239C00-4576-4356-885C-80F8C6E209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8182" y="1690688"/>
            <a:ext cx="5515618" cy="4357337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9B95AA-02D0-4645-A751-28726150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985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Match the following terms to the correct definition on your Exit Ticket.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Universal Design for Learning (UDL)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UDL Guidelines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Multiple Means of Engagement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Multiple Means of Representation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Multiple Means of Action &amp; Expression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XUX_Lesson X.XX_PPT_TEMPLATE" id="{F292ABBA-735D-46DE-9B1C-1ED03EE23A6F}" vid="{47570F0D-54DB-4FC7-92A5-A7A883415B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CXUX_Lesson X.XX_PPT_TEMPLATE</Template>
  <TotalTime>1446</TotalTime>
  <Words>340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Symbol</vt:lpstr>
      <vt:lpstr>Office Theme</vt:lpstr>
      <vt:lpstr>Instructional Practices| Unit 8: Planning for Diverse Learners| Lesson 8.02</vt:lpstr>
      <vt:lpstr>TEKS Standards &amp; Objectives</vt:lpstr>
      <vt:lpstr>Bellringer</vt:lpstr>
      <vt:lpstr>Vocabulary</vt:lpstr>
      <vt:lpstr>Ted Talk</vt:lpstr>
      <vt:lpstr>Rubik’s Cube</vt:lpstr>
      <vt:lpstr>Rubik’s Cube with Braille</vt:lpstr>
      <vt:lpstr>Rubik’s Cube Touch</vt:lpstr>
      <vt:lpstr>Universal Design for Learning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8.02: Intro to Universal Design for Learning | Part II</dc:title>
  <dc:subject>Lesson 8.02: Intro to Universal Design for Learning | Part II</dc:subject>
  <dc:creator>Texas Education Agency</dc:creator>
  <cp:lastModifiedBy>London White</cp:lastModifiedBy>
  <cp:revision>2</cp:revision>
  <dcterms:created xsi:type="dcterms:W3CDTF">2022-09-17T16:30:16Z</dcterms:created>
  <dcterms:modified xsi:type="dcterms:W3CDTF">2023-08-31T05:45:52Z</dcterms:modified>
</cp:coreProperties>
</file>
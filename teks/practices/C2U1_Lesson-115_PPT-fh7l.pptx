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1520E4-39F6-4CA7-AEB1-66820136D02A}" v="1" dt="2023-08-31T01:09:44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6A531146-25B0-4F02-8BD4-70B760CBD788}"/>
    <pc:docChg chg="custSel modSld">
      <pc:chgData name="White, Whitney" userId="65f39021-2f1d-4d8b-87dc-b123826f65bf" providerId="ADAL" clId="{6A531146-25B0-4F02-8BD4-70B760CBD788}" dt="2022-07-28T02:43:23.884" v="111" actId="20577"/>
      <pc:docMkLst>
        <pc:docMk/>
      </pc:docMkLst>
      <pc:sldChg chg="modSp mod">
        <pc:chgData name="White, Whitney" userId="65f39021-2f1d-4d8b-87dc-b123826f65bf" providerId="ADAL" clId="{6A531146-25B0-4F02-8BD4-70B760CBD788}" dt="2022-07-28T02:43:23.884" v="11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6A531146-25B0-4F02-8BD4-70B760CBD788}" dt="2022-07-28T02:43:23.884" v="11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E5A74F14-0C39-4CAC-B9E3-04C94F1C00BC}"/>
    <pc:docChg chg="delSld modSld">
      <pc:chgData name="White, Whitney" userId="65f39021-2f1d-4d8b-87dc-b123826f65bf" providerId="ADAL" clId="{E5A74F14-0C39-4CAC-B9E3-04C94F1C00BC}" dt="2022-07-29T06:19:48.539" v="239" actId="255"/>
      <pc:docMkLst>
        <pc:docMk/>
      </pc:docMkLst>
      <pc:sldChg chg="modSp mod">
        <pc:chgData name="White, Whitney" userId="65f39021-2f1d-4d8b-87dc-b123826f65bf" providerId="ADAL" clId="{E5A74F14-0C39-4CAC-B9E3-04C94F1C00BC}" dt="2022-07-29T06:14:58.803" v="26" actId="255"/>
        <pc:sldMkLst>
          <pc:docMk/>
          <pc:sldMk cId="4071305681" sldId="258"/>
        </pc:sldMkLst>
        <pc:spChg chg="mod">
          <ac:chgData name="White, Whitney" userId="65f39021-2f1d-4d8b-87dc-b123826f65bf" providerId="ADAL" clId="{E5A74F14-0C39-4CAC-B9E3-04C94F1C00BC}" dt="2022-07-29T06:14:58.803" v="26" actId="25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E5A74F14-0C39-4CAC-B9E3-04C94F1C00BC}" dt="2022-07-29T06:14:41.969" v="2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E5A74F14-0C39-4CAC-B9E3-04C94F1C00BC}" dt="2022-07-29T06:14:41.969" v="24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E5A74F14-0C39-4CAC-B9E3-04C94F1C00BC}" dt="2022-07-29T06:19:48.539" v="239" actId="255"/>
        <pc:sldMkLst>
          <pc:docMk/>
          <pc:sldMk cId="2147408764" sldId="260"/>
        </pc:sldMkLst>
        <pc:spChg chg="mod">
          <ac:chgData name="White, Whitney" userId="65f39021-2f1d-4d8b-87dc-b123826f65bf" providerId="ADAL" clId="{E5A74F14-0C39-4CAC-B9E3-04C94F1C00BC}" dt="2022-07-29T06:19:48.539" v="239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E5A74F14-0C39-4CAC-B9E3-04C94F1C00BC}" dt="2022-07-29T06:15:57.665" v="153" actId="20577"/>
        <pc:sldMkLst>
          <pc:docMk/>
          <pc:sldMk cId="3054216349" sldId="261"/>
        </pc:sldMkLst>
        <pc:spChg chg="mod">
          <ac:chgData name="White, Whitney" userId="65f39021-2f1d-4d8b-87dc-b123826f65bf" providerId="ADAL" clId="{E5A74F14-0C39-4CAC-B9E3-04C94F1C00BC}" dt="2022-07-29T06:15:57.665" v="153" actId="20577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White, Whitney" userId="65f39021-2f1d-4d8b-87dc-b123826f65bf" providerId="ADAL" clId="{E5A74F14-0C39-4CAC-B9E3-04C94F1C00BC}" dt="2022-07-29T06:19:33.735" v="237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E5A74F14-0C39-4CAC-B9E3-04C94F1C00BC}" dt="2022-07-29T06:19:32.152" v="236" actId="47"/>
        <pc:sldMkLst>
          <pc:docMk/>
          <pc:sldMk cId="1163931679" sldId="263"/>
        </pc:sldMkLst>
      </pc:sldChg>
      <pc:sldChg chg="modSp mod">
        <pc:chgData name="White, Whitney" userId="65f39021-2f1d-4d8b-87dc-b123826f65bf" providerId="ADAL" clId="{E5A74F14-0C39-4CAC-B9E3-04C94F1C00BC}" dt="2022-07-29T06:17:58.081" v="235" actId="20577"/>
        <pc:sldMkLst>
          <pc:docMk/>
          <pc:sldMk cId="3493109116" sldId="264"/>
        </pc:sldMkLst>
        <pc:spChg chg="mod">
          <ac:chgData name="White, Whitney" userId="65f39021-2f1d-4d8b-87dc-b123826f65bf" providerId="ADAL" clId="{E5A74F14-0C39-4CAC-B9E3-04C94F1C00BC}" dt="2022-07-29T06:17:12.203" v="203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E5A74F14-0C39-4CAC-B9E3-04C94F1C00BC}" dt="2022-07-29T06:17:58.081" v="235" actId="20577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 (she/her), Whitney" userId="65f39021-2f1d-4d8b-87dc-b123826f65bf" providerId="ADAL" clId="{A61520E4-39F6-4CA7-AEB1-66820136D02A}"/>
    <pc:docChg chg="modSld">
      <pc:chgData name="White (she/her), Whitney" userId="65f39021-2f1d-4d8b-87dc-b123826f65bf" providerId="ADAL" clId="{A61520E4-39F6-4CA7-AEB1-66820136D02A}" dt="2023-08-31T01:09:47.510" v="31" actId="1076"/>
      <pc:docMkLst>
        <pc:docMk/>
      </pc:docMkLst>
      <pc:sldChg chg="addSp modSp mod">
        <pc:chgData name="White (she/her), Whitney" userId="65f39021-2f1d-4d8b-87dc-b123826f65bf" providerId="ADAL" clId="{A61520E4-39F6-4CA7-AEB1-66820136D02A}" dt="2023-08-31T01:09:47.510" v="31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A61520E4-39F6-4CA7-AEB1-66820136D02A}" dt="2023-08-31T01:09:43.437" v="29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A61520E4-39F6-4CA7-AEB1-66820136D02A}" dt="2023-08-31T01:09:40.320" v="28" actId="20577"/>
          <ac:spMkLst>
            <pc:docMk/>
            <pc:sldMk cId="1482277026" sldId="256"/>
            <ac:spMk id="3" creationId="{E0FBD98F-3A67-498E-8174-652040DD7B60}"/>
          </ac:spMkLst>
        </pc:spChg>
        <pc:spChg chg="add mod">
          <ac:chgData name="White (she/her), Whitney" userId="65f39021-2f1d-4d8b-87dc-b123826f65bf" providerId="ADAL" clId="{A61520E4-39F6-4CA7-AEB1-66820136D02A}" dt="2023-08-31T01:09:47.510" v="31" actId="1076"/>
          <ac:spMkLst>
            <pc:docMk/>
            <pc:sldMk cId="1482277026" sldId="256"/>
            <ac:spMk id="4" creationId="{4027FF93-A9C3-C053-3E07-E8AC2C784703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vimeo.com/419177453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 | Unit 1: Building an Effective Classroom | Classroom Culture| Lesson 1.15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Transfer Ownership Part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7FF93-A9C3-C053-3E07-E8AC2C784703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 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dentify and describe strong System Cues.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xamine various System Cues.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stablish a System Cue to replace explicit directions and narratives.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Describe a scenario where a teacher, coach, etc. provided the same daily directions for a routine in January that they did in September. What was your response? How did this make you feel?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System Cue: An abbreviated direction that reminds students of the steps in the system that they already know.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Video: Install Your System (Eric Snider)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Install Your System: Eric Snider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one of the directions below from the scenario examined at the start of today’s lesson and create a System Cue that Ms. Smith can use to replace her explicit directions.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187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Instructional Practices | Unit 1: Building an Effective Classroom | Classroom Culture| Lesson 1.15</vt:lpstr>
      <vt:lpstr>TEKS Standards &amp; Objectives</vt:lpstr>
      <vt:lpstr>Bellringer</vt:lpstr>
      <vt:lpstr>Vocabulary</vt:lpstr>
      <vt:lpstr>Video: Install Your System (Eric Snider)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1.01: Introduction to Principles of Education and Training</dc:title>
  <dc:subject>Lesson 1.01: Introduction to Principles of Education and Training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2023-08-31T01:09:53Z</dcterms:modified>
</cp:coreProperties>
</file>
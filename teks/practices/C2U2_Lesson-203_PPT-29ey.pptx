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1B19D-41AB-43CC-9C0C-ED36FFA7016F}" v="1" dt="2023-08-31T01:41:36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E1C91E30-973E-4056-9D6B-363FEEA7B05B}"/>
    <pc:docChg chg="custSel delSld modSld">
      <pc:chgData name="White, Whitney" userId="65f39021-2f1d-4d8b-87dc-b123826f65bf" providerId="ADAL" clId="{E1C91E30-973E-4056-9D6B-363FEEA7B05B}" dt="2022-08-03T14:57:33.126" v="324" actId="47"/>
      <pc:docMkLst>
        <pc:docMk/>
      </pc:docMkLst>
      <pc:sldChg chg="modSp mod">
        <pc:chgData name="White, Whitney" userId="65f39021-2f1d-4d8b-87dc-b123826f65bf" providerId="ADAL" clId="{E1C91E30-973E-4056-9D6B-363FEEA7B05B}" dt="2022-08-03T14:44:20.746" v="4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1C91E30-973E-4056-9D6B-363FEEA7B05B}" dt="2022-08-03T14:44:20.746" v="4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1C91E30-973E-4056-9D6B-363FEEA7B05B}" dt="2022-08-03T14:44:11.966" v="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White, Whitney" userId="65f39021-2f1d-4d8b-87dc-b123826f65bf" providerId="ADAL" clId="{E1C91E30-973E-4056-9D6B-363FEEA7B05B}" dt="2022-08-03T14:53:13.341" v="114" actId="20577"/>
        <pc:sldMkLst>
          <pc:docMk/>
          <pc:sldMk cId="4071305681" sldId="258"/>
        </pc:sldMkLst>
        <pc:spChg chg="add del mod">
          <ac:chgData name="White, Whitney" userId="65f39021-2f1d-4d8b-87dc-b123826f65bf" providerId="ADAL" clId="{E1C91E30-973E-4056-9D6B-363FEEA7B05B}" dt="2022-08-03T14:53:13.341" v="114" actId="20577"/>
          <ac:spMkLst>
            <pc:docMk/>
            <pc:sldMk cId="4071305681" sldId="258"/>
            <ac:spMk id="3" creationId="{392BE286-77A6-49DD-B15D-7E4718D52FE7}"/>
          </ac:spMkLst>
        </pc:spChg>
        <pc:spChg chg="add del">
          <ac:chgData name="White, Whitney" userId="65f39021-2f1d-4d8b-87dc-b123826f65bf" providerId="ADAL" clId="{E1C91E30-973E-4056-9D6B-363FEEA7B05B}" dt="2022-08-03T14:52:10.419" v="80"/>
          <ac:spMkLst>
            <pc:docMk/>
            <pc:sldMk cId="4071305681" sldId="258"/>
            <ac:spMk id="6" creationId="{F1707A60-FA24-4021-8DB9-338FE69EC1FF}"/>
          </ac:spMkLst>
        </pc:spChg>
        <pc:spChg chg="add del">
          <ac:chgData name="White, Whitney" userId="65f39021-2f1d-4d8b-87dc-b123826f65bf" providerId="ADAL" clId="{E1C91E30-973E-4056-9D6B-363FEEA7B05B}" dt="2022-08-03T14:52:15.490" v="82"/>
          <ac:spMkLst>
            <pc:docMk/>
            <pc:sldMk cId="4071305681" sldId="258"/>
            <ac:spMk id="8" creationId="{95160B31-E28C-4332-A2A1-7574FD8B026E}"/>
          </ac:spMkLst>
        </pc:spChg>
        <pc:graphicFrameChg chg="add del mod">
          <ac:chgData name="White, Whitney" userId="65f39021-2f1d-4d8b-87dc-b123826f65bf" providerId="ADAL" clId="{E1C91E30-973E-4056-9D6B-363FEEA7B05B}" dt="2022-08-03T14:52:10.419" v="80"/>
          <ac:graphicFrameMkLst>
            <pc:docMk/>
            <pc:sldMk cId="4071305681" sldId="258"/>
            <ac:graphicFrameMk id="5" creationId="{721EEBF8-C7DD-4BB9-85BC-22CA2CD4EB53}"/>
          </ac:graphicFrameMkLst>
        </pc:graphicFrameChg>
        <pc:graphicFrameChg chg="add del mod">
          <ac:chgData name="White, Whitney" userId="65f39021-2f1d-4d8b-87dc-b123826f65bf" providerId="ADAL" clId="{E1C91E30-973E-4056-9D6B-363FEEA7B05B}" dt="2022-08-03T14:52:15.490" v="82"/>
          <ac:graphicFrameMkLst>
            <pc:docMk/>
            <pc:sldMk cId="4071305681" sldId="258"/>
            <ac:graphicFrameMk id="7" creationId="{0B7BCAAE-15FF-4631-9909-17D989E68BD4}"/>
          </ac:graphicFrameMkLst>
        </pc:graphicFrameChg>
      </pc:sldChg>
      <pc:sldChg chg="modSp mod">
        <pc:chgData name="White, Whitney" userId="65f39021-2f1d-4d8b-87dc-b123826f65bf" providerId="ADAL" clId="{E1C91E30-973E-4056-9D6B-363FEEA7B05B}" dt="2022-08-03T14:51:08.908" v="78" actId="404"/>
        <pc:sldMkLst>
          <pc:docMk/>
          <pc:sldMk cId="2772527113" sldId="259"/>
        </pc:sldMkLst>
        <pc:spChg chg="mod">
          <ac:chgData name="White, Whitney" userId="65f39021-2f1d-4d8b-87dc-b123826f65bf" providerId="ADAL" clId="{E1C91E30-973E-4056-9D6B-363FEEA7B05B}" dt="2022-08-03T14:51:08.908" v="78" actId="404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1C91E30-973E-4056-9D6B-363FEEA7B05B}" dt="2022-08-03T14:57:25.997" v="322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E1C91E30-973E-4056-9D6B-363FEEA7B05B}" dt="2022-08-03T14:57:25.997" v="322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E1C91E30-973E-4056-9D6B-363FEEA7B05B}" dt="2022-08-03T14:54:23.549" v="118" actId="255"/>
        <pc:sldMkLst>
          <pc:docMk/>
          <pc:sldMk cId="3054216349" sldId="261"/>
        </pc:sldMkLst>
        <pc:spChg chg="del">
          <ac:chgData name="White, Whitney" userId="65f39021-2f1d-4d8b-87dc-b123826f65bf" providerId="ADAL" clId="{E1C91E30-973E-4056-9D6B-363FEEA7B05B}" dt="2022-08-03T14:54:13.448" v="115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E1C91E30-973E-4056-9D6B-363FEEA7B05B}" dt="2022-08-03T14:54:23.549" v="118" actId="255"/>
          <ac:graphicFrameMkLst>
            <pc:docMk/>
            <pc:sldMk cId="3054216349" sldId="261"/>
            <ac:graphicFrameMk id="5" creationId="{7F573682-8228-4EF5-947A-DDC5641A4F5D}"/>
          </ac:graphicFrameMkLst>
        </pc:graphicFrameChg>
      </pc:sldChg>
      <pc:sldChg chg="del">
        <pc:chgData name="White, Whitney" userId="65f39021-2f1d-4d8b-87dc-b123826f65bf" providerId="ADAL" clId="{E1C91E30-973E-4056-9D6B-363FEEA7B05B}" dt="2022-08-03T14:57:33.126" v="324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E1C91E30-973E-4056-9D6B-363FEEA7B05B}" dt="2022-08-03T14:57:32.653" v="323" actId="47"/>
        <pc:sldMkLst>
          <pc:docMk/>
          <pc:sldMk cId="1163931679" sldId="263"/>
        </pc:sldMkLst>
      </pc:sldChg>
      <pc:sldChg chg="modSp mod modAnim">
        <pc:chgData name="White, Whitney" userId="65f39021-2f1d-4d8b-87dc-b123826f65bf" providerId="ADAL" clId="{E1C91E30-973E-4056-9D6B-363FEEA7B05B}" dt="2022-08-03T14:56:30.337" v="259"/>
        <pc:sldMkLst>
          <pc:docMk/>
          <pc:sldMk cId="3493109116" sldId="264"/>
        </pc:sldMkLst>
        <pc:spChg chg="mod">
          <ac:chgData name="White, Whitney" userId="65f39021-2f1d-4d8b-87dc-b123826f65bf" providerId="ADAL" clId="{E1C91E30-973E-4056-9D6B-363FEEA7B05B}" dt="2022-08-03T14:55:23.346" v="15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E1C91E30-973E-4056-9D6B-363FEEA7B05B}" dt="2022-08-03T14:56:12.540" v="256" actId="20577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DB91B19D-41AB-43CC-9C0C-ED36FFA7016F}"/>
    <pc:docChg chg="modSld">
      <pc:chgData name="White (she/her), Whitney" userId="65f39021-2f1d-4d8b-87dc-b123826f65bf" providerId="ADAL" clId="{DB91B19D-41AB-43CC-9C0C-ED36FFA7016F}" dt="2023-08-31T01:41:39.585" v="6" actId="1076"/>
      <pc:docMkLst>
        <pc:docMk/>
      </pc:docMkLst>
      <pc:sldChg chg="addSp modSp mod">
        <pc:chgData name="White (she/her), Whitney" userId="65f39021-2f1d-4d8b-87dc-b123826f65bf" providerId="ADAL" clId="{DB91B19D-41AB-43CC-9C0C-ED36FFA7016F}" dt="2023-08-31T01:41:39.585" v="6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DB91B19D-41AB-43CC-9C0C-ED36FFA7016F}" dt="2023-08-31T01:41:35.909" v="4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DB91B19D-41AB-43CC-9C0C-ED36FFA7016F}" dt="2023-08-31T01:41:39.585" v="6" actId="1076"/>
          <ac:spMkLst>
            <pc:docMk/>
            <pc:sldMk cId="1482277026" sldId="256"/>
            <ac:spMk id="4" creationId="{59AF2800-427F-89FC-31AC-9A8980BC74D4}"/>
          </ac:spMkLst>
        </pc:spChg>
      </pc:sldChg>
      <pc:sldChg chg="modSp mod">
        <pc:chgData name="White (she/her), Whitney" userId="65f39021-2f1d-4d8b-87dc-b123826f65bf" providerId="ADAL" clId="{DB91B19D-41AB-43CC-9C0C-ED36FFA7016F}" dt="2023-08-31T01:41:32.350" v="3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DB91B19D-41AB-43CC-9C0C-ED36FFA7016F}" dt="2023-08-31T01:41:32.350" v="3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0952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Developing Positive Relationships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F2800-427F-89FC-31AC-9A8980BC74D4}"/>
              </a:ext>
            </a:extLst>
          </p:cNvPr>
          <p:cNvSpPr txBox="1"/>
          <p:nvPr/>
        </p:nvSpPr>
        <p:spPr>
          <a:xfrm>
            <a:off x="0" y="6379827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/>
              <a:t>TEKS 3B, 3C, 4C , 7A, 7E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Identify and practice techniques for developing positive relationships with students.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Building trust and rapport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Establishing boundaries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Calm demeanor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Consistency</a:t>
            </a:r>
            <a:endParaRPr lang="en-US" sz="3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High expectations</a:t>
            </a:r>
            <a:endParaRPr lang="en-US" sz="3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From the list in your Student Guide, circle effective strategies that a teacher might use to build relationships with their students.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What affect could it have on a student who spent several years in a classroom with a teacher who did </a:t>
            </a: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not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build strong relationships? </a:t>
            </a:r>
            <a:r>
              <a:rPr lang="en-US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Consider the student’s academic progress as well as their attitude about school.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573682-8228-4EF5-947A-DDC5641A4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747226"/>
              </p:ext>
            </p:extLst>
          </p:nvPr>
        </p:nvGraphicFramePr>
        <p:xfrm>
          <a:off x="838200" y="1690688"/>
          <a:ext cx="10373139" cy="4085733"/>
        </p:xfrm>
        <a:graphic>
          <a:graphicData uri="http://schemas.openxmlformats.org/drawingml/2006/table">
            <a:tbl>
              <a:tblPr firstRow="1" firstCol="1" bandRow="1"/>
              <a:tblGrid>
                <a:gridCol w="2265109">
                  <a:extLst>
                    <a:ext uri="{9D8B030D-6E8A-4147-A177-3AD203B41FA5}">
                      <a16:colId xmlns:a16="http://schemas.microsoft.com/office/drawing/2014/main" val="501845531"/>
                    </a:ext>
                  </a:extLst>
                </a:gridCol>
                <a:gridCol w="8108030">
                  <a:extLst>
                    <a:ext uri="{9D8B030D-6E8A-4147-A177-3AD203B41FA5}">
                      <a16:colId xmlns:a16="http://schemas.microsoft.com/office/drawing/2014/main" val="2299512993"/>
                    </a:ext>
                  </a:extLst>
                </a:gridCol>
              </a:tblGrid>
              <a:tr h="117566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Rapport 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A close and harmonious relationship in which the people or groups concerned understand each other's feelings or ideas and communicate well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33050"/>
                  </a:ext>
                </a:extLst>
              </a:tr>
              <a:tr h="93519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Demeanor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Behavior toward others; outward manner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89389"/>
                  </a:ext>
                </a:extLst>
              </a:tr>
              <a:tr h="93519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Consistency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Conformity in the application of something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724899"/>
                  </a:ext>
                </a:extLst>
              </a:tr>
              <a:tr h="93519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High Expectations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Open Sans" panose="020B0606030504020204" pitchFamily="34" charset="0"/>
                        </a:rPr>
                        <a:t>Any effort to set the same high educational standards for all students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729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Scenario Practice: Example 1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Middle school teachers have 10 minutes with their students in between lunch and the next class. Mrs. Sherron uses the time to read a book aloud to students. She insists that students do not talk during this time but allows them to draw or put their heads down to rest.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Mrs. Sherron doing well?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can Mrs. Sherron do better?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 your Exit Ti</a:t>
            </a:r>
            <a:r>
              <a:rPr lang="en-US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cket, categorize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 strategies for developing positive relationships with students as techniques that could build trust and rapport, establish boundaries, project a calm demeanor, create consistency, </a:t>
            </a:r>
            <a:r>
              <a:rPr lang="en-US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and/or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uphold high expectations.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305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2.03</vt:lpstr>
      <vt:lpstr>TEKS Standards &amp; Objectives</vt:lpstr>
      <vt:lpstr>Bellringer</vt:lpstr>
      <vt:lpstr>Vocabulary</vt:lpstr>
      <vt:lpstr>Scenario Practice: Example 1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2.03: Developing Positive Relationships</dc:title>
  <dc:subject>Lesson 2.03: Developing Positive Relationships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2023-08-31T01:41:39Z</dcterms:modified>
</cp:coreProperties>
</file>
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8" r:id="rId4"/>
    <p:sldId id="264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7DC81A-C40A-496F-8C39-0B6B96C97F2C}" v="1" dt="2023-08-31T01:10:22.7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2E2018A0-7B77-4610-A6A8-86FD29612EE6}"/>
    <pc:docChg chg="custSel delSld modSld">
      <pc:chgData name="White, Whitney" userId="65f39021-2f1d-4d8b-87dc-b123826f65bf" providerId="ADAL" clId="{2E2018A0-7B77-4610-A6A8-86FD29612EE6}" dt="2022-07-29T06:25:05.316" v="96" actId="255"/>
      <pc:docMkLst>
        <pc:docMk/>
      </pc:docMkLst>
      <pc:sldChg chg="modSp mod">
        <pc:chgData name="White, Whitney" userId="65f39021-2f1d-4d8b-87dc-b123826f65bf" providerId="ADAL" clId="{2E2018A0-7B77-4610-A6A8-86FD29612EE6}" dt="2022-07-29T06:22:31.817" v="28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2E2018A0-7B77-4610-A6A8-86FD29612EE6}" dt="2022-07-29T06:22:31.817" v="28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2E2018A0-7B77-4610-A6A8-86FD29612EE6}" dt="2022-07-29T06:22:07.674" v="24" actId="255"/>
        <pc:sldMkLst>
          <pc:docMk/>
          <pc:sldMk cId="2772527113" sldId="259"/>
        </pc:sldMkLst>
        <pc:spChg chg="mod">
          <ac:chgData name="White, Whitney" userId="65f39021-2f1d-4d8b-87dc-b123826f65bf" providerId="ADAL" clId="{2E2018A0-7B77-4610-A6A8-86FD29612EE6}" dt="2022-07-29T06:22:07.674" v="24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2E2018A0-7B77-4610-A6A8-86FD29612EE6}" dt="2022-07-29T06:25:05.316" v="96" actId="255"/>
        <pc:sldMkLst>
          <pc:docMk/>
          <pc:sldMk cId="2147408764" sldId="260"/>
        </pc:sldMkLst>
        <pc:spChg chg="mod">
          <ac:chgData name="White, Whitney" userId="65f39021-2f1d-4d8b-87dc-b123826f65bf" providerId="ADAL" clId="{2E2018A0-7B77-4610-A6A8-86FD29612EE6}" dt="2022-07-29T06:25:05.316" v="96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, Whitney" userId="65f39021-2f1d-4d8b-87dc-b123826f65bf" providerId="ADAL" clId="{2E2018A0-7B77-4610-A6A8-86FD29612EE6}" dt="2022-07-29T06:22:42.218" v="29" actId="2696"/>
        <pc:sldMkLst>
          <pc:docMk/>
          <pc:sldMk cId="3054216349" sldId="261"/>
        </pc:sldMkLst>
      </pc:sldChg>
      <pc:sldChg chg="del">
        <pc:chgData name="White, Whitney" userId="65f39021-2f1d-4d8b-87dc-b123826f65bf" providerId="ADAL" clId="{2E2018A0-7B77-4610-A6A8-86FD29612EE6}" dt="2022-07-29T06:24:14.280" v="82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2E2018A0-7B77-4610-A6A8-86FD29612EE6}" dt="2022-07-29T06:24:13.593" v="81" actId="47"/>
        <pc:sldMkLst>
          <pc:docMk/>
          <pc:sldMk cId="1163931679" sldId="263"/>
        </pc:sldMkLst>
      </pc:sldChg>
      <pc:sldChg chg="modSp mod">
        <pc:chgData name="White, Whitney" userId="65f39021-2f1d-4d8b-87dc-b123826f65bf" providerId="ADAL" clId="{2E2018A0-7B77-4610-A6A8-86FD29612EE6}" dt="2022-07-29T06:23:59.164" v="80" actId="255"/>
        <pc:sldMkLst>
          <pc:docMk/>
          <pc:sldMk cId="3493109116" sldId="264"/>
        </pc:sldMkLst>
        <pc:spChg chg="mod">
          <ac:chgData name="White, Whitney" userId="65f39021-2f1d-4d8b-87dc-b123826f65bf" providerId="ADAL" clId="{2E2018A0-7B77-4610-A6A8-86FD29612EE6}" dt="2022-07-29T06:23:53.504" v="78" actId="313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2E2018A0-7B77-4610-A6A8-86FD29612EE6}" dt="2022-07-29T06:23:59.164" v="80" actId="255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6A531146-25B0-4F02-8BD4-70B760CBD788}"/>
    <pc:docChg chg="custSel modSld">
      <pc:chgData name="White, Whitney" userId="65f39021-2f1d-4d8b-87dc-b123826f65bf" providerId="ADAL" clId="{6A531146-25B0-4F02-8BD4-70B760CBD788}" dt="2022-07-28T02:43:23.884" v="111" actId="20577"/>
      <pc:docMkLst>
        <pc:docMk/>
      </pc:docMkLst>
      <pc:sldChg chg="modSp mod">
        <pc:chgData name="White, Whitney" userId="65f39021-2f1d-4d8b-87dc-b123826f65bf" providerId="ADAL" clId="{6A531146-25B0-4F02-8BD4-70B760CBD788}" dt="2022-07-28T02:43:23.884" v="11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6A531146-25B0-4F02-8BD4-70B760CBD788}" dt="2022-07-28T02:43:23.884" v="11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 (she/her), Whitney" userId="65f39021-2f1d-4d8b-87dc-b123826f65bf" providerId="ADAL" clId="{827DC81A-C40A-496F-8C39-0B6B96C97F2C}"/>
    <pc:docChg chg="modSld">
      <pc:chgData name="White (she/her), Whitney" userId="65f39021-2f1d-4d8b-87dc-b123826f65bf" providerId="ADAL" clId="{827DC81A-C40A-496F-8C39-0B6B96C97F2C}" dt="2023-08-31T01:10:32.660" v="32" actId="1076"/>
      <pc:docMkLst>
        <pc:docMk/>
      </pc:docMkLst>
      <pc:sldChg chg="addSp modSp mod">
        <pc:chgData name="White (she/her), Whitney" userId="65f39021-2f1d-4d8b-87dc-b123826f65bf" providerId="ADAL" clId="{827DC81A-C40A-496F-8C39-0B6B96C97F2C}" dt="2023-08-31T01:10:32.660" v="3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827DC81A-C40A-496F-8C39-0B6B96C97F2C}" dt="2023-08-31T01:10:32.660" v="32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827DC81A-C40A-496F-8C39-0B6B96C97F2C}" dt="2023-08-31T01:10:12.921" v="24" actId="20577"/>
          <ac:spMkLst>
            <pc:docMk/>
            <pc:sldMk cId="1482277026" sldId="256"/>
            <ac:spMk id="3" creationId="{E0FBD98F-3A67-498E-8174-652040DD7B60}"/>
          </ac:spMkLst>
        </pc:spChg>
        <pc:spChg chg="add mod">
          <ac:chgData name="White (she/her), Whitney" userId="65f39021-2f1d-4d8b-87dc-b123826f65bf" providerId="ADAL" clId="{827DC81A-C40A-496F-8C39-0B6B96C97F2C}" dt="2023-08-31T01:10:28.606" v="31" actId="1076"/>
          <ac:spMkLst>
            <pc:docMk/>
            <pc:sldMk cId="1482277026" sldId="256"/>
            <ac:spMk id="4" creationId="{751890E1-059F-A8B5-52B9-A14D8E1E644F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_LnfYWa2_UOT-kr6FjyMgA25mfRGbxhY/view?usp=sharin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99367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 | Unit 1: Building an Effective Classroom | Classroom Culture| Lesson 1.16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Transfer Ownership Part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1890E1-059F-A8B5-52B9-A14D8E1E644F}"/>
              </a:ext>
            </a:extLst>
          </p:cNvPr>
          <p:cNvSpPr txBox="1"/>
          <p:nvPr/>
        </p:nvSpPr>
        <p:spPr>
          <a:xfrm>
            <a:off x="0" y="6363970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7A, 7C,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 </a:t>
            </a:r>
          </a:p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dentify and describe strong System Cues.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xamine various System Cues.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stablish a System Cue to replace explicit directions and narratives.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evelop a mini-roll-out speech using concise and enthusiastic language.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Why are System Cues important in the classroom? 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What are three aspects of a good System Cue?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Video: Removing Scaffolding (Darryl Williams)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i="1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Remove Scaffolding: Darryl Williams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the feedback your received from your peers, what revisions and refinements do you need to make to your System Cue and roll-out?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should you and your classmates consider moving forward to improve upon System Cues and roll-out?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Words>164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Instructional Practices | Unit 1: Building an Effective Classroom | Classroom Culture| Lesson 1.16</vt:lpstr>
      <vt:lpstr>TEKS Standards &amp; Objectives</vt:lpstr>
      <vt:lpstr>Bellringer</vt:lpstr>
      <vt:lpstr>Video: Removing Scaffolding (Darryl Williams)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1.01: Introduction to Principles of Education and Training</dc:title>
  <dc:subject>Lesson 1.01: Introduction to Principles of Education and Training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2023-08-31T01:10:41Z</dcterms:modified>
</cp:coreProperties>
</file>
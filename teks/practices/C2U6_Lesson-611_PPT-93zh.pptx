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9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45020D-4EC4-4B98-8E80-DD1B831E7346}" v="4" dt="2022-09-18T03:26:37.2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2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27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 (she/her), Whitney" userId="65f39021-2f1d-4d8b-87dc-b123826f65bf" providerId="ADAL" clId="{F645020D-4EC4-4B98-8E80-DD1B831E7346}"/>
    <pc:docChg chg="undo custSel delSld modSld">
      <pc:chgData name="White (she/her), Whitney" userId="65f39021-2f1d-4d8b-87dc-b123826f65bf" providerId="ADAL" clId="{F645020D-4EC4-4B98-8E80-DD1B831E7346}" dt="2022-09-18T03:35:48.508" v="79" actId="47"/>
      <pc:docMkLst>
        <pc:docMk/>
      </pc:docMkLst>
      <pc:sldChg chg="modSp mod">
        <pc:chgData name="White (she/her), Whitney" userId="65f39021-2f1d-4d8b-87dc-b123826f65bf" providerId="ADAL" clId="{F645020D-4EC4-4B98-8E80-DD1B831E7346}" dt="2022-09-18T03:26:16.674" v="68" actId="13926"/>
        <pc:sldMkLst>
          <pc:docMk/>
          <pc:sldMk cId="1482277026" sldId="256"/>
        </pc:sldMkLst>
        <pc:spChg chg="mod">
          <ac:chgData name="White (she/her), Whitney" userId="65f39021-2f1d-4d8b-87dc-b123826f65bf" providerId="ADAL" clId="{F645020D-4EC4-4B98-8E80-DD1B831E7346}" dt="2022-09-18T03:26:16.674" v="68" actId="1392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F645020D-4EC4-4B98-8E80-DD1B831E7346}" dt="2022-09-18T03:26:03.649" v="58" actId="13926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 (she/her), Whitney" userId="65f39021-2f1d-4d8b-87dc-b123826f65bf" providerId="ADAL" clId="{F645020D-4EC4-4B98-8E80-DD1B831E7346}" dt="2022-09-18T03:26:57.744" v="76" actId="403"/>
        <pc:sldMkLst>
          <pc:docMk/>
          <pc:sldMk cId="4071305681" sldId="258"/>
        </pc:sldMkLst>
        <pc:spChg chg="mod">
          <ac:chgData name="White (she/her), Whitney" userId="65f39021-2f1d-4d8b-87dc-b123826f65bf" providerId="ADAL" clId="{F645020D-4EC4-4B98-8E80-DD1B831E7346}" dt="2022-09-18T03:26:57.744" v="76" actId="403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 (she/her), Whitney" userId="65f39021-2f1d-4d8b-87dc-b123826f65bf" providerId="ADAL" clId="{F645020D-4EC4-4B98-8E80-DD1B831E7346}" dt="2022-09-18T03:25:47.908" v="32" actId="403"/>
        <pc:sldMkLst>
          <pc:docMk/>
          <pc:sldMk cId="2772527113" sldId="259"/>
        </pc:sldMkLst>
        <pc:spChg chg="mod">
          <ac:chgData name="White (she/her), Whitney" userId="65f39021-2f1d-4d8b-87dc-b123826f65bf" providerId="ADAL" clId="{F645020D-4EC4-4B98-8E80-DD1B831E7346}" dt="2022-09-18T03:25:47.908" v="32" actId="403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 (she/her), Whitney" userId="65f39021-2f1d-4d8b-87dc-b123826f65bf" providerId="ADAL" clId="{F645020D-4EC4-4B98-8E80-DD1B831E7346}" dt="2022-09-18T03:21:38.258" v="10" actId="20577"/>
        <pc:sldMkLst>
          <pc:docMk/>
          <pc:sldMk cId="2147408764" sldId="260"/>
        </pc:sldMkLst>
        <pc:spChg chg="mod">
          <ac:chgData name="White (she/her), Whitney" userId="65f39021-2f1d-4d8b-87dc-b123826f65bf" providerId="ADAL" clId="{F645020D-4EC4-4B98-8E80-DD1B831E7346}" dt="2022-09-18T03:21:38.258" v="10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del">
        <pc:chgData name="White (she/her), Whitney" userId="65f39021-2f1d-4d8b-87dc-b123826f65bf" providerId="ADAL" clId="{F645020D-4EC4-4B98-8E80-DD1B831E7346}" dt="2022-09-18T03:25:20.045" v="11" actId="2696"/>
        <pc:sldMkLst>
          <pc:docMk/>
          <pc:sldMk cId="3054216349" sldId="261"/>
        </pc:sldMkLst>
      </pc:sldChg>
      <pc:sldChg chg="del">
        <pc:chgData name="White (she/her), Whitney" userId="65f39021-2f1d-4d8b-87dc-b123826f65bf" providerId="ADAL" clId="{F645020D-4EC4-4B98-8E80-DD1B831E7346}" dt="2022-09-18T03:35:48.508" v="79" actId="47"/>
        <pc:sldMkLst>
          <pc:docMk/>
          <pc:sldMk cId="4170921578" sldId="262"/>
        </pc:sldMkLst>
      </pc:sldChg>
      <pc:sldChg chg="del">
        <pc:chgData name="White (she/her), Whitney" userId="65f39021-2f1d-4d8b-87dc-b123826f65bf" providerId="ADAL" clId="{F645020D-4EC4-4B98-8E80-DD1B831E7346}" dt="2022-09-18T03:35:48.080" v="78" actId="47"/>
        <pc:sldMkLst>
          <pc:docMk/>
          <pc:sldMk cId="1163931679" sldId="263"/>
        </pc:sldMkLst>
      </pc:sldChg>
      <pc:sldChg chg="del">
        <pc:chgData name="White (she/her), Whitney" userId="65f39021-2f1d-4d8b-87dc-b123826f65bf" providerId="ADAL" clId="{F645020D-4EC4-4B98-8E80-DD1B831E7346}" dt="2022-09-18T03:35:47.655" v="77" actId="47"/>
        <pc:sldMkLst>
          <pc:docMk/>
          <pc:sldMk cId="3493109116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8/31/2023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8/31/2023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68250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6: Instructional Alignment| Lesson 6.11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Aligned Assessment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605ABD-2D17-5478-AAF7-6272FF2DCBD1}"/>
              </a:ext>
            </a:extLst>
          </p:cNvPr>
          <p:cNvSpPr txBox="1"/>
          <p:nvPr/>
        </p:nvSpPr>
        <p:spPr>
          <a:xfrm>
            <a:off x="0" y="6438550"/>
            <a:ext cx="118144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971800" algn="ctr"/>
                <a:tab pos="5943600" algn="r"/>
              </a:tabLst>
            </a:pPr>
            <a:r>
              <a:rPr lang="en-US" sz="1600" dirty="0">
                <a:solidFill>
                  <a:srgbClr val="46464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600" u="sng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6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3B, 6C, 6F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pPr marL="342900" marR="0" lvl="0" indent="-342900">
              <a:spcBef>
                <a:spcPts val="600"/>
              </a:spcBef>
              <a:spcAft>
                <a:spcPts val="0"/>
              </a:spcAft>
              <a:buFont typeface="Calibri" panose="020F0502020204030204" pitchFamily="34" charset="0"/>
              <a:buChar char="•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and evaluate multiple assessments within a lesson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•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Evaluate assessments for alignment between assessment and lesson objectives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are the characteristics of effective assessment? </a:t>
            </a: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3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Review the scenario, objective, and formative assessment provided. Evaluate and provide suggestions for improvement based on the characteristics of effective assessment. </a:t>
            </a:r>
            <a:endParaRPr lang="en-US" sz="4400" dirty="0">
              <a:highlight>
                <a:srgbClr val="FFFF00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 the scenario and lesson objective below. Then, read the sample assessments. Determine whether each is aligned to the lesson objective.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indent="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Ms. Wen is teaching her students how to combine sentences using connector words. Her lesson objective for today is: </a:t>
            </a:r>
            <a:endParaRPr lang="en-US" i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By the end of the lesson, students will be able to combine two short sentences using connector words. </a:t>
            </a:r>
            <a:endParaRPr lang="en-US" sz="4000" i="1" dirty="0">
              <a:highlight>
                <a:srgbClr val="FFFF00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2U6 Template" id="{AF0A3B9D-A4D4-43B9-877C-DC7685DF529F}" vid="{24BCECEA-A865-4364-8D35-4F287E7D5DE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C2U6 Template</Template>
  <TotalTime>16</TotalTime>
  <Words>164</Words>
  <Application>Microsoft Office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Instructional Practices| Unit 6: Instructional Alignment| Lesson 6.11</vt:lpstr>
      <vt:lpstr>TEKS Standards &amp; Objectives</vt:lpstr>
      <vt:lpstr>Bellringer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6.11: Aligned Assessment </dc:title>
  <dc:subject>Lesson 6.11: Aligned Assessment </dc:subject>
  <dc:creator>Texas Education Agency</dc:creator>
  <cp:lastModifiedBy>London White</cp:lastModifiedBy>
  <cp:revision>2</cp:revision>
  <dcterms:created xsi:type="dcterms:W3CDTF">2022-09-18T02:05:52Z</dcterms:created>
  <dcterms:modified xsi:type="dcterms:W3CDTF">2023-08-31T04:46:09Z</dcterms:modified>
</cp:coreProperties>
</file>
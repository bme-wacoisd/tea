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9" r:id="rId3"/>
    <p:sldId id="258" r:id="rId4"/>
    <p:sldId id="261" r:id="rId5"/>
    <p:sldId id="264" r:id="rId6"/>
    <p:sldId id="265" r:id="rId7"/>
    <p:sldId id="266" r:id="rId8"/>
    <p:sldId id="267" r:id="rId9"/>
    <p:sldId id="260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000"/>
    <a:srgbClr val="000000"/>
    <a:srgbClr val="FF0000"/>
    <a:srgbClr val="780000"/>
    <a:srgbClr val="0078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380D6FF-8182-4C88-97CD-E6739F812F43}" v="1" dt="2023-08-31T01:57:32.45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712" autoAdjust="0"/>
  </p:normalViewPr>
  <p:slideViewPr>
    <p:cSldViewPr snapToGrid="0">
      <p:cViewPr varScale="1">
        <p:scale>
          <a:sx n="108" d="100"/>
          <a:sy n="108" d="100"/>
        </p:scale>
        <p:origin x="60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tin, Michael" userId="fab36145-0fd9-4a3e-95e4-581d3459e164" providerId="ADAL" clId="{A415E61F-F086-4521-8BCC-2D4F47165333}"/>
    <pc:docChg chg="undo custSel addSld delSld modSld">
      <pc:chgData name="Martin, Michael" userId="fab36145-0fd9-4a3e-95e4-581d3459e164" providerId="ADAL" clId="{A415E61F-F086-4521-8BCC-2D4F47165333}" dt="2023-01-02T17:20:37.599" v="152" actId="20577"/>
      <pc:docMkLst>
        <pc:docMk/>
      </pc:docMkLst>
      <pc:sldChg chg="modSp mod">
        <pc:chgData name="Martin, Michael" userId="fab36145-0fd9-4a3e-95e4-581d3459e164" providerId="ADAL" clId="{A415E61F-F086-4521-8BCC-2D4F47165333}" dt="2023-01-02T17:15:06.007" v="43" actId="20577"/>
        <pc:sldMkLst>
          <pc:docMk/>
          <pc:sldMk cId="1482277026" sldId="256"/>
        </pc:sldMkLst>
        <pc:spChg chg="mod">
          <ac:chgData name="Martin, Michael" userId="fab36145-0fd9-4a3e-95e4-581d3459e164" providerId="ADAL" clId="{A415E61F-F086-4521-8BCC-2D4F47165333}" dt="2023-01-02T17:15:06.007" v="43" actId="20577"/>
          <ac:spMkLst>
            <pc:docMk/>
            <pc:sldMk cId="1482277026" sldId="256"/>
            <ac:spMk id="2" creationId="{BFFCF5BD-F8FF-4A67-A8B6-EBB21E79279B}"/>
          </ac:spMkLst>
        </pc:spChg>
        <pc:spChg chg="mod">
          <ac:chgData name="Martin, Michael" userId="fab36145-0fd9-4a3e-95e4-581d3459e164" providerId="ADAL" clId="{A415E61F-F086-4521-8BCC-2D4F47165333}" dt="2023-01-02T17:14:22.352" v="0"/>
          <ac:spMkLst>
            <pc:docMk/>
            <pc:sldMk cId="1482277026" sldId="256"/>
            <ac:spMk id="3" creationId="{E0FBD98F-3A67-498E-8174-652040DD7B60}"/>
          </ac:spMkLst>
        </pc:spChg>
      </pc:sldChg>
      <pc:sldChg chg="addSp delSp modSp mod">
        <pc:chgData name="Martin, Michael" userId="fab36145-0fd9-4a3e-95e4-581d3459e164" providerId="ADAL" clId="{A415E61F-F086-4521-8BCC-2D4F47165333}" dt="2023-01-02T17:16:41.656" v="63"/>
        <pc:sldMkLst>
          <pc:docMk/>
          <pc:sldMk cId="4071305681" sldId="258"/>
        </pc:sldMkLst>
        <pc:spChg chg="mod">
          <ac:chgData name="Martin, Michael" userId="fab36145-0fd9-4a3e-95e4-581d3459e164" providerId="ADAL" clId="{A415E61F-F086-4521-8BCC-2D4F47165333}" dt="2023-01-02T17:16:41.656" v="63"/>
          <ac:spMkLst>
            <pc:docMk/>
            <pc:sldMk cId="4071305681" sldId="258"/>
            <ac:spMk id="3" creationId="{392BE286-77A6-49DD-B15D-7E4718D52FE7}"/>
          </ac:spMkLst>
        </pc:spChg>
        <pc:graphicFrameChg chg="add del mod">
          <ac:chgData name="Martin, Michael" userId="fab36145-0fd9-4a3e-95e4-581d3459e164" providerId="ADAL" clId="{A415E61F-F086-4521-8BCC-2D4F47165333}" dt="2023-01-02T17:16:32.577" v="62"/>
          <ac:graphicFrameMkLst>
            <pc:docMk/>
            <pc:sldMk cId="4071305681" sldId="258"/>
            <ac:graphicFrameMk id="5" creationId="{61C51C9A-7CA2-49B1-809A-9B877B98F377}"/>
          </ac:graphicFrameMkLst>
        </pc:graphicFrameChg>
      </pc:sldChg>
      <pc:sldChg chg="modSp mod">
        <pc:chgData name="Martin, Michael" userId="fab36145-0fd9-4a3e-95e4-581d3459e164" providerId="ADAL" clId="{A415E61F-F086-4521-8BCC-2D4F47165333}" dt="2023-01-02T17:16:12.251" v="60" actId="20577"/>
        <pc:sldMkLst>
          <pc:docMk/>
          <pc:sldMk cId="2772527113" sldId="259"/>
        </pc:sldMkLst>
        <pc:spChg chg="mod">
          <ac:chgData name="Martin, Michael" userId="fab36145-0fd9-4a3e-95e4-581d3459e164" providerId="ADAL" clId="{A415E61F-F086-4521-8BCC-2D4F47165333}" dt="2023-01-02T17:16:12.251" v="60" actId="20577"/>
          <ac:spMkLst>
            <pc:docMk/>
            <pc:sldMk cId="2772527113" sldId="259"/>
            <ac:spMk id="3" creationId="{8CE08C7F-0286-423B-92F7-DEB89F31111A}"/>
          </ac:spMkLst>
        </pc:spChg>
      </pc:sldChg>
      <pc:sldChg chg="modSp mod">
        <pc:chgData name="Martin, Michael" userId="fab36145-0fd9-4a3e-95e4-581d3459e164" providerId="ADAL" clId="{A415E61F-F086-4521-8BCC-2D4F47165333}" dt="2023-01-02T17:20:37.599" v="152" actId="20577"/>
        <pc:sldMkLst>
          <pc:docMk/>
          <pc:sldMk cId="2147408764" sldId="260"/>
        </pc:sldMkLst>
        <pc:spChg chg="mod">
          <ac:chgData name="Martin, Michael" userId="fab36145-0fd9-4a3e-95e4-581d3459e164" providerId="ADAL" clId="{A415E61F-F086-4521-8BCC-2D4F47165333}" dt="2023-01-02T17:20:37.599" v="152" actId="20577"/>
          <ac:spMkLst>
            <pc:docMk/>
            <pc:sldMk cId="2147408764" sldId="260"/>
            <ac:spMk id="3" creationId="{49F2A5AF-3C0B-4968-A438-E435325199EA}"/>
          </ac:spMkLst>
        </pc:spChg>
      </pc:sldChg>
      <pc:sldChg chg="modSp mod">
        <pc:chgData name="Martin, Michael" userId="fab36145-0fd9-4a3e-95e4-581d3459e164" providerId="ADAL" clId="{A415E61F-F086-4521-8BCC-2D4F47165333}" dt="2023-01-02T17:18:16.131" v="84"/>
        <pc:sldMkLst>
          <pc:docMk/>
          <pc:sldMk cId="3054216349" sldId="261"/>
        </pc:sldMkLst>
        <pc:spChg chg="mod">
          <ac:chgData name="Martin, Michael" userId="fab36145-0fd9-4a3e-95e4-581d3459e164" providerId="ADAL" clId="{A415E61F-F086-4521-8BCC-2D4F47165333}" dt="2023-01-02T17:18:16.131" v="84"/>
          <ac:spMkLst>
            <pc:docMk/>
            <pc:sldMk cId="3054216349" sldId="261"/>
            <ac:spMk id="3" creationId="{AE13FDB6-F093-4D9E-B14E-3D7DB894C34C}"/>
          </ac:spMkLst>
        </pc:spChg>
      </pc:sldChg>
      <pc:sldChg chg="modSp mod modAnim">
        <pc:chgData name="Martin, Michael" userId="fab36145-0fd9-4a3e-95e4-581d3459e164" providerId="ADAL" clId="{A415E61F-F086-4521-8BCC-2D4F47165333}" dt="2023-01-02T17:19:38.299" v="128" actId="113"/>
        <pc:sldMkLst>
          <pc:docMk/>
          <pc:sldMk cId="3493109116" sldId="264"/>
        </pc:sldMkLst>
        <pc:spChg chg="mod">
          <ac:chgData name="Martin, Michael" userId="fab36145-0fd9-4a3e-95e4-581d3459e164" providerId="ADAL" clId="{A415E61F-F086-4521-8BCC-2D4F47165333}" dt="2023-01-02T17:18:42.713" v="115" actId="20577"/>
          <ac:spMkLst>
            <pc:docMk/>
            <pc:sldMk cId="3493109116" sldId="264"/>
            <ac:spMk id="2" creationId="{D7836664-70C0-47BA-9BFF-496A04EBBFDE}"/>
          </ac:spMkLst>
        </pc:spChg>
        <pc:spChg chg="mod">
          <ac:chgData name="Martin, Michael" userId="fab36145-0fd9-4a3e-95e4-581d3459e164" providerId="ADAL" clId="{A415E61F-F086-4521-8BCC-2D4F47165333}" dt="2023-01-02T17:19:38.299" v="128" actId="113"/>
          <ac:spMkLst>
            <pc:docMk/>
            <pc:sldMk cId="3493109116" sldId="264"/>
            <ac:spMk id="3" creationId="{F64339F5-2F5D-46B5-A25D-C197D73747BD}"/>
          </ac:spMkLst>
        </pc:spChg>
      </pc:sldChg>
      <pc:sldChg chg="add del">
        <pc:chgData name="Martin, Michael" userId="fab36145-0fd9-4a3e-95e4-581d3459e164" providerId="ADAL" clId="{A415E61F-F086-4521-8BCC-2D4F47165333}" dt="2023-01-02T17:19:41.917" v="129" actId="47"/>
        <pc:sldMkLst>
          <pc:docMk/>
          <pc:sldMk cId="2315245788" sldId="265"/>
        </pc:sldMkLst>
      </pc:sldChg>
    </pc:docChg>
  </pc:docChgLst>
  <pc:docChgLst>
    <pc:chgData name="White (she/her), Whitney" userId="65f39021-2f1d-4d8b-87dc-b123826f65bf" providerId="ADAL" clId="{C380D6FF-8182-4C88-97CD-E6739F812F43}"/>
    <pc:docChg chg="modSld">
      <pc:chgData name="White (she/her), Whitney" userId="65f39021-2f1d-4d8b-87dc-b123826f65bf" providerId="ADAL" clId="{C380D6FF-8182-4C88-97CD-E6739F812F43}" dt="2023-08-31T01:58:02.246" v="8" actId="20577"/>
      <pc:docMkLst>
        <pc:docMk/>
      </pc:docMkLst>
      <pc:sldChg chg="addSp modSp mod">
        <pc:chgData name="White (she/her), Whitney" userId="65f39021-2f1d-4d8b-87dc-b123826f65bf" providerId="ADAL" clId="{C380D6FF-8182-4C88-97CD-E6739F812F43}" dt="2023-08-31T01:57:48.950" v="4" actId="1076"/>
        <pc:sldMkLst>
          <pc:docMk/>
          <pc:sldMk cId="1482277026" sldId="256"/>
        </pc:sldMkLst>
        <pc:spChg chg="mod">
          <ac:chgData name="White (she/her), Whitney" userId="65f39021-2f1d-4d8b-87dc-b123826f65bf" providerId="ADAL" clId="{C380D6FF-8182-4C88-97CD-E6739F812F43}" dt="2023-08-31T01:57:47.125" v="3" actId="1076"/>
          <ac:spMkLst>
            <pc:docMk/>
            <pc:sldMk cId="1482277026" sldId="256"/>
            <ac:spMk id="2" creationId="{BFFCF5BD-F8FF-4A67-A8B6-EBB21E79279B}"/>
          </ac:spMkLst>
        </pc:spChg>
        <pc:spChg chg="add mod">
          <ac:chgData name="White (she/her), Whitney" userId="65f39021-2f1d-4d8b-87dc-b123826f65bf" providerId="ADAL" clId="{C380D6FF-8182-4C88-97CD-E6739F812F43}" dt="2023-08-31T01:57:48.950" v="4" actId="1076"/>
          <ac:spMkLst>
            <pc:docMk/>
            <pc:sldMk cId="1482277026" sldId="256"/>
            <ac:spMk id="4" creationId="{3BB7B519-A13A-6C5F-0ABC-21181D854E00}"/>
          </ac:spMkLst>
        </pc:spChg>
      </pc:sldChg>
      <pc:sldChg chg="modSp mod">
        <pc:chgData name="White (she/her), Whitney" userId="65f39021-2f1d-4d8b-87dc-b123826f65bf" providerId="ADAL" clId="{C380D6FF-8182-4C88-97CD-E6739F812F43}" dt="2023-08-31T01:57:59.470" v="5" actId="20577"/>
        <pc:sldMkLst>
          <pc:docMk/>
          <pc:sldMk cId="418184858" sldId="266"/>
        </pc:sldMkLst>
        <pc:spChg chg="mod">
          <ac:chgData name="White (she/her), Whitney" userId="65f39021-2f1d-4d8b-87dc-b123826f65bf" providerId="ADAL" clId="{C380D6FF-8182-4C88-97CD-E6739F812F43}" dt="2023-08-31T01:57:59.470" v="5" actId="20577"/>
          <ac:spMkLst>
            <pc:docMk/>
            <pc:sldMk cId="418184858" sldId="266"/>
            <ac:spMk id="2" creationId="{D7EEC303-F6C2-4140-A11E-674634C58410}"/>
          </ac:spMkLst>
        </pc:spChg>
      </pc:sldChg>
      <pc:sldChg chg="modSp mod">
        <pc:chgData name="White (she/her), Whitney" userId="65f39021-2f1d-4d8b-87dc-b123826f65bf" providerId="ADAL" clId="{C380D6FF-8182-4C88-97CD-E6739F812F43}" dt="2023-08-31T01:58:02.246" v="8" actId="20577"/>
        <pc:sldMkLst>
          <pc:docMk/>
          <pc:sldMk cId="1530994699" sldId="267"/>
        </pc:sldMkLst>
        <pc:spChg chg="mod">
          <ac:chgData name="White (she/her), Whitney" userId="65f39021-2f1d-4d8b-87dc-b123826f65bf" providerId="ADAL" clId="{C380D6FF-8182-4C88-97CD-E6739F812F43}" dt="2023-08-31T01:58:02.246" v="8" actId="20577"/>
          <ac:spMkLst>
            <pc:docMk/>
            <pc:sldMk cId="1530994699" sldId="267"/>
            <ac:spMk id="2" creationId="{D7EEC303-F6C2-4140-A11E-674634C58410}"/>
          </ac:spMkLst>
        </pc:spChg>
      </pc:sldChg>
    </pc:docChg>
  </pc:docChgLst>
  <pc:docChgLst>
    <pc:chgData name="White (she/her), Whitney" userId="65f39021-2f1d-4d8b-87dc-b123826f65bf" providerId="ADAL" clId="{AB611FB1-A8C4-45AF-B2BB-4D1E38005C74}"/>
    <pc:docChg chg="modSld">
      <pc:chgData name="White (she/her), Whitney" userId="65f39021-2f1d-4d8b-87dc-b123826f65bf" providerId="ADAL" clId="{AB611FB1-A8C4-45AF-B2BB-4D1E38005C74}" dt="2023-01-02T22:01:21.021" v="67" actId="20577"/>
      <pc:docMkLst>
        <pc:docMk/>
      </pc:docMkLst>
      <pc:sldChg chg="modSp mod">
        <pc:chgData name="White (she/her), Whitney" userId="65f39021-2f1d-4d8b-87dc-b123826f65bf" providerId="ADAL" clId="{AB611FB1-A8C4-45AF-B2BB-4D1E38005C74}" dt="2023-01-02T21:59:58.440" v="60" actId="20577"/>
        <pc:sldMkLst>
          <pc:docMk/>
          <pc:sldMk cId="1482277026" sldId="256"/>
        </pc:sldMkLst>
        <pc:spChg chg="mod">
          <ac:chgData name="White (she/her), Whitney" userId="65f39021-2f1d-4d8b-87dc-b123826f65bf" providerId="ADAL" clId="{AB611FB1-A8C4-45AF-B2BB-4D1E38005C74}" dt="2023-01-02T21:59:28.895" v="1" actId="20577"/>
          <ac:spMkLst>
            <pc:docMk/>
            <pc:sldMk cId="1482277026" sldId="256"/>
            <ac:spMk id="2" creationId="{BFFCF5BD-F8FF-4A67-A8B6-EBB21E79279B}"/>
          </ac:spMkLst>
        </pc:spChg>
        <pc:spChg chg="mod">
          <ac:chgData name="White (she/her), Whitney" userId="65f39021-2f1d-4d8b-87dc-b123826f65bf" providerId="ADAL" clId="{AB611FB1-A8C4-45AF-B2BB-4D1E38005C74}" dt="2023-01-02T21:59:58.440" v="60" actId="20577"/>
          <ac:spMkLst>
            <pc:docMk/>
            <pc:sldMk cId="1482277026" sldId="256"/>
            <ac:spMk id="3" creationId="{E0FBD98F-3A67-498E-8174-652040DD7B60}"/>
          </ac:spMkLst>
        </pc:spChg>
      </pc:sldChg>
      <pc:sldChg chg="modSp mod">
        <pc:chgData name="White (she/her), Whitney" userId="65f39021-2f1d-4d8b-87dc-b123826f65bf" providerId="ADAL" clId="{AB611FB1-A8C4-45AF-B2BB-4D1E38005C74}" dt="2023-01-02T22:00:59.873" v="64" actId="20577"/>
        <pc:sldMkLst>
          <pc:docMk/>
          <pc:sldMk cId="4071305681" sldId="258"/>
        </pc:sldMkLst>
        <pc:spChg chg="mod">
          <ac:chgData name="White (she/her), Whitney" userId="65f39021-2f1d-4d8b-87dc-b123826f65bf" providerId="ADAL" clId="{AB611FB1-A8C4-45AF-B2BB-4D1E38005C74}" dt="2023-01-02T22:00:59.873" v="64" actId="20577"/>
          <ac:spMkLst>
            <pc:docMk/>
            <pc:sldMk cId="4071305681" sldId="258"/>
            <ac:spMk id="3" creationId="{392BE286-77A6-49DD-B15D-7E4718D52FE7}"/>
          </ac:spMkLst>
        </pc:spChg>
      </pc:sldChg>
      <pc:sldChg chg="modSp mod">
        <pc:chgData name="White (she/her), Whitney" userId="65f39021-2f1d-4d8b-87dc-b123826f65bf" providerId="ADAL" clId="{AB611FB1-A8C4-45AF-B2BB-4D1E38005C74}" dt="2023-01-02T22:00:51.617" v="63" actId="20577"/>
        <pc:sldMkLst>
          <pc:docMk/>
          <pc:sldMk cId="2772527113" sldId="259"/>
        </pc:sldMkLst>
        <pc:spChg chg="mod">
          <ac:chgData name="White (she/her), Whitney" userId="65f39021-2f1d-4d8b-87dc-b123826f65bf" providerId="ADAL" clId="{AB611FB1-A8C4-45AF-B2BB-4D1E38005C74}" dt="2023-01-02T22:00:51.617" v="63" actId="20577"/>
          <ac:spMkLst>
            <pc:docMk/>
            <pc:sldMk cId="2772527113" sldId="259"/>
            <ac:spMk id="3" creationId="{8CE08C7F-0286-423B-92F7-DEB89F31111A}"/>
          </ac:spMkLst>
        </pc:spChg>
      </pc:sldChg>
      <pc:sldChg chg="modSp mod">
        <pc:chgData name="White (she/her), Whitney" userId="65f39021-2f1d-4d8b-87dc-b123826f65bf" providerId="ADAL" clId="{AB611FB1-A8C4-45AF-B2BB-4D1E38005C74}" dt="2023-01-02T22:01:21.021" v="67" actId="20577"/>
        <pc:sldMkLst>
          <pc:docMk/>
          <pc:sldMk cId="2147408764" sldId="260"/>
        </pc:sldMkLst>
        <pc:spChg chg="mod">
          <ac:chgData name="White (she/her), Whitney" userId="65f39021-2f1d-4d8b-87dc-b123826f65bf" providerId="ADAL" clId="{AB611FB1-A8C4-45AF-B2BB-4D1E38005C74}" dt="2023-01-02T22:01:21.021" v="67" actId="20577"/>
          <ac:spMkLst>
            <pc:docMk/>
            <pc:sldMk cId="2147408764" sldId="260"/>
            <ac:spMk id="3" creationId="{49F2A5AF-3C0B-4968-A438-E435325199EA}"/>
          </ac:spMkLst>
        </pc:spChg>
      </pc:sldChg>
      <pc:sldChg chg="modSp mod">
        <pc:chgData name="White (she/her), Whitney" userId="65f39021-2f1d-4d8b-87dc-b123826f65bf" providerId="ADAL" clId="{AB611FB1-A8C4-45AF-B2BB-4D1E38005C74}" dt="2023-01-02T22:01:07.361" v="65" actId="20577"/>
        <pc:sldMkLst>
          <pc:docMk/>
          <pc:sldMk cId="3054216349" sldId="261"/>
        </pc:sldMkLst>
        <pc:spChg chg="mod">
          <ac:chgData name="White (she/her), Whitney" userId="65f39021-2f1d-4d8b-87dc-b123826f65bf" providerId="ADAL" clId="{AB611FB1-A8C4-45AF-B2BB-4D1E38005C74}" dt="2023-01-02T22:01:07.361" v="65" actId="20577"/>
          <ac:spMkLst>
            <pc:docMk/>
            <pc:sldMk cId="3054216349" sldId="261"/>
            <ac:spMk id="3" creationId="{AE13FDB6-F093-4D9E-B14E-3D7DB894C34C}"/>
          </ac:spMkLst>
        </pc:spChg>
      </pc:sldChg>
      <pc:sldChg chg="modSp modAnim">
        <pc:chgData name="White (she/her), Whitney" userId="65f39021-2f1d-4d8b-87dc-b123826f65bf" providerId="ADAL" clId="{AB611FB1-A8C4-45AF-B2BB-4D1E38005C74}" dt="2023-01-02T22:01:11.999" v="66" actId="20577"/>
        <pc:sldMkLst>
          <pc:docMk/>
          <pc:sldMk cId="3493109116" sldId="264"/>
        </pc:sldMkLst>
        <pc:spChg chg="mod">
          <ac:chgData name="White (she/her), Whitney" userId="65f39021-2f1d-4d8b-87dc-b123826f65bf" providerId="ADAL" clId="{AB611FB1-A8C4-45AF-B2BB-4D1E38005C74}" dt="2023-01-02T22:01:11.999" v="66" actId="20577"/>
          <ac:spMkLst>
            <pc:docMk/>
            <pc:sldMk cId="3493109116" sldId="264"/>
            <ac:spMk id="3" creationId="{F64339F5-2F5D-46B5-A25D-C197D73747BD}"/>
          </ac:spMkLst>
        </pc:spChg>
      </pc:sldChg>
    </pc:docChg>
  </pc:docChgLst>
  <pc:docChgLst>
    <pc:chgData name="White (she/her), Whitney" userId="65f39021-2f1d-4d8b-87dc-b123826f65bf" providerId="ADAL" clId="{B5772289-8011-4C16-A5C2-13D3E17779B8}"/>
    <pc:docChg chg="custSel addSld modSld">
      <pc:chgData name="White (she/her), Whitney" userId="65f39021-2f1d-4d8b-87dc-b123826f65bf" providerId="ADAL" clId="{B5772289-8011-4C16-A5C2-13D3E17779B8}" dt="2023-01-03T18:06:02.677" v="1880" actId="114"/>
      <pc:docMkLst>
        <pc:docMk/>
      </pc:docMkLst>
      <pc:sldChg chg="modSp mod">
        <pc:chgData name="White (she/her), Whitney" userId="65f39021-2f1d-4d8b-87dc-b123826f65bf" providerId="ADAL" clId="{B5772289-8011-4C16-A5C2-13D3E17779B8}" dt="2023-01-02T22:02:51.511" v="70" actId="20577"/>
        <pc:sldMkLst>
          <pc:docMk/>
          <pc:sldMk cId="1482277026" sldId="256"/>
        </pc:sldMkLst>
        <pc:spChg chg="mod">
          <ac:chgData name="White (she/her), Whitney" userId="65f39021-2f1d-4d8b-87dc-b123826f65bf" providerId="ADAL" clId="{B5772289-8011-4C16-A5C2-13D3E17779B8}" dt="2023-01-02T22:02:51.511" v="70" actId="20577"/>
          <ac:spMkLst>
            <pc:docMk/>
            <pc:sldMk cId="1482277026" sldId="256"/>
            <ac:spMk id="2" creationId="{BFFCF5BD-F8FF-4A67-A8B6-EBB21E79279B}"/>
          </ac:spMkLst>
        </pc:spChg>
        <pc:spChg chg="mod">
          <ac:chgData name="White (she/her), Whitney" userId="65f39021-2f1d-4d8b-87dc-b123826f65bf" providerId="ADAL" clId="{B5772289-8011-4C16-A5C2-13D3E17779B8}" dt="2023-01-02T22:02:47.375" v="68" actId="20577"/>
          <ac:spMkLst>
            <pc:docMk/>
            <pc:sldMk cId="1482277026" sldId="256"/>
            <ac:spMk id="3" creationId="{E0FBD98F-3A67-498E-8174-652040DD7B60}"/>
          </ac:spMkLst>
        </pc:spChg>
      </pc:sldChg>
      <pc:sldChg chg="addSp delSp modSp mod">
        <pc:chgData name="White (she/her), Whitney" userId="65f39021-2f1d-4d8b-87dc-b123826f65bf" providerId="ADAL" clId="{B5772289-8011-4C16-A5C2-13D3E17779B8}" dt="2023-01-03T17:49:43.957" v="493" actId="20577"/>
        <pc:sldMkLst>
          <pc:docMk/>
          <pc:sldMk cId="4071305681" sldId="258"/>
        </pc:sldMkLst>
        <pc:spChg chg="add del mod">
          <ac:chgData name="White (she/her), Whitney" userId="65f39021-2f1d-4d8b-87dc-b123826f65bf" providerId="ADAL" clId="{B5772289-8011-4C16-A5C2-13D3E17779B8}" dt="2023-01-03T17:49:43.957" v="493" actId="20577"/>
          <ac:spMkLst>
            <pc:docMk/>
            <pc:sldMk cId="4071305681" sldId="258"/>
            <ac:spMk id="3" creationId="{392BE286-77A6-49DD-B15D-7E4718D52FE7}"/>
          </ac:spMkLst>
        </pc:spChg>
        <pc:spChg chg="add del">
          <ac:chgData name="White (she/her), Whitney" userId="65f39021-2f1d-4d8b-87dc-b123826f65bf" providerId="ADAL" clId="{B5772289-8011-4C16-A5C2-13D3E17779B8}" dt="2023-01-03T17:49:10.611" v="292"/>
          <ac:spMkLst>
            <pc:docMk/>
            <pc:sldMk cId="4071305681" sldId="258"/>
            <ac:spMk id="6" creationId="{E80FE6DE-DB5C-40AD-8315-A272A283151F}"/>
          </ac:spMkLst>
        </pc:spChg>
        <pc:graphicFrameChg chg="add del mod">
          <ac:chgData name="White (she/her), Whitney" userId="65f39021-2f1d-4d8b-87dc-b123826f65bf" providerId="ADAL" clId="{B5772289-8011-4C16-A5C2-13D3E17779B8}" dt="2023-01-03T17:49:10.611" v="292"/>
          <ac:graphicFrameMkLst>
            <pc:docMk/>
            <pc:sldMk cId="4071305681" sldId="258"/>
            <ac:graphicFrameMk id="5" creationId="{396E8772-EA57-4775-A5C4-186D9472A594}"/>
          </ac:graphicFrameMkLst>
        </pc:graphicFrameChg>
      </pc:sldChg>
      <pc:sldChg chg="modSp mod">
        <pc:chgData name="White (she/her), Whitney" userId="65f39021-2f1d-4d8b-87dc-b123826f65bf" providerId="ADAL" clId="{B5772289-8011-4C16-A5C2-13D3E17779B8}" dt="2023-01-03T17:48:29.649" v="290" actId="313"/>
        <pc:sldMkLst>
          <pc:docMk/>
          <pc:sldMk cId="2772527113" sldId="259"/>
        </pc:sldMkLst>
        <pc:spChg chg="mod">
          <ac:chgData name="White (she/her), Whitney" userId="65f39021-2f1d-4d8b-87dc-b123826f65bf" providerId="ADAL" clId="{B5772289-8011-4C16-A5C2-13D3E17779B8}" dt="2023-01-03T17:48:29.649" v="290" actId="313"/>
          <ac:spMkLst>
            <pc:docMk/>
            <pc:sldMk cId="2772527113" sldId="259"/>
            <ac:spMk id="3" creationId="{8CE08C7F-0286-423B-92F7-DEB89F31111A}"/>
          </ac:spMkLst>
        </pc:spChg>
      </pc:sldChg>
      <pc:sldChg chg="modSp mod">
        <pc:chgData name="White (she/her), Whitney" userId="65f39021-2f1d-4d8b-87dc-b123826f65bf" providerId="ADAL" clId="{B5772289-8011-4C16-A5C2-13D3E17779B8}" dt="2023-01-03T18:06:02.677" v="1880" actId="114"/>
        <pc:sldMkLst>
          <pc:docMk/>
          <pc:sldMk cId="2147408764" sldId="260"/>
        </pc:sldMkLst>
        <pc:spChg chg="mod">
          <ac:chgData name="White (she/her), Whitney" userId="65f39021-2f1d-4d8b-87dc-b123826f65bf" providerId="ADAL" clId="{B5772289-8011-4C16-A5C2-13D3E17779B8}" dt="2023-01-03T18:06:02.677" v="1880" actId="114"/>
          <ac:spMkLst>
            <pc:docMk/>
            <pc:sldMk cId="2147408764" sldId="260"/>
            <ac:spMk id="3" creationId="{49F2A5AF-3C0B-4968-A438-E435325199EA}"/>
          </ac:spMkLst>
        </pc:spChg>
      </pc:sldChg>
      <pc:sldChg chg="modSp mod">
        <pc:chgData name="White (she/her), Whitney" userId="65f39021-2f1d-4d8b-87dc-b123826f65bf" providerId="ADAL" clId="{B5772289-8011-4C16-A5C2-13D3E17779B8}" dt="2023-01-03T17:51:02.284" v="881" actId="313"/>
        <pc:sldMkLst>
          <pc:docMk/>
          <pc:sldMk cId="3054216349" sldId="261"/>
        </pc:sldMkLst>
        <pc:spChg chg="mod">
          <ac:chgData name="White (she/her), Whitney" userId="65f39021-2f1d-4d8b-87dc-b123826f65bf" providerId="ADAL" clId="{B5772289-8011-4C16-A5C2-13D3E17779B8}" dt="2023-01-03T17:51:02.284" v="881" actId="313"/>
          <ac:spMkLst>
            <pc:docMk/>
            <pc:sldMk cId="3054216349" sldId="261"/>
            <ac:spMk id="3" creationId="{AE13FDB6-F093-4D9E-B14E-3D7DB894C34C}"/>
          </ac:spMkLst>
        </pc:spChg>
      </pc:sldChg>
      <pc:sldChg chg="modSp mod modAnim">
        <pc:chgData name="White (she/her), Whitney" userId="65f39021-2f1d-4d8b-87dc-b123826f65bf" providerId="ADAL" clId="{B5772289-8011-4C16-A5C2-13D3E17779B8}" dt="2023-01-03T17:51:44.673" v="924" actId="113"/>
        <pc:sldMkLst>
          <pc:docMk/>
          <pc:sldMk cId="3493109116" sldId="264"/>
        </pc:sldMkLst>
        <pc:spChg chg="mod">
          <ac:chgData name="White (she/her), Whitney" userId="65f39021-2f1d-4d8b-87dc-b123826f65bf" providerId="ADAL" clId="{B5772289-8011-4C16-A5C2-13D3E17779B8}" dt="2023-01-03T17:51:36.846" v="922" actId="20577"/>
          <ac:spMkLst>
            <pc:docMk/>
            <pc:sldMk cId="3493109116" sldId="264"/>
            <ac:spMk id="2" creationId="{D7836664-70C0-47BA-9BFF-496A04EBBFDE}"/>
          </ac:spMkLst>
        </pc:spChg>
        <pc:spChg chg="mod">
          <ac:chgData name="White (she/her), Whitney" userId="65f39021-2f1d-4d8b-87dc-b123826f65bf" providerId="ADAL" clId="{B5772289-8011-4C16-A5C2-13D3E17779B8}" dt="2023-01-03T17:51:44.673" v="924" actId="113"/>
          <ac:spMkLst>
            <pc:docMk/>
            <pc:sldMk cId="3493109116" sldId="264"/>
            <ac:spMk id="3" creationId="{F64339F5-2F5D-46B5-A25D-C197D73747BD}"/>
          </ac:spMkLst>
        </pc:spChg>
      </pc:sldChg>
      <pc:sldChg chg="modSp new mod modAnim">
        <pc:chgData name="White (she/her), Whitney" userId="65f39021-2f1d-4d8b-87dc-b123826f65bf" providerId="ADAL" clId="{B5772289-8011-4C16-A5C2-13D3E17779B8}" dt="2023-01-03T17:56:09.013" v="1413"/>
        <pc:sldMkLst>
          <pc:docMk/>
          <pc:sldMk cId="2720011881" sldId="265"/>
        </pc:sldMkLst>
        <pc:spChg chg="mod">
          <ac:chgData name="White (she/her), Whitney" userId="65f39021-2f1d-4d8b-87dc-b123826f65bf" providerId="ADAL" clId="{B5772289-8011-4C16-A5C2-13D3E17779B8}" dt="2023-01-03T17:55:59.980" v="1411" actId="20577"/>
          <ac:spMkLst>
            <pc:docMk/>
            <pc:sldMk cId="2720011881" sldId="265"/>
            <ac:spMk id="2" creationId="{D7EEC303-F6C2-4140-A11E-674634C58410}"/>
          </ac:spMkLst>
        </pc:spChg>
        <pc:spChg chg="mod">
          <ac:chgData name="White (she/her), Whitney" userId="65f39021-2f1d-4d8b-87dc-b123826f65bf" providerId="ADAL" clId="{B5772289-8011-4C16-A5C2-13D3E17779B8}" dt="2023-01-03T17:55:51.570" v="1398" actId="207"/>
          <ac:spMkLst>
            <pc:docMk/>
            <pc:sldMk cId="2720011881" sldId="265"/>
            <ac:spMk id="3" creationId="{9CE6B1D1-6733-4612-9934-4F2E86AC16CF}"/>
          </ac:spMkLst>
        </pc:spChg>
      </pc:sldChg>
      <pc:sldChg chg="addSp delSp modSp add modAnim">
        <pc:chgData name="White (she/her), Whitney" userId="65f39021-2f1d-4d8b-87dc-b123826f65bf" providerId="ADAL" clId="{B5772289-8011-4C16-A5C2-13D3E17779B8}" dt="2023-01-03T18:01:24.897" v="1809"/>
        <pc:sldMkLst>
          <pc:docMk/>
          <pc:sldMk cId="418184858" sldId="266"/>
        </pc:sldMkLst>
        <pc:spChg chg="mod">
          <ac:chgData name="White (she/her), Whitney" userId="65f39021-2f1d-4d8b-87dc-b123826f65bf" providerId="ADAL" clId="{B5772289-8011-4C16-A5C2-13D3E17779B8}" dt="2023-01-03T18:00:27.815" v="1805" actId="207"/>
          <ac:spMkLst>
            <pc:docMk/>
            <pc:sldMk cId="418184858" sldId="266"/>
            <ac:spMk id="3" creationId="{9CE6B1D1-6733-4612-9934-4F2E86AC16CF}"/>
          </ac:spMkLst>
        </pc:spChg>
        <pc:graphicFrameChg chg="add del mod">
          <ac:chgData name="White (she/her), Whitney" userId="65f39021-2f1d-4d8b-87dc-b123826f65bf" providerId="ADAL" clId="{B5772289-8011-4C16-A5C2-13D3E17779B8}" dt="2023-01-03T17:58:35.447" v="1518"/>
          <ac:graphicFrameMkLst>
            <pc:docMk/>
            <pc:sldMk cId="418184858" sldId="266"/>
            <ac:graphicFrameMk id="5" creationId="{B4247355-427F-4A5B-87BF-76605239B27B}"/>
          </ac:graphicFrameMkLst>
        </pc:graphicFrameChg>
      </pc:sldChg>
      <pc:sldChg chg="modSp add mod modAnim">
        <pc:chgData name="White (she/her), Whitney" userId="65f39021-2f1d-4d8b-87dc-b123826f65bf" providerId="ADAL" clId="{B5772289-8011-4C16-A5C2-13D3E17779B8}" dt="2023-01-03T18:02:33.555" v="1869"/>
        <pc:sldMkLst>
          <pc:docMk/>
          <pc:sldMk cId="1530994699" sldId="267"/>
        </pc:sldMkLst>
        <pc:spChg chg="mod">
          <ac:chgData name="White (she/her), Whitney" userId="65f39021-2f1d-4d8b-87dc-b123826f65bf" providerId="ADAL" clId="{B5772289-8011-4C16-A5C2-13D3E17779B8}" dt="2023-01-03T18:02:17.996" v="1867" actId="207"/>
          <ac:spMkLst>
            <pc:docMk/>
            <pc:sldMk cId="1530994699" sldId="267"/>
            <ac:spMk id="3" creationId="{9CE6B1D1-6733-4612-9934-4F2E86AC16CF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5DDE70-9ADB-4C9A-B58D-9BDED1E4A627}" type="datetimeFigureOut">
              <a:rPr lang="en-US" smtClean="0"/>
              <a:t>8/30/2023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49DE8-90B8-4B66-9B76-C7482BDD03B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8829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E4FD1-C863-4F6C-BC67-9529A3DF2F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02A33A-B5BD-43C3-902B-F6F09D5D238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insert Lesson Plan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77D06-A159-4AA2-93DA-1C52F18EC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4C3A9F1-823B-4DED-8A9C-F71E6CE5796E}" type="datetime1">
              <a:rPr lang="en-US" smtClean="0"/>
              <a:t>8/30/2023</a:t>
            </a:fld>
            <a:endParaRPr lang="en-US" dirty="0"/>
          </a:p>
        </p:txBody>
      </p:sp>
      <p:pic>
        <p:nvPicPr>
          <p:cNvPr id="9" name="Picture 8" descr="Icon. This is TEA's logo.">
            <a:extLst>
              <a:ext uri="{FF2B5EF4-FFF2-40B4-BE49-F238E27FC236}">
                <a16:creationId xmlns:a16="http://schemas.microsoft.com/office/drawing/2014/main" id="{659EBB25-66A1-4A3B-BD33-7EA2296727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 descr="Icon&#10;&#10;This is TEA's Education and Training logo.">
            <a:extLst>
              <a:ext uri="{FF2B5EF4-FFF2-40B4-BE49-F238E27FC236}">
                <a16:creationId xmlns:a16="http://schemas.microsoft.com/office/drawing/2014/main" id="{253E1ECF-C55D-47F6-BD1B-E5CFD8AC6DC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0018" y="5619940"/>
            <a:ext cx="548640" cy="918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5637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3952EC27-F26B-4322-BE1D-79E86DF9367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7" name="Picture 6" descr="Icon.&#10;&#10;This is TEA's logo.">
            <a:extLst>
              <a:ext uri="{FF2B5EF4-FFF2-40B4-BE49-F238E27FC236}">
                <a16:creationId xmlns:a16="http://schemas.microsoft.com/office/drawing/2014/main" id="{5E0CFE64-7D39-43D0-AAFE-02B4F49538F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6C9151B-2AB9-45C2-83BD-E5F2A1385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CF151C-FCEC-402E-946E-FFBB138CCC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2676C1-1BAD-4C95-93B1-0521C6096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FA63772-DBA2-4AC7-80D7-5D423EA9FA3C}" type="datetime1">
              <a:rPr lang="en-US" smtClean="0"/>
              <a:t>8/30/2023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950A59-130A-44A5-9168-67E5241BD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6395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B2BA44D-5463-4739-92DD-A12DF6D39E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007F5972-B8BD-4624-B605-5D7E30461D9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B8D024-2002-4D1F-B2F4-818A3AE1C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81A1FD-4443-45CB-9625-00873E1F37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97D6C9-834D-47FE-A0C7-DB3B2E40CB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3995EF-AAAA-4FB8-8BC8-3C5C9D766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0AFF5-B04B-402F-A66D-73FFE55B90A5}" type="datetime1">
              <a:rPr lang="en-US" smtClean="0"/>
              <a:t>8/30/2023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949A45-2D3F-45E0-9651-F2BB98073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04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Icon&#10;&#10;This is TEA's E&amp;T logo.">
            <a:extLst>
              <a:ext uri="{FF2B5EF4-FFF2-40B4-BE49-F238E27FC236}">
                <a16:creationId xmlns:a16="http://schemas.microsoft.com/office/drawing/2014/main" id="{ED6DCFE0-29AE-4AD0-BD08-B81AC0B7E71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6" name="Picture 5" descr="Icon.&#10;&#10;This is TEA's logo.">
            <a:extLst>
              <a:ext uri="{FF2B5EF4-FFF2-40B4-BE49-F238E27FC236}">
                <a16:creationId xmlns:a16="http://schemas.microsoft.com/office/drawing/2014/main" id="{AFD2FB0B-28F4-4754-AC40-6EB57E16519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CCA1F59-10A0-43F6-9ED7-DE8CB1637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E26DD3-E445-481B-9E2A-838E7F52A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4A506-6889-4F7C-A35D-9173F655B112}" type="datetime1">
              <a:rPr lang="en-US" smtClean="0"/>
              <a:t>8/30/2023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1E09D6-CB72-40FF-9BBA-2E736CEC5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97603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B5FAF1F7-69D1-48B7-B507-F3B679B8909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D54A681B-39F8-4AF9-B518-FCFAA5D3B4F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93258C-A373-4A72-8D76-37BF36B7D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FB9538-CE15-4C63-AC84-5352E688E0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3CD23-0AA9-4649-BC6F-AF45EB68A4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ECAFE6-DED3-4180-88B3-AB1AF2AE9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0BC81-90C7-4034-841A-62432A0701C4}" type="datetime1">
              <a:rPr lang="en-US" smtClean="0"/>
              <a:t>8/30/2023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AEF087-6D43-4EAE-9B1B-CEB9C3AC5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149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0EEECB2-4807-41E3-B2D3-991EE641007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25C4FCAD-219B-4F99-A83E-DA5126B57DE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AB400A-C810-4485-886B-EBBC5DD6C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684E1D-A07E-43A4-9566-78EC65CF04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BF354A-AAF6-40F3-97E9-EACCAB858E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092308-4B6B-4A76-A68F-BE16B13E1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4B010-5EDA-416E-B5AB-AEBD814FEF92}" type="datetime1">
              <a:rPr lang="en-US" smtClean="0"/>
              <a:t>8/30/2023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7AFB43-88EB-4A6C-AB03-405A03ABE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91977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9192C8-5397-4FC4-85A7-05CFC3532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EC8621-C852-47CD-A118-D24B6AC3DD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1DE9C7-0406-4194-A53C-344BADD62F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86C95F-23BA-4339-9C8C-C90EF96A4C91}" type="datetime1">
              <a:rPr lang="en-US" smtClean="0"/>
              <a:t>8/30/2023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0D1EDA-3944-4DA5-A7A2-1ACE238533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1.02: Exploring the Impact of Teachers on Student Lives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111E65-8042-49F9-8B63-5DF8961B32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D56C8B-F564-4051-AFED-A78F1C6A2F0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5077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4" r:id="rId4"/>
    <p:sldLayoutId id="2147483656" r:id="rId5"/>
    <p:sldLayoutId id="2147483657" r:id="rId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creativecommons.org/licenses/by-nc-sa/4.0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CF5BD-F8FF-4A67-A8B6-EBB21E7927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6043083"/>
            <a:ext cx="9144000" cy="370300"/>
          </a:xfrm>
        </p:spPr>
        <p:txBody>
          <a:bodyPr>
            <a:normAutofit/>
          </a:bodyPr>
          <a:lstStyle/>
          <a:p>
            <a:pPr algn="l"/>
            <a:r>
              <a:rPr lang="en-US" sz="1800" dirty="0"/>
              <a:t>Instructional Practices| Unit 3: Knowledge of Students to Drive Instruction | Lesson 3.02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FBD98F-3A67-498E-8174-652040DD7B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8469" y="2321719"/>
            <a:ext cx="9515061" cy="2214561"/>
          </a:xfrm>
        </p:spPr>
        <p:txBody>
          <a:bodyPr>
            <a:normAutofit fontScale="92500"/>
          </a:bodyPr>
          <a:lstStyle/>
          <a:p>
            <a:r>
              <a:rPr lang="en-US" sz="6000" dirty="0"/>
              <a:t>Building Trust and Rapport with Students | Active Listening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BB7B519-A13A-6C5F-0ABC-21181D854E00}"/>
              </a:ext>
            </a:extLst>
          </p:cNvPr>
          <p:cNvSpPr txBox="1"/>
          <p:nvPr/>
        </p:nvSpPr>
        <p:spPr>
          <a:xfrm>
            <a:off x="0" y="6413383"/>
            <a:ext cx="11110595" cy="494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kern="1200" dirty="0">
                <a:solidFill>
                  <a:srgbClr val="464646"/>
                </a:solidFill>
                <a:effectLst/>
                <a:latin typeface="Calibri Light" panose="020F03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work is licensed under a </a:t>
            </a:r>
            <a:r>
              <a:rPr lang="en-US" sz="1800" u="sng" kern="1200" dirty="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2"/>
              </a:rPr>
              <a:t>Creative Commons Attribution-Noncommercial-Share Alike 4.0 International License</a:t>
            </a:r>
            <a:r>
              <a:rPr lang="en-US" sz="1800" kern="1200" dirty="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22770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3C58C-DC1D-4BDF-8706-48D86266F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TEKS Standards &amp;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E08C7F-0286-423B-92F7-DEB89F3111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TEKS 4A-B, 4F, 5A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student will:</a:t>
            </a:r>
          </a:p>
          <a:p>
            <a:r>
              <a:rPr lang="en-US" dirty="0"/>
              <a:t>Explain how building trust and rapport with students can lead to a positive impact on student learning</a:t>
            </a:r>
          </a:p>
          <a:p>
            <a:r>
              <a:rPr lang="en-US" dirty="0"/>
              <a:t>Describe authentic listening as a strategy to build trust and rapport with students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0EEDDD-3DDC-4909-AF99-60870B25C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5271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3F004-EE4F-44F2-AA0E-56B8CFF11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Bellringer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2BE286-77A6-49DD-B15D-7E4718D52F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For each strategy teachers use to learn about their students, list how that strategy helps teachers plan effective instruction.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Student Surveys</a:t>
            </a:r>
          </a:p>
          <a:p>
            <a:pPr marL="0" indent="0">
              <a:buNone/>
            </a:pPr>
            <a:r>
              <a:rPr lang="en-US" dirty="0"/>
              <a:t>Non-Academic Conversations</a:t>
            </a:r>
          </a:p>
          <a:p>
            <a:pPr marL="0" indent="0">
              <a:buNone/>
            </a:pPr>
            <a:r>
              <a:rPr lang="en-US" dirty="0"/>
              <a:t>Family Relationships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C7D18A-F106-4CA1-A59B-DE4084E58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13056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0E203D-F288-408D-B325-66954BDD3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Vocabulary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13FDB6-F093-4D9E-B14E-3D7DB894C3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Rapport: A relationship characterized by mutual understanding or empathy that makes communication possible or easy.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Authentic Listening: A strategy to build rapport with students that includes the teacher giving full attention to conversations, demonstrating empathy, and suspending judgment so that the students can be fully heard.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BAFE7B-549A-4E98-93BA-74C837CF2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42163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836664-70C0-47BA-9BFF-496A04EBBF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0062"/>
            <a:ext cx="10515600" cy="1325563"/>
          </a:xfrm>
        </p:spPr>
        <p:txBody>
          <a:bodyPr/>
          <a:lstStyle/>
          <a:p>
            <a:r>
              <a:rPr lang="en-US" dirty="0"/>
              <a:t>Importance of Building Trust and Rapport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4339F5-2F5D-46B5-A25D-C197D73747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dirty="0"/>
              <a:t>Why do you think it matters for teachers to build trust and rapport</a:t>
            </a:r>
            <a:r>
              <a:rPr lang="en-US" b="1" dirty="0"/>
              <a:t> </a:t>
            </a:r>
            <a:r>
              <a:rPr lang="en-US" dirty="0"/>
              <a:t>with students?</a:t>
            </a:r>
          </a:p>
          <a:p>
            <a:pPr lvl="0"/>
            <a:r>
              <a:rPr lang="en-US" dirty="0"/>
              <a:t>How might those trusting relationships lead to a positive impact on student learning?</a:t>
            </a:r>
          </a:p>
          <a:p>
            <a:pPr marL="0" indent="0">
              <a:buNone/>
            </a:pPr>
            <a:endParaRPr lang="en-US" sz="3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67700B-954E-42AD-AD69-9CC1C5B51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31091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EEC303-F6C2-4140-A11E-674634C58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Authentic Listening Components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E6B1D1-6733-4612-9934-4F2E86AC16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Give Full Attention</a:t>
            </a:r>
          </a:p>
          <a:p>
            <a:pPr lvl="1"/>
            <a:r>
              <a:rPr lang="en-US" i="1" dirty="0">
                <a:solidFill>
                  <a:srgbClr val="008000"/>
                </a:solidFill>
              </a:rPr>
              <a:t>Limiting distractions, like putting away cell phones or closing laptops, show the speaker that you are fully engaged and present in the conversation.</a:t>
            </a:r>
          </a:p>
          <a:p>
            <a:pPr lvl="1"/>
            <a:r>
              <a:rPr lang="en-US" i="1" dirty="0">
                <a:solidFill>
                  <a:srgbClr val="008000"/>
                </a:solidFill>
              </a:rPr>
              <a:t>Asking genuine, direct follow-up questions also shows the speaker that you care and are invested in the conversation.</a:t>
            </a:r>
          </a:p>
          <a:p>
            <a:r>
              <a:rPr lang="en-US" dirty="0"/>
              <a:t>Demonstrate Empathy</a:t>
            </a:r>
          </a:p>
          <a:p>
            <a:pPr lvl="1"/>
            <a:r>
              <a:rPr lang="en-US" i="1" dirty="0">
                <a:solidFill>
                  <a:srgbClr val="008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Demonstrating empathy means that you try to understand feelings as well as words.</a:t>
            </a:r>
            <a:endParaRPr lang="en-US" dirty="0">
              <a:solidFill>
                <a:srgbClr val="008000"/>
              </a:solidFill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lvl="1"/>
            <a:r>
              <a:rPr lang="en-US" i="1" dirty="0">
                <a:solidFill>
                  <a:srgbClr val="008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Being kind, compassionate, and empathetic can allow students to feel more at ease.</a:t>
            </a:r>
            <a:endParaRPr lang="en-US" dirty="0">
              <a:solidFill>
                <a:srgbClr val="00800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489C34-CAF6-4FD2-9C2D-0673463FD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00118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EEC303-F6C2-4140-A11E-674634C58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Authentic Listening Components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E6B1D1-6733-4612-9934-4F2E86AC16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Suspend Judgment</a:t>
            </a:r>
          </a:p>
          <a:p>
            <a:pPr lvl="1"/>
            <a:r>
              <a:rPr lang="en-US" i="1" dirty="0">
                <a:solidFill>
                  <a:srgbClr val="008000"/>
                </a:solidFill>
              </a:rPr>
              <a:t>Suspending judgment is important so that students do not feel like their words or emotions are being judged or thought of as “less than.”</a:t>
            </a:r>
            <a:endParaRPr lang="en-US" dirty="0">
              <a:solidFill>
                <a:srgbClr val="008000"/>
              </a:solidFill>
            </a:endParaRPr>
          </a:p>
          <a:p>
            <a:pPr lvl="1"/>
            <a:r>
              <a:rPr lang="en-US" i="1" dirty="0">
                <a:solidFill>
                  <a:srgbClr val="008000"/>
                </a:solidFill>
              </a:rPr>
              <a:t>Listen with an open mind to students’ concerns.</a:t>
            </a:r>
            <a:r>
              <a:rPr lang="en-US" dirty="0">
                <a:solidFill>
                  <a:srgbClr val="008000"/>
                </a:solidFill>
              </a:rPr>
              <a:t> </a:t>
            </a:r>
          </a:p>
          <a:p>
            <a:r>
              <a:rPr lang="en-US" dirty="0"/>
              <a:t>Accept Natural Student Expression</a:t>
            </a:r>
          </a:p>
          <a:p>
            <a:pPr lvl="1"/>
            <a:r>
              <a:rPr lang="en-US" i="1" dirty="0">
                <a:solidFill>
                  <a:srgbClr val="008000"/>
                </a:solidFill>
              </a:rPr>
              <a:t>Let students express themselves in their own way.</a:t>
            </a:r>
          </a:p>
          <a:p>
            <a:pPr lvl="1"/>
            <a:r>
              <a:rPr lang="en-US" i="1" dirty="0">
                <a:solidFill>
                  <a:srgbClr val="008000"/>
                </a:solidFill>
              </a:rPr>
              <a:t>There is no need to correct grammar when listening to students to build trust and rapport. </a:t>
            </a:r>
          </a:p>
          <a:p>
            <a:pPr lvl="1"/>
            <a:r>
              <a:rPr lang="en-US" i="1" dirty="0">
                <a:solidFill>
                  <a:srgbClr val="008000"/>
                </a:solidFill>
              </a:rPr>
              <a:t>Allowing students to come to you as their authentic selves can improve rapport and build deeper trust.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489C34-CAF6-4FD2-9C2D-0673463FD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184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EEC303-F6C2-4140-A11E-674634C58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Authentic </a:t>
            </a:r>
            <a:r>
              <a:rPr lang="en-US"/>
              <a:t>Listening Components  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E6B1D1-6733-4612-9934-4F2E86AC16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Empathy Sentence Starters</a:t>
            </a:r>
          </a:p>
          <a:p>
            <a:pPr lvl="1"/>
            <a:r>
              <a:rPr lang="en-US" i="1" dirty="0">
                <a:solidFill>
                  <a:srgbClr val="008000"/>
                </a:solidFill>
              </a:rPr>
              <a:t>It sounds to me like this might feel….</a:t>
            </a:r>
            <a:endParaRPr lang="en-US" dirty="0">
              <a:solidFill>
                <a:srgbClr val="008000"/>
              </a:solidFill>
            </a:endParaRPr>
          </a:p>
          <a:p>
            <a:pPr lvl="1"/>
            <a:r>
              <a:rPr lang="en-US" i="1" dirty="0">
                <a:solidFill>
                  <a:srgbClr val="008000"/>
                </a:solidFill>
              </a:rPr>
              <a:t>I can sense that you are feeling…</a:t>
            </a:r>
            <a:endParaRPr lang="en-US" dirty="0">
              <a:solidFill>
                <a:srgbClr val="008000"/>
              </a:solidFill>
            </a:endParaRPr>
          </a:p>
          <a:p>
            <a:pPr lvl="1"/>
            <a:r>
              <a:rPr lang="en-US" i="1" dirty="0">
                <a:solidFill>
                  <a:srgbClr val="008000"/>
                </a:solidFill>
              </a:rPr>
              <a:t>I can hear how [emotion] you are feeling.</a:t>
            </a:r>
            <a:endParaRPr lang="en-US" dirty="0">
              <a:solidFill>
                <a:srgbClr val="008000"/>
              </a:solidFill>
            </a:endParaRPr>
          </a:p>
          <a:p>
            <a:pPr lvl="1"/>
            <a:r>
              <a:rPr lang="en-US" i="1" dirty="0">
                <a:solidFill>
                  <a:srgbClr val="008000"/>
                </a:solidFill>
              </a:rPr>
              <a:t>Your face is telling me that…</a:t>
            </a:r>
            <a:endParaRPr lang="en-US" dirty="0">
              <a:solidFill>
                <a:srgbClr val="008000"/>
              </a:solidFill>
            </a:endParaRPr>
          </a:p>
          <a:p>
            <a:pPr lvl="1"/>
            <a:r>
              <a:rPr lang="en-US" i="1" dirty="0">
                <a:solidFill>
                  <a:srgbClr val="008000"/>
                </a:solidFill>
              </a:rPr>
              <a:t>I can hear in your voice that…</a:t>
            </a:r>
            <a:endParaRPr lang="en-US" dirty="0">
              <a:solidFill>
                <a:srgbClr val="008000"/>
              </a:solidFill>
            </a:endParaRPr>
          </a:p>
          <a:p>
            <a:r>
              <a:rPr lang="en-US" dirty="0"/>
              <a:t>Affirming Statements</a:t>
            </a:r>
          </a:p>
          <a:p>
            <a:pPr lvl="1"/>
            <a:r>
              <a:rPr lang="en-US" i="1" dirty="0">
                <a:solidFill>
                  <a:srgbClr val="008000"/>
                </a:solidFill>
              </a:rPr>
              <a:t>Thank you for sharing this with me.</a:t>
            </a:r>
            <a:endParaRPr lang="en-US" dirty="0">
              <a:solidFill>
                <a:srgbClr val="008000"/>
              </a:solidFill>
            </a:endParaRPr>
          </a:p>
          <a:p>
            <a:pPr lvl="1"/>
            <a:r>
              <a:rPr lang="en-US" i="1" dirty="0">
                <a:solidFill>
                  <a:srgbClr val="008000"/>
                </a:solidFill>
              </a:rPr>
              <a:t>I understand you feel that way.</a:t>
            </a:r>
            <a:endParaRPr lang="en-US" dirty="0">
              <a:solidFill>
                <a:srgbClr val="008000"/>
              </a:solidFill>
            </a:endParaRPr>
          </a:p>
          <a:p>
            <a:pPr lvl="1"/>
            <a:r>
              <a:rPr lang="en-US" i="1" dirty="0">
                <a:solidFill>
                  <a:srgbClr val="008000"/>
                </a:solidFill>
              </a:rPr>
              <a:t>That sounds like a(n) [adjective] experience.</a:t>
            </a:r>
            <a:endParaRPr lang="en-US" dirty="0">
              <a:solidFill>
                <a:srgbClr val="008000"/>
              </a:solidFill>
            </a:endParaRPr>
          </a:p>
          <a:p>
            <a:pPr lvl="1"/>
            <a:r>
              <a:rPr lang="en-US" i="1" dirty="0">
                <a:solidFill>
                  <a:srgbClr val="008000"/>
                </a:solidFill>
              </a:rPr>
              <a:t>I hear you.</a:t>
            </a:r>
            <a:endParaRPr lang="en-US" dirty="0">
              <a:solidFill>
                <a:srgbClr val="008000"/>
              </a:solidFill>
            </a:endParaRPr>
          </a:p>
          <a:p>
            <a:pPr lvl="1"/>
            <a:r>
              <a:rPr lang="en-US" i="1" dirty="0">
                <a:solidFill>
                  <a:srgbClr val="008000"/>
                </a:solidFill>
              </a:rPr>
              <a:t>I am not sure what to say right now, but I am here to listen.</a:t>
            </a:r>
            <a:endParaRPr lang="en-US" dirty="0">
              <a:solidFill>
                <a:srgbClr val="008000"/>
              </a:solidFill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489C34-CAF6-4FD2-9C2D-0673463FD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09946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B837C-3E07-4129-B371-9F5CA97D5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Exit Ticket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F2A5AF-3C0B-4968-A438-E435325199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marR="0" indent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Answer the following questions about building trust and rapport with students and how rapport influences student learning.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 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 </a:t>
            </a:r>
          </a:p>
          <a:p>
            <a:pPr marL="0" marR="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How does building rapport with students have a positive impact on student learning?</a:t>
            </a:r>
          </a:p>
          <a:p>
            <a:pPr marL="457200" marR="0" indent="0">
              <a:spcBef>
                <a:spcPts val="0"/>
              </a:spcBef>
              <a:spcAft>
                <a:spcPts val="0"/>
              </a:spcAft>
              <a:buNone/>
            </a:pPr>
            <a:br>
              <a:rPr lang="en-US" i="1" dirty="0">
                <a:solidFill>
                  <a:srgbClr val="70AD47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</a:br>
            <a:endParaRPr lang="en-US" i="1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What is authentic listening? How can it help build trust and rapport with students?</a:t>
            </a:r>
            <a:br>
              <a:rPr lang="en-US" sz="18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</a:br>
            <a:b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</a:b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210221-3F4A-4187-A674-5BB2A5218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74087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151</TotalTime>
  <Words>534</Words>
  <Application>Microsoft Office PowerPoint</Application>
  <PresentationFormat>Widescreen</PresentationFormat>
  <Paragraphs>65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Instructional Practices| Unit 3: Knowledge of Students to Drive Instruction | Lesson 3.02</vt:lpstr>
      <vt:lpstr>TEKS Standards &amp; Objectives</vt:lpstr>
      <vt:lpstr>Bellringer</vt:lpstr>
      <vt:lpstr>Vocabulary</vt:lpstr>
      <vt:lpstr>Importance of Building Trust and Rapport</vt:lpstr>
      <vt:lpstr>Authentic Listening Components</vt:lpstr>
      <vt:lpstr>Authentic Listening Components </vt:lpstr>
      <vt:lpstr>Authentic Listening Components   </vt:lpstr>
      <vt:lpstr>Exit Ticket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3.02: Building Trust and Rapport with Students | Active Listening</dc:title>
  <dc:subject>Lesson 3.02: Building Trust and Rapport with Students | Active Listening</dc:subject>
  <dc:creator>Texas Education Agency</dc:creator>
  <cp:lastModifiedBy>White (she/her), Whitney</cp:lastModifiedBy>
  <cp:revision>4</cp:revision>
  <dcterms:created xsi:type="dcterms:W3CDTF">2022-05-09T19:40:20Z</dcterms:created>
  <dcterms:modified xsi:type="dcterms:W3CDTF">2023-08-31T01:58:04Z</dcterms:modified>
</cp:coreProperties>
</file>
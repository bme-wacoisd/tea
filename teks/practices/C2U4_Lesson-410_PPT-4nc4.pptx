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1"/>
  </p:sldMasterIdLst>
  <p:notesMasterIdLst>
    <p:notesMasterId r:id="rId11"/>
  </p:notesMasterIdLst>
  <p:sldIdLst>
    <p:sldId id="285" r:id="rId2"/>
    <p:sldId id="258" r:id="rId3"/>
    <p:sldId id="259" r:id="rId4"/>
    <p:sldId id="262" r:id="rId5"/>
    <p:sldId id="287" r:id="rId6"/>
    <p:sldId id="288" r:id="rId7"/>
    <p:sldId id="290" r:id="rId8"/>
    <p:sldId id="289" r:id="rId9"/>
    <p:sldId id="28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FCED9E-00CC-4F49-BBFB-F7AB75FAF409}" v="20" dt="2022-09-17T03:41:01.0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07" autoAdjust="0"/>
  </p:normalViewPr>
  <p:slideViewPr>
    <p:cSldViewPr snapToGrid="0">
      <p:cViewPr varScale="1">
        <p:scale>
          <a:sx n="103" d="100"/>
          <a:sy n="103" d="100"/>
        </p:scale>
        <p:origin x="15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wati" userId="a3cadf42-9970-41e5-bb67-4a4dd3e8759e" providerId="ADAL" clId="{890CB85C-24BC-4D49-9382-1D7D95E40860}"/>
    <pc:docChg chg="custSel addSld delSld modSld">
      <pc:chgData name="Gupta, Swati" userId="a3cadf42-9970-41e5-bb67-4a4dd3e8759e" providerId="ADAL" clId="{890CB85C-24BC-4D49-9382-1D7D95E40860}" dt="2022-05-10T16:57:31.570" v="24" actId="20577"/>
      <pc:docMkLst>
        <pc:docMk/>
      </pc:docMkLst>
      <pc:sldChg chg="modSp mod delCm modCm">
        <pc:chgData name="Gupta, Swati" userId="a3cadf42-9970-41e5-bb67-4a4dd3e8759e" providerId="ADAL" clId="{890CB85C-24BC-4D49-9382-1D7D95E40860}" dt="2022-05-10T16:57:31.570" v="24" actId="20577"/>
        <pc:sldMkLst>
          <pc:docMk/>
          <pc:sldMk cId="2875402532" sldId="257"/>
        </pc:sldMkLst>
        <pc:spChg chg="mod">
          <ac:chgData name="Gupta, Swati" userId="a3cadf42-9970-41e5-bb67-4a4dd3e8759e" providerId="ADAL" clId="{890CB85C-24BC-4D49-9382-1D7D95E40860}" dt="2022-05-10T16:57:31.570" v="24" actId="20577"/>
          <ac:spMkLst>
            <pc:docMk/>
            <pc:sldMk cId="2875402532" sldId="257"/>
            <ac:spMk id="3" creationId="{81FE1C6D-F36E-48C2-992F-AFB21F6BE7E7}"/>
          </ac:spMkLst>
        </pc:spChg>
      </pc:sldChg>
      <pc:sldChg chg="modSp new del mod">
        <pc:chgData name="Gupta, Swati" userId="a3cadf42-9970-41e5-bb67-4a4dd3e8759e" providerId="ADAL" clId="{890CB85C-24BC-4D49-9382-1D7D95E40860}" dt="2022-05-10T16:57:10.315" v="18" actId="2696"/>
        <pc:sldMkLst>
          <pc:docMk/>
          <pc:sldMk cId="2893024199" sldId="258"/>
        </pc:sldMkLst>
        <pc:spChg chg="mod">
          <ac:chgData name="Gupta, Swati" userId="a3cadf42-9970-41e5-bb67-4a4dd3e8759e" providerId="ADAL" clId="{890CB85C-24BC-4D49-9382-1D7D95E40860}" dt="2022-05-10T16:56:59.001" v="17" actId="207"/>
          <ac:spMkLst>
            <pc:docMk/>
            <pc:sldMk cId="2893024199" sldId="258"/>
            <ac:spMk id="5" creationId="{EAD3D53F-2FE4-4F69-99AE-D4BE8C7CC533}"/>
          </ac:spMkLst>
        </pc:spChg>
      </pc:sldChg>
    </pc:docChg>
  </pc:docChgLst>
  <pc:docChgLst>
    <pc:chgData name="White (she/her), Whitney" userId="65f39021-2f1d-4d8b-87dc-b123826f65bf" providerId="ADAL" clId="{3BFCED9E-00CC-4F49-BBFB-F7AB75FAF409}"/>
    <pc:docChg chg="undo custSel addSld delSld modSld delMainMaster">
      <pc:chgData name="White (she/her), Whitney" userId="65f39021-2f1d-4d8b-87dc-b123826f65bf" providerId="ADAL" clId="{3BFCED9E-00CC-4F49-BBFB-F7AB75FAF409}" dt="2022-09-17T03:43:10.566" v="1578" actId="20577"/>
      <pc:docMkLst>
        <pc:docMk/>
      </pc:docMkLst>
      <pc:sldChg chg="del">
        <pc:chgData name="White (she/her), Whitney" userId="65f39021-2f1d-4d8b-87dc-b123826f65bf" providerId="ADAL" clId="{3BFCED9E-00CC-4F49-BBFB-F7AB75FAF409}" dt="2022-09-16T03:07:55.200" v="70" actId="2696"/>
        <pc:sldMkLst>
          <pc:docMk/>
          <pc:sldMk cId="1482277026" sldId="256"/>
        </pc:sldMkLst>
      </pc:sldChg>
      <pc:sldChg chg="del">
        <pc:chgData name="White (she/her), Whitney" userId="65f39021-2f1d-4d8b-87dc-b123826f65bf" providerId="ADAL" clId="{3BFCED9E-00CC-4F49-BBFB-F7AB75FAF409}" dt="2022-09-17T03:20:23.986" v="71" actId="2696"/>
        <pc:sldMkLst>
          <pc:docMk/>
          <pc:sldMk cId="2875402532" sldId="257"/>
        </pc:sldMkLst>
      </pc:sldChg>
      <pc:sldChg chg="modSp add mod">
        <pc:chgData name="White (she/her), Whitney" userId="65f39021-2f1d-4d8b-87dc-b123826f65bf" providerId="ADAL" clId="{3BFCED9E-00CC-4F49-BBFB-F7AB75FAF409}" dt="2022-09-17T03:21:35.138" v="228" actId="20577"/>
        <pc:sldMkLst>
          <pc:docMk/>
          <pc:sldMk cId="2407012086" sldId="258"/>
        </pc:sldMkLst>
        <pc:spChg chg="mod">
          <ac:chgData name="White (she/her), Whitney" userId="65f39021-2f1d-4d8b-87dc-b123826f65bf" providerId="ADAL" clId="{3BFCED9E-00CC-4F49-BBFB-F7AB75FAF409}" dt="2022-09-17T03:21:35.138" v="228" actId="20577"/>
          <ac:spMkLst>
            <pc:docMk/>
            <pc:sldMk cId="2407012086" sldId="258"/>
            <ac:spMk id="3" creationId="{C34DBCE4-48F9-47AB-9078-2E2E4DD114BC}"/>
          </ac:spMkLst>
        </pc:spChg>
      </pc:sldChg>
      <pc:sldChg chg="modSp add mod">
        <pc:chgData name="White (she/her), Whitney" userId="65f39021-2f1d-4d8b-87dc-b123826f65bf" providerId="ADAL" clId="{3BFCED9E-00CC-4F49-BBFB-F7AB75FAF409}" dt="2022-09-17T03:24:48.401" v="245" actId="20577"/>
        <pc:sldMkLst>
          <pc:docMk/>
          <pc:sldMk cId="785198563" sldId="259"/>
        </pc:sldMkLst>
        <pc:spChg chg="mod">
          <ac:chgData name="White (she/her), Whitney" userId="65f39021-2f1d-4d8b-87dc-b123826f65bf" providerId="ADAL" clId="{3BFCED9E-00CC-4F49-BBFB-F7AB75FAF409}" dt="2022-09-17T03:24:48.401" v="245" actId="20577"/>
          <ac:spMkLst>
            <pc:docMk/>
            <pc:sldMk cId="785198563" sldId="259"/>
            <ac:spMk id="3" creationId="{5B40A565-6C46-4447-9CEE-75E0DA8A4D73}"/>
          </ac:spMkLst>
        </pc:spChg>
      </pc:sldChg>
      <pc:sldChg chg="modSp add mod">
        <pc:chgData name="White (she/her), Whitney" userId="65f39021-2f1d-4d8b-87dc-b123826f65bf" providerId="ADAL" clId="{3BFCED9E-00CC-4F49-BBFB-F7AB75FAF409}" dt="2022-09-17T03:25:32.505" v="422" actId="20577"/>
        <pc:sldMkLst>
          <pc:docMk/>
          <pc:sldMk cId="540948184" sldId="262"/>
        </pc:sldMkLst>
        <pc:spChg chg="mod">
          <ac:chgData name="White (she/her), Whitney" userId="65f39021-2f1d-4d8b-87dc-b123826f65bf" providerId="ADAL" clId="{3BFCED9E-00CC-4F49-BBFB-F7AB75FAF409}" dt="2022-09-17T03:25:08.450" v="261" actId="20577"/>
          <ac:spMkLst>
            <pc:docMk/>
            <pc:sldMk cId="540948184" sldId="262"/>
            <ac:spMk id="2" creationId="{D6AF093C-1577-454D-8F03-7091300EB6F9}"/>
          </ac:spMkLst>
        </pc:spChg>
        <pc:spChg chg="mod">
          <ac:chgData name="White (she/her), Whitney" userId="65f39021-2f1d-4d8b-87dc-b123826f65bf" providerId="ADAL" clId="{3BFCED9E-00CC-4F49-BBFB-F7AB75FAF409}" dt="2022-09-17T03:25:32.505" v="422" actId="20577"/>
          <ac:spMkLst>
            <pc:docMk/>
            <pc:sldMk cId="540948184" sldId="262"/>
            <ac:spMk id="3" creationId="{5927033D-8B1E-421B-9184-09493907B071}"/>
          </ac:spMkLst>
        </pc:spChg>
      </pc:sldChg>
      <pc:sldChg chg="modSp add mod">
        <pc:chgData name="White (she/her), Whitney" userId="65f39021-2f1d-4d8b-87dc-b123826f65bf" providerId="ADAL" clId="{3BFCED9E-00CC-4F49-BBFB-F7AB75FAF409}" dt="2022-09-17T03:43:10.566" v="1578" actId="20577"/>
        <pc:sldMkLst>
          <pc:docMk/>
          <pc:sldMk cId="3976098008" sldId="285"/>
        </pc:sldMkLst>
        <pc:spChg chg="mod">
          <ac:chgData name="White (she/her), Whitney" userId="65f39021-2f1d-4d8b-87dc-b123826f65bf" providerId="ADAL" clId="{3BFCED9E-00CC-4F49-BBFB-F7AB75FAF409}" dt="2022-09-16T03:07:52.194" v="69" actId="20577"/>
          <ac:spMkLst>
            <pc:docMk/>
            <pc:sldMk cId="3976098008" sldId="285"/>
            <ac:spMk id="2" creationId="{BFFCF5BD-F8FF-4A67-A8B6-EBB21E79279B}"/>
          </ac:spMkLst>
        </pc:spChg>
        <pc:spChg chg="mod">
          <ac:chgData name="White (she/her), Whitney" userId="65f39021-2f1d-4d8b-87dc-b123826f65bf" providerId="ADAL" clId="{3BFCED9E-00CC-4F49-BBFB-F7AB75FAF409}" dt="2022-09-17T03:43:10.566" v="1578" actId="20577"/>
          <ac:spMkLst>
            <pc:docMk/>
            <pc:sldMk cId="3976098008" sldId="285"/>
            <ac:spMk id="3" creationId="{E0FBD98F-3A67-498E-8174-652040DD7B60}"/>
          </ac:spMkLst>
        </pc:spChg>
      </pc:sldChg>
      <pc:sldChg chg="modSp add mod">
        <pc:chgData name="White (she/her), Whitney" userId="65f39021-2f1d-4d8b-87dc-b123826f65bf" providerId="ADAL" clId="{3BFCED9E-00CC-4F49-BBFB-F7AB75FAF409}" dt="2022-09-17T03:42:54.359" v="1575" actId="5793"/>
        <pc:sldMkLst>
          <pc:docMk/>
          <pc:sldMk cId="2300544527" sldId="286"/>
        </pc:sldMkLst>
        <pc:spChg chg="mod">
          <ac:chgData name="White (she/her), Whitney" userId="65f39021-2f1d-4d8b-87dc-b123826f65bf" providerId="ADAL" clId="{3BFCED9E-00CC-4F49-BBFB-F7AB75FAF409}" dt="2022-09-17T03:42:54.359" v="1575" actId="5793"/>
          <ac:spMkLst>
            <pc:docMk/>
            <pc:sldMk cId="2300544527" sldId="286"/>
            <ac:spMk id="3" creationId="{5927033D-8B1E-421B-9184-09493907B071}"/>
          </ac:spMkLst>
        </pc:spChg>
      </pc:sldChg>
      <pc:sldChg chg="modSp add mod modAnim">
        <pc:chgData name="White (she/her), Whitney" userId="65f39021-2f1d-4d8b-87dc-b123826f65bf" providerId="ADAL" clId="{3BFCED9E-00CC-4F49-BBFB-F7AB75FAF409}" dt="2022-09-17T03:28:00.948" v="893"/>
        <pc:sldMkLst>
          <pc:docMk/>
          <pc:sldMk cId="2929084520" sldId="287"/>
        </pc:sldMkLst>
        <pc:spChg chg="mod">
          <ac:chgData name="White (she/her), Whitney" userId="65f39021-2f1d-4d8b-87dc-b123826f65bf" providerId="ADAL" clId="{3BFCED9E-00CC-4F49-BBFB-F7AB75FAF409}" dt="2022-09-17T03:26:39.552" v="508" actId="20577"/>
          <ac:spMkLst>
            <pc:docMk/>
            <pc:sldMk cId="2929084520" sldId="287"/>
            <ac:spMk id="2" creationId="{D6AF093C-1577-454D-8F03-7091300EB6F9}"/>
          </ac:spMkLst>
        </pc:spChg>
        <pc:spChg chg="mod">
          <ac:chgData name="White (she/her), Whitney" userId="65f39021-2f1d-4d8b-87dc-b123826f65bf" providerId="ADAL" clId="{3BFCED9E-00CC-4F49-BBFB-F7AB75FAF409}" dt="2022-09-17T03:27:46.072" v="890" actId="20577"/>
          <ac:spMkLst>
            <pc:docMk/>
            <pc:sldMk cId="2929084520" sldId="287"/>
            <ac:spMk id="3" creationId="{5927033D-8B1E-421B-9184-09493907B071}"/>
          </ac:spMkLst>
        </pc:spChg>
      </pc:sldChg>
      <pc:sldChg chg="addSp delSp modSp add mod setBg setClrOvrMap">
        <pc:chgData name="White (she/her), Whitney" userId="65f39021-2f1d-4d8b-87dc-b123826f65bf" providerId="ADAL" clId="{3BFCED9E-00CC-4F49-BBFB-F7AB75FAF409}" dt="2022-09-17T03:33:18.402" v="1238" actId="255"/>
        <pc:sldMkLst>
          <pc:docMk/>
          <pc:sldMk cId="2988245065" sldId="288"/>
        </pc:sldMkLst>
        <pc:spChg chg="mod">
          <ac:chgData name="White (she/her), Whitney" userId="65f39021-2f1d-4d8b-87dc-b123826f65bf" providerId="ADAL" clId="{3BFCED9E-00CC-4F49-BBFB-F7AB75FAF409}" dt="2022-09-17T03:33:14.369" v="1237" actId="114"/>
          <ac:spMkLst>
            <pc:docMk/>
            <pc:sldMk cId="2988245065" sldId="288"/>
            <ac:spMk id="2" creationId="{D6AF093C-1577-454D-8F03-7091300EB6F9}"/>
          </ac:spMkLst>
        </pc:spChg>
        <pc:spChg chg="mod">
          <ac:chgData name="White (she/her), Whitney" userId="65f39021-2f1d-4d8b-87dc-b123826f65bf" providerId="ADAL" clId="{3BFCED9E-00CC-4F49-BBFB-F7AB75FAF409}" dt="2022-09-17T03:33:18.402" v="1238" actId="255"/>
          <ac:spMkLst>
            <pc:docMk/>
            <pc:sldMk cId="2988245065" sldId="288"/>
            <ac:spMk id="3" creationId="{5927033D-8B1E-421B-9184-09493907B071}"/>
          </ac:spMkLst>
        </pc:spChg>
        <pc:spChg chg="mod ord">
          <ac:chgData name="White (she/her), Whitney" userId="65f39021-2f1d-4d8b-87dc-b123826f65bf" providerId="ADAL" clId="{3BFCED9E-00CC-4F49-BBFB-F7AB75FAF409}" dt="2022-09-17T03:30:33.727" v="1024" actId="26606"/>
          <ac:spMkLst>
            <pc:docMk/>
            <pc:sldMk cId="2988245065" sldId="288"/>
            <ac:spMk id="5" creationId="{8124C936-60C4-48C6-B187-2927C8404D16}"/>
          </ac:spMkLst>
        </pc:spChg>
        <pc:spChg chg="add del">
          <ac:chgData name="White (she/her), Whitney" userId="65f39021-2f1d-4d8b-87dc-b123826f65bf" providerId="ADAL" clId="{3BFCED9E-00CC-4F49-BBFB-F7AB75FAF409}" dt="2022-09-17T03:30:31.291" v="1021" actId="26606"/>
          <ac:spMkLst>
            <pc:docMk/>
            <pc:sldMk cId="2988245065" sldId="288"/>
            <ac:spMk id="13" creationId="{8F83519B-7BEF-4683-AD95-44C6CEBD9994}"/>
          </ac:spMkLst>
        </pc:spChg>
        <pc:spChg chg="add">
          <ac:chgData name="White (she/her), Whitney" userId="65f39021-2f1d-4d8b-87dc-b123826f65bf" providerId="ADAL" clId="{3BFCED9E-00CC-4F49-BBFB-F7AB75FAF409}" dt="2022-09-17T03:30:33.727" v="1024" actId="26606"/>
          <ac:spMkLst>
            <pc:docMk/>
            <pc:sldMk cId="2988245065" sldId="288"/>
            <ac:spMk id="17" creationId="{AFD19018-DE7C-4796-ADF2-AD2EB0FC0D9C}"/>
          </ac:spMkLst>
        </pc:spChg>
        <pc:spChg chg="add del">
          <ac:chgData name="White (she/her), Whitney" userId="65f39021-2f1d-4d8b-87dc-b123826f65bf" providerId="ADAL" clId="{3BFCED9E-00CC-4F49-BBFB-F7AB75FAF409}" dt="2022-09-17T03:30:33.721" v="1023" actId="26606"/>
          <ac:spMkLst>
            <pc:docMk/>
            <pc:sldMk cId="2988245065" sldId="288"/>
            <ac:spMk id="31" creationId="{2B566528-1B12-4246-9431-5C2D7D081168}"/>
          </ac:spMkLst>
        </pc:spChg>
        <pc:spChg chg="add del">
          <ac:chgData name="White (she/her), Whitney" userId="65f39021-2f1d-4d8b-87dc-b123826f65bf" providerId="ADAL" clId="{3BFCED9E-00CC-4F49-BBFB-F7AB75FAF409}" dt="2022-09-17T03:30:33.721" v="1023" actId="26606"/>
          <ac:spMkLst>
            <pc:docMk/>
            <pc:sldMk cId="2988245065" sldId="288"/>
            <ac:spMk id="35" creationId="{D3F51FEB-38FB-4F6C-9F7B-2F2AFAB65463}"/>
          </ac:spMkLst>
        </pc:spChg>
        <pc:spChg chg="add del">
          <ac:chgData name="White (she/her), Whitney" userId="65f39021-2f1d-4d8b-87dc-b123826f65bf" providerId="ADAL" clId="{3BFCED9E-00CC-4F49-BBFB-F7AB75FAF409}" dt="2022-09-17T03:30:33.721" v="1023" actId="26606"/>
          <ac:spMkLst>
            <pc:docMk/>
            <pc:sldMk cId="2988245065" sldId="288"/>
            <ac:spMk id="36" creationId="{1E547BA6-BAE0-43BB-A7CA-60F69CE252F0}"/>
          </ac:spMkLst>
        </pc:spChg>
        <pc:spChg chg="add">
          <ac:chgData name="White (she/her), Whitney" userId="65f39021-2f1d-4d8b-87dc-b123826f65bf" providerId="ADAL" clId="{3BFCED9E-00CC-4F49-BBFB-F7AB75FAF409}" dt="2022-09-17T03:30:33.727" v="1024" actId="26606"/>
          <ac:spMkLst>
            <pc:docMk/>
            <pc:sldMk cId="2988245065" sldId="288"/>
            <ac:spMk id="38" creationId="{003713C1-2FB2-413B-BF91-3AE41726FB7A}"/>
          </ac:spMkLst>
        </pc:spChg>
        <pc:spChg chg="add">
          <ac:chgData name="White (she/her), Whitney" userId="65f39021-2f1d-4d8b-87dc-b123826f65bf" providerId="ADAL" clId="{3BFCED9E-00CC-4F49-BBFB-F7AB75FAF409}" dt="2022-09-17T03:30:33.727" v="1024" actId="26606"/>
          <ac:spMkLst>
            <pc:docMk/>
            <pc:sldMk cId="2988245065" sldId="288"/>
            <ac:spMk id="39" creationId="{90795B4D-5022-4A7F-A01D-8D880B7CDBE6}"/>
          </ac:spMkLst>
        </pc:spChg>
        <pc:spChg chg="add">
          <ac:chgData name="White (she/her), Whitney" userId="65f39021-2f1d-4d8b-87dc-b123826f65bf" providerId="ADAL" clId="{3BFCED9E-00CC-4F49-BBFB-F7AB75FAF409}" dt="2022-09-17T03:30:33.727" v="1024" actId="26606"/>
          <ac:spMkLst>
            <pc:docMk/>
            <pc:sldMk cId="2988245065" sldId="288"/>
            <ac:spMk id="40" creationId="{B1A0A2C2-4F85-44AF-8708-8DCA4B550CB8}"/>
          </ac:spMkLst>
        </pc:spChg>
        <pc:grpChg chg="add del">
          <ac:chgData name="White (she/her), Whitney" userId="65f39021-2f1d-4d8b-87dc-b123826f65bf" providerId="ADAL" clId="{3BFCED9E-00CC-4F49-BBFB-F7AB75FAF409}" dt="2022-09-17T03:30:31.291" v="1021" actId="26606"/>
          <ac:grpSpMkLst>
            <pc:docMk/>
            <pc:sldMk cId="2988245065" sldId="288"/>
            <ac:grpSpMk id="15" creationId="{EBAD34AF-5414-49A5-AB75-F1CA854B3094}"/>
          </ac:grpSpMkLst>
        </pc:grpChg>
        <pc:grpChg chg="add del">
          <ac:chgData name="White (she/her), Whitney" userId="65f39021-2f1d-4d8b-87dc-b123826f65bf" providerId="ADAL" clId="{3BFCED9E-00CC-4F49-BBFB-F7AB75FAF409}" dt="2022-09-17T03:30:31.291" v="1021" actId="26606"/>
          <ac:grpSpMkLst>
            <pc:docMk/>
            <pc:sldMk cId="2988245065" sldId="288"/>
            <ac:grpSpMk id="19" creationId="{7A737E2B-A28F-42F1-A1E9-1CA2DE4A1EBD}"/>
          </ac:grpSpMkLst>
        </pc:grpChg>
        <pc:grpChg chg="add del">
          <ac:chgData name="White (she/her), Whitney" userId="65f39021-2f1d-4d8b-87dc-b123826f65bf" providerId="ADAL" clId="{3BFCED9E-00CC-4F49-BBFB-F7AB75FAF409}" dt="2022-09-17T03:30:31.291" v="1021" actId="26606"/>
          <ac:grpSpMkLst>
            <pc:docMk/>
            <pc:sldMk cId="2988245065" sldId="288"/>
            <ac:grpSpMk id="23" creationId="{5F42AC07-1FE2-483E-851B-FC913421033F}"/>
          </ac:grpSpMkLst>
        </pc:grpChg>
        <pc:grpChg chg="add del">
          <ac:chgData name="White (she/her), Whitney" userId="65f39021-2f1d-4d8b-87dc-b123826f65bf" providerId="ADAL" clId="{3BFCED9E-00CC-4F49-BBFB-F7AB75FAF409}" dt="2022-09-17T03:30:31.291" v="1021" actId="26606"/>
          <ac:grpSpMkLst>
            <pc:docMk/>
            <pc:sldMk cId="2988245065" sldId="288"/>
            <ac:grpSpMk id="27" creationId="{990CD16F-8620-4B36-8D85-DB9DD98696D1}"/>
          </ac:grpSpMkLst>
        </pc:grpChg>
        <pc:grpChg chg="add del">
          <ac:chgData name="White (she/her), Whitney" userId="65f39021-2f1d-4d8b-87dc-b123826f65bf" providerId="ADAL" clId="{3BFCED9E-00CC-4F49-BBFB-F7AB75FAF409}" dt="2022-09-17T03:30:33.721" v="1023" actId="26606"/>
          <ac:grpSpMkLst>
            <pc:docMk/>
            <pc:sldMk cId="2988245065" sldId="288"/>
            <ac:grpSpMk id="32" creationId="{07EAA094-9CF6-4695-958A-33D9BCAA9474}"/>
          </ac:grpSpMkLst>
        </pc:grpChg>
        <pc:picChg chg="add mod ord">
          <ac:chgData name="White (she/her), Whitney" userId="65f39021-2f1d-4d8b-87dc-b123826f65bf" providerId="ADAL" clId="{3BFCED9E-00CC-4F49-BBFB-F7AB75FAF409}" dt="2022-09-17T03:30:33.727" v="1024" actId="26606"/>
          <ac:picMkLst>
            <pc:docMk/>
            <pc:sldMk cId="2988245065" sldId="288"/>
            <ac:picMk id="6" creationId="{B182D3F1-E8F2-4625-A425-BC1E42720C66}"/>
          </ac:picMkLst>
        </pc:picChg>
        <pc:picChg chg="add mod ord">
          <ac:chgData name="White (she/her), Whitney" userId="65f39021-2f1d-4d8b-87dc-b123826f65bf" providerId="ADAL" clId="{3BFCED9E-00CC-4F49-BBFB-F7AB75FAF409}" dt="2022-09-17T03:30:33.727" v="1024" actId="26606"/>
          <ac:picMkLst>
            <pc:docMk/>
            <pc:sldMk cId="2988245065" sldId="288"/>
            <ac:picMk id="7" creationId="{67043C0D-46A0-4722-AAEE-D8AAAEFC7A99}"/>
          </ac:picMkLst>
        </pc:picChg>
        <pc:picChg chg="add mod">
          <ac:chgData name="White (she/her), Whitney" userId="65f39021-2f1d-4d8b-87dc-b123826f65bf" providerId="ADAL" clId="{3BFCED9E-00CC-4F49-BBFB-F7AB75FAF409}" dt="2022-09-17T03:30:33.727" v="1024" actId="26606"/>
          <ac:picMkLst>
            <pc:docMk/>
            <pc:sldMk cId="2988245065" sldId="288"/>
            <ac:picMk id="8" creationId="{B9DB95EB-29B7-4E6F-80D0-38430D4E9ADD}"/>
          </ac:picMkLst>
        </pc:picChg>
      </pc:sldChg>
      <pc:sldChg chg="addSp delSp modSp add mod modClrScheme chgLayout">
        <pc:chgData name="White (she/her), Whitney" userId="65f39021-2f1d-4d8b-87dc-b123826f65bf" providerId="ADAL" clId="{3BFCED9E-00CC-4F49-BBFB-F7AB75FAF409}" dt="2022-09-17T03:41:57.807" v="1569" actId="478"/>
        <pc:sldMkLst>
          <pc:docMk/>
          <pc:sldMk cId="1499153559" sldId="289"/>
        </pc:sldMkLst>
        <pc:spChg chg="mod ord">
          <ac:chgData name="White (she/her), Whitney" userId="65f39021-2f1d-4d8b-87dc-b123826f65bf" providerId="ADAL" clId="{3BFCED9E-00CC-4F49-BBFB-F7AB75FAF409}" dt="2022-09-17T03:39:36.471" v="1517" actId="700"/>
          <ac:spMkLst>
            <pc:docMk/>
            <pc:sldMk cId="1499153559" sldId="289"/>
            <ac:spMk id="2" creationId="{D6AF093C-1577-454D-8F03-7091300EB6F9}"/>
          </ac:spMkLst>
        </pc:spChg>
        <pc:spChg chg="add del mod ord">
          <ac:chgData name="White (she/her), Whitney" userId="65f39021-2f1d-4d8b-87dc-b123826f65bf" providerId="ADAL" clId="{3BFCED9E-00CC-4F49-BBFB-F7AB75FAF409}" dt="2022-09-17T03:39:36.471" v="1517" actId="700"/>
          <ac:spMkLst>
            <pc:docMk/>
            <pc:sldMk cId="1499153559" sldId="289"/>
            <ac:spMk id="3" creationId="{5927033D-8B1E-421B-9184-09493907B071}"/>
          </ac:spMkLst>
        </pc:spChg>
        <pc:spChg chg="mod ord">
          <ac:chgData name="White (she/her), Whitney" userId="65f39021-2f1d-4d8b-87dc-b123826f65bf" providerId="ADAL" clId="{3BFCED9E-00CC-4F49-BBFB-F7AB75FAF409}" dt="2022-09-17T03:39:36.471" v="1517" actId="700"/>
          <ac:spMkLst>
            <pc:docMk/>
            <pc:sldMk cId="1499153559" sldId="289"/>
            <ac:spMk id="5" creationId="{8124C936-60C4-48C6-B187-2927C8404D16}"/>
          </ac:spMkLst>
        </pc:spChg>
        <pc:spChg chg="add del mod">
          <ac:chgData name="White (she/her), Whitney" userId="65f39021-2f1d-4d8b-87dc-b123826f65bf" providerId="ADAL" clId="{3BFCED9E-00CC-4F49-BBFB-F7AB75FAF409}" dt="2022-09-17T03:39:25.636" v="1516"/>
          <ac:spMkLst>
            <pc:docMk/>
            <pc:sldMk cId="1499153559" sldId="289"/>
            <ac:spMk id="6" creationId="{6ECCB5E9-3693-4C64-95BF-9515B66B35F3}"/>
          </ac:spMkLst>
        </pc:spChg>
        <pc:spChg chg="add del mod">
          <ac:chgData name="White (she/her), Whitney" userId="65f39021-2f1d-4d8b-87dc-b123826f65bf" providerId="ADAL" clId="{3BFCED9E-00CC-4F49-BBFB-F7AB75FAF409}" dt="2022-09-17T03:39:25.636" v="1516"/>
          <ac:spMkLst>
            <pc:docMk/>
            <pc:sldMk cId="1499153559" sldId="289"/>
            <ac:spMk id="7" creationId="{AF39C563-0DF5-4BCC-A03A-7E495BC7B52D}"/>
          </ac:spMkLst>
        </pc:spChg>
        <pc:spChg chg="add del mod">
          <ac:chgData name="White (she/her), Whitney" userId="65f39021-2f1d-4d8b-87dc-b123826f65bf" providerId="ADAL" clId="{3BFCED9E-00CC-4F49-BBFB-F7AB75FAF409}" dt="2022-09-17T03:39:25.636" v="1516"/>
          <ac:spMkLst>
            <pc:docMk/>
            <pc:sldMk cId="1499153559" sldId="289"/>
            <ac:spMk id="8" creationId="{C1C2AD22-8238-434D-94EE-2CD9CCBF37C8}"/>
          </ac:spMkLst>
        </pc:spChg>
        <pc:spChg chg="add del mod">
          <ac:chgData name="White (she/her), Whitney" userId="65f39021-2f1d-4d8b-87dc-b123826f65bf" providerId="ADAL" clId="{3BFCED9E-00CC-4F49-BBFB-F7AB75FAF409}" dt="2022-09-17T03:39:25.636" v="1516"/>
          <ac:spMkLst>
            <pc:docMk/>
            <pc:sldMk cId="1499153559" sldId="289"/>
            <ac:spMk id="9" creationId="{90E0FB39-89A1-4872-A91C-5732ED967F9F}"/>
          </ac:spMkLst>
        </pc:spChg>
        <pc:spChg chg="add mod ord">
          <ac:chgData name="White (she/her), Whitney" userId="65f39021-2f1d-4d8b-87dc-b123826f65bf" providerId="ADAL" clId="{3BFCED9E-00CC-4F49-BBFB-F7AB75FAF409}" dt="2022-09-17T03:41:36.623" v="1566" actId="20577"/>
          <ac:spMkLst>
            <pc:docMk/>
            <pc:sldMk cId="1499153559" sldId="289"/>
            <ac:spMk id="10" creationId="{8B7B0318-5169-49E7-9DD8-2D2528415414}"/>
          </ac:spMkLst>
        </pc:spChg>
        <pc:spChg chg="add mod ord">
          <ac:chgData name="White (she/her), Whitney" userId="65f39021-2f1d-4d8b-87dc-b123826f65bf" providerId="ADAL" clId="{3BFCED9E-00CC-4F49-BBFB-F7AB75FAF409}" dt="2022-09-17T03:40:26.106" v="1554" actId="20577"/>
          <ac:spMkLst>
            <pc:docMk/>
            <pc:sldMk cId="1499153559" sldId="289"/>
            <ac:spMk id="11" creationId="{02F27B88-44EA-4E02-99FA-52912C628527}"/>
          </ac:spMkLst>
        </pc:spChg>
        <pc:spChg chg="add mod">
          <ac:chgData name="White (she/her), Whitney" userId="65f39021-2f1d-4d8b-87dc-b123826f65bf" providerId="ADAL" clId="{3BFCED9E-00CC-4F49-BBFB-F7AB75FAF409}" dt="2022-09-17T03:40:22.272" v="1553"/>
          <ac:spMkLst>
            <pc:docMk/>
            <pc:sldMk cId="1499153559" sldId="289"/>
            <ac:spMk id="13" creationId="{F00506E6-F030-44BF-84C7-9F188AC2DE18}"/>
          </ac:spMkLst>
        </pc:spChg>
        <pc:graphicFrameChg chg="add del mod">
          <ac:chgData name="White (she/her), Whitney" userId="65f39021-2f1d-4d8b-87dc-b123826f65bf" providerId="ADAL" clId="{3BFCED9E-00CC-4F49-BBFB-F7AB75FAF409}" dt="2022-09-17T03:39:25.636" v="1516"/>
          <ac:graphicFrameMkLst>
            <pc:docMk/>
            <pc:sldMk cId="1499153559" sldId="289"/>
            <ac:graphicFrameMk id="4" creationId="{CAF9A648-2DA9-4A3B-8302-CCA51E38BC6D}"/>
          </ac:graphicFrameMkLst>
        </pc:graphicFrameChg>
        <pc:graphicFrameChg chg="add del mod modGraphic">
          <ac:chgData name="White (she/her), Whitney" userId="65f39021-2f1d-4d8b-87dc-b123826f65bf" providerId="ADAL" clId="{3BFCED9E-00CC-4F49-BBFB-F7AB75FAF409}" dt="2022-09-17T03:41:57.807" v="1569" actId="478"/>
          <ac:graphicFrameMkLst>
            <pc:docMk/>
            <pc:sldMk cId="1499153559" sldId="289"/>
            <ac:graphicFrameMk id="12" creationId="{FCE1A658-E48E-4CE6-8807-B43AAC10769F}"/>
          </ac:graphicFrameMkLst>
        </pc:graphicFrameChg>
        <pc:picChg chg="add del mod">
          <ac:chgData name="White (she/her), Whitney" userId="65f39021-2f1d-4d8b-87dc-b123826f65bf" providerId="ADAL" clId="{3BFCED9E-00CC-4F49-BBFB-F7AB75FAF409}" dt="2022-09-17T03:41:38.987" v="1567" actId="1076"/>
          <ac:picMkLst>
            <pc:docMk/>
            <pc:sldMk cId="1499153559" sldId="289"/>
            <ac:picMk id="15" creationId="{CDBE4044-B635-4012-A95B-9460201A19C2}"/>
          </ac:picMkLst>
        </pc:picChg>
      </pc:sldChg>
      <pc:sldChg chg="addSp delSp modSp add mod setBg setClrOvrMap">
        <pc:chgData name="White (she/her), Whitney" userId="65f39021-2f1d-4d8b-87dc-b123826f65bf" providerId="ADAL" clId="{3BFCED9E-00CC-4F49-BBFB-F7AB75FAF409}" dt="2022-09-17T03:38:02.620" v="1495" actId="403"/>
        <pc:sldMkLst>
          <pc:docMk/>
          <pc:sldMk cId="3961054747" sldId="290"/>
        </pc:sldMkLst>
        <pc:spChg chg="mod">
          <ac:chgData name="White (she/her), Whitney" userId="65f39021-2f1d-4d8b-87dc-b123826f65bf" providerId="ADAL" clId="{3BFCED9E-00CC-4F49-BBFB-F7AB75FAF409}" dt="2022-09-17T03:38:02.620" v="1495" actId="403"/>
          <ac:spMkLst>
            <pc:docMk/>
            <pc:sldMk cId="3961054747" sldId="290"/>
            <ac:spMk id="2" creationId="{D6AF093C-1577-454D-8F03-7091300EB6F9}"/>
          </ac:spMkLst>
        </pc:spChg>
        <pc:spChg chg="mod">
          <ac:chgData name="White (she/her), Whitney" userId="65f39021-2f1d-4d8b-87dc-b123826f65bf" providerId="ADAL" clId="{3BFCED9E-00CC-4F49-BBFB-F7AB75FAF409}" dt="2022-09-17T03:37:53.033" v="1493" actId="20577"/>
          <ac:spMkLst>
            <pc:docMk/>
            <pc:sldMk cId="3961054747" sldId="290"/>
            <ac:spMk id="3" creationId="{5927033D-8B1E-421B-9184-09493907B071}"/>
          </ac:spMkLst>
        </pc:spChg>
        <pc:spChg chg="mod ord">
          <ac:chgData name="White (she/her), Whitney" userId="65f39021-2f1d-4d8b-87dc-b123826f65bf" providerId="ADAL" clId="{3BFCED9E-00CC-4F49-BBFB-F7AB75FAF409}" dt="2022-09-17T03:36:42.390" v="1421" actId="26606"/>
          <ac:spMkLst>
            <pc:docMk/>
            <pc:sldMk cId="3961054747" sldId="290"/>
            <ac:spMk id="5" creationId="{8124C936-60C4-48C6-B187-2927C8404D16}"/>
          </ac:spMkLst>
        </pc:spChg>
        <pc:spChg chg="del">
          <ac:chgData name="White (she/her), Whitney" userId="65f39021-2f1d-4d8b-87dc-b123826f65bf" providerId="ADAL" clId="{3BFCED9E-00CC-4F49-BBFB-F7AB75FAF409}" dt="2022-09-17T03:34:28.570" v="1245" actId="26606"/>
          <ac:spMkLst>
            <pc:docMk/>
            <pc:sldMk cId="3961054747" sldId="290"/>
            <ac:spMk id="17" creationId="{AFD19018-DE7C-4796-ADF2-AD2EB0FC0D9C}"/>
          </ac:spMkLst>
        </pc:spChg>
        <pc:spChg chg="del">
          <ac:chgData name="White (she/her), Whitney" userId="65f39021-2f1d-4d8b-87dc-b123826f65bf" providerId="ADAL" clId="{3BFCED9E-00CC-4F49-BBFB-F7AB75FAF409}" dt="2022-09-17T03:34:28.570" v="1245" actId="26606"/>
          <ac:spMkLst>
            <pc:docMk/>
            <pc:sldMk cId="3961054747" sldId="290"/>
            <ac:spMk id="38" creationId="{003713C1-2FB2-413B-BF91-3AE41726FB7A}"/>
          </ac:spMkLst>
        </pc:spChg>
        <pc:spChg chg="del">
          <ac:chgData name="White (she/her), Whitney" userId="65f39021-2f1d-4d8b-87dc-b123826f65bf" providerId="ADAL" clId="{3BFCED9E-00CC-4F49-BBFB-F7AB75FAF409}" dt="2022-09-17T03:34:28.570" v="1245" actId="26606"/>
          <ac:spMkLst>
            <pc:docMk/>
            <pc:sldMk cId="3961054747" sldId="290"/>
            <ac:spMk id="39" creationId="{90795B4D-5022-4A7F-A01D-8D880B7CDBE6}"/>
          </ac:spMkLst>
        </pc:spChg>
        <pc:spChg chg="del">
          <ac:chgData name="White (she/her), Whitney" userId="65f39021-2f1d-4d8b-87dc-b123826f65bf" providerId="ADAL" clId="{3BFCED9E-00CC-4F49-BBFB-F7AB75FAF409}" dt="2022-09-17T03:34:28.570" v="1245" actId="26606"/>
          <ac:spMkLst>
            <pc:docMk/>
            <pc:sldMk cId="3961054747" sldId="290"/>
            <ac:spMk id="40" creationId="{B1A0A2C2-4F85-44AF-8708-8DCA4B550CB8}"/>
          </ac:spMkLst>
        </pc:spChg>
        <pc:spChg chg="add del">
          <ac:chgData name="White (she/her), Whitney" userId="65f39021-2f1d-4d8b-87dc-b123826f65bf" providerId="ADAL" clId="{3BFCED9E-00CC-4F49-BBFB-F7AB75FAF409}" dt="2022-09-17T03:36:18.410" v="1418" actId="26606"/>
          <ac:spMkLst>
            <pc:docMk/>
            <pc:sldMk cId="3961054747" sldId="290"/>
            <ac:spMk id="45" creationId="{99899462-FC16-43B0-966B-FCA263450716}"/>
          </ac:spMkLst>
        </pc:spChg>
        <pc:spChg chg="add del">
          <ac:chgData name="White (she/her), Whitney" userId="65f39021-2f1d-4d8b-87dc-b123826f65bf" providerId="ADAL" clId="{3BFCED9E-00CC-4F49-BBFB-F7AB75FAF409}" dt="2022-09-17T03:36:18.406" v="1417" actId="26606"/>
          <ac:spMkLst>
            <pc:docMk/>
            <pc:sldMk cId="3961054747" sldId="290"/>
            <ac:spMk id="52" creationId="{C7FA33FF-088D-4F16-95A2-2C64D353DEA8}"/>
          </ac:spMkLst>
        </pc:spChg>
        <pc:spChg chg="add del">
          <ac:chgData name="White (she/her), Whitney" userId="65f39021-2f1d-4d8b-87dc-b123826f65bf" providerId="ADAL" clId="{3BFCED9E-00CC-4F49-BBFB-F7AB75FAF409}" dt="2022-09-17T03:36:18.406" v="1417" actId="26606"/>
          <ac:spMkLst>
            <pc:docMk/>
            <pc:sldMk cId="3961054747" sldId="290"/>
            <ac:spMk id="54" creationId="{A376EFB1-01CF-419F-ABF1-2AF02BBFCBD1}"/>
          </ac:spMkLst>
        </pc:spChg>
        <pc:spChg chg="add del">
          <ac:chgData name="White (she/her), Whitney" userId="65f39021-2f1d-4d8b-87dc-b123826f65bf" providerId="ADAL" clId="{3BFCED9E-00CC-4F49-BBFB-F7AB75FAF409}" dt="2022-09-17T03:36:18.406" v="1417" actId="26606"/>
          <ac:spMkLst>
            <pc:docMk/>
            <pc:sldMk cId="3961054747" sldId="290"/>
            <ac:spMk id="56" creationId="{FF9DEA15-78BD-4750-AA18-B9F28A6D5AB8}"/>
          </ac:spMkLst>
        </pc:spChg>
        <pc:spChg chg="add del">
          <ac:chgData name="White (she/her), Whitney" userId="65f39021-2f1d-4d8b-87dc-b123826f65bf" providerId="ADAL" clId="{3BFCED9E-00CC-4F49-BBFB-F7AB75FAF409}" dt="2022-09-17T03:36:42.390" v="1421" actId="26606"/>
          <ac:spMkLst>
            <pc:docMk/>
            <pc:sldMk cId="3961054747" sldId="290"/>
            <ac:spMk id="58" creationId="{99899462-FC16-43B0-966B-FCA263450716}"/>
          </ac:spMkLst>
        </pc:spChg>
        <pc:spChg chg="add">
          <ac:chgData name="White (she/her), Whitney" userId="65f39021-2f1d-4d8b-87dc-b123826f65bf" providerId="ADAL" clId="{3BFCED9E-00CC-4F49-BBFB-F7AB75FAF409}" dt="2022-09-17T03:36:42.390" v="1421" actId="26606"/>
          <ac:spMkLst>
            <pc:docMk/>
            <pc:sldMk cId="3961054747" sldId="290"/>
            <ac:spMk id="64" creationId="{9CDF6DAD-6680-48EA-B64B-A5F5A4E46367}"/>
          </ac:spMkLst>
        </pc:spChg>
        <pc:picChg chg="del">
          <ac:chgData name="White (she/her), Whitney" userId="65f39021-2f1d-4d8b-87dc-b123826f65bf" providerId="ADAL" clId="{3BFCED9E-00CC-4F49-BBFB-F7AB75FAF409}" dt="2022-09-17T03:33:41.991" v="1240" actId="21"/>
          <ac:picMkLst>
            <pc:docMk/>
            <pc:sldMk cId="3961054747" sldId="290"/>
            <ac:picMk id="6" creationId="{B182D3F1-E8F2-4625-A425-BC1E42720C66}"/>
          </ac:picMkLst>
        </pc:picChg>
        <pc:picChg chg="del">
          <ac:chgData name="White (she/her), Whitney" userId="65f39021-2f1d-4d8b-87dc-b123826f65bf" providerId="ADAL" clId="{3BFCED9E-00CC-4F49-BBFB-F7AB75FAF409}" dt="2022-09-17T03:33:44.227" v="1241" actId="21"/>
          <ac:picMkLst>
            <pc:docMk/>
            <pc:sldMk cId="3961054747" sldId="290"/>
            <ac:picMk id="7" creationId="{67043C0D-46A0-4722-AAEE-D8AAAEFC7A99}"/>
          </ac:picMkLst>
        </pc:picChg>
        <pc:picChg chg="mod">
          <ac:chgData name="White (she/her), Whitney" userId="65f39021-2f1d-4d8b-87dc-b123826f65bf" providerId="ADAL" clId="{3BFCED9E-00CC-4F49-BBFB-F7AB75FAF409}" dt="2022-09-17T03:37:28.745" v="1438" actId="1076"/>
          <ac:picMkLst>
            <pc:docMk/>
            <pc:sldMk cId="3961054747" sldId="290"/>
            <ac:picMk id="8" creationId="{B9DB95EB-29B7-4E6F-80D0-38430D4E9ADD}"/>
          </ac:picMkLst>
        </pc:picChg>
        <pc:picChg chg="add mod ord">
          <ac:chgData name="White (she/her), Whitney" userId="65f39021-2f1d-4d8b-87dc-b123826f65bf" providerId="ADAL" clId="{3BFCED9E-00CC-4F49-BBFB-F7AB75FAF409}" dt="2022-09-17T03:37:31.119" v="1439" actId="1076"/>
          <ac:picMkLst>
            <pc:docMk/>
            <pc:sldMk cId="3961054747" sldId="290"/>
            <ac:picMk id="12" creationId="{82B0B66F-07DB-49AD-B849-EA4FAD07C5F2}"/>
          </ac:picMkLst>
        </pc:picChg>
        <pc:cxnChg chg="add del">
          <ac:chgData name="White (she/her), Whitney" userId="65f39021-2f1d-4d8b-87dc-b123826f65bf" providerId="ADAL" clId="{3BFCED9E-00CC-4F49-BBFB-F7AB75FAF409}" dt="2022-09-17T03:36:18.410" v="1418" actId="26606"/>
          <ac:cxnSpMkLst>
            <pc:docMk/>
            <pc:sldMk cId="3961054747" sldId="290"/>
            <ac:cxnSpMk id="47" creationId="{AAFEA932-2DF1-410C-A00A-7A1E7DBF7511}"/>
          </ac:cxnSpMkLst>
        </pc:cxnChg>
        <pc:cxnChg chg="add del">
          <ac:chgData name="White (she/her), Whitney" userId="65f39021-2f1d-4d8b-87dc-b123826f65bf" providerId="ADAL" clId="{3BFCED9E-00CC-4F49-BBFB-F7AB75FAF409}" dt="2022-09-17T03:36:42.390" v="1421" actId="26606"/>
          <ac:cxnSpMkLst>
            <pc:docMk/>
            <pc:sldMk cId="3961054747" sldId="290"/>
            <ac:cxnSpMk id="59" creationId="{AAFEA932-2DF1-410C-A00A-7A1E7DBF7511}"/>
          </ac:cxnSpMkLst>
        </pc:cxnChg>
      </pc:sldChg>
      <pc:sldMasterChg chg="del delSldLayout">
        <pc:chgData name="White (she/her), Whitney" userId="65f39021-2f1d-4d8b-87dc-b123826f65bf" providerId="ADAL" clId="{3BFCED9E-00CC-4F49-BBFB-F7AB75FAF409}" dt="2022-09-17T03:20:23.986" v="71" actId="2696"/>
        <pc:sldMasterMkLst>
          <pc:docMk/>
          <pc:sldMasterMk cId="3955077458" sldId="2147483648"/>
        </pc:sldMasterMkLst>
        <pc:sldLayoutChg chg="del">
          <pc:chgData name="White (she/her), Whitney" userId="65f39021-2f1d-4d8b-87dc-b123826f65bf" providerId="ADAL" clId="{3BFCED9E-00CC-4F49-BBFB-F7AB75FAF409}" dt="2022-09-17T03:20:23.986" v="71" actId="2696"/>
          <pc:sldLayoutMkLst>
            <pc:docMk/>
            <pc:sldMasterMk cId="3955077458" sldId="2147483648"/>
            <pc:sldLayoutMk cId="1960563727" sldId="2147483649"/>
          </pc:sldLayoutMkLst>
        </pc:sldLayoutChg>
        <pc:sldLayoutChg chg="del">
          <pc:chgData name="White (she/her), Whitney" userId="65f39021-2f1d-4d8b-87dc-b123826f65bf" providerId="ADAL" clId="{3BFCED9E-00CC-4F49-BBFB-F7AB75FAF409}" dt="2022-09-17T03:20:23.986" v="71" actId="2696"/>
          <pc:sldLayoutMkLst>
            <pc:docMk/>
            <pc:sldMasterMk cId="3955077458" sldId="2147483648"/>
            <pc:sldLayoutMk cId="866395689" sldId="2147483650"/>
          </pc:sldLayoutMkLst>
        </pc:sldLayoutChg>
        <pc:sldLayoutChg chg="del">
          <pc:chgData name="White (she/her), Whitney" userId="65f39021-2f1d-4d8b-87dc-b123826f65bf" providerId="ADAL" clId="{3BFCED9E-00CC-4F49-BBFB-F7AB75FAF409}" dt="2022-09-17T03:20:23.986" v="71" actId="2696"/>
          <pc:sldLayoutMkLst>
            <pc:docMk/>
            <pc:sldMasterMk cId="3955077458" sldId="2147483648"/>
            <pc:sldLayoutMk cId="6404041" sldId="2147483652"/>
          </pc:sldLayoutMkLst>
        </pc:sldLayoutChg>
        <pc:sldLayoutChg chg="del">
          <pc:chgData name="White (she/her), Whitney" userId="65f39021-2f1d-4d8b-87dc-b123826f65bf" providerId="ADAL" clId="{3BFCED9E-00CC-4F49-BBFB-F7AB75FAF409}" dt="2022-09-17T03:20:23.986" v="71" actId="2696"/>
          <pc:sldLayoutMkLst>
            <pc:docMk/>
            <pc:sldMasterMk cId="3955077458" sldId="2147483648"/>
            <pc:sldLayoutMk cId="2879760363" sldId="2147483654"/>
          </pc:sldLayoutMkLst>
        </pc:sldLayoutChg>
        <pc:sldLayoutChg chg="del">
          <pc:chgData name="White (she/her), Whitney" userId="65f39021-2f1d-4d8b-87dc-b123826f65bf" providerId="ADAL" clId="{3BFCED9E-00CC-4F49-BBFB-F7AB75FAF409}" dt="2022-09-17T03:20:23.986" v="71" actId="2696"/>
          <pc:sldLayoutMkLst>
            <pc:docMk/>
            <pc:sldMasterMk cId="3955077458" sldId="2147483648"/>
            <pc:sldLayoutMk cId="339149044" sldId="2147483656"/>
          </pc:sldLayoutMkLst>
        </pc:sldLayoutChg>
        <pc:sldLayoutChg chg="del">
          <pc:chgData name="White (she/her), Whitney" userId="65f39021-2f1d-4d8b-87dc-b123826f65bf" providerId="ADAL" clId="{3BFCED9E-00CC-4F49-BBFB-F7AB75FAF409}" dt="2022-09-17T03:20:23.986" v="71" actId="2696"/>
          <pc:sldLayoutMkLst>
            <pc:docMk/>
            <pc:sldMasterMk cId="3955077458" sldId="2147483648"/>
            <pc:sldLayoutMk cId="3819197707" sldId="214748365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2640105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597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4070370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353419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42610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0163273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278449419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eansforimpact.org/lbsd-examples-non-exampl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freepngimg.com/png/24921-apple-fruit" TargetMode="External"/><Relationship Id="rId7" Type="http://schemas.openxmlformats.org/officeDocument/2006/relationships/hyperlink" Target="http://hongkongphooey.wordpress.com/2009/02/18/first-look-huawei-android-phone/"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hyperlink" Target="https://www.magicmobility.com.au/als-ice-bucket-challenge/"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www.magicmobility.com.au/als-ice-bucket-challenge/"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www.freepngimg.com/png/5325-water-drops-png-image" TargetMode="Externa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www.education.com/download/lesson-plan/slice-it-up-part-one/slice-it-up-part-one.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06437"/>
            <a:ext cx="9144000" cy="370300"/>
          </a:xfrm>
        </p:spPr>
        <p:txBody>
          <a:bodyPr>
            <a:normAutofit/>
          </a:bodyPr>
          <a:lstStyle/>
          <a:p>
            <a:pPr algn="l"/>
            <a:r>
              <a:rPr lang="en-US" sz="1800" dirty="0"/>
              <a:t>Instructional Practices| Unit 4: The Science of Learning| Lesson 4.10</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Deepening Student Understanding with Examples </a:t>
            </a:r>
            <a:r>
              <a:rPr lang="en-US" sz="6000"/>
              <a:t>and Non-Examples</a:t>
            </a:r>
            <a:endParaRPr lang="en-US" sz="6000" dirty="0"/>
          </a:p>
        </p:txBody>
      </p:sp>
      <p:sp>
        <p:nvSpPr>
          <p:cNvPr id="4" name="TextBox 4">
            <a:extLst>
              <a:ext uri="{FF2B5EF4-FFF2-40B4-BE49-F238E27FC236}">
                <a16:creationId xmlns:a16="http://schemas.microsoft.com/office/drawing/2014/main" id="{767E2B18-5A6C-4EB0-E97C-51C3093BF8A5}"/>
              </a:ext>
            </a:extLst>
          </p:cNvPr>
          <p:cNvSpPr txBox="1"/>
          <p:nvPr/>
        </p:nvSpPr>
        <p:spPr>
          <a:xfrm>
            <a:off x="0" y="6376737"/>
            <a:ext cx="1038726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464646"/>
                </a:solidFill>
                <a:effectLst/>
                <a:latin typeface="Calibri" panose="020F0502020204030204" pitchFamily="34" charset="0"/>
                <a:ea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rPr>
              <a:t>.</a:t>
            </a:r>
            <a:endParaRPr lang="en-US" sz="1600" dirty="0"/>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16F4B-0F4C-4D4C-B182-C745C82A77C1}"/>
              </a:ext>
            </a:extLst>
          </p:cNvPr>
          <p:cNvSpPr>
            <a:spLocks noGrp="1"/>
          </p:cNvSpPr>
          <p:nvPr>
            <p:ph type="title"/>
          </p:nvPr>
        </p:nvSpPr>
        <p:spPr/>
        <p:txBody>
          <a:bodyPr/>
          <a:lstStyle/>
          <a:p>
            <a:r>
              <a:rPr lang="en-US" dirty="0"/>
              <a:t>TEKS Standards &amp; Objectives	</a:t>
            </a:r>
          </a:p>
        </p:txBody>
      </p:sp>
      <p:sp>
        <p:nvSpPr>
          <p:cNvPr id="3" name="Content Placeholder 2">
            <a:extLst>
              <a:ext uri="{FF2B5EF4-FFF2-40B4-BE49-F238E27FC236}">
                <a16:creationId xmlns:a16="http://schemas.microsoft.com/office/drawing/2014/main" id="{C34DBCE4-48F9-47AB-9078-2E2E4DD114BC}"/>
              </a:ext>
            </a:extLst>
          </p:cNvPr>
          <p:cNvSpPr>
            <a:spLocks noGrp="1"/>
          </p:cNvSpPr>
          <p:nvPr>
            <p:ph idx="1"/>
          </p:nvPr>
        </p:nvSpPr>
        <p:spPr/>
        <p:txBody>
          <a:bodyPr/>
          <a:lstStyle/>
          <a:p>
            <a:pPr marL="0" indent="0">
              <a:buNone/>
            </a:pPr>
            <a:r>
              <a:rPr lang="en-US" dirty="0"/>
              <a:t>TEKS 4A, 4B, &amp; 6D</a:t>
            </a:r>
          </a:p>
          <a:p>
            <a:pPr marL="0" indent="0">
              <a:buNone/>
            </a:pPr>
            <a:endParaRPr lang="en-US" dirty="0"/>
          </a:p>
          <a:p>
            <a:pPr marL="0" marR="0" lvl="0" indent="0">
              <a:spcBef>
                <a:spcPts val="600"/>
              </a:spcBef>
              <a:spcAft>
                <a:spcPts val="600"/>
              </a:spcAft>
              <a:buNone/>
            </a:pPr>
            <a:r>
              <a:rPr lang="en-US" dirty="0">
                <a:effectLst/>
                <a:latin typeface="Calibri" panose="020F0502020204030204" pitchFamily="34" charset="0"/>
                <a:ea typeface="Calibri" panose="020F0502020204030204" pitchFamily="34" charset="0"/>
                <a:cs typeface="Calibri" panose="020F0502020204030204" pitchFamily="34" charset="0"/>
              </a:rPr>
              <a:t>The student will…</a:t>
            </a:r>
          </a:p>
          <a:p>
            <a:pPr marL="0" marR="0" lvl="0" indent="0">
              <a:spcBef>
                <a:spcPts val="600"/>
              </a:spcBef>
              <a:spcAft>
                <a:spcPts val="600"/>
              </a:spcAft>
              <a:buNone/>
            </a:pPr>
            <a:r>
              <a:rPr lang="en-US" dirty="0">
                <a:latin typeface="Calibri" panose="020F0502020204030204" pitchFamily="34" charset="0"/>
                <a:ea typeface="Calibri" panose="020F0502020204030204" pitchFamily="34" charset="0"/>
                <a:cs typeface="Calibri" panose="020F0502020204030204" pitchFamily="34" charset="0"/>
              </a:rPr>
              <a:t>…identify and analyze the use of examples and non-examples in a lesson.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effectLst/>
                <a:latin typeface="Calibri" panose="020F0502020204030204" pitchFamily="34" charset="0"/>
                <a:ea typeface="Calibri" panose="020F0502020204030204" pitchFamily="34" charset="0"/>
              </a:rPr>
              <a:t>…evaluate the impact of using examples and non-examples in a lesson.</a:t>
            </a:r>
            <a:endParaRPr lang="en-US" sz="4000" dirty="0"/>
          </a:p>
        </p:txBody>
      </p:sp>
      <p:sp>
        <p:nvSpPr>
          <p:cNvPr id="5" name="Slide Number Placeholder 4">
            <a:extLst>
              <a:ext uri="{FF2B5EF4-FFF2-40B4-BE49-F238E27FC236}">
                <a16:creationId xmlns:a16="http://schemas.microsoft.com/office/drawing/2014/main" id="{602E019F-A046-4544-800B-7510C82690D6}"/>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407012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FFEDB-2FBC-4CEB-9C56-FB6A140A63ED}"/>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5B40A565-6C46-4447-9CEE-75E0DA8A4D73}"/>
              </a:ext>
            </a:extLst>
          </p:cNvPr>
          <p:cNvSpPr>
            <a:spLocks noGrp="1"/>
          </p:cNvSpPr>
          <p:nvPr>
            <p:ph idx="1"/>
          </p:nvPr>
        </p:nvSpPr>
        <p:spPr/>
        <p:txBody>
          <a:bodyPr>
            <a:normAutofit/>
          </a:bodyPr>
          <a:lstStyle/>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Look at the following tasks to determine which task is more rigorous based on the guidelines for rigorous tasks listed below. Use the guidelines for rigorous tasks to support your answer. </a:t>
            </a:r>
          </a:p>
          <a:p>
            <a:pPr marL="0" marR="0" indent="0">
              <a:spcBef>
                <a:spcPts val="600"/>
              </a:spcBef>
              <a:spcAft>
                <a:spcPts val="600"/>
              </a:spcAft>
              <a:buNone/>
            </a:pPr>
            <a:r>
              <a:rPr lang="en-US" sz="2400" b="1" dirty="0">
                <a:effectLst/>
                <a:latin typeface="Calibri" panose="020F0502020204030204" pitchFamily="34" charset="0"/>
                <a:ea typeface="Calibri" panose="020F0502020204030204" pitchFamily="34" charset="0"/>
                <a:cs typeface="Times New Roman" panose="02020603050405020304" pitchFamily="18" charset="0"/>
              </a:rPr>
              <a:t>Task 1:</a:t>
            </a:r>
            <a:r>
              <a:rPr lang="en-US" sz="24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i="1" dirty="0">
                <a:effectLst/>
                <a:latin typeface="Calibri" panose="020F0502020204030204" pitchFamily="34" charset="0"/>
                <a:ea typeface="Calibri" panose="020F0502020204030204" pitchFamily="34" charset="0"/>
                <a:cs typeface="Times New Roman" panose="02020603050405020304" pitchFamily="18" charset="0"/>
              </a:rPr>
              <a:t>What is 1/3 of ½?</a:t>
            </a:r>
          </a:p>
          <a:p>
            <a:pPr marL="0" marR="0" indent="0">
              <a:spcBef>
                <a:spcPts val="600"/>
              </a:spcBef>
              <a:spcAft>
                <a:spcPts val="600"/>
              </a:spcAft>
              <a:buNone/>
            </a:pPr>
            <a:endParaRPr lang="en-US" sz="2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2400" b="1" dirty="0">
                <a:effectLst/>
                <a:latin typeface="Calibri" panose="020F0502020204030204" pitchFamily="34" charset="0"/>
                <a:ea typeface="Calibri" panose="020F0502020204030204" pitchFamily="34" charset="0"/>
                <a:cs typeface="Times New Roman" panose="02020603050405020304" pitchFamily="18" charset="0"/>
              </a:rPr>
              <a:t>Task 2: </a:t>
            </a:r>
            <a:r>
              <a:rPr lang="en-US" sz="2400" i="1" dirty="0">
                <a:effectLst/>
                <a:latin typeface="Calibri" panose="020F0502020204030204" pitchFamily="34" charset="0"/>
                <a:ea typeface="Calibri" panose="020F0502020204030204" pitchFamily="34" charset="0"/>
                <a:cs typeface="Times New Roman" panose="02020603050405020304" pitchFamily="18" charset="0"/>
              </a:rPr>
              <a:t>Ms. Green makes a full pan of brownies to bring to school. She’s going to bring half of the pan to share with her students. She knows many of her students like icing, so she needs to figure out how much icing to make. If she ices one third of the part that she’s taking to school, how much of the whole pan would that be? Write an equation to represent this, and then use a fraction bar or number line to explain your answer.</a:t>
            </a:r>
          </a:p>
        </p:txBody>
      </p:sp>
      <p:sp>
        <p:nvSpPr>
          <p:cNvPr id="5" name="Slide Number Placeholder 4">
            <a:extLst>
              <a:ext uri="{FF2B5EF4-FFF2-40B4-BE49-F238E27FC236}">
                <a16:creationId xmlns:a16="http://schemas.microsoft.com/office/drawing/2014/main" id="{85D0BFA4-099A-4638-9B53-E1AFB4EA0CEC}"/>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78519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093C-1577-454D-8F03-7091300EB6F9}"/>
              </a:ext>
            </a:extLst>
          </p:cNvPr>
          <p:cNvSpPr>
            <a:spLocks noGrp="1"/>
          </p:cNvSpPr>
          <p:nvPr>
            <p:ph type="title"/>
          </p:nvPr>
        </p:nvSpPr>
        <p:spPr/>
        <p:txBody>
          <a:bodyPr/>
          <a:lstStyle/>
          <a:p>
            <a:r>
              <a:rPr lang="en-US" dirty="0"/>
              <a:t>Vocabulary		</a:t>
            </a:r>
          </a:p>
        </p:txBody>
      </p:sp>
      <p:sp>
        <p:nvSpPr>
          <p:cNvPr id="3" name="Content Placeholder 2">
            <a:extLst>
              <a:ext uri="{FF2B5EF4-FFF2-40B4-BE49-F238E27FC236}">
                <a16:creationId xmlns:a16="http://schemas.microsoft.com/office/drawing/2014/main" id="{5927033D-8B1E-421B-9184-09493907B071}"/>
              </a:ext>
            </a:extLst>
          </p:cNvPr>
          <p:cNvSpPr>
            <a:spLocks noGrp="1"/>
          </p:cNvSpPr>
          <p:nvPr>
            <p:ph idx="1"/>
          </p:nvPr>
        </p:nvSpPr>
        <p:spPr/>
        <p:txBody>
          <a:bodyPr/>
          <a:lstStyle/>
          <a:p>
            <a:pPr marL="0" indent="0">
              <a:buNone/>
            </a:pPr>
            <a:r>
              <a:rPr lang="en-US" dirty="0"/>
              <a:t>Examples: Something that shows what is expected or what something is.</a:t>
            </a:r>
          </a:p>
          <a:p>
            <a:pPr marL="0" indent="0">
              <a:buNone/>
            </a:pPr>
            <a:endParaRPr lang="en-US" dirty="0"/>
          </a:p>
          <a:p>
            <a:pPr marL="0" indent="0">
              <a:buNone/>
            </a:pPr>
            <a:r>
              <a:rPr lang="en-US" dirty="0"/>
              <a:t>Non-Examples: Something that shows what is not expected or what something is not.</a:t>
            </a:r>
          </a:p>
        </p:txBody>
      </p:sp>
      <p:sp>
        <p:nvSpPr>
          <p:cNvPr id="5" name="Slide Number Placeholder 4">
            <a:extLst>
              <a:ext uri="{FF2B5EF4-FFF2-40B4-BE49-F238E27FC236}">
                <a16:creationId xmlns:a16="http://schemas.microsoft.com/office/drawing/2014/main" id="{8124C936-60C4-48C6-B187-2927C8404D16}"/>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54094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093C-1577-454D-8F03-7091300EB6F9}"/>
              </a:ext>
            </a:extLst>
          </p:cNvPr>
          <p:cNvSpPr>
            <a:spLocks noGrp="1"/>
          </p:cNvSpPr>
          <p:nvPr>
            <p:ph type="title"/>
          </p:nvPr>
        </p:nvSpPr>
        <p:spPr/>
        <p:txBody>
          <a:bodyPr/>
          <a:lstStyle/>
          <a:p>
            <a:r>
              <a:rPr lang="en-US" dirty="0"/>
              <a:t>Success Criteria: </a:t>
            </a:r>
            <a:r>
              <a:rPr lang="en-US" dirty="0">
                <a:hlinkClick r:id="rId2"/>
              </a:rPr>
              <a:t>Deans of Impact</a:t>
            </a:r>
            <a:endParaRPr lang="en-US" dirty="0"/>
          </a:p>
        </p:txBody>
      </p:sp>
      <p:sp>
        <p:nvSpPr>
          <p:cNvPr id="3" name="Content Placeholder 2">
            <a:extLst>
              <a:ext uri="{FF2B5EF4-FFF2-40B4-BE49-F238E27FC236}">
                <a16:creationId xmlns:a16="http://schemas.microsoft.com/office/drawing/2014/main" id="{5927033D-8B1E-421B-9184-09493907B071}"/>
              </a:ext>
            </a:extLst>
          </p:cNvPr>
          <p:cNvSpPr>
            <a:spLocks noGrp="1"/>
          </p:cNvSpPr>
          <p:nvPr>
            <p:ph idx="1"/>
          </p:nvPr>
        </p:nvSpPr>
        <p:spPr/>
        <p:txBody>
          <a:bodyPr/>
          <a:lstStyle/>
          <a:p>
            <a:pPr marL="514350" indent="-514350">
              <a:buFont typeface="+mj-lt"/>
              <a:buAutoNum type="arabicPeriod"/>
            </a:pPr>
            <a:r>
              <a:rPr lang="en-US" dirty="0"/>
              <a:t>Lessons should include varied examples that will help students recognize the concept or idea in a variety of contexts.</a:t>
            </a:r>
          </a:p>
          <a:p>
            <a:pPr marL="514350" indent="-514350">
              <a:buFont typeface="+mj-lt"/>
              <a:buAutoNum type="arabicPeriod"/>
            </a:pPr>
            <a:r>
              <a:rPr lang="en-US" dirty="0"/>
              <a:t>Lessons should include contrasting non-examples that will help students develop an accurate mental picture of what a concept is and is not.</a:t>
            </a:r>
          </a:p>
          <a:p>
            <a:pPr marL="514350" indent="-514350">
              <a:buFont typeface="+mj-lt"/>
              <a:buAutoNum type="arabicPeriod"/>
            </a:pPr>
            <a:r>
              <a:rPr lang="en-US" dirty="0"/>
              <a:t>Lessons should prompt students to elaborate about the connections and differences among the examples and non-examples.</a:t>
            </a:r>
          </a:p>
        </p:txBody>
      </p:sp>
      <p:sp>
        <p:nvSpPr>
          <p:cNvPr id="5" name="Slide Number Placeholder 4">
            <a:extLst>
              <a:ext uri="{FF2B5EF4-FFF2-40B4-BE49-F238E27FC236}">
                <a16:creationId xmlns:a16="http://schemas.microsoft.com/office/drawing/2014/main" id="{8124C936-60C4-48C6-B187-2927C8404D16}"/>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92908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093C-1577-454D-8F03-7091300EB6F9}"/>
              </a:ext>
            </a:extLst>
          </p:cNvPr>
          <p:cNvSpPr>
            <a:spLocks noGrp="1"/>
          </p:cNvSpPr>
          <p:nvPr>
            <p:ph type="title"/>
          </p:nvPr>
        </p:nvSpPr>
        <p:spPr>
          <a:xfrm>
            <a:off x="596700" y="723578"/>
            <a:ext cx="4836571" cy="2304592"/>
          </a:xfrm>
        </p:spPr>
        <p:txBody>
          <a:bodyPr>
            <a:normAutofit fontScale="90000"/>
          </a:bodyPr>
          <a:lstStyle/>
          <a:p>
            <a:r>
              <a:rPr lang="en-US" sz="2800" b="1" dirty="0"/>
              <a:t>Guidelines Practice</a:t>
            </a:r>
            <a:br>
              <a:rPr lang="en-US" sz="2800" dirty="0"/>
            </a:br>
            <a:br>
              <a:rPr lang="en-US" sz="2800" dirty="0"/>
            </a:br>
            <a:r>
              <a:rPr lang="en-US" sz="2800" i="1" dirty="0"/>
              <a:t>Guideline 1: Lessons should include varied examples that will help students recognize the concept or idea in a variety of context.</a:t>
            </a:r>
          </a:p>
        </p:txBody>
      </p:sp>
      <p:sp>
        <p:nvSpPr>
          <p:cNvPr id="3" name="Content Placeholder 2">
            <a:extLst>
              <a:ext uri="{FF2B5EF4-FFF2-40B4-BE49-F238E27FC236}">
                <a16:creationId xmlns:a16="http://schemas.microsoft.com/office/drawing/2014/main" id="{5927033D-8B1E-421B-9184-09493907B071}"/>
              </a:ext>
            </a:extLst>
          </p:cNvPr>
          <p:cNvSpPr>
            <a:spLocks noGrp="1"/>
          </p:cNvSpPr>
          <p:nvPr>
            <p:ph idx="1"/>
          </p:nvPr>
        </p:nvSpPr>
        <p:spPr>
          <a:xfrm>
            <a:off x="717449" y="3505354"/>
            <a:ext cx="4595071" cy="1571047"/>
          </a:xfrm>
        </p:spPr>
        <p:txBody>
          <a:bodyPr>
            <a:normAutofit/>
          </a:bodyPr>
          <a:lstStyle/>
          <a:p>
            <a:pPr marL="0" indent="0">
              <a:buNone/>
            </a:pPr>
            <a:r>
              <a:rPr lang="en-US" sz="2500" dirty="0"/>
              <a:t>Example: Solids and Non-Solids</a:t>
            </a:r>
          </a:p>
          <a:p>
            <a:pPr marL="0" indent="0">
              <a:buNone/>
            </a:pPr>
            <a:r>
              <a:rPr lang="en-US" sz="2500" dirty="0"/>
              <a:t>Solid: A type of matter that keeps its shape.</a:t>
            </a:r>
          </a:p>
          <a:p>
            <a:pPr marL="0" indent="0">
              <a:buNone/>
            </a:pPr>
            <a:endParaRPr lang="en-US" sz="2500" dirty="0"/>
          </a:p>
          <a:p>
            <a:pPr marL="0" indent="0">
              <a:buNone/>
            </a:pPr>
            <a:endParaRPr lang="en-US" sz="2500" dirty="0"/>
          </a:p>
          <a:p>
            <a:pPr marL="0" indent="0">
              <a:buNone/>
            </a:pPr>
            <a:endParaRPr lang="en-US" sz="2000" dirty="0"/>
          </a:p>
        </p:txBody>
      </p:sp>
      <p:sp>
        <p:nvSpPr>
          <p:cNvPr id="38" name="Rectangle 12">
            <a:extLst>
              <a:ext uri="{FF2B5EF4-FFF2-40B4-BE49-F238E27FC236}">
                <a16:creationId xmlns:a16="http://schemas.microsoft.com/office/drawing/2014/main" id="{003713C1-2FB2-413B-BF91-3AE41726F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0991" y="3474720"/>
            <a:ext cx="6100914"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14">
            <a:extLst>
              <a:ext uri="{FF2B5EF4-FFF2-40B4-BE49-F238E27FC236}">
                <a16:creationId xmlns:a16="http://schemas.microsoft.com/office/drawing/2014/main" id="{90795B4D-5022-4A7F-A01D-8D880B7CD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9584" y="0"/>
            <a:ext cx="6192415" cy="6858000"/>
          </a:xfrm>
          <a:prstGeom prst="rect">
            <a:avLst/>
          </a:prstGeom>
          <a:solidFill>
            <a:schemeClr val="tx1">
              <a:lumMod val="85000"/>
              <a:lumOff val="1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AFD19018-DE7C-4796-ADF2-AD2EB0FC0D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3002281"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Red apple">
            <a:extLst>
              <a:ext uri="{FF2B5EF4-FFF2-40B4-BE49-F238E27FC236}">
                <a16:creationId xmlns:a16="http://schemas.microsoft.com/office/drawing/2014/main" id="{B182D3F1-E8F2-4625-A425-BC1E42720C66}"/>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20908" y="355111"/>
            <a:ext cx="2364317" cy="2673059"/>
          </a:xfrm>
          <a:prstGeom prst="rect">
            <a:avLst/>
          </a:prstGeom>
        </p:spPr>
      </p:pic>
      <p:sp>
        <p:nvSpPr>
          <p:cNvPr id="40" name="Rectangle 18">
            <a:extLst>
              <a:ext uri="{FF2B5EF4-FFF2-40B4-BE49-F238E27FC236}">
                <a16:creationId xmlns:a16="http://schemas.microsoft.com/office/drawing/2014/main" id="{B1A0A2C2-4F85-44AF-8708-8DCA4B550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9624" y="0"/>
            <a:ext cx="3002281"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Seven ice cubes">
            <a:extLst>
              <a:ext uri="{FF2B5EF4-FFF2-40B4-BE49-F238E27FC236}">
                <a16:creationId xmlns:a16="http://schemas.microsoft.com/office/drawing/2014/main" id="{B9DB95EB-29B7-4E6F-80D0-38430D4E9ADD}"/>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502775" y="831621"/>
            <a:ext cx="2364317" cy="1720040"/>
          </a:xfrm>
          <a:prstGeom prst="rect">
            <a:avLst/>
          </a:prstGeom>
        </p:spPr>
      </p:pic>
      <p:pic>
        <p:nvPicPr>
          <p:cNvPr id="7" name="Picture 6" descr="Black phone with blue case">
            <a:extLst>
              <a:ext uri="{FF2B5EF4-FFF2-40B4-BE49-F238E27FC236}">
                <a16:creationId xmlns:a16="http://schemas.microsoft.com/office/drawing/2014/main" id="{67043C0D-46A0-4722-AAEE-D8AAAEFC7A99}"/>
              </a:ext>
            </a:extLst>
          </p:cNvPr>
          <p:cNvPicPr>
            <a:picLocks noChangeAspect="1"/>
          </p:cNvPicPr>
          <p:nvPr/>
        </p:nvPicPr>
        <p:blipFill rotWithShape="1">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33995" r="26233" b="8744"/>
          <a:stretch/>
        </p:blipFill>
        <p:spPr bwMode="auto">
          <a:xfrm>
            <a:off x="8147860" y="3796452"/>
            <a:ext cx="1992280" cy="2559898"/>
          </a:xfrm>
          <a:prstGeom prst="rect">
            <a:avLst/>
          </a:prstGeom>
          <a:extLst>
            <a:ext uri="{53640926-AAD7-44D8-BBD7-CCE9431645EC}">
              <a14:shadowObscured xmlns:a14="http://schemas.microsoft.com/office/drawing/2010/main"/>
            </a:ext>
          </a:extLst>
        </p:spPr>
      </p:pic>
      <p:sp>
        <p:nvSpPr>
          <p:cNvPr id="5" name="Slide Number Placeholder 4">
            <a:extLst>
              <a:ext uri="{FF2B5EF4-FFF2-40B4-BE49-F238E27FC236}">
                <a16:creationId xmlns:a16="http://schemas.microsoft.com/office/drawing/2014/main" id="{8124C936-60C4-48C6-B187-2927C8404D16}"/>
              </a:ext>
            </a:extLst>
          </p:cNvPr>
          <p:cNvSpPr>
            <a:spLocks noGrp="1"/>
          </p:cNvSpPr>
          <p:nvPr>
            <p:ph type="sldNum" sz="quarter" idx="12"/>
          </p:nvPr>
        </p:nvSpPr>
        <p:spPr>
          <a:xfrm>
            <a:off x="10572750" y="6355080"/>
            <a:ext cx="1306147" cy="365125"/>
          </a:xfrm>
        </p:spPr>
        <p:txBody>
          <a:bodyPr>
            <a:normAutofit/>
          </a:bodyPr>
          <a:lstStyle/>
          <a:p>
            <a:pPr>
              <a:spcAft>
                <a:spcPts val="600"/>
              </a:spcAft>
            </a:pPr>
            <a:fld id="{E2D56C8B-F564-4051-AFED-A78F1C6A2F0E}" type="slidenum">
              <a:rPr lang="en-US">
                <a:solidFill>
                  <a:prstClr val="black">
                    <a:alpha val="80000"/>
                  </a:prstClr>
                </a:solidFill>
              </a:rPr>
              <a:pPr>
                <a:spcAft>
                  <a:spcPts val="600"/>
                </a:spcAft>
              </a:pPr>
              <a:t>6</a:t>
            </a:fld>
            <a:endParaRPr lang="en-US">
              <a:solidFill>
                <a:prstClr val="black">
                  <a:alpha val="80000"/>
                </a:prstClr>
              </a:solidFill>
            </a:endParaRPr>
          </a:p>
        </p:txBody>
      </p:sp>
    </p:spTree>
    <p:extLst>
      <p:ext uri="{BB962C8B-B14F-4D97-AF65-F5344CB8AC3E}">
        <p14:creationId xmlns:p14="http://schemas.microsoft.com/office/powerpoint/2010/main" val="298824506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9CDF6DAD-6680-48EA-B64B-A5F5A4E46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94" y="364885"/>
            <a:ext cx="6025896" cy="57929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AF093C-1577-454D-8F03-7091300EB6F9}"/>
              </a:ext>
            </a:extLst>
          </p:cNvPr>
          <p:cNvSpPr>
            <a:spLocks noGrp="1"/>
          </p:cNvSpPr>
          <p:nvPr>
            <p:ph type="title"/>
          </p:nvPr>
        </p:nvSpPr>
        <p:spPr>
          <a:xfrm>
            <a:off x="923495" y="700186"/>
            <a:ext cx="5269915" cy="2668708"/>
          </a:xfrm>
        </p:spPr>
        <p:txBody>
          <a:bodyPr anchor="ctr">
            <a:normAutofit/>
          </a:bodyPr>
          <a:lstStyle/>
          <a:p>
            <a:r>
              <a:rPr lang="en-US" sz="2400" b="1" dirty="0">
                <a:solidFill>
                  <a:schemeClr val="bg1"/>
                </a:solidFill>
              </a:rPr>
              <a:t>Guidelines Practice</a:t>
            </a:r>
            <a:br>
              <a:rPr lang="en-US" sz="2400" dirty="0">
                <a:solidFill>
                  <a:schemeClr val="bg1"/>
                </a:solidFill>
              </a:rPr>
            </a:br>
            <a:br>
              <a:rPr lang="en-US" sz="2400" dirty="0">
                <a:solidFill>
                  <a:schemeClr val="bg1"/>
                </a:solidFill>
              </a:rPr>
            </a:br>
            <a:r>
              <a:rPr lang="en-US" sz="2400" i="1" dirty="0">
                <a:solidFill>
                  <a:schemeClr val="bg1"/>
                </a:solidFill>
              </a:rPr>
              <a:t>Guideline 2: Lessons should include contrasting non-examples that will help students develop an accurate mental picture of what a concept is and is not.</a:t>
            </a:r>
          </a:p>
        </p:txBody>
      </p:sp>
      <p:sp>
        <p:nvSpPr>
          <p:cNvPr id="3" name="Content Placeholder 2">
            <a:extLst>
              <a:ext uri="{FF2B5EF4-FFF2-40B4-BE49-F238E27FC236}">
                <a16:creationId xmlns:a16="http://schemas.microsoft.com/office/drawing/2014/main" id="{5927033D-8B1E-421B-9184-09493907B071}"/>
              </a:ext>
            </a:extLst>
          </p:cNvPr>
          <p:cNvSpPr>
            <a:spLocks noGrp="1"/>
          </p:cNvSpPr>
          <p:nvPr>
            <p:ph idx="1"/>
          </p:nvPr>
        </p:nvSpPr>
        <p:spPr>
          <a:xfrm>
            <a:off x="923495" y="3675218"/>
            <a:ext cx="5374494" cy="1088136"/>
          </a:xfrm>
        </p:spPr>
        <p:txBody>
          <a:bodyPr>
            <a:normAutofit/>
          </a:bodyPr>
          <a:lstStyle/>
          <a:p>
            <a:pPr marL="0" indent="0">
              <a:buNone/>
            </a:pPr>
            <a:endParaRPr lang="en-US" sz="2200" dirty="0">
              <a:solidFill>
                <a:schemeClr val="bg1"/>
              </a:solidFill>
            </a:endParaRPr>
          </a:p>
          <a:p>
            <a:pPr marL="0" indent="0">
              <a:buNone/>
            </a:pPr>
            <a:r>
              <a:rPr lang="en-US" sz="2200" dirty="0">
                <a:solidFill>
                  <a:schemeClr val="bg1"/>
                </a:solidFill>
              </a:rPr>
              <a:t>Why is water a non-example of a solid?</a:t>
            </a:r>
          </a:p>
          <a:p>
            <a:pPr marL="0" indent="0">
              <a:buNone/>
            </a:pPr>
            <a:endParaRPr lang="en-US" sz="2200" dirty="0">
              <a:solidFill>
                <a:schemeClr val="bg1"/>
              </a:solidFill>
            </a:endParaRPr>
          </a:p>
        </p:txBody>
      </p:sp>
      <p:pic>
        <p:nvPicPr>
          <p:cNvPr id="8" name="Picture 7" descr="Seven ice cubes">
            <a:extLst>
              <a:ext uri="{FF2B5EF4-FFF2-40B4-BE49-F238E27FC236}">
                <a16:creationId xmlns:a16="http://schemas.microsoft.com/office/drawing/2014/main" id="{B9DB95EB-29B7-4E6F-80D0-38430D4E9ADD}"/>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434937" y="583145"/>
            <a:ext cx="3833568" cy="2788920"/>
          </a:xfrm>
          <a:prstGeom prst="rect">
            <a:avLst/>
          </a:prstGeom>
        </p:spPr>
      </p:pic>
      <p:pic>
        <p:nvPicPr>
          <p:cNvPr id="12" name="Picture 11" descr="Water splashing">
            <a:extLst>
              <a:ext uri="{FF2B5EF4-FFF2-40B4-BE49-F238E27FC236}">
                <a16:creationId xmlns:a16="http://schemas.microsoft.com/office/drawing/2014/main" id="{82B0B66F-07DB-49AD-B849-EA4FAD07C5F2}"/>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863901" y="3261349"/>
            <a:ext cx="2729123" cy="2788920"/>
          </a:xfrm>
          <a:prstGeom prst="rect">
            <a:avLst/>
          </a:prstGeom>
        </p:spPr>
      </p:pic>
      <p:sp>
        <p:nvSpPr>
          <p:cNvPr id="5" name="Slide Number Placeholder 4">
            <a:extLst>
              <a:ext uri="{FF2B5EF4-FFF2-40B4-BE49-F238E27FC236}">
                <a16:creationId xmlns:a16="http://schemas.microsoft.com/office/drawing/2014/main" id="{8124C936-60C4-48C6-B187-2927C8404D16}"/>
              </a:ext>
            </a:extLst>
          </p:cNvPr>
          <p:cNvSpPr>
            <a:spLocks noGrp="1"/>
          </p:cNvSpPr>
          <p:nvPr>
            <p:ph type="sldNum" sz="quarter" idx="12"/>
          </p:nvPr>
        </p:nvSpPr>
        <p:spPr>
          <a:xfrm>
            <a:off x="8610600" y="6356350"/>
            <a:ext cx="2743200" cy="365125"/>
          </a:xfrm>
        </p:spPr>
        <p:txBody>
          <a:bodyPr>
            <a:normAutofit/>
          </a:bodyPr>
          <a:lstStyle/>
          <a:p>
            <a:pPr>
              <a:spcAft>
                <a:spcPts val="600"/>
              </a:spcAft>
            </a:pPr>
            <a:fld id="{E2D56C8B-F564-4051-AFED-A78F1C6A2F0E}" type="slidenum">
              <a:rPr lang="en-US" smtClean="0"/>
              <a:pPr>
                <a:spcAft>
                  <a:spcPts val="600"/>
                </a:spcAft>
              </a:pPr>
              <a:t>7</a:t>
            </a:fld>
            <a:endParaRPr lang="en-US"/>
          </a:p>
        </p:txBody>
      </p:sp>
    </p:spTree>
    <p:extLst>
      <p:ext uri="{BB962C8B-B14F-4D97-AF65-F5344CB8AC3E}">
        <p14:creationId xmlns:p14="http://schemas.microsoft.com/office/powerpoint/2010/main" val="3961054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093C-1577-454D-8F03-7091300EB6F9}"/>
              </a:ext>
            </a:extLst>
          </p:cNvPr>
          <p:cNvSpPr>
            <a:spLocks noGrp="1"/>
          </p:cNvSpPr>
          <p:nvPr>
            <p:ph type="title"/>
          </p:nvPr>
        </p:nvSpPr>
        <p:spPr/>
        <p:txBody>
          <a:bodyPr/>
          <a:lstStyle/>
          <a:p>
            <a:r>
              <a:rPr lang="en-US" dirty="0"/>
              <a:t>Partner Practice	</a:t>
            </a:r>
          </a:p>
        </p:txBody>
      </p:sp>
      <p:sp>
        <p:nvSpPr>
          <p:cNvPr id="10" name="Content Placeholder 9">
            <a:extLst>
              <a:ext uri="{FF2B5EF4-FFF2-40B4-BE49-F238E27FC236}">
                <a16:creationId xmlns:a16="http://schemas.microsoft.com/office/drawing/2014/main" id="{8B7B0318-5169-49E7-9DD8-2D2528415414}"/>
              </a:ext>
            </a:extLst>
          </p:cNvPr>
          <p:cNvSpPr>
            <a:spLocks noGrp="1"/>
          </p:cNvSpPr>
          <p:nvPr>
            <p:ph sz="half" idx="1"/>
          </p:nvPr>
        </p:nvSpPr>
        <p:spPr/>
        <p:txBody>
          <a:bodyPr/>
          <a:lstStyle/>
          <a:p>
            <a:pPr marL="0" indent="0">
              <a:buNone/>
            </a:pPr>
            <a:r>
              <a:rPr lang="en-US" dirty="0"/>
              <a:t>First Period	</a:t>
            </a:r>
          </a:p>
          <a:p>
            <a:pPr marL="0" indent="0">
              <a:buNone/>
            </a:pPr>
            <a:endParaRPr lang="en-US" dirty="0"/>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Integers:</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An integer is a number with no decimal or fractional part, from the set of negative and positive numbers, including zero.</a:t>
            </a: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Examples: </a:t>
            </a:r>
            <a:r>
              <a:rPr lang="en-US" sz="1800" dirty="0">
                <a:effectLst/>
                <a:latin typeface="Calibri" panose="020F0502020204030204" pitchFamily="34" charset="0"/>
                <a:ea typeface="Calibri" panose="020F0502020204030204" pitchFamily="34" charset="0"/>
                <a:cs typeface="Times New Roman" panose="02020603050405020304" pitchFamily="18" charset="0"/>
              </a:rPr>
              <a:t>-5, 0, -1, 5, 8, -97, and 3,043</a:t>
            </a:r>
          </a:p>
          <a:p>
            <a:pPr marL="0" indent="0">
              <a:buNone/>
            </a:pPr>
            <a:endParaRPr lang="en-US" dirty="0"/>
          </a:p>
        </p:txBody>
      </p:sp>
      <p:sp>
        <p:nvSpPr>
          <p:cNvPr id="11" name="Content Placeholder 10">
            <a:extLst>
              <a:ext uri="{FF2B5EF4-FFF2-40B4-BE49-F238E27FC236}">
                <a16:creationId xmlns:a16="http://schemas.microsoft.com/office/drawing/2014/main" id="{02F27B88-44EA-4E02-99FA-52912C628527}"/>
              </a:ext>
            </a:extLst>
          </p:cNvPr>
          <p:cNvSpPr>
            <a:spLocks noGrp="1"/>
          </p:cNvSpPr>
          <p:nvPr>
            <p:ph sz="half" idx="2"/>
          </p:nvPr>
        </p:nvSpPr>
        <p:spPr/>
        <p:txBody>
          <a:bodyPr/>
          <a:lstStyle/>
          <a:p>
            <a:pPr marL="0" indent="0">
              <a:buNone/>
            </a:pPr>
            <a:r>
              <a:rPr lang="en-US" dirty="0"/>
              <a:t>Second Period</a:t>
            </a:r>
          </a:p>
        </p:txBody>
      </p:sp>
      <p:sp>
        <p:nvSpPr>
          <p:cNvPr id="5" name="Slide Number Placeholder 4">
            <a:extLst>
              <a:ext uri="{FF2B5EF4-FFF2-40B4-BE49-F238E27FC236}">
                <a16:creationId xmlns:a16="http://schemas.microsoft.com/office/drawing/2014/main" id="{8124C936-60C4-48C6-B187-2927C8404D16}"/>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
        <p:nvSpPr>
          <p:cNvPr id="13" name="Oval 12">
            <a:extLst>
              <a:ext uri="{FF2B5EF4-FFF2-40B4-BE49-F238E27FC236}">
                <a16:creationId xmlns:a16="http://schemas.microsoft.com/office/drawing/2014/main" id="{F00506E6-F030-44BF-84C7-9F188AC2DE18}"/>
              </a:ext>
              <a:ext uri="{C183D7F6-B498-43B3-948B-1728B52AA6E4}">
                <adec:decorative xmlns:adec="http://schemas.microsoft.com/office/drawing/2017/decorative" val="1"/>
              </a:ext>
            </a:extLst>
          </p:cNvPr>
          <p:cNvSpPr/>
          <p:nvPr/>
        </p:nvSpPr>
        <p:spPr>
          <a:xfrm>
            <a:off x="7058025" y="9439275"/>
            <a:ext cx="1047750" cy="533400"/>
          </a:xfrm>
          <a:prstGeom prst="ellipse">
            <a:avLst/>
          </a:prstGeom>
          <a:solidFill>
            <a:schemeClr val="tx1"/>
          </a:solidFill>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a:effectLst/>
                <a:ea typeface="Calibri" panose="020F0502020204030204" pitchFamily="34" charset="0"/>
                <a:cs typeface="Times New Roman" panose="02020603050405020304" pitchFamily="18" charset="0"/>
              </a:rPr>
              <a:t>Integer</a:t>
            </a:r>
            <a:endParaRPr lang="en-US" sz="1100">
              <a:effectLst/>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CDBE4044-B635-4012-A95B-9460201A19C2}"/>
              </a:ext>
              <a:ext uri="{C183D7F6-B498-43B3-948B-1728B52AA6E4}">
                <adec:decorative xmlns:adec="http://schemas.microsoft.com/office/drawing/2017/decorative" val="1"/>
              </a:ext>
            </a:extLst>
          </p:cNvPr>
          <p:cNvPicPr>
            <a:picLocks noChangeAspect="1"/>
          </p:cNvPicPr>
          <p:nvPr/>
        </p:nvPicPr>
        <p:blipFill>
          <a:blip r:embed="rId2">
            <a:alphaModFix/>
          </a:blip>
          <a:stretch>
            <a:fillRect/>
          </a:stretch>
        </p:blipFill>
        <p:spPr>
          <a:xfrm>
            <a:off x="6234684" y="2342801"/>
            <a:ext cx="5957316" cy="2726436"/>
          </a:xfrm>
          <a:prstGeom prst="rect">
            <a:avLst/>
          </a:prstGeom>
        </p:spPr>
      </p:pic>
    </p:spTree>
    <p:extLst>
      <p:ext uri="{BB962C8B-B14F-4D97-AF65-F5344CB8AC3E}">
        <p14:creationId xmlns:p14="http://schemas.microsoft.com/office/powerpoint/2010/main" val="1499153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093C-1577-454D-8F03-7091300EB6F9}"/>
              </a:ext>
            </a:extLst>
          </p:cNvPr>
          <p:cNvSpPr>
            <a:spLocks noGrp="1"/>
          </p:cNvSpPr>
          <p:nvPr>
            <p:ph type="title"/>
          </p:nvPr>
        </p:nvSpPr>
        <p:spPr/>
        <p:txBody>
          <a:bodyPr/>
          <a:lstStyle/>
          <a:p>
            <a:r>
              <a:rPr lang="en-US" dirty="0"/>
              <a:t>Exit Ticket	</a:t>
            </a:r>
          </a:p>
        </p:txBody>
      </p:sp>
      <p:sp>
        <p:nvSpPr>
          <p:cNvPr id="3" name="Content Placeholder 2">
            <a:extLst>
              <a:ext uri="{FF2B5EF4-FFF2-40B4-BE49-F238E27FC236}">
                <a16:creationId xmlns:a16="http://schemas.microsoft.com/office/drawing/2014/main" id="{5927033D-8B1E-421B-9184-09493907B071}"/>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Read the </a:t>
            </a:r>
            <a:r>
              <a:rPr lang="en-US" sz="1800" u="sng"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hlinkClick r:id="rId2"/>
              </a:rPr>
              <a:t>“Slice It Up!” Lesson Plan</a:t>
            </a:r>
            <a:r>
              <a:rPr lang="en-US" sz="18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lesson uses only examples to teach the concept of partitioning a whole into fractions. </a:t>
            </a:r>
          </a:p>
          <a:p>
            <a:pPr marL="342900" marR="0" lvl="0" indent="-342900">
              <a:lnSpc>
                <a:spcPct val="107000"/>
              </a:lnSpc>
              <a:spcBef>
                <a:spcPts val="0"/>
              </a:spcBef>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Identify two examples used in the plan.</a:t>
            </a:r>
          </a:p>
          <a:p>
            <a:pPr marL="342900" marR="0" lvl="0" indent="-342900">
              <a:lnSpc>
                <a:spcPct val="107000"/>
              </a:lnSpc>
              <a:spcBef>
                <a:spcPts val="0"/>
              </a:spcBef>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Suggest a specific nonexample the teacher could use to build understanding.</a:t>
            </a:r>
          </a:p>
          <a:p>
            <a:pPr marL="342900" marR="0" lvl="0" indent="-342900">
              <a:lnSpc>
                <a:spcPct val="107000"/>
              </a:lnSpc>
              <a:spcBef>
                <a:spcPts val="0"/>
              </a:spcBef>
              <a:spcAft>
                <a:spcPts val="80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Describe how the teacher could help students understand the connections and differences between the examples and nonexamples.</a:t>
            </a:r>
          </a:p>
          <a:p>
            <a:pPr marL="0" indent="0">
              <a:buNone/>
            </a:pPr>
            <a:endParaRPr lang="en-US" dirty="0"/>
          </a:p>
        </p:txBody>
      </p:sp>
      <p:sp>
        <p:nvSpPr>
          <p:cNvPr id="5" name="Slide Number Placeholder 4">
            <a:extLst>
              <a:ext uri="{FF2B5EF4-FFF2-40B4-BE49-F238E27FC236}">
                <a16:creationId xmlns:a16="http://schemas.microsoft.com/office/drawing/2014/main" id="{8124C936-60C4-48C6-B187-2927C8404D16}"/>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30054452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TotalTime>
  <Words>524</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1_Office Theme</vt:lpstr>
      <vt:lpstr>Instructional Practices| Unit 4: The Science of Learning| Lesson 4.10</vt:lpstr>
      <vt:lpstr>TEKS Standards &amp; Objectives </vt:lpstr>
      <vt:lpstr>Bellringer</vt:lpstr>
      <vt:lpstr>Vocabulary  </vt:lpstr>
      <vt:lpstr>Success Criteria: Deans of Impact</vt:lpstr>
      <vt:lpstr>Guidelines Practice  Guideline 1: Lessons should include varied examples that will help students recognize the concept or idea in a variety of context.</vt:lpstr>
      <vt:lpstr>Guidelines Practice  Guideline 2: Lessons should include contrasting non-examples that will help students develop an accurate mental picture of what a concept is and is not.</vt:lpstr>
      <vt:lpstr>Partner Practice </vt:lpstr>
      <vt:lpstr>Exit Ticket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4.10: Deepening Student Understanding with Examples and Nonexamples</dc:title>
  <dc:subject>Lesson 4.10: Deepening Student Understanding with Examples and Nonexamples</dc:subject>
  <dc:creator>Texas Education Agency</dc:creator>
  <cp:lastModifiedBy>London White</cp:lastModifiedBy>
  <cp:revision>9</cp:revision>
  <dcterms:created xsi:type="dcterms:W3CDTF">2022-05-09T19:40:20Z</dcterms:created>
  <dcterms:modified xsi:type="dcterms:W3CDTF">2023-08-31T03:15:16Z</dcterms:modified>
</cp:coreProperties>
</file>
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8" r:id="rId4"/>
    <p:sldId id="261" r:id="rId5"/>
    <p:sldId id="264" r:id="rId6"/>
    <p:sldId id="263" r:id="rId7"/>
    <p:sldId id="265" r:id="rId8"/>
    <p:sldId id="266" r:id="rId9"/>
    <p:sldId id="267" r:id="rId10"/>
    <p:sldId id="268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4B4FFF-EAEE-4047-A36A-F731F8E36985}" v="1" dt="2023-08-31T01:37:46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E4B4FFF-EAEE-4047-A36A-F731F8E36985}"/>
    <pc:docChg chg="modSld">
      <pc:chgData name="White (she/her), Whitney" userId="65f39021-2f1d-4d8b-87dc-b123826f65bf" providerId="ADAL" clId="{5E4B4FFF-EAEE-4047-A36A-F731F8E36985}" dt="2023-08-31T01:38:25.227" v="17" actId="20577"/>
      <pc:docMkLst>
        <pc:docMk/>
      </pc:docMkLst>
      <pc:sldChg chg="addSp modSp mod">
        <pc:chgData name="White (she/her), Whitney" userId="65f39021-2f1d-4d8b-87dc-b123826f65bf" providerId="ADAL" clId="{5E4B4FFF-EAEE-4047-A36A-F731F8E36985}" dt="2023-08-31T01:37:49.243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5E4B4FFF-EAEE-4047-A36A-F731F8E36985}" dt="2023-08-31T01:37:49.243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5E4B4FFF-EAEE-4047-A36A-F731F8E36985}" dt="2023-08-31T01:37:46.463" v="1"/>
          <ac:spMkLst>
            <pc:docMk/>
            <pc:sldMk cId="1482277026" sldId="256"/>
            <ac:spMk id="4" creationId="{3D05020B-908B-7C0D-ED33-CBD69C1A3D17}"/>
          </ac:spMkLst>
        </pc:spChg>
      </pc:sldChg>
      <pc:sldChg chg="modSp mod">
        <pc:chgData name="White (she/her), Whitney" userId="65f39021-2f1d-4d8b-87dc-b123826f65bf" providerId="ADAL" clId="{5E4B4FFF-EAEE-4047-A36A-F731F8E36985}" dt="2023-08-31T01:37:54.015" v="6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5E4B4FFF-EAEE-4047-A36A-F731F8E36985}" dt="2023-08-31T01:37:54.015" v="6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5E4B4FFF-EAEE-4047-A36A-F731F8E36985}" dt="2023-08-31T01:38:14.123" v="7" actId="20577"/>
        <pc:sldMkLst>
          <pc:docMk/>
          <pc:sldMk cId="1163931679" sldId="263"/>
        </pc:sldMkLst>
        <pc:spChg chg="mod">
          <ac:chgData name="White (she/her), Whitney" userId="65f39021-2f1d-4d8b-87dc-b123826f65bf" providerId="ADAL" clId="{5E4B4FFF-EAEE-4047-A36A-F731F8E36985}" dt="2023-08-31T01:38:14.123" v="7" actId="20577"/>
          <ac:spMkLst>
            <pc:docMk/>
            <pc:sldMk cId="1163931679" sldId="263"/>
            <ac:spMk id="5" creationId="{4271D656-B121-4EFB-9350-D736A68C170B}"/>
          </ac:spMkLst>
        </pc:spChg>
      </pc:sldChg>
      <pc:sldChg chg="modSp mod">
        <pc:chgData name="White (she/her), Whitney" userId="65f39021-2f1d-4d8b-87dc-b123826f65bf" providerId="ADAL" clId="{5E4B4FFF-EAEE-4047-A36A-F731F8E36985}" dt="2023-08-31T01:38:15.726" v="9" actId="20577"/>
        <pc:sldMkLst>
          <pc:docMk/>
          <pc:sldMk cId="297347439" sldId="265"/>
        </pc:sldMkLst>
        <pc:spChg chg="mod">
          <ac:chgData name="White (she/her), Whitney" userId="65f39021-2f1d-4d8b-87dc-b123826f65bf" providerId="ADAL" clId="{5E4B4FFF-EAEE-4047-A36A-F731F8E36985}" dt="2023-08-31T01:38:15.726" v="9" actId="20577"/>
          <ac:spMkLst>
            <pc:docMk/>
            <pc:sldMk cId="297347439" sldId="265"/>
            <ac:spMk id="5" creationId="{4271D656-B121-4EFB-9350-D736A68C170B}"/>
          </ac:spMkLst>
        </pc:spChg>
      </pc:sldChg>
      <pc:sldChg chg="modSp mod">
        <pc:chgData name="White (she/her), Whitney" userId="65f39021-2f1d-4d8b-87dc-b123826f65bf" providerId="ADAL" clId="{5E4B4FFF-EAEE-4047-A36A-F731F8E36985}" dt="2023-08-31T01:38:19.884" v="12" actId="20577"/>
        <pc:sldMkLst>
          <pc:docMk/>
          <pc:sldMk cId="3804372887" sldId="266"/>
        </pc:sldMkLst>
        <pc:spChg chg="mod">
          <ac:chgData name="White (she/her), Whitney" userId="65f39021-2f1d-4d8b-87dc-b123826f65bf" providerId="ADAL" clId="{5E4B4FFF-EAEE-4047-A36A-F731F8E36985}" dt="2023-08-31T01:38:19.884" v="12" actId="20577"/>
          <ac:spMkLst>
            <pc:docMk/>
            <pc:sldMk cId="3804372887" sldId="266"/>
            <ac:spMk id="5" creationId="{4271D656-B121-4EFB-9350-D736A68C170B}"/>
          </ac:spMkLst>
        </pc:spChg>
      </pc:sldChg>
      <pc:sldChg chg="modSp mod">
        <pc:chgData name="White (she/her), Whitney" userId="65f39021-2f1d-4d8b-87dc-b123826f65bf" providerId="ADAL" clId="{5E4B4FFF-EAEE-4047-A36A-F731F8E36985}" dt="2023-08-31T01:38:25.227" v="17" actId="20577"/>
        <pc:sldMkLst>
          <pc:docMk/>
          <pc:sldMk cId="1877354949" sldId="267"/>
        </pc:sldMkLst>
        <pc:spChg chg="mod">
          <ac:chgData name="White (she/her), Whitney" userId="65f39021-2f1d-4d8b-87dc-b123826f65bf" providerId="ADAL" clId="{5E4B4FFF-EAEE-4047-A36A-F731F8E36985}" dt="2023-08-31T01:38:25.227" v="17" actId="20577"/>
          <ac:spMkLst>
            <pc:docMk/>
            <pc:sldMk cId="1877354949" sldId="267"/>
            <ac:spMk id="5" creationId="{4271D656-B121-4EFB-9350-D736A68C170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3279AD3-50D0-4207-8504-5851EDA9211C}"/>
    <pc:docChg chg="undo custSel addSld delSld modSld">
      <pc:chgData name="White, Whitney" userId="65f39021-2f1d-4d8b-87dc-b123826f65bf" providerId="ADAL" clId="{F3279AD3-50D0-4207-8504-5851EDA9211C}" dt="2022-08-03T17:54:45.764" v="438" actId="6549"/>
      <pc:docMkLst>
        <pc:docMk/>
      </pc:docMkLst>
      <pc:sldChg chg="modSp mod">
        <pc:chgData name="White, Whitney" userId="65f39021-2f1d-4d8b-87dc-b123826f65bf" providerId="ADAL" clId="{F3279AD3-50D0-4207-8504-5851EDA9211C}" dt="2022-08-03T17:54:45.764" v="438" actId="6549"/>
        <pc:sldMkLst>
          <pc:docMk/>
          <pc:sldMk cId="1482277026" sldId="256"/>
        </pc:sldMkLst>
        <pc:spChg chg="mod">
          <ac:chgData name="White, Whitney" userId="65f39021-2f1d-4d8b-87dc-b123826f65bf" providerId="ADAL" clId="{F3279AD3-50D0-4207-8504-5851EDA9211C}" dt="2022-08-03T17:54:45.764" v="438" actId="6549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F3279AD3-50D0-4207-8504-5851EDA9211C}" dt="2022-08-03T17:54:40.025" v="43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F3279AD3-50D0-4207-8504-5851EDA9211C}" dt="2022-08-03T17:40:54.397" v="71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F3279AD3-50D0-4207-8504-5851EDA9211C}" dt="2022-08-03T17:40:54.397" v="71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F3279AD3-50D0-4207-8504-5851EDA9211C}" dt="2022-08-03T17:41:56.782" v="111" actId="2711"/>
        <pc:sldMkLst>
          <pc:docMk/>
          <pc:sldMk cId="2772527113" sldId="259"/>
        </pc:sldMkLst>
        <pc:spChg chg="mod">
          <ac:chgData name="White, Whitney" userId="65f39021-2f1d-4d8b-87dc-b123826f65bf" providerId="ADAL" clId="{F3279AD3-50D0-4207-8504-5851EDA9211C}" dt="2022-08-03T17:41:56.782" v="111" actId="2711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F3279AD3-50D0-4207-8504-5851EDA9211C}" dt="2022-08-03T17:40:17.477" v="68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F3279AD3-50D0-4207-8504-5851EDA9211C}" dt="2022-08-03T17:40:17.477" v="68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F3279AD3-50D0-4207-8504-5851EDA9211C}" dt="2022-08-03T17:42:19.315" v="196" actId="20577"/>
        <pc:sldMkLst>
          <pc:docMk/>
          <pc:sldMk cId="3054216349" sldId="261"/>
        </pc:sldMkLst>
        <pc:spChg chg="mod">
          <ac:chgData name="White, Whitney" userId="65f39021-2f1d-4d8b-87dc-b123826f65bf" providerId="ADAL" clId="{F3279AD3-50D0-4207-8504-5851EDA9211C}" dt="2022-08-03T17:42:19.315" v="196" actId="20577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F3279AD3-50D0-4207-8504-5851EDA9211C}" dt="2022-08-03T17:54:32.272" v="417" actId="47"/>
        <pc:sldMkLst>
          <pc:docMk/>
          <pc:sldMk cId="4170921578" sldId="262"/>
        </pc:sldMkLst>
      </pc:sldChg>
      <pc:sldChg chg="addSp delSp modSp mod modClrScheme chgLayout">
        <pc:chgData name="White, Whitney" userId="65f39021-2f1d-4d8b-87dc-b123826f65bf" providerId="ADAL" clId="{F3279AD3-50D0-4207-8504-5851EDA9211C}" dt="2022-08-03T17:52:33.959" v="402" actId="1076"/>
        <pc:sldMkLst>
          <pc:docMk/>
          <pc:sldMk cId="1163931679" sldId="263"/>
        </pc:sldMkLst>
        <pc:spChg chg="del mod ord">
          <ac:chgData name="White, Whitney" userId="65f39021-2f1d-4d8b-87dc-b123826f65bf" providerId="ADAL" clId="{F3279AD3-50D0-4207-8504-5851EDA9211C}" dt="2022-08-03T17:44:37.593" v="241" actId="700"/>
          <ac:spMkLst>
            <pc:docMk/>
            <pc:sldMk cId="1163931679" sldId="263"/>
            <ac:spMk id="2" creationId="{531ECDB3-7F62-4124-A1E9-E48D699D2427}"/>
          </ac:spMkLst>
        </pc:spChg>
        <pc:spChg chg="del">
          <ac:chgData name="White, Whitney" userId="65f39021-2f1d-4d8b-87dc-b123826f65bf" providerId="ADAL" clId="{F3279AD3-50D0-4207-8504-5851EDA9211C}" dt="2022-08-03T17:44:37.593" v="241" actId="700"/>
          <ac:spMkLst>
            <pc:docMk/>
            <pc:sldMk cId="1163931679" sldId="263"/>
            <ac:spMk id="3" creationId="{012C84E3-4C09-4253-8964-13B9C34E5E48}"/>
          </ac:spMkLst>
        </pc:spChg>
        <pc:spChg chg="mod ord">
          <ac:chgData name="White, Whitney" userId="65f39021-2f1d-4d8b-87dc-b123826f65bf" providerId="ADAL" clId="{F3279AD3-50D0-4207-8504-5851EDA9211C}" dt="2022-08-03T17:44:37.593" v="241" actId="700"/>
          <ac:spMkLst>
            <pc:docMk/>
            <pc:sldMk cId="1163931679" sldId="263"/>
            <ac:spMk id="4" creationId="{497159D5-CAC3-47F8-8492-7D28C15A3A58}"/>
          </ac:spMkLst>
        </pc:spChg>
        <pc:spChg chg="add mod ord">
          <ac:chgData name="White, Whitney" userId="65f39021-2f1d-4d8b-87dc-b123826f65bf" providerId="ADAL" clId="{F3279AD3-50D0-4207-8504-5851EDA9211C}" dt="2022-08-03T17:44:49.243" v="278" actId="20577"/>
          <ac:spMkLst>
            <pc:docMk/>
            <pc:sldMk cId="1163931679" sldId="263"/>
            <ac:spMk id="5" creationId="{4271D656-B121-4EFB-9350-D736A68C170B}"/>
          </ac:spMkLst>
        </pc:spChg>
        <pc:graphicFrameChg chg="add mod modGraphic">
          <ac:chgData name="White, Whitney" userId="65f39021-2f1d-4d8b-87dc-b123826f65bf" providerId="ADAL" clId="{F3279AD3-50D0-4207-8504-5851EDA9211C}" dt="2022-08-03T17:52:33.959" v="402" actId="1076"/>
          <ac:graphicFrameMkLst>
            <pc:docMk/>
            <pc:sldMk cId="1163931679" sldId="263"/>
            <ac:graphicFrameMk id="6" creationId="{39D9BD4B-8C7A-4A29-81A1-8CA88DAE4817}"/>
          </ac:graphicFrameMkLst>
        </pc:graphicFrameChg>
      </pc:sldChg>
      <pc:sldChg chg="modSp mod">
        <pc:chgData name="White, Whitney" userId="65f39021-2f1d-4d8b-87dc-b123826f65bf" providerId="ADAL" clId="{F3279AD3-50D0-4207-8504-5851EDA9211C}" dt="2022-08-03T17:43:39.203" v="240" actId="27107"/>
        <pc:sldMkLst>
          <pc:docMk/>
          <pc:sldMk cId="3493109116" sldId="264"/>
        </pc:sldMkLst>
        <pc:spChg chg="mod">
          <ac:chgData name="White, Whitney" userId="65f39021-2f1d-4d8b-87dc-b123826f65bf" providerId="ADAL" clId="{F3279AD3-50D0-4207-8504-5851EDA9211C}" dt="2022-08-03T17:42:51.916" v="224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F3279AD3-50D0-4207-8504-5851EDA9211C}" dt="2022-08-03T17:43:39.203" v="240" actId="27107"/>
          <ac:spMkLst>
            <pc:docMk/>
            <pc:sldMk cId="3493109116" sldId="264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F3279AD3-50D0-4207-8504-5851EDA9211C}" dt="2022-08-03T17:52:38.755" v="403" actId="1076"/>
        <pc:sldMkLst>
          <pc:docMk/>
          <pc:sldMk cId="297347439" sldId="265"/>
        </pc:sldMkLst>
        <pc:graphicFrameChg chg="mod modGraphic">
          <ac:chgData name="White, Whitney" userId="65f39021-2f1d-4d8b-87dc-b123826f65bf" providerId="ADAL" clId="{F3279AD3-50D0-4207-8504-5851EDA9211C}" dt="2022-08-03T17:52:38.755" v="403" actId="1076"/>
          <ac:graphicFrameMkLst>
            <pc:docMk/>
            <pc:sldMk cId="297347439" sldId="265"/>
            <ac:graphicFrameMk id="6" creationId="{39D9BD4B-8C7A-4A29-81A1-8CA88DAE4817}"/>
          </ac:graphicFrameMkLst>
        </pc:graphicFrameChg>
      </pc:sldChg>
      <pc:sldChg chg="modSp add mod">
        <pc:chgData name="White, Whitney" userId="65f39021-2f1d-4d8b-87dc-b123826f65bf" providerId="ADAL" clId="{F3279AD3-50D0-4207-8504-5851EDA9211C}" dt="2022-08-03T17:52:46.317" v="404" actId="1076"/>
        <pc:sldMkLst>
          <pc:docMk/>
          <pc:sldMk cId="3804372887" sldId="266"/>
        </pc:sldMkLst>
        <pc:graphicFrameChg chg="mod modGraphic">
          <ac:chgData name="White, Whitney" userId="65f39021-2f1d-4d8b-87dc-b123826f65bf" providerId="ADAL" clId="{F3279AD3-50D0-4207-8504-5851EDA9211C}" dt="2022-08-03T17:52:46.317" v="404" actId="1076"/>
          <ac:graphicFrameMkLst>
            <pc:docMk/>
            <pc:sldMk cId="3804372887" sldId="266"/>
            <ac:graphicFrameMk id="6" creationId="{39D9BD4B-8C7A-4A29-81A1-8CA88DAE4817}"/>
          </ac:graphicFrameMkLst>
        </pc:graphicFrameChg>
      </pc:sldChg>
      <pc:sldChg chg="modSp add mod">
        <pc:chgData name="White, Whitney" userId="65f39021-2f1d-4d8b-87dc-b123826f65bf" providerId="ADAL" clId="{F3279AD3-50D0-4207-8504-5851EDA9211C}" dt="2022-08-03T17:52:11.668" v="398" actId="1076"/>
        <pc:sldMkLst>
          <pc:docMk/>
          <pc:sldMk cId="1877354949" sldId="267"/>
        </pc:sldMkLst>
        <pc:graphicFrameChg chg="mod modGraphic">
          <ac:chgData name="White, Whitney" userId="65f39021-2f1d-4d8b-87dc-b123826f65bf" providerId="ADAL" clId="{F3279AD3-50D0-4207-8504-5851EDA9211C}" dt="2022-08-03T17:52:11.668" v="398" actId="1076"/>
          <ac:graphicFrameMkLst>
            <pc:docMk/>
            <pc:sldMk cId="1877354949" sldId="267"/>
            <ac:graphicFrameMk id="6" creationId="{39D9BD4B-8C7A-4A29-81A1-8CA88DAE4817}"/>
          </ac:graphicFrameMkLst>
        </pc:graphicFrameChg>
      </pc:sldChg>
      <pc:sldChg chg="modSp add mod">
        <pc:chgData name="White, Whitney" userId="65f39021-2f1d-4d8b-87dc-b123826f65bf" providerId="ADAL" clId="{F3279AD3-50D0-4207-8504-5851EDA9211C}" dt="2022-08-03T17:53:45.990" v="416" actId="403"/>
        <pc:sldMkLst>
          <pc:docMk/>
          <pc:sldMk cId="3117370372" sldId="268"/>
        </pc:sldMkLst>
        <pc:graphicFrameChg chg="mod modGraphic">
          <ac:chgData name="White, Whitney" userId="65f39021-2f1d-4d8b-87dc-b123826f65bf" providerId="ADAL" clId="{F3279AD3-50D0-4207-8504-5851EDA9211C}" dt="2022-08-03T17:53:45.990" v="416" actId="403"/>
          <ac:graphicFrameMkLst>
            <pc:docMk/>
            <pc:sldMk cId="3117370372" sldId="268"/>
            <ac:graphicFrameMk id="6" creationId="{39D9BD4B-8C7A-4A29-81A1-8CA88DAE4817}"/>
          </ac:graphicFrameMkLst>
        </pc:graphicFrame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Classroom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5020B-908B-7C0D-ED33-CBD69C1A3D17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3C, 4C,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escribe the characteristics of effective classroom rules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nalyze examples of classroom rules 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>
                <a:effectLst/>
                <a:ea typeface="Calibri" panose="020F0502020204030204" pitchFamily="34" charset="0"/>
              </a:rPr>
              <a:t>evelop a set of classroom rules that meet the given success criteria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a list of five classroom rules you have seen or heard before. </a:t>
            </a: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was effective or ineffective about those rules?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Classroom Rules: Written expectations for behavior in a classroom.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Classroom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Classroom rules should be </a:t>
            </a:r>
            <a:r>
              <a:rPr lang="en-US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number, always </a:t>
            </a:r>
            <a:r>
              <a:rPr lang="en-US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US" i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must be </a:t>
            </a:r>
            <a:r>
              <a:rPr lang="en-US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understood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by the intended age group.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Classroom rules should be </a:t>
            </a:r>
            <a:r>
              <a:rPr lang="en-US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explicitly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taught and </a:t>
            </a:r>
            <a:r>
              <a:rPr lang="en-US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modeled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Classroom rules should be implemented in a way that is </a:t>
            </a:r>
            <a:r>
              <a:rPr lang="en-US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firm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US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consistent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71D656-B121-4EFB-9350-D736A68C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Criteria for Effective Rules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D9BD4B-8C7A-4A29-81A1-8CA88DAE4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580211"/>
              </p:ext>
            </p:extLst>
          </p:nvPr>
        </p:nvGraphicFramePr>
        <p:xfrm>
          <a:off x="1417983" y="1690688"/>
          <a:ext cx="9356033" cy="3832978"/>
        </p:xfrm>
        <a:graphic>
          <a:graphicData uri="http://schemas.openxmlformats.org/drawingml/2006/table">
            <a:tbl>
              <a:tblPr firstRow="1" firstCol="1" bandRow="1"/>
              <a:tblGrid>
                <a:gridCol w="1749286">
                  <a:extLst>
                    <a:ext uri="{9D8B030D-6E8A-4147-A177-3AD203B41FA5}">
                      <a16:colId xmlns:a16="http://schemas.microsoft.com/office/drawing/2014/main" val="74000674"/>
                    </a:ext>
                  </a:extLst>
                </a:gridCol>
                <a:gridCol w="2945348">
                  <a:extLst>
                    <a:ext uri="{9D8B030D-6E8A-4147-A177-3AD203B41FA5}">
                      <a16:colId xmlns:a16="http://schemas.microsoft.com/office/drawing/2014/main" val="3381849017"/>
                    </a:ext>
                  </a:extLst>
                </a:gridCol>
                <a:gridCol w="2327087">
                  <a:extLst>
                    <a:ext uri="{9D8B030D-6E8A-4147-A177-3AD203B41FA5}">
                      <a16:colId xmlns:a16="http://schemas.microsoft.com/office/drawing/2014/main" val="1867340526"/>
                    </a:ext>
                  </a:extLst>
                </a:gridCol>
                <a:gridCol w="2334312">
                  <a:extLst>
                    <a:ext uri="{9D8B030D-6E8A-4147-A177-3AD203B41FA5}">
                      <a16:colId xmlns:a16="http://schemas.microsoft.com/office/drawing/2014/main" val="2694781318"/>
                    </a:ext>
                  </a:extLst>
                </a:gridCol>
              </a:tblGrid>
              <a:tr h="154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Guideline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Reasoning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Nonexample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694832"/>
                  </a:ext>
                </a:extLst>
              </a:tr>
              <a:tr h="33342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 Number of Rules (3-5)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Limiting the number of rules makes them easy to remember.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an example of a list of four rules or less.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Show an example of a long list of rules.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66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71D656-B121-4EFB-9350-D736A68C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Criteria for Effective Rules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D9BD4B-8C7A-4A29-81A1-8CA88DAE4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008692"/>
              </p:ext>
            </p:extLst>
          </p:nvPr>
        </p:nvGraphicFramePr>
        <p:xfrm>
          <a:off x="1027043" y="1690688"/>
          <a:ext cx="10137913" cy="4062559"/>
        </p:xfrm>
        <a:graphic>
          <a:graphicData uri="http://schemas.openxmlformats.org/drawingml/2006/table">
            <a:tbl>
              <a:tblPr firstRow="1" firstCol="1" bandRow="1"/>
              <a:tblGrid>
                <a:gridCol w="3313043">
                  <a:extLst>
                    <a:ext uri="{9D8B030D-6E8A-4147-A177-3AD203B41FA5}">
                      <a16:colId xmlns:a16="http://schemas.microsoft.com/office/drawing/2014/main" val="74000674"/>
                    </a:ext>
                  </a:extLst>
                </a:gridCol>
                <a:gridCol w="2270760">
                  <a:extLst>
                    <a:ext uri="{9D8B030D-6E8A-4147-A177-3AD203B41FA5}">
                      <a16:colId xmlns:a16="http://schemas.microsoft.com/office/drawing/2014/main" val="3381849017"/>
                    </a:ext>
                  </a:extLst>
                </a:gridCol>
                <a:gridCol w="2273525">
                  <a:extLst>
                    <a:ext uri="{9D8B030D-6E8A-4147-A177-3AD203B41FA5}">
                      <a16:colId xmlns:a16="http://schemas.microsoft.com/office/drawing/2014/main" val="1867340526"/>
                    </a:ext>
                  </a:extLst>
                </a:gridCol>
                <a:gridCol w="2280585">
                  <a:extLst>
                    <a:ext uri="{9D8B030D-6E8A-4147-A177-3AD203B41FA5}">
                      <a16:colId xmlns:a16="http://schemas.microsoft.com/office/drawing/2014/main" val="2694781318"/>
                    </a:ext>
                  </a:extLst>
                </a:gridCol>
              </a:tblGrid>
              <a:tr h="7344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Guideline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Reasoning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Nonexample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694832"/>
                  </a:ext>
                </a:extLst>
              </a:tr>
              <a:tr h="32790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Understandable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Rules must be stated clearly and consistent with students’ age and ability level.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First Grade:</a:t>
                      </a: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Keep hands, feet, and objects to yourself.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This language is clear and would be easy for a first-grade student to understand.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First grade:</a:t>
                      </a: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Respect the personal space, belongings, and contributions of others.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This language is not as appropriate or clear for a first-grade student.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060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47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71D656-B121-4EFB-9350-D736A68C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Criteria for Effective Rules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D9BD4B-8C7A-4A29-81A1-8CA88DAE4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040340"/>
              </p:ext>
            </p:extLst>
          </p:nvPr>
        </p:nvGraphicFramePr>
        <p:xfrm>
          <a:off x="1370747" y="1690688"/>
          <a:ext cx="9450505" cy="4699699"/>
        </p:xfrm>
        <a:graphic>
          <a:graphicData uri="http://schemas.openxmlformats.org/drawingml/2006/table">
            <a:tbl>
              <a:tblPr firstRow="1" firstCol="1" bandRow="1"/>
              <a:tblGrid>
                <a:gridCol w="1724487">
                  <a:extLst>
                    <a:ext uri="{9D8B030D-6E8A-4147-A177-3AD203B41FA5}">
                      <a16:colId xmlns:a16="http://schemas.microsoft.com/office/drawing/2014/main" val="74000674"/>
                    </a:ext>
                  </a:extLst>
                </a:gridCol>
                <a:gridCol w="3017550">
                  <a:extLst>
                    <a:ext uri="{9D8B030D-6E8A-4147-A177-3AD203B41FA5}">
                      <a16:colId xmlns:a16="http://schemas.microsoft.com/office/drawing/2014/main" val="3381849017"/>
                    </a:ext>
                  </a:extLst>
                </a:gridCol>
                <a:gridCol w="2350585">
                  <a:extLst>
                    <a:ext uri="{9D8B030D-6E8A-4147-A177-3AD203B41FA5}">
                      <a16:colId xmlns:a16="http://schemas.microsoft.com/office/drawing/2014/main" val="1867340526"/>
                    </a:ext>
                  </a:extLst>
                </a:gridCol>
                <a:gridCol w="2357883">
                  <a:extLst>
                    <a:ext uri="{9D8B030D-6E8A-4147-A177-3AD203B41FA5}">
                      <a16:colId xmlns:a16="http://schemas.microsoft.com/office/drawing/2014/main" val="2694781318"/>
                    </a:ext>
                  </a:extLst>
                </a:gridCol>
              </a:tblGrid>
              <a:tr h="418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Guideline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Reasoning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Nonexample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694832"/>
                  </a:ext>
                </a:extLst>
              </a:tr>
              <a:tr h="125614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Observable (Easy to monitor)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Rules should be easily monitored and not require excessive classroom time to hold students accountable.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Raise your hand to participate.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This rule is a behavior that is observable and easy to enforce without taking away instructional time.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 brave and try new things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This would be difficult to observe or enforce as a rule.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817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372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71D656-B121-4EFB-9350-D736A68C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Criteria for Effective Rules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D9BD4B-8C7A-4A29-81A1-8CA88DAE4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948504"/>
              </p:ext>
            </p:extLst>
          </p:nvPr>
        </p:nvGraphicFramePr>
        <p:xfrm>
          <a:off x="1088335" y="1690688"/>
          <a:ext cx="10015330" cy="4547829"/>
        </p:xfrm>
        <a:graphic>
          <a:graphicData uri="http://schemas.openxmlformats.org/drawingml/2006/table">
            <a:tbl>
              <a:tblPr firstRow="1" firstCol="1" bandRow="1"/>
              <a:tblGrid>
                <a:gridCol w="2143539">
                  <a:extLst>
                    <a:ext uri="{9D8B030D-6E8A-4147-A177-3AD203B41FA5}">
                      <a16:colId xmlns:a16="http://schemas.microsoft.com/office/drawing/2014/main" val="74000674"/>
                    </a:ext>
                  </a:extLst>
                </a:gridCol>
                <a:gridCol w="2881913">
                  <a:extLst>
                    <a:ext uri="{9D8B030D-6E8A-4147-A177-3AD203B41FA5}">
                      <a16:colId xmlns:a16="http://schemas.microsoft.com/office/drawing/2014/main" val="3381849017"/>
                    </a:ext>
                  </a:extLst>
                </a:gridCol>
                <a:gridCol w="2491072">
                  <a:extLst>
                    <a:ext uri="{9D8B030D-6E8A-4147-A177-3AD203B41FA5}">
                      <a16:colId xmlns:a16="http://schemas.microsoft.com/office/drawing/2014/main" val="1867340526"/>
                    </a:ext>
                  </a:extLst>
                </a:gridCol>
                <a:gridCol w="2498806">
                  <a:extLst>
                    <a:ext uri="{9D8B030D-6E8A-4147-A177-3AD203B41FA5}">
                      <a16:colId xmlns:a16="http://schemas.microsoft.com/office/drawing/2014/main" val="2694781318"/>
                    </a:ext>
                  </a:extLst>
                </a:gridCol>
              </a:tblGrid>
              <a:tr h="4992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Guideline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Reasoning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Nonexample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694832"/>
                  </a:ext>
                </a:extLst>
              </a:tr>
              <a:tr h="23908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Stated Positively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Stating rules positively encourages the desired behavior. Although it is sometimes difficult to state all rules positively, most “don’ts” can be transformed to “do’s.”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Arrive to class on time and ready to learn.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rule is framed positively.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Don’t come to class late or unprepared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rule is framed negatively.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338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354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71D656-B121-4EFB-9350-D736A68C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Criteria for Effective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D9BD4B-8C7A-4A29-81A1-8CA88DAE4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02587"/>
              </p:ext>
            </p:extLst>
          </p:nvPr>
        </p:nvGraphicFramePr>
        <p:xfrm>
          <a:off x="1013792" y="1690688"/>
          <a:ext cx="10164416" cy="4699699"/>
        </p:xfrm>
        <a:graphic>
          <a:graphicData uri="http://schemas.openxmlformats.org/drawingml/2006/table">
            <a:tbl>
              <a:tblPr firstRow="1" firstCol="1" bandRow="1"/>
              <a:tblGrid>
                <a:gridCol w="1808921">
                  <a:extLst>
                    <a:ext uri="{9D8B030D-6E8A-4147-A177-3AD203B41FA5}">
                      <a16:colId xmlns:a16="http://schemas.microsoft.com/office/drawing/2014/main" val="74000674"/>
                    </a:ext>
                  </a:extLst>
                </a:gridCol>
                <a:gridCol w="3291339">
                  <a:extLst>
                    <a:ext uri="{9D8B030D-6E8A-4147-A177-3AD203B41FA5}">
                      <a16:colId xmlns:a16="http://schemas.microsoft.com/office/drawing/2014/main" val="3381849017"/>
                    </a:ext>
                  </a:extLst>
                </a:gridCol>
                <a:gridCol w="2528153">
                  <a:extLst>
                    <a:ext uri="{9D8B030D-6E8A-4147-A177-3AD203B41FA5}">
                      <a16:colId xmlns:a16="http://schemas.microsoft.com/office/drawing/2014/main" val="1867340526"/>
                    </a:ext>
                  </a:extLst>
                </a:gridCol>
                <a:gridCol w="2536003">
                  <a:extLst>
                    <a:ext uri="{9D8B030D-6E8A-4147-A177-3AD203B41FA5}">
                      <a16:colId xmlns:a16="http://schemas.microsoft.com/office/drawing/2014/main" val="2694781318"/>
                    </a:ext>
                  </a:extLst>
                </a:gridCol>
              </a:tblGrid>
              <a:tr h="4207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Guideline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Reasoning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Nonexample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694832"/>
                  </a:ext>
                </a:extLst>
              </a:tr>
              <a:tr h="10955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Addresses the Most Important Expectations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Rules should represent high expectations for the key values of the class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Treat others with kindness.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This reflects an important value for the class that can be observed in many situations throughout the day.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Sharpen your pencil only at the beginning of class.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This rule is very specific to a behavior at a particular point of the day.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889" marR="46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833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370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your Exit Ticket, find the </a:t>
            </a: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of rules for a 2nd grade classroom.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this an effective set of classroom rules based on the success criteria?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and explain 3 reasons from the success criteria to justify your response. Use specific examples from the rules in your justification.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581</Words>
  <Application>Microsoft Office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2.10</vt:lpstr>
      <vt:lpstr>TEKS Standards &amp; Objectives</vt:lpstr>
      <vt:lpstr>Bellringer</vt:lpstr>
      <vt:lpstr>Vocabulary</vt:lpstr>
      <vt:lpstr>Classroom Rules</vt:lpstr>
      <vt:lpstr>Success Criteria for Effective Rules </vt:lpstr>
      <vt:lpstr>Success Criteria for Effective Rules  </vt:lpstr>
      <vt:lpstr>Success Criteria for Effective Rules   </vt:lpstr>
      <vt:lpstr>Success Criteria for Effective Rules     </vt:lpstr>
      <vt:lpstr>Success Criteria for Effective Rules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2.10: Classroom Rules</dc:title>
  <dc:subject>Lesson 2.10: Classroom Rules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2023-08-31T01:38:34Z</dcterms:modified>
</cp:coreProperties>
</file>
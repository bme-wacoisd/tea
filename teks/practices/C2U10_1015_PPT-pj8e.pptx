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4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65CC1-A5FC-4E4C-920E-64C8327F4962}" v="3" dt="2023-02-17T20:25:40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4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85028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10: Putting It All Together| Lesson 10.15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Professional Portfolio: Personal Philosophy Reflection and Writing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5281B-8EB8-8F4E-2134-8EF5AC367CD6}"/>
              </a:ext>
            </a:extLst>
          </p:cNvPr>
          <p:cNvSpPr txBox="1"/>
          <p:nvPr/>
        </p:nvSpPr>
        <p:spPr>
          <a:xfrm>
            <a:off x="0" y="6455328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1C, 13A, 13B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lvl="1"/>
            <a:r>
              <a:rPr lang="en-US" sz="2800" dirty="0"/>
              <a:t>Write a personal education philosophy to be included as an artifact in a professional portfolio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the previous lesson you worked to identify your personal “why” for entering the field of education.  </a:t>
            </a: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are two key points that you want to be sure to convey in your personal philosophy statement regarding your personal why?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Personal Philosophy Success Criteria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C4F3DF-7C6A-DF92-48F3-80F7983FC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214158"/>
              </p:ext>
            </p:extLst>
          </p:nvPr>
        </p:nvGraphicFramePr>
        <p:xfrm>
          <a:off x="906011" y="1462088"/>
          <a:ext cx="8925886" cy="4786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0921">
                  <a:extLst>
                    <a:ext uri="{9D8B030D-6E8A-4147-A177-3AD203B41FA5}">
                      <a16:colId xmlns:a16="http://schemas.microsoft.com/office/drawing/2014/main" val="310227028"/>
                    </a:ext>
                  </a:extLst>
                </a:gridCol>
                <a:gridCol w="6524965">
                  <a:extLst>
                    <a:ext uri="{9D8B030D-6E8A-4147-A177-3AD203B41FA5}">
                      <a16:colId xmlns:a16="http://schemas.microsoft.com/office/drawing/2014/main" val="3746617955"/>
                    </a:ext>
                  </a:extLst>
                </a:gridCol>
              </a:tblGrid>
              <a:tr h="4266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Components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Success Criteria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5200420"/>
                  </a:ext>
                </a:extLst>
              </a:tr>
              <a:tr h="8730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Introduction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Clearly articulates a “why” for pursuing a teaching career and why being a teacher matters.  Provides at least 2 supporting details for the why.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6230530"/>
                  </a:ext>
                </a:extLst>
              </a:tr>
              <a:tr h="8730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Beliefs &amp; Values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Clearly articulates at least 3 things that describe effective teaching practices or what good teachers do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420179"/>
                  </a:ext>
                </a:extLst>
              </a:tr>
              <a:tr h="5418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Strengths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Provides 2-3 areas of personal strength that will support effective teaching.  Describes how these are demonstrated through experience.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7613551"/>
                  </a:ext>
                </a:extLst>
              </a:tr>
              <a:tr h="8730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Areas of Growth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Provides 2-3 areas in which additional growth or learning may be needed.  Describes how these areas of growth were identified.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6512891"/>
                  </a:ext>
                </a:extLst>
              </a:tr>
              <a:tr h="8730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Closing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Shares future goals or aspirations as an educator, including grade level/content that you would like to teach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471045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Today you completed a draft of your personal philosophy statement.  Based on what you have included in your draft so far: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you consider to be an area of strength for your philosophy statement?  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area of the philosophy statement that may need to be refined or improved?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291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Instructional Practices| Unit 10: Putting It All Together| Lesson 10.15</vt:lpstr>
      <vt:lpstr>TEKS Standards &amp; Objectives</vt:lpstr>
      <vt:lpstr>Bellringer</vt:lpstr>
      <vt:lpstr>Personal Philosophy Success Criteria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10.15 Professional Portfolio: Personal Philosophy Reflection and Writing</dc:title>
  <dc:subject>Lesson 10.15 Professional Portfolio: Personal Philosophy Reflection and Writing</dc:subject>
  <dc:creator>Texas Education Agency</dc:creator>
  <cp:lastModifiedBy>London White</cp:lastModifiedBy>
  <cp:revision>7</cp:revision>
  <dcterms:created xsi:type="dcterms:W3CDTF">2022-05-09T19:40:20Z</dcterms:created>
  <dcterms:modified xsi:type="dcterms:W3CDTF">2023-08-31T05:58:05Z</dcterms:modified>
</cp:coreProperties>
</file>
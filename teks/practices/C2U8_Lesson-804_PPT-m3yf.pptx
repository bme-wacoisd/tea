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2" r:id="rId5"/>
    <p:sldId id="263" r:id="rId6"/>
    <p:sldId id="268" r:id="rId7"/>
    <p:sldId id="269" r:id="rId8"/>
    <p:sldId id="270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2"/>
            <p14:sldId id="263"/>
            <p14:sldId id="268"/>
            <p14:sldId id="269"/>
            <p14:sldId id="270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  <p1510:client id="{97A8789F-27EC-493A-B13E-DB853CC06DF7}" v="4" dt="2023-01-25T15:58:05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426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97A8789F-27EC-493A-B13E-DB853CC06DF7}"/>
    <pc:docChg chg="undo custSel addSld delSld modSld modSection">
      <pc:chgData name="White (she/her), Whitney" userId="65f39021-2f1d-4d8b-87dc-b123826f65bf" providerId="ADAL" clId="{97A8789F-27EC-493A-B13E-DB853CC06DF7}" dt="2023-01-25T16:02:09.847" v="153" actId="255"/>
      <pc:docMkLst>
        <pc:docMk/>
      </pc:docMkLst>
      <pc:sldChg chg="modSp mod">
        <pc:chgData name="White (she/her), Whitney" userId="65f39021-2f1d-4d8b-87dc-b123826f65bf" providerId="ADAL" clId="{97A8789F-27EC-493A-B13E-DB853CC06DF7}" dt="2023-01-25T15:50:48.729" v="4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7A8789F-27EC-493A-B13E-DB853CC06DF7}" dt="2023-01-25T15:50:48.729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7A8789F-27EC-493A-B13E-DB853CC06DF7}" dt="2023-01-25T15:50:46.145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39.745" v="55" actId="115"/>
        <pc:sldMkLst>
          <pc:docMk/>
          <pc:sldMk cId="4071305681" sldId="258"/>
        </pc:sldMkLst>
        <pc:spChg chg="mod">
          <ac:chgData name="White (she/her), Whitney" userId="65f39021-2f1d-4d8b-87dc-b123826f65bf" providerId="ADAL" clId="{97A8789F-27EC-493A-B13E-DB853CC06DF7}" dt="2023-01-25T15:55:39.745" v="55" actId="11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13.133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7A8789F-27EC-493A-B13E-DB853CC06DF7}" dt="2023-01-25T15:55:13.133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6:02:09.847" v="153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97A8789F-27EC-493A-B13E-DB853CC06DF7}" dt="2023-01-25T16:02:09.847" v="15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97A8789F-27EC-493A-B13E-DB853CC06DF7}" dt="2023-01-25T15:56:07.346" v="56" actId="2696"/>
        <pc:sldMkLst>
          <pc:docMk/>
          <pc:sldMk cId="3054216349" sldId="261"/>
        </pc:sldMkLst>
      </pc:sldChg>
      <pc:sldChg chg="modSp mod">
        <pc:chgData name="White (she/her), Whitney" userId="65f39021-2f1d-4d8b-87dc-b123826f65bf" providerId="ADAL" clId="{97A8789F-27EC-493A-B13E-DB853CC06DF7}" dt="2023-01-25T15:57:06.140" v="127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7A8789F-27EC-493A-B13E-DB853CC06DF7}" dt="2023-01-25T15:56:37.477" v="91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7A8789F-27EC-493A-B13E-DB853CC06DF7}" dt="2023-01-25T15:57:06.140" v="127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7A8789F-27EC-493A-B13E-DB853CC06DF7}" dt="2023-01-25T15:57:09.888" v="128" actId="47"/>
        <pc:sldMkLst>
          <pc:docMk/>
          <pc:sldMk cId="2234076779" sldId="264"/>
        </pc:sldMkLst>
      </pc:sldChg>
      <pc:sldChg chg="del">
        <pc:chgData name="White (she/her), Whitney" userId="65f39021-2f1d-4d8b-87dc-b123826f65bf" providerId="ADAL" clId="{97A8789F-27EC-493A-B13E-DB853CC06DF7}" dt="2023-01-25T15:57:11.200" v="129" actId="47"/>
        <pc:sldMkLst>
          <pc:docMk/>
          <pc:sldMk cId="3746039917" sldId="265"/>
        </pc:sldMkLst>
      </pc:sldChg>
      <pc:sldChg chg="del">
        <pc:chgData name="White (she/her), Whitney" userId="65f39021-2f1d-4d8b-87dc-b123826f65bf" providerId="ADAL" clId="{97A8789F-27EC-493A-B13E-DB853CC06DF7}" dt="2023-01-25T16:01:47.111" v="141" actId="47"/>
        <pc:sldMkLst>
          <pc:docMk/>
          <pc:sldMk cId="2877505278" sldId="266"/>
        </pc:sldMkLst>
      </pc:sldChg>
      <pc:sldChg chg="del">
        <pc:chgData name="White (she/her), Whitney" userId="65f39021-2f1d-4d8b-87dc-b123826f65bf" providerId="ADAL" clId="{97A8789F-27EC-493A-B13E-DB853CC06DF7}" dt="2023-01-25T16:01:47.573" v="142" actId="47"/>
        <pc:sldMkLst>
          <pc:docMk/>
          <pc:sldMk cId="3055683484" sldId="267"/>
        </pc:sldMkLst>
      </pc:sldChg>
      <pc:sldChg chg="modSp add mod">
        <pc:chgData name="White (she/her), Whitney" userId="65f39021-2f1d-4d8b-87dc-b123826f65bf" providerId="ADAL" clId="{97A8789F-27EC-493A-B13E-DB853CC06DF7}" dt="2023-01-25T15:57:26.871" v="133" actId="255"/>
        <pc:sldMkLst>
          <pc:docMk/>
          <pc:sldMk cId="4157156871" sldId="268"/>
        </pc:sldMkLst>
        <pc:graphicFrameChg chg="mod modGraphic">
          <ac:chgData name="White (she/her), Whitney" userId="65f39021-2f1d-4d8b-87dc-b123826f65bf" providerId="ADAL" clId="{97A8789F-27EC-493A-B13E-DB853CC06DF7}" dt="2023-01-25T15:57:26.871" v="133" actId="255"/>
          <ac:graphicFrameMkLst>
            <pc:docMk/>
            <pc:sldMk cId="4157156871" sldId="268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97A8789F-27EC-493A-B13E-DB853CC06DF7}" dt="2023-01-25T15:57:52.991" v="135" actId="255"/>
        <pc:sldMkLst>
          <pc:docMk/>
          <pc:sldMk cId="818675080" sldId="269"/>
        </pc:sldMkLst>
        <pc:graphicFrameChg chg="mod modGraphic">
          <ac:chgData name="White (she/her), Whitney" userId="65f39021-2f1d-4d8b-87dc-b123826f65bf" providerId="ADAL" clId="{97A8789F-27EC-493A-B13E-DB853CC06DF7}" dt="2023-01-25T15:57:52.991" v="135" actId="255"/>
          <ac:graphicFrameMkLst>
            <pc:docMk/>
            <pc:sldMk cId="818675080" sldId="269"/>
            <ac:graphicFrameMk id="7" creationId="{5FDD475B-C6CC-4B8A-BF1E-CC6CB3E6FF61}"/>
          </ac:graphicFrameMkLst>
        </pc:graphicFrameChg>
      </pc:sldChg>
      <pc:sldChg chg="new del">
        <pc:chgData name="White (she/her), Whitney" userId="65f39021-2f1d-4d8b-87dc-b123826f65bf" providerId="ADAL" clId="{97A8789F-27EC-493A-B13E-DB853CC06DF7}" dt="2023-01-25T15:57:57.447" v="137" actId="680"/>
        <pc:sldMkLst>
          <pc:docMk/>
          <pc:sldMk cId="3626793949" sldId="270"/>
        </pc:sldMkLst>
      </pc:sldChg>
      <pc:sldChg chg="modSp add mod">
        <pc:chgData name="White (she/her), Whitney" userId="65f39021-2f1d-4d8b-87dc-b123826f65bf" providerId="ADAL" clId="{97A8789F-27EC-493A-B13E-DB853CC06DF7}" dt="2023-01-25T15:58:08.941" v="140" actId="255"/>
        <pc:sldMkLst>
          <pc:docMk/>
          <pc:sldMk cId="3968532148" sldId="270"/>
        </pc:sldMkLst>
        <pc:graphicFrameChg chg="mod modGraphic">
          <ac:chgData name="White (she/her), Whitney" userId="65f39021-2f1d-4d8b-87dc-b123826f65bf" providerId="ADAL" clId="{97A8789F-27EC-493A-B13E-DB853CC06DF7}" dt="2023-01-25T15:58:08.941" v="140" actId="255"/>
          <ac:graphicFrameMkLst>
            <pc:docMk/>
            <pc:sldMk cId="3968532148" sldId="270"/>
            <ac:graphicFrameMk id="7" creationId="{5FDD475B-C6CC-4B8A-BF1E-CC6CB3E6FF61}"/>
          </ac:graphicFrameMkLst>
        </pc:graphicFrame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Sustaining Effort and Persistence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49C73-C925-6694-FE62-9F4706E3FBDD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guidelines for sustaining effort/persistence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reflect on strategies for sustaining effort/persistence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a time you were given a difficult learning task. Choose </a:t>
            </a:r>
            <a:r>
              <a:rPr lang="en-US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the following prompts for reflection: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was the task structured to support your success in completing the difficult task? To what extent were you successful? How did you feel at the end of the task?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supports were missing from the task that led to a lack of success? How did you feel at the end of the task?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D48F-0715-76D9-6F9A-86C02302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Means of Engagement</a:t>
            </a:r>
          </a:p>
        </p:txBody>
      </p:sp>
      <p:pic>
        <p:nvPicPr>
          <p:cNvPr id="5" name="Content Placeholder 4" descr="Michael Wilder – St. Thomas E-Learning And Research - Page 3">
            <a:extLst>
              <a:ext uri="{FF2B5EF4-FFF2-40B4-BE49-F238E27FC236}">
                <a16:creationId xmlns:a16="http://schemas.microsoft.com/office/drawing/2014/main" id="{DC7D3B62-46B2-43FE-B87C-3AED60C83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21"/>
          <a:stretch/>
        </p:blipFill>
        <p:spPr bwMode="auto">
          <a:xfrm>
            <a:off x="1113732" y="2254691"/>
            <a:ext cx="9964536" cy="27027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&amp; Persistence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239810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Sustaining Effort &amp; Persistence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Explain the importance of goals and 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Display the goal in different ways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frequent reminders of the learning target and explain why it matters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Forget to post goals or reference goals throughout the lesson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Forget to explain the importance of the goal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&amp; Persistence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278278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Sustaining Effort &amp; Persistence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flexibility with tools and resources to challenge and motivate learners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Differentiate the level of rigor of a task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students with a range of tools and resources to use.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Ask all students to complete the exact same assignment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the same materials and resources to all students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5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&amp; Persistence 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879046"/>
              </p:ext>
            </p:extLst>
          </p:nvPr>
        </p:nvGraphicFramePr>
        <p:xfrm>
          <a:off x="1285409" y="1770730"/>
          <a:ext cx="8529710" cy="3844989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Sustaining Effort &amp; Persistence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Foster collaboration and community through flexible grouping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Establish clear goals, roles, and responsibilities for cooperative learning groups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Allow students to engage in peer-tutoring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 students to always complete assignments independently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 students to always work with the same person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7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Sustaining Effort </a:t>
            </a:r>
            <a:r>
              <a:rPr lang="en-US"/>
              <a:t>&amp; Persistence   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087873"/>
              </p:ext>
            </p:extLst>
          </p:nvPr>
        </p:nvGraphicFramePr>
        <p:xfrm>
          <a:off x="1285409" y="1770730"/>
          <a:ext cx="8529710" cy="3832958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Sustaining Effort &amp; Persistence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feedback that guides students toward mastery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frequent, timely, specific, and actionable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Focus feedback on effort and improvement over performance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only written feedback on an assignment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feedback that focuses solely on student performance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3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of the Multiple Means of Sustaining Effort and Persistence helped you most as a learner? Explain your answer.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Why is it important to use various strategies to help students sustain effort and persistence throughout a lesson?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97</TotalTime>
  <Words>422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8.04</vt:lpstr>
      <vt:lpstr>TEKS Standards &amp; Objectives</vt:lpstr>
      <vt:lpstr>Bellringer</vt:lpstr>
      <vt:lpstr>Multiple Means of Engagement</vt:lpstr>
      <vt:lpstr>Guideline: Sustaining Effort &amp; Persistence</vt:lpstr>
      <vt:lpstr>Guideline: Sustaining Effort &amp; Persistence </vt:lpstr>
      <vt:lpstr>Guideline: Sustaining Effort &amp; Persistence  </vt:lpstr>
      <vt:lpstr>Guideline: Sustaining Effort &amp; Persistence  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8.03: Multiple Means of Engagement</dc:title>
  <dc:subject>Lesson 8.03: Multiple Means of Engagement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2023-08-31T05:42:57Z</dcterms:modified>
</cp:coreProperties>
</file>
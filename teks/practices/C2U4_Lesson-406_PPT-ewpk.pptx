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1"/>
  </p:sldMasterIdLst>
  <p:notesMasterIdLst>
    <p:notesMasterId r:id="rId8"/>
  </p:notesMasterIdLst>
  <p:sldIdLst>
    <p:sldId id="285" r:id="rId2"/>
    <p:sldId id="286" r:id="rId3"/>
    <p:sldId id="287" r:id="rId4"/>
    <p:sldId id="288" r:id="rId5"/>
    <p:sldId id="290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7171"/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897A76-E81A-4949-848F-B2914D04FF25}" v="5" dt="2022-09-16T02:35:23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26897A76-E81A-4949-848F-B2914D04FF25}"/>
    <pc:docChg chg="custSel addSld delSld modSld sldOrd delMainMaster">
      <pc:chgData name="White (she/her), Whitney" userId="65f39021-2f1d-4d8b-87dc-b123826f65bf" providerId="ADAL" clId="{26897A76-E81A-4949-848F-B2914D04FF25}" dt="2022-09-17T02:32:24.741" v="1101" actId="2696"/>
      <pc:docMkLst>
        <pc:docMk/>
      </pc:docMkLst>
      <pc:sldChg chg="del">
        <pc:chgData name="White (she/her), Whitney" userId="65f39021-2f1d-4d8b-87dc-b123826f65bf" providerId="ADAL" clId="{26897A76-E81A-4949-848F-B2914D04FF25}" dt="2022-09-16T02:35:37.898" v="55" actId="2696"/>
        <pc:sldMkLst>
          <pc:docMk/>
          <pc:sldMk cId="1482277026" sldId="256"/>
        </pc:sldMkLst>
      </pc:sldChg>
      <pc:sldChg chg="del">
        <pc:chgData name="White (she/her), Whitney" userId="65f39021-2f1d-4d8b-87dc-b123826f65bf" providerId="ADAL" clId="{26897A76-E81A-4949-848F-B2914D04FF25}" dt="2022-09-17T02:32:24.741" v="1101" actId="2696"/>
        <pc:sldMkLst>
          <pc:docMk/>
          <pc:sldMk cId="2875402532" sldId="257"/>
        </pc:sldMkLst>
      </pc:sldChg>
      <pc:sldChg chg="modSp add mod">
        <pc:chgData name="White (she/her), Whitney" userId="65f39021-2f1d-4d8b-87dc-b123826f65bf" providerId="ADAL" clId="{26897A76-E81A-4949-848F-B2914D04FF25}" dt="2022-09-16T02:35:02.639" v="54" actId="20577"/>
        <pc:sldMkLst>
          <pc:docMk/>
          <pc:sldMk cId="3976098008" sldId="285"/>
        </pc:sldMkLst>
        <pc:spChg chg="mod">
          <ac:chgData name="White (she/her), Whitney" userId="65f39021-2f1d-4d8b-87dc-b123826f65bf" providerId="ADAL" clId="{26897A76-E81A-4949-848F-B2914D04FF25}" dt="2022-09-16T02:35:02.639" v="54" actId="20577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26897A76-E81A-4949-848F-B2914D04FF25}" dt="2022-09-16T02:34:57.994" v="52" actId="20577"/>
          <ac:spMkLst>
            <pc:docMk/>
            <pc:sldMk cId="3976098008" sldId="285"/>
            <ac:spMk id="3" creationId="{E0FBD98F-3A67-498E-8174-652040DD7B60}"/>
          </ac:spMkLst>
        </pc:spChg>
      </pc:sldChg>
      <pc:sldChg chg="modSp new mod">
        <pc:chgData name="White (she/her), Whitney" userId="65f39021-2f1d-4d8b-87dc-b123826f65bf" providerId="ADAL" clId="{26897A76-E81A-4949-848F-B2914D04FF25}" dt="2022-09-17T02:26:48.333" v="243" actId="20577"/>
        <pc:sldMkLst>
          <pc:docMk/>
          <pc:sldMk cId="3469392069" sldId="286"/>
        </pc:sldMkLst>
        <pc:spChg chg="mod">
          <ac:chgData name="White (she/her), Whitney" userId="65f39021-2f1d-4d8b-87dc-b123826f65bf" providerId="ADAL" clId="{26897A76-E81A-4949-848F-B2914D04FF25}" dt="2022-09-17T02:26:48.333" v="243" actId="20577"/>
          <ac:spMkLst>
            <pc:docMk/>
            <pc:sldMk cId="3469392069" sldId="286"/>
            <ac:spMk id="2" creationId="{A7AE1C94-586E-4686-A007-DAF5CAFC7771}"/>
          </ac:spMkLst>
        </pc:spChg>
        <pc:spChg chg="mod">
          <ac:chgData name="White (she/her), Whitney" userId="65f39021-2f1d-4d8b-87dc-b123826f65bf" providerId="ADAL" clId="{26897A76-E81A-4949-848F-B2914D04FF25}" dt="2022-09-17T02:26:43.703" v="240" actId="20577"/>
          <ac:spMkLst>
            <pc:docMk/>
            <pc:sldMk cId="3469392069" sldId="286"/>
            <ac:spMk id="3" creationId="{52B1B04D-3F49-452F-95AA-917CC9852F3B}"/>
          </ac:spMkLst>
        </pc:spChg>
      </pc:sldChg>
      <pc:sldChg chg="modSp new mod">
        <pc:chgData name="White (she/her), Whitney" userId="65f39021-2f1d-4d8b-87dc-b123826f65bf" providerId="ADAL" clId="{26897A76-E81A-4949-848F-B2914D04FF25}" dt="2022-09-17T02:27:25.022" v="249" actId="403"/>
        <pc:sldMkLst>
          <pc:docMk/>
          <pc:sldMk cId="3389123096" sldId="287"/>
        </pc:sldMkLst>
        <pc:spChg chg="mod">
          <ac:chgData name="White (she/her), Whitney" userId="65f39021-2f1d-4d8b-87dc-b123826f65bf" providerId="ADAL" clId="{26897A76-E81A-4949-848F-B2914D04FF25}" dt="2022-09-16T02:35:56.028" v="95" actId="20577"/>
          <ac:spMkLst>
            <pc:docMk/>
            <pc:sldMk cId="3389123096" sldId="287"/>
            <ac:spMk id="2" creationId="{DED89445-3F22-4197-BF84-E632A26DBFBD}"/>
          </ac:spMkLst>
        </pc:spChg>
        <pc:spChg chg="mod">
          <ac:chgData name="White (she/her), Whitney" userId="65f39021-2f1d-4d8b-87dc-b123826f65bf" providerId="ADAL" clId="{26897A76-E81A-4949-848F-B2914D04FF25}" dt="2022-09-17T02:27:25.022" v="249" actId="403"/>
          <ac:spMkLst>
            <pc:docMk/>
            <pc:sldMk cId="3389123096" sldId="287"/>
            <ac:spMk id="3" creationId="{139061C0-0286-4F6E-A0CE-ED6746E4F4E3}"/>
          </ac:spMkLst>
        </pc:spChg>
      </pc:sldChg>
      <pc:sldChg chg="modSp new mod">
        <pc:chgData name="White (she/her), Whitney" userId="65f39021-2f1d-4d8b-87dc-b123826f65bf" providerId="ADAL" clId="{26897A76-E81A-4949-848F-B2914D04FF25}" dt="2022-09-17T02:29:29.301" v="805" actId="20577"/>
        <pc:sldMkLst>
          <pc:docMk/>
          <pc:sldMk cId="4011739124" sldId="288"/>
        </pc:sldMkLst>
        <pc:spChg chg="mod">
          <ac:chgData name="White (she/her), Whitney" userId="65f39021-2f1d-4d8b-87dc-b123826f65bf" providerId="ADAL" clId="{26897A76-E81A-4949-848F-B2914D04FF25}" dt="2022-09-16T02:36:00.877" v="105" actId="20577"/>
          <ac:spMkLst>
            <pc:docMk/>
            <pc:sldMk cId="4011739124" sldId="288"/>
            <ac:spMk id="2" creationId="{65D5D6B9-7531-4806-B1D8-FB398A0086B4}"/>
          </ac:spMkLst>
        </pc:spChg>
        <pc:spChg chg="mod">
          <ac:chgData name="White (she/her), Whitney" userId="65f39021-2f1d-4d8b-87dc-b123826f65bf" providerId="ADAL" clId="{26897A76-E81A-4949-848F-B2914D04FF25}" dt="2022-09-17T02:29:29.301" v="805" actId="20577"/>
          <ac:spMkLst>
            <pc:docMk/>
            <pc:sldMk cId="4011739124" sldId="288"/>
            <ac:spMk id="3" creationId="{1659AFC7-370F-4F0D-97F1-B90B6EBEC167}"/>
          </ac:spMkLst>
        </pc:spChg>
      </pc:sldChg>
      <pc:sldChg chg="modSp new mod">
        <pc:chgData name="White (she/her), Whitney" userId="65f39021-2f1d-4d8b-87dc-b123826f65bf" providerId="ADAL" clId="{26897A76-E81A-4949-848F-B2914D04FF25}" dt="2022-09-17T02:32:18.381" v="1100" actId="20577"/>
        <pc:sldMkLst>
          <pc:docMk/>
          <pc:sldMk cId="219388364" sldId="289"/>
        </pc:sldMkLst>
        <pc:spChg chg="mod">
          <ac:chgData name="White (she/her), Whitney" userId="65f39021-2f1d-4d8b-87dc-b123826f65bf" providerId="ADAL" clId="{26897A76-E81A-4949-848F-B2914D04FF25}" dt="2022-09-16T02:36:17.181" v="118" actId="20577"/>
          <ac:spMkLst>
            <pc:docMk/>
            <pc:sldMk cId="219388364" sldId="289"/>
            <ac:spMk id="2" creationId="{9355A9C5-1127-47AF-8522-0FF7C3F1E83E}"/>
          </ac:spMkLst>
        </pc:spChg>
        <pc:spChg chg="mod">
          <ac:chgData name="White (she/her), Whitney" userId="65f39021-2f1d-4d8b-87dc-b123826f65bf" providerId="ADAL" clId="{26897A76-E81A-4949-848F-B2914D04FF25}" dt="2022-09-17T02:32:18.381" v="1100" actId="20577"/>
          <ac:spMkLst>
            <pc:docMk/>
            <pc:sldMk cId="219388364" sldId="289"/>
            <ac:spMk id="3" creationId="{EE4C1925-9DBE-4D6B-9905-BC031607F4F6}"/>
          </ac:spMkLst>
        </pc:spChg>
      </pc:sldChg>
      <pc:sldChg chg="modSp new mod ord">
        <pc:chgData name="White (she/her), Whitney" userId="65f39021-2f1d-4d8b-87dc-b123826f65bf" providerId="ADAL" clId="{26897A76-E81A-4949-848F-B2914D04FF25}" dt="2022-09-17T02:31:06.811" v="853" actId="12"/>
        <pc:sldMkLst>
          <pc:docMk/>
          <pc:sldMk cId="26271171" sldId="290"/>
        </pc:sldMkLst>
        <pc:spChg chg="mod">
          <ac:chgData name="White (she/her), Whitney" userId="65f39021-2f1d-4d8b-87dc-b123826f65bf" providerId="ADAL" clId="{26897A76-E81A-4949-848F-B2914D04FF25}" dt="2022-09-17T02:30:26.823" v="817" actId="27636"/>
          <ac:spMkLst>
            <pc:docMk/>
            <pc:sldMk cId="26271171" sldId="290"/>
            <ac:spMk id="2" creationId="{BE3C293D-4958-4213-A6CD-629AF03E745D}"/>
          </ac:spMkLst>
        </pc:spChg>
        <pc:spChg chg="mod">
          <ac:chgData name="White (she/her), Whitney" userId="65f39021-2f1d-4d8b-87dc-b123826f65bf" providerId="ADAL" clId="{26897A76-E81A-4949-848F-B2914D04FF25}" dt="2022-09-17T02:31:06.811" v="853" actId="12"/>
          <ac:spMkLst>
            <pc:docMk/>
            <pc:sldMk cId="26271171" sldId="290"/>
            <ac:spMk id="3" creationId="{D4DB3BCC-D981-4EAC-A112-C533E7F36608}"/>
          </ac:spMkLst>
        </pc:spChg>
      </pc:sldChg>
      <pc:sldMasterChg chg="del delSldLayout">
        <pc:chgData name="White (she/her), Whitney" userId="65f39021-2f1d-4d8b-87dc-b123826f65bf" providerId="ADAL" clId="{26897A76-E81A-4949-848F-B2914D04FF25}" dt="2022-09-17T02:32:24.741" v="1101" actId="2696"/>
        <pc:sldMasterMkLst>
          <pc:docMk/>
          <pc:sldMasterMk cId="3955077458" sldId="2147483648"/>
        </pc:sldMasterMkLst>
        <pc:sldLayoutChg chg="del">
          <pc:chgData name="White (she/her), Whitney" userId="65f39021-2f1d-4d8b-87dc-b123826f65bf" providerId="ADAL" clId="{26897A76-E81A-4949-848F-B2914D04FF25}" dt="2022-09-17T02:32:24.741" v="1101" actId="2696"/>
          <pc:sldLayoutMkLst>
            <pc:docMk/>
            <pc:sldMasterMk cId="3955077458" sldId="2147483648"/>
            <pc:sldLayoutMk cId="1960563727" sldId="2147483649"/>
          </pc:sldLayoutMkLst>
        </pc:sldLayoutChg>
        <pc:sldLayoutChg chg="del">
          <pc:chgData name="White (she/her), Whitney" userId="65f39021-2f1d-4d8b-87dc-b123826f65bf" providerId="ADAL" clId="{26897A76-E81A-4949-848F-B2914D04FF25}" dt="2022-09-17T02:32:24.741" v="1101" actId="2696"/>
          <pc:sldLayoutMkLst>
            <pc:docMk/>
            <pc:sldMasterMk cId="3955077458" sldId="2147483648"/>
            <pc:sldLayoutMk cId="866395689" sldId="2147483650"/>
          </pc:sldLayoutMkLst>
        </pc:sldLayoutChg>
        <pc:sldLayoutChg chg="del">
          <pc:chgData name="White (she/her), Whitney" userId="65f39021-2f1d-4d8b-87dc-b123826f65bf" providerId="ADAL" clId="{26897A76-E81A-4949-848F-B2914D04FF25}" dt="2022-09-17T02:32:24.741" v="1101" actId="2696"/>
          <pc:sldLayoutMkLst>
            <pc:docMk/>
            <pc:sldMasterMk cId="3955077458" sldId="2147483648"/>
            <pc:sldLayoutMk cId="6404041" sldId="2147483652"/>
          </pc:sldLayoutMkLst>
        </pc:sldLayoutChg>
        <pc:sldLayoutChg chg="del">
          <pc:chgData name="White (she/her), Whitney" userId="65f39021-2f1d-4d8b-87dc-b123826f65bf" providerId="ADAL" clId="{26897A76-E81A-4949-848F-B2914D04FF25}" dt="2022-09-17T02:32:24.741" v="1101" actId="2696"/>
          <pc:sldLayoutMkLst>
            <pc:docMk/>
            <pc:sldMasterMk cId="3955077458" sldId="2147483648"/>
            <pc:sldLayoutMk cId="2879760363" sldId="2147483654"/>
          </pc:sldLayoutMkLst>
        </pc:sldLayoutChg>
        <pc:sldLayoutChg chg="del">
          <pc:chgData name="White (she/her), Whitney" userId="65f39021-2f1d-4d8b-87dc-b123826f65bf" providerId="ADAL" clId="{26897A76-E81A-4949-848F-B2914D04FF25}" dt="2022-09-17T02:32:24.741" v="1101" actId="2696"/>
          <pc:sldLayoutMkLst>
            <pc:docMk/>
            <pc:sldMasterMk cId="3955077458" sldId="2147483648"/>
            <pc:sldLayoutMk cId="339149044" sldId="2147483656"/>
          </pc:sldLayoutMkLst>
        </pc:sldLayoutChg>
        <pc:sldLayoutChg chg="del">
          <pc:chgData name="White (she/her), Whitney" userId="65f39021-2f1d-4d8b-87dc-b123826f65bf" providerId="ADAL" clId="{26897A76-E81A-4949-848F-B2914D04FF25}" dt="2022-09-17T02:32:24.741" v="1101" actId="2696"/>
          <pc:sldLayoutMkLst>
            <pc:docMk/>
            <pc:sldMasterMk cId="3955077458" sldId="2147483648"/>
            <pc:sldLayoutMk cId="3819197707" sldId="2147483657"/>
          </pc:sldLayoutMkLst>
        </pc:sldLayoutChg>
      </pc:sldMasterChg>
    </pc:docChg>
  </pc:docChgLst>
  <pc:docChgLst>
    <pc:chgData name="Gupta, Swati" userId="a3cadf42-9970-41e5-bb67-4a4dd3e8759e" providerId="ADAL" clId="{890CB85C-24BC-4D49-9382-1D7D95E40860}"/>
    <pc:docChg chg="custSel addSld delSld modSld">
      <pc:chgData name="Gupta, Swati" userId="a3cadf42-9970-41e5-bb67-4a4dd3e8759e" providerId="ADAL" clId="{890CB85C-24BC-4D49-9382-1D7D95E40860}" dt="2022-05-10T16:57:31.570" v="24" actId="20577"/>
      <pc:docMkLst>
        <pc:docMk/>
      </pc:docMkLst>
      <pc:sldChg chg="modSp mod delCm modCm">
        <pc:chgData name="Gupta, Swati" userId="a3cadf42-9970-41e5-bb67-4a4dd3e8759e" providerId="ADAL" clId="{890CB85C-24BC-4D49-9382-1D7D95E40860}" dt="2022-05-10T16:57:31.570" v="24" actId="20577"/>
        <pc:sldMkLst>
          <pc:docMk/>
          <pc:sldMk cId="2875402532" sldId="257"/>
        </pc:sldMkLst>
        <pc:spChg chg="mod">
          <ac:chgData name="Gupta, Swati" userId="a3cadf42-9970-41e5-bb67-4a4dd3e8759e" providerId="ADAL" clId="{890CB85C-24BC-4D49-9382-1D7D95E40860}" dt="2022-05-10T16:57:31.570" v="24" actId="20577"/>
          <ac:spMkLst>
            <pc:docMk/>
            <pc:sldMk cId="2875402532" sldId="257"/>
            <ac:spMk id="3" creationId="{81FE1C6D-F36E-48C2-992F-AFB21F6BE7E7}"/>
          </ac:spMkLst>
        </pc:spChg>
      </pc:sldChg>
      <pc:sldChg chg="modSp new del mod">
        <pc:chgData name="Gupta, Swati" userId="a3cadf42-9970-41e5-bb67-4a4dd3e8759e" providerId="ADAL" clId="{890CB85C-24BC-4D49-9382-1D7D95E40860}" dt="2022-05-10T16:57:10.315" v="18" actId="2696"/>
        <pc:sldMkLst>
          <pc:docMk/>
          <pc:sldMk cId="2893024199" sldId="258"/>
        </pc:sldMkLst>
        <pc:spChg chg="mod">
          <ac:chgData name="Gupta, Swati" userId="a3cadf42-9970-41e5-bb67-4a4dd3e8759e" providerId="ADAL" clId="{890CB85C-24BC-4D49-9382-1D7D95E40860}" dt="2022-05-10T16:56:59.001" v="17" actId="207"/>
          <ac:spMkLst>
            <pc:docMk/>
            <pc:sldMk cId="2893024199" sldId="258"/>
            <ac:spMk id="5" creationId="{EAD3D53F-2FE4-4F69-99AE-D4BE8C7CC5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9/16/2022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9/16/2022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62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8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8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7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9/16/2022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19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4: The Science of Learning| Lesson 4.06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Prior Knowledge | Practice</a:t>
            </a:r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1C94-586E-4686-A007-DAF5CAFC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1B04D-3F49-452F-95AA-917CC9852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4A, 4B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learner will…</a:t>
            </a:r>
          </a:p>
          <a:p>
            <a:pPr marL="0" indent="0">
              <a:buNone/>
            </a:pPr>
            <a:r>
              <a:rPr lang="en-US" dirty="0"/>
              <a:t>…compare and explore prior knowledge assessment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4B961-6E7E-4837-A6BD-95258910E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39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89445-3F22-4197-BF84-E632A26D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061C0-0286-4F6E-A0CE-ED6746E4F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are KWL Charts good assessments of</a:t>
            </a: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prior knowledge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03FC5-44B6-496D-BF0F-1295C7E3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123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5D6B9-7531-4806-B1D8-FB398A00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AFC7-370F-4F0D-97F1-B90B6EBEC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Concept Map: A visual organization and representation of knowledge. Concept maps show how topics and ideas relate to one another.</a:t>
            </a:r>
          </a:p>
          <a:p>
            <a:endParaRPr lang="en-US" dirty="0"/>
          </a:p>
          <a:p>
            <a:r>
              <a:rPr lang="en-US" dirty="0"/>
              <a:t>Anticipation Guide: A set of statements about a topic that students react to (can be true/false statements, agree/disagree statements, etc.)</a:t>
            </a:r>
          </a:p>
          <a:p>
            <a:endParaRPr lang="en-US" dirty="0"/>
          </a:p>
          <a:p>
            <a:r>
              <a:rPr lang="en-US" dirty="0"/>
              <a:t>Self Assessment: Assessments that students complete about their individual knowledge of a topic. Self-assessments are not graded but are used as a way for students to individually reflect on what they know about a given concept.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D4DE-CE11-48DD-A334-18CDD2D0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73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293D-4958-4213-A6CD-629AF03E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Practicing Prior Knowledge Activities: Strategy Stations</a:t>
            </a:r>
            <a:br>
              <a:rPr lang="en-US" sz="3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B3BCC-D981-4EAC-A112-C533E7F36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 out the table in your Student Guide as you rotate to each station.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the conclusion of your station rotation, reflect on your experience and answer the questions below the table.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6B31E-FAE1-48A3-B463-37BBDB4C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1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A9C5-1127-47AF-8522-0FF7C3F1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C1925-9DBE-4D6B-9905-BC031607F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Read each scenario on your Exit Ticket.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strategies for activating prior knowledge would you use and why?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40CA6-04A7-4BDE-A5FD-2663A6DE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883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209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1_Office Theme</vt:lpstr>
      <vt:lpstr>Instructional Practices| Unit 4: The Science of Learning| Lesson 4.06</vt:lpstr>
      <vt:lpstr>TEKS &amp; Objectives</vt:lpstr>
      <vt:lpstr>Bellringer</vt:lpstr>
      <vt:lpstr>Vocabulary</vt:lpstr>
      <vt:lpstr>Practicing Prior Knowledge Activities: Strategy Stations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4.06: Prior Knowledge | Practice</dc:title>
  <dc:subject>Lesson 4.06: Prior Knowledge | Practice</dc:subject>
  <dc:creator>Texas Education Agency</dc:creator>
  <cp:lastModifiedBy>White (she/her), Whitney</cp:lastModifiedBy>
  <cp:revision>8</cp:revision>
  <dcterms:created xsi:type="dcterms:W3CDTF">2022-05-09T19:40:20Z</dcterms:created>
  <dcterms:modified xsi:type="dcterms:W3CDTF">2022-09-17T02:32:28Z</dcterms:modified>
</cp:coreProperties>
</file>
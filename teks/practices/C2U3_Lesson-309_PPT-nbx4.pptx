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Lst>
  <p:notesMasterIdLst>
    <p:notesMasterId r:id="rId14"/>
  </p:notesMasterIdLst>
  <p:sldIdLst>
    <p:sldId id="285" r:id="rId3"/>
    <p:sldId id="263" r:id="rId4"/>
    <p:sldId id="258" r:id="rId5"/>
    <p:sldId id="286" r:id="rId6"/>
    <p:sldId id="287" r:id="rId7"/>
    <p:sldId id="288" r:id="rId8"/>
    <p:sldId id="289" r:id="rId9"/>
    <p:sldId id="290" r:id="rId10"/>
    <p:sldId id="291" r:id="rId11"/>
    <p:sldId id="292"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1F85A3-A907-4ADF-AAA9-46777879DCDA}" v="1" dt="2023-08-31T01:53:19.0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12" autoAdjust="0"/>
  </p:normalViewPr>
  <p:slideViewPr>
    <p:cSldViewPr snapToGrid="0">
      <p:cViewPr varScale="1">
        <p:scale>
          <a:sx n="108" d="100"/>
          <a:sy n="108" d="100"/>
        </p:scale>
        <p:origin x="6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uette, W. Kyle" userId="c82f62dc-52dc-4188-bd8e-647bc9b55d9e" providerId="ADAL" clId="{6B507008-35C3-41E7-BA8B-48C5DCC1621F}"/>
    <pc:docChg chg="undo custSel addSld delSld modSld">
      <pc:chgData name="Canuette, W. Kyle" userId="c82f62dc-52dc-4188-bd8e-647bc9b55d9e" providerId="ADAL" clId="{6B507008-35C3-41E7-BA8B-48C5DCC1621F}" dt="2022-11-28T16:56:31.354" v="778" actId="20577"/>
      <pc:docMkLst>
        <pc:docMk/>
      </pc:docMkLst>
      <pc:sldChg chg="addSp delSp modSp mod">
        <pc:chgData name="Canuette, W. Kyle" userId="c82f62dc-52dc-4188-bd8e-647bc9b55d9e" providerId="ADAL" clId="{6B507008-35C3-41E7-BA8B-48C5DCC1621F}" dt="2022-11-28T16:44:04.580" v="42" actId="12"/>
        <pc:sldMkLst>
          <pc:docMk/>
          <pc:sldMk cId="869051348" sldId="258"/>
        </pc:sldMkLst>
        <pc:spChg chg="mod">
          <ac:chgData name="Canuette, W. Kyle" userId="c82f62dc-52dc-4188-bd8e-647bc9b55d9e" providerId="ADAL" clId="{6B507008-35C3-41E7-BA8B-48C5DCC1621F}" dt="2022-11-28T16:44:04.580" v="42" actId="12"/>
          <ac:spMkLst>
            <pc:docMk/>
            <pc:sldMk cId="869051348" sldId="258"/>
            <ac:spMk id="3" creationId="{1DE4002F-1460-4577-9FE8-9FE653C73C23}"/>
          </ac:spMkLst>
        </pc:spChg>
        <pc:graphicFrameChg chg="add del mod">
          <ac:chgData name="Canuette, W. Kyle" userId="c82f62dc-52dc-4188-bd8e-647bc9b55d9e" providerId="ADAL" clId="{6B507008-35C3-41E7-BA8B-48C5DCC1621F}" dt="2022-11-28T16:43:40.881" v="25"/>
          <ac:graphicFrameMkLst>
            <pc:docMk/>
            <pc:sldMk cId="869051348" sldId="258"/>
            <ac:graphicFrameMk id="4" creationId="{929ED6C4-BF54-4E05-AE72-383D588932E2}"/>
          </ac:graphicFrameMkLst>
        </pc:graphicFrameChg>
      </pc:sldChg>
      <pc:sldChg chg="modSp mod">
        <pc:chgData name="Canuette, W. Kyle" userId="c82f62dc-52dc-4188-bd8e-647bc9b55d9e" providerId="ADAL" clId="{6B507008-35C3-41E7-BA8B-48C5DCC1621F}" dt="2022-11-28T16:43:22.530" v="23" actId="6549"/>
        <pc:sldMkLst>
          <pc:docMk/>
          <pc:sldMk cId="1493688635" sldId="263"/>
        </pc:sldMkLst>
        <pc:spChg chg="mod">
          <ac:chgData name="Canuette, W. Kyle" userId="c82f62dc-52dc-4188-bd8e-647bc9b55d9e" providerId="ADAL" clId="{6B507008-35C3-41E7-BA8B-48C5DCC1621F}" dt="2022-11-28T16:43:22.530" v="23" actId="6549"/>
          <ac:spMkLst>
            <pc:docMk/>
            <pc:sldMk cId="1493688635" sldId="263"/>
            <ac:spMk id="3" creationId="{56C7EF45-93A0-4A4D-A5C4-7D95D33E6706}"/>
          </ac:spMkLst>
        </pc:spChg>
      </pc:sldChg>
      <pc:sldChg chg="modSp add del mod">
        <pc:chgData name="Canuette, W. Kyle" userId="c82f62dc-52dc-4188-bd8e-647bc9b55d9e" providerId="ADAL" clId="{6B507008-35C3-41E7-BA8B-48C5DCC1621F}" dt="2022-11-28T16:56:31.354" v="778" actId="20577"/>
        <pc:sldMkLst>
          <pc:docMk/>
          <pc:sldMk cId="1333249988" sldId="264"/>
        </pc:sldMkLst>
        <pc:spChg chg="mod">
          <ac:chgData name="Canuette, W. Kyle" userId="c82f62dc-52dc-4188-bd8e-647bc9b55d9e" providerId="ADAL" clId="{6B507008-35C3-41E7-BA8B-48C5DCC1621F}" dt="2022-11-28T16:56:31.354" v="778" actId="20577"/>
          <ac:spMkLst>
            <pc:docMk/>
            <pc:sldMk cId="1333249988" sldId="264"/>
            <ac:spMk id="3" creationId="{3472F971-CD4B-4510-ACDB-B53B305ED545}"/>
          </ac:spMkLst>
        </pc:spChg>
      </pc:sldChg>
      <pc:sldChg chg="del">
        <pc:chgData name="Canuette, W. Kyle" userId="c82f62dc-52dc-4188-bd8e-647bc9b55d9e" providerId="ADAL" clId="{6B507008-35C3-41E7-BA8B-48C5DCC1621F}" dt="2022-11-28T16:55:34.356" v="754" actId="47"/>
        <pc:sldMkLst>
          <pc:docMk/>
          <pc:sldMk cId="1998850266" sldId="278"/>
        </pc:sldMkLst>
      </pc:sldChg>
      <pc:sldChg chg="del">
        <pc:chgData name="Canuette, W. Kyle" userId="c82f62dc-52dc-4188-bd8e-647bc9b55d9e" providerId="ADAL" clId="{6B507008-35C3-41E7-BA8B-48C5DCC1621F}" dt="2022-11-28T16:55:35.178" v="755" actId="47"/>
        <pc:sldMkLst>
          <pc:docMk/>
          <pc:sldMk cId="3666905281" sldId="279"/>
        </pc:sldMkLst>
      </pc:sldChg>
      <pc:sldChg chg="del">
        <pc:chgData name="Canuette, W. Kyle" userId="c82f62dc-52dc-4188-bd8e-647bc9b55d9e" providerId="ADAL" clId="{6B507008-35C3-41E7-BA8B-48C5DCC1621F}" dt="2022-11-28T16:55:35.673" v="756" actId="47"/>
        <pc:sldMkLst>
          <pc:docMk/>
          <pc:sldMk cId="734035216" sldId="280"/>
        </pc:sldMkLst>
      </pc:sldChg>
      <pc:sldChg chg="del">
        <pc:chgData name="Canuette, W. Kyle" userId="c82f62dc-52dc-4188-bd8e-647bc9b55d9e" providerId="ADAL" clId="{6B507008-35C3-41E7-BA8B-48C5DCC1621F}" dt="2022-11-28T16:55:36.076" v="757" actId="47"/>
        <pc:sldMkLst>
          <pc:docMk/>
          <pc:sldMk cId="1583931311" sldId="281"/>
        </pc:sldMkLst>
      </pc:sldChg>
      <pc:sldChg chg="del">
        <pc:chgData name="Canuette, W. Kyle" userId="c82f62dc-52dc-4188-bd8e-647bc9b55d9e" providerId="ADAL" clId="{6B507008-35C3-41E7-BA8B-48C5DCC1621F}" dt="2022-11-28T16:55:36.394" v="758" actId="47"/>
        <pc:sldMkLst>
          <pc:docMk/>
          <pc:sldMk cId="1993883471" sldId="282"/>
        </pc:sldMkLst>
      </pc:sldChg>
      <pc:sldChg chg="del">
        <pc:chgData name="Canuette, W. Kyle" userId="c82f62dc-52dc-4188-bd8e-647bc9b55d9e" providerId="ADAL" clId="{6B507008-35C3-41E7-BA8B-48C5DCC1621F}" dt="2022-11-28T16:55:36.693" v="759" actId="47"/>
        <pc:sldMkLst>
          <pc:docMk/>
          <pc:sldMk cId="1098761244" sldId="283"/>
        </pc:sldMkLst>
      </pc:sldChg>
      <pc:sldChg chg="del">
        <pc:chgData name="Canuette, W. Kyle" userId="c82f62dc-52dc-4188-bd8e-647bc9b55d9e" providerId="ADAL" clId="{6B507008-35C3-41E7-BA8B-48C5DCC1621F}" dt="2022-11-28T16:55:36.967" v="760" actId="47"/>
        <pc:sldMkLst>
          <pc:docMk/>
          <pc:sldMk cId="2382311959" sldId="284"/>
        </pc:sldMkLst>
      </pc:sldChg>
      <pc:sldChg chg="modSp mod">
        <pc:chgData name="Canuette, W. Kyle" userId="c82f62dc-52dc-4188-bd8e-647bc9b55d9e" providerId="ADAL" clId="{6B507008-35C3-41E7-BA8B-48C5DCC1621F}" dt="2022-11-28T16:42:47.953" v="10" actId="20577"/>
        <pc:sldMkLst>
          <pc:docMk/>
          <pc:sldMk cId="3976098008" sldId="285"/>
        </pc:sldMkLst>
        <pc:spChg chg="mod">
          <ac:chgData name="Canuette, W. Kyle" userId="c82f62dc-52dc-4188-bd8e-647bc9b55d9e" providerId="ADAL" clId="{6B507008-35C3-41E7-BA8B-48C5DCC1621F}" dt="2022-11-28T16:42:47.953" v="10" actId="20577"/>
          <ac:spMkLst>
            <pc:docMk/>
            <pc:sldMk cId="3976098008" sldId="285"/>
            <ac:spMk id="2" creationId="{BFFCF5BD-F8FF-4A67-A8B6-EBB21E79279B}"/>
          </ac:spMkLst>
        </pc:spChg>
        <pc:spChg chg="mod">
          <ac:chgData name="Canuette, W. Kyle" userId="c82f62dc-52dc-4188-bd8e-647bc9b55d9e" providerId="ADAL" clId="{6B507008-35C3-41E7-BA8B-48C5DCC1621F}" dt="2022-11-28T16:42:08.289" v="2"/>
          <ac:spMkLst>
            <pc:docMk/>
            <pc:sldMk cId="3976098008" sldId="285"/>
            <ac:spMk id="3" creationId="{E0FBD98F-3A67-498E-8174-652040DD7B60}"/>
          </ac:spMkLst>
        </pc:spChg>
      </pc:sldChg>
      <pc:sldChg chg="delSp modSp new mod">
        <pc:chgData name="Canuette, W. Kyle" userId="c82f62dc-52dc-4188-bd8e-647bc9b55d9e" providerId="ADAL" clId="{6B507008-35C3-41E7-BA8B-48C5DCC1621F}" dt="2022-11-28T16:45:19.586" v="118" actId="20577"/>
        <pc:sldMkLst>
          <pc:docMk/>
          <pc:sldMk cId="188525484" sldId="286"/>
        </pc:sldMkLst>
        <pc:spChg chg="mod">
          <ac:chgData name="Canuette, W. Kyle" userId="c82f62dc-52dc-4188-bd8e-647bc9b55d9e" providerId="ADAL" clId="{6B507008-35C3-41E7-BA8B-48C5DCC1621F}" dt="2022-11-28T16:44:36.084" v="95" actId="404"/>
          <ac:spMkLst>
            <pc:docMk/>
            <pc:sldMk cId="188525484" sldId="286"/>
            <ac:spMk id="2" creationId="{D1FEE1F3-739C-4CB5-A0DD-95D10876933D}"/>
          </ac:spMkLst>
        </pc:spChg>
        <pc:spChg chg="mod">
          <ac:chgData name="Canuette, W. Kyle" userId="c82f62dc-52dc-4188-bd8e-647bc9b55d9e" providerId="ADAL" clId="{6B507008-35C3-41E7-BA8B-48C5DCC1621F}" dt="2022-11-28T16:45:19.586" v="118" actId="20577"/>
          <ac:spMkLst>
            <pc:docMk/>
            <pc:sldMk cId="188525484" sldId="286"/>
            <ac:spMk id="3" creationId="{1D28AF2A-FA7D-410D-8D4A-3C5D885FDF5F}"/>
          </ac:spMkLst>
        </pc:spChg>
        <pc:spChg chg="del">
          <ac:chgData name="Canuette, W. Kyle" userId="c82f62dc-52dc-4188-bd8e-647bc9b55d9e" providerId="ADAL" clId="{6B507008-35C3-41E7-BA8B-48C5DCC1621F}" dt="2022-11-28T16:45:07.182" v="115" actId="478"/>
          <ac:spMkLst>
            <pc:docMk/>
            <pc:sldMk cId="188525484" sldId="286"/>
            <ac:spMk id="4" creationId="{710FF4CA-D68F-4063-88EF-AD12555F7C58}"/>
          </ac:spMkLst>
        </pc:spChg>
      </pc:sldChg>
      <pc:sldChg chg="delSp modSp new mod">
        <pc:chgData name="Canuette, W. Kyle" userId="c82f62dc-52dc-4188-bd8e-647bc9b55d9e" providerId="ADAL" clId="{6B507008-35C3-41E7-BA8B-48C5DCC1621F}" dt="2022-11-28T16:46:40.056" v="275" actId="478"/>
        <pc:sldMkLst>
          <pc:docMk/>
          <pc:sldMk cId="1109977867" sldId="287"/>
        </pc:sldMkLst>
        <pc:spChg chg="mod">
          <ac:chgData name="Canuette, W. Kyle" userId="c82f62dc-52dc-4188-bd8e-647bc9b55d9e" providerId="ADAL" clId="{6B507008-35C3-41E7-BA8B-48C5DCC1621F}" dt="2022-11-28T16:45:54.027" v="171" actId="404"/>
          <ac:spMkLst>
            <pc:docMk/>
            <pc:sldMk cId="1109977867" sldId="287"/>
            <ac:spMk id="2" creationId="{8E6A84D9-C2FE-4944-892F-8242D8968453}"/>
          </ac:spMkLst>
        </pc:spChg>
        <pc:spChg chg="mod">
          <ac:chgData name="Canuette, W. Kyle" userId="c82f62dc-52dc-4188-bd8e-647bc9b55d9e" providerId="ADAL" clId="{6B507008-35C3-41E7-BA8B-48C5DCC1621F}" dt="2022-11-28T16:46:31.115" v="273"/>
          <ac:spMkLst>
            <pc:docMk/>
            <pc:sldMk cId="1109977867" sldId="287"/>
            <ac:spMk id="3" creationId="{5D8AC9ED-33C5-489F-80DC-4582427D952B}"/>
          </ac:spMkLst>
        </pc:spChg>
        <pc:spChg chg="del mod">
          <ac:chgData name="Canuette, W. Kyle" userId="c82f62dc-52dc-4188-bd8e-647bc9b55d9e" providerId="ADAL" clId="{6B507008-35C3-41E7-BA8B-48C5DCC1621F}" dt="2022-11-28T16:46:40.056" v="275" actId="478"/>
          <ac:spMkLst>
            <pc:docMk/>
            <pc:sldMk cId="1109977867" sldId="287"/>
            <ac:spMk id="4" creationId="{FC582A45-870D-4588-9CA9-CC8D4C2CDD79}"/>
          </ac:spMkLst>
        </pc:spChg>
      </pc:sldChg>
      <pc:sldChg chg="delSp modSp new mod">
        <pc:chgData name="Canuette, W. Kyle" userId="c82f62dc-52dc-4188-bd8e-647bc9b55d9e" providerId="ADAL" clId="{6B507008-35C3-41E7-BA8B-48C5DCC1621F}" dt="2022-11-28T16:51:48.283" v="624" actId="478"/>
        <pc:sldMkLst>
          <pc:docMk/>
          <pc:sldMk cId="668901707" sldId="288"/>
        </pc:sldMkLst>
        <pc:spChg chg="mod">
          <ac:chgData name="Canuette, W. Kyle" userId="c82f62dc-52dc-4188-bd8e-647bc9b55d9e" providerId="ADAL" clId="{6B507008-35C3-41E7-BA8B-48C5DCC1621F}" dt="2022-11-28T16:46:48.909" v="277"/>
          <ac:spMkLst>
            <pc:docMk/>
            <pc:sldMk cId="668901707" sldId="288"/>
            <ac:spMk id="2" creationId="{D347732A-A93D-467E-9CDB-B4A2E0E7B750}"/>
          </ac:spMkLst>
        </pc:spChg>
        <pc:spChg chg="mod">
          <ac:chgData name="Canuette, W. Kyle" userId="c82f62dc-52dc-4188-bd8e-647bc9b55d9e" providerId="ADAL" clId="{6B507008-35C3-41E7-BA8B-48C5DCC1621F}" dt="2022-11-28T16:47:37.767" v="317" actId="12"/>
          <ac:spMkLst>
            <pc:docMk/>
            <pc:sldMk cId="668901707" sldId="288"/>
            <ac:spMk id="3" creationId="{A947116E-BA7D-4A3F-8BDF-5C87CD816DED}"/>
          </ac:spMkLst>
        </pc:spChg>
        <pc:spChg chg="del">
          <ac:chgData name="Canuette, W. Kyle" userId="c82f62dc-52dc-4188-bd8e-647bc9b55d9e" providerId="ADAL" clId="{6B507008-35C3-41E7-BA8B-48C5DCC1621F}" dt="2022-11-28T16:51:48.283" v="624" actId="478"/>
          <ac:spMkLst>
            <pc:docMk/>
            <pc:sldMk cId="668901707" sldId="288"/>
            <ac:spMk id="4" creationId="{5E70C4BC-8651-4F78-8389-01F2AAA051AE}"/>
          </ac:spMkLst>
        </pc:spChg>
      </pc:sldChg>
      <pc:sldChg chg="delSp modSp new mod">
        <pc:chgData name="Canuette, W. Kyle" userId="c82f62dc-52dc-4188-bd8e-647bc9b55d9e" providerId="ADAL" clId="{6B507008-35C3-41E7-BA8B-48C5DCC1621F}" dt="2022-11-28T16:51:45.501" v="623" actId="478"/>
        <pc:sldMkLst>
          <pc:docMk/>
          <pc:sldMk cId="4263261754" sldId="289"/>
        </pc:sldMkLst>
        <pc:spChg chg="mod">
          <ac:chgData name="Canuette, W. Kyle" userId="c82f62dc-52dc-4188-bd8e-647bc9b55d9e" providerId="ADAL" clId="{6B507008-35C3-41E7-BA8B-48C5DCC1621F}" dt="2022-11-28T16:48:05.167" v="352" actId="20577"/>
          <ac:spMkLst>
            <pc:docMk/>
            <pc:sldMk cId="4263261754" sldId="289"/>
            <ac:spMk id="2" creationId="{D94F88A7-5050-437E-9D70-2EB2547E60DD}"/>
          </ac:spMkLst>
        </pc:spChg>
        <pc:spChg chg="mod">
          <ac:chgData name="Canuette, W. Kyle" userId="c82f62dc-52dc-4188-bd8e-647bc9b55d9e" providerId="ADAL" clId="{6B507008-35C3-41E7-BA8B-48C5DCC1621F}" dt="2022-11-28T16:51:24.854" v="622" actId="5793"/>
          <ac:spMkLst>
            <pc:docMk/>
            <pc:sldMk cId="4263261754" sldId="289"/>
            <ac:spMk id="3" creationId="{415BE161-DE55-47D9-9C42-36AC6CD96416}"/>
          </ac:spMkLst>
        </pc:spChg>
        <pc:spChg chg="del">
          <ac:chgData name="Canuette, W. Kyle" userId="c82f62dc-52dc-4188-bd8e-647bc9b55d9e" providerId="ADAL" clId="{6B507008-35C3-41E7-BA8B-48C5DCC1621F}" dt="2022-11-28T16:51:45.501" v="623" actId="478"/>
          <ac:spMkLst>
            <pc:docMk/>
            <pc:sldMk cId="4263261754" sldId="289"/>
            <ac:spMk id="4" creationId="{3B36F431-A952-418F-98F2-EFE05B6DA1FD}"/>
          </ac:spMkLst>
        </pc:spChg>
      </pc:sldChg>
      <pc:sldChg chg="addSp delSp modSp new mod">
        <pc:chgData name="Canuette, W. Kyle" userId="c82f62dc-52dc-4188-bd8e-647bc9b55d9e" providerId="ADAL" clId="{6B507008-35C3-41E7-BA8B-48C5DCC1621F}" dt="2022-11-28T16:53:24.945" v="694" actId="13239"/>
        <pc:sldMkLst>
          <pc:docMk/>
          <pc:sldMk cId="643029077" sldId="290"/>
        </pc:sldMkLst>
        <pc:spChg chg="mod">
          <ac:chgData name="Canuette, W. Kyle" userId="c82f62dc-52dc-4188-bd8e-647bc9b55d9e" providerId="ADAL" clId="{6B507008-35C3-41E7-BA8B-48C5DCC1621F}" dt="2022-11-28T16:52:00.436" v="665" actId="5793"/>
          <ac:spMkLst>
            <pc:docMk/>
            <pc:sldMk cId="643029077" sldId="290"/>
            <ac:spMk id="2" creationId="{B1DD2BF9-5645-44A0-BAE5-7CEF0F020833}"/>
          </ac:spMkLst>
        </pc:spChg>
        <pc:spChg chg="add del mod">
          <ac:chgData name="Canuette, W. Kyle" userId="c82f62dc-52dc-4188-bd8e-647bc9b55d9e" providerId="ADAL" clId="{6B507008-35C3-41E7-BA8B-48C5DCC1621F}" dt="2022-11-28T16:52:26.492" v="673" actId="5793"/>
          <ac:spMkLst>
            <pc:docMk/>
            <pc:sldMk cId="643029077" sldId="290"/>
            <ac:spMk id="3" creationId="{48AF11FA-EC69-4FA1-BA6A-E3762AC3BE36}"/>
          </ac:spMkLst>
        </pc:spChg>
        <pc:spChg chg="del">
          <ac:chgData name="Canuette, W. Kyle" userId="c82f62dc-52dc-4188-bd8e-647bc9b55d9e" providerId="ADAL" clId="{6B507008-35C3-41E7-BA8B-48C5DCC1621F}" dt="2022-11-28T16:51:52.385" v="626" actId="478"/>
          <ac:spMkLst>
            <pc:docMk/>
            <pc:sldMk cId="643029077" sldId="290"/>
            <ac:spMk id="4" creationId="{A35165FC-FA2E-450D-8959-1D6A7B479256}"/>
          </ac:spMkLst>
        </pc:spChg>
        <pc:spChg chg="add del">
          <ac:chgData name="Canuette, W. Kyle" userId="c82f62dc-52dc-4188-bd8e-647bc9b55d9e" providerId="ADAL" clId="{6B507008-35C3-41E7-BA8B-48C5DCC1621F}" dt="2022-11-28T16:52:09.209" v="667"/>
          <ac:spMkLst>
            <pc:docMk/>
            <pc:sldMk cId="643029077" sldId="290"/>
            <ac:spMk id="7" creationId="{61B68ECF-B137-491C-8D84-8D4E4A197CB6}"/>
          </ac:spMkLst>
        </pc:spChg>
        <pc:graphicFrameChg chg="add del mod">
          <ac:chgData name="Canuette, W. Kyle" userId="c82f62dc-52dc-4188-bd8e-647bc9b55d9e" providerId="ADAL" clId="{6B507008-35C3-41E7-BA8B-48C5DCC1621F}" dt="2022-11-28T16:52:09.209" v="667"/>
          <ac:graphicFrameMkLst>
            <pc:docMk/>
            <pc:sldMk cId="643029077" sldId="290"/>
            <ac:graphicFrameMk id="6" creationId="{BEC9642F-80DF-4B8E-B883-959365801659}"/>
          </ac:graphicFrameMkLst>
        </pc:graphicFrameChg>
        <pc:graphicFrameChg chg="add mod modGraphic">
          <ac:chgData name="Canuette, W. Kyle" userId="c82f62dc-52dc-4188-bd8e-647bc9b55d9e" providerId="ADAL" clId="{6B507008-35C3-41E7-BA8B-48C5DCC1621F}" dt="2022-11-28T16:53:24.945" v="694" actId="13239"/>
          <ac:graphicFrameMkLst>
            <pc:docMk/>
            <pc:sldMk cId="643029077" sldId="290"/>
            <ac:graphicFrameMk id="8" creationId="{1A1213DE-1745-4B28-9340-39BA0D0AED53}"/>
          </ac:graphicFrameMkLst>
        </pc:graphicFrameChg>
      </pc:sldChg>
      <pc:sldChg chg="delSp modSp add mod">
        <pc:chgData name="Canuette, W. Kyle" userId="c82f62dc-52dc-4188-bd8e-647bc9b55d9e" providerId="ADAL" clId="{6B507008-35C3-41E7-BA8B-48C5DCC1621F}" dt="2022-11-28T16:55:02.636" v="753" actId="27636"/>
        <pc:sldMkLst>
          <pc:docMk/>
          <pc:sldMk cId="93430874" sldId="291"/>
        </pc:sldMkLst>
        <pc:spChg chg="mod">
          <ac:chgData name="Canuette, W. Kyle" userId="c82f62dc-52dc-4188-bd8e-647bc9b55d9e" providerId="ADAL" clId="{6B507008-35C3-41E7-BA8B-48C5DCC1621F}" dt="2022-11-28T16:53:49.675" v="734" actId="20577"/>
          <ac:spMkLst>
            <pc:docMk/>
            <pc:sldMk cId="93430874" sldId="291"/>
            <ac:spMk id="2" creationId="{B1DD2BF9-5645-44A0-BAE5-7CEF0F020833}"/>
          </ac:spMkLst>
        </pc:spChg>
        <pc:spChg chg="mod">
          <ac:chgData name="Canuette, W. Kyle" userId="c82f62dc-52dc-4188-bd8e-647bc9b55d9e" providerId="ADAL" clId="{6B507008-35C3-41E7-BA8B-48C5DCC1621F}" dt="2022-11-28T16:55:02.636" v="753" actId="27636"/>
          <ac:spMkLst>
            <pc:docMk/>
            <pc:sldMk cId="93430874" sldId="291"/>
            <ac:spMk id="3" creationId="{48AF11FA-EC69-4FA1-BA6A-E3762AC3BE36}"/>
          </ac:spMkLst>
        </pc:spChg>
        <pc:graphicFrameChg chg="del">
          <ac:chgData name="Canuette, W. Kyle" userId="c82f62dc-52dc-4188-bd8e-647bc9b55d9e" providerId="ADAL" clId="{6B507008-35C3-41E7-BA8B-48C5DCC1621F}" dt="2022-11-28T16:54:00.405" v="735" actId="478"/>
          <ac:graphicFrameMkLst>
            <pc:docMk/>
            <pc:sldMk cId="93430874" sldId="291"/>
            <ac:graphicFrameMk id="8" creationId="{1A1213DE-1745-4B28-9340-39BA0D0AED53}"/>
          </ac:graphicFrameMkLst>
        </pc:graphicFrameChg>
      </pc:sldChg>
      <pc:sldChg chg="modSp add mod">
        <pc:chgData name="Canuette, W. Kyle" userId="c82f62dc-52dc-4188-bd8e-647bc9b55d9e" providerId="ADAL" clId="{6B507008-35C3-41E7-BA8B-48C5DCC1621F}" dt="2022-11-28T16:54:58.269" v="751" actId="20577"/>
        <pc:sldMkLst>
          <pc:docMk/>
          <pc:sldMk cId="2229043565" sldId="292"/>
        </pc:sldMkLst>
        <pc:spChg chg="mod">
          <ac:chgData name="Canuette, W. Kyle" userId="c82f62dc-52dc-4188-bd8e-647bc9b55d9e" providerId="ADAL" clId="{6B507008-35C3-41E7-BA8B-48C5DCC1621F}" dt="2022-11-28T16:54:58.269" v="751" actId="20577"/>
          <ac:spMkLst>
            <pc:docMk/>
            <pc:sldMk cId="2229043565" sldId="292"/>
            <ac:spMk id="3" creationId="{48AF11FA-EC69-4FA1-BA6A-E3762AC3BE36}"/>
          </ac:spMkLst>
        </pc:spChg>
      </pc:sldChg>
    </pc:docChg>
  </pc:docChgLst>
  <pc:docChgLst>
    <pc:chgData name="White (she/her), Whitney" userId="65f39021-2f1d-4d8b-87dc-b123826f65bf" providerId="ADAL" clId="{E31F85A3-A907-4ADF-AAA9-46777879DCDA}"/>
    <pc:docChg chg="modSld">
      <pc:chgData name="White (she/her), Whitney" userId="65f39021-2f1d-4d8b-87dc-b123826f65bf" providerId="ADAL" clId="{E31F85A3-A907-4ADF-AAA9-46777879DCDA}" dt="2023-08-31T01:53:50.691" v="5" actId="20577"/>
      <pc:docMkLst>
        <pc:docMk/>
      </pc:docMkLst>
      <pc:sldChg chg="addSp modSp mod">
        <pc:chgData name="White (she/her), Whitney" userId="65f39021-2f1d-4d8b-87dc-b123826f65bf" providerId="ADAL" clId="{E31F85A3-A907-4ADF-AAA9-46777879DCDA}" dt="2023-08-31T01:53:21.637" v="2" actId="1076"/>
        <pc:sldMkLst>
          <pc:docMk/>
          <pc:sldMk cId="3976098008" sldId="285"/>
        </pc:sldMkLst>
        <pc:spChg chg="mod">
          <ac:chgData name="White (she/her), Whitney" userId="65f39021-2f1d-4d8b-87dc-b123826f65bf" providerId="ADAL" clId="{E31F85A3-A907-4ADF-AAA9-46777879DCDA}" dt="2023-08-31T01:53:17.977" v="0" actId="1076"/>
          <ac:spMkLst>
            <pc:docMk/>
            <pc:sldMk cId="3976098008" sldId="285"/>
            <ac:spMk id="2" creationId="{BFFCF5BD-F8FF-4A67-A8B6-EBB21E79279B}"/>
          </ac:spMkLst>
        </pc:spChg>
        <pc:spChg chg="add mod">
          <ac:chgData name="White (she/her), Whitney" userId="65f39021-2f1d-4d8b-87dc-b123826f65bf" providerId="ADAL" clId="{E31F85A3-A907-4ADF-AAA9-46777879DCDA}" dt="2023-08-31T01:53:21.637" v="2" actId="1076"/>
          <ac:spMkLst>
            <pc:docMk/>
            <pc:sldMk cId="3976098008" sldId="285"/>
            <ac:spMk id="4" creationId="{8B614F82-A5A3-AE8C-244D-8BA4A78EE473}"/>
          </ac:spMkLst>
        </pc:spChg>
      </pc:sldChg>
      <pc:sldChg chg="modSp mod">
        <pc:chgData name="White (she/her), Whitney" userId="65f39021-2f1d-4d8b-87dc-b123826f65bf" providerId="ADAL" clId="{E31F85A3-A907-4ADF-AAA9-46777879DCDA}" dt="2023-08-31T01:53:45.844" v="4" actId="13244"/>
        <pc:sldMkLst>
          <pc:docMk/>
          <pc:sldMk cId="643029077" sldId="290"/>
        </pc:sldMkLst>
        <pc:spChg chg="ord">
          <ac:chgData name="White (she/her), Whitney" userId="65f39021-2f1d-4d8b-87dc-b123826f65bf" providerId="ADAL" clId="{E31F85A3-A907-4ADF-AAA9-46777879DCDA}" dt="2023-08-31T01:53:45.844" v="4" actId="13244"/>
          <ac:spMkLst>
            <pc:docMk/>
            <pc:sldMk cId="643029077" sldId="290"/>
            <ac:spMk id="5" creationId="{E90D45F8-B257-40A5-B332-3A51EBAB0A0F}"/>
          </ac:spMkLst>
        </pc:spChg>
        <pc:graphicFrameChg chg="modGraphic">
          <ac:chgData name="White (she/her), Whitney" userId="65f39021-2f1d-4d8b-87dc-b123826f65bf" providerId="ADAL" clId="{E31F85A3-A907-4ADF-AAA9-46777879DCDA}" dt="2023-08-31T01:53:39.900" v="3" actId="12385"/>
          <ac:graphicFrameMkLst>
            <pc:docMk/>
            <pc:sldMk cId="643029077" sldId="290"/>
            <ac:graphicFrameMk id="8" creationId="{1A1213DE-1745-4B28-9340-39BA0D0AED53}"/>
          </ac:graphicFrameMkLst>
        </pc:graphicFrameChg>
      </pc:sldChg>
      <pc:sldChg chg="modSp mod">
        <pc:chgData name="White (she/her), Whitney" userId="65f39021-2f1d-4d8b-87dc-b123826f65bf" providerId="ADAL" clId="{E31F85A3-A907-4ADF-AAA9-46777879DCDA}" dt="2023-08-31T01:53:50.691" v="5" actId="20577"/>
        <pc:sldMkLst>
          <pc:docMk/>
          <pc:sldMk cId="2229043565" sldId="292"/>
        </pc:sldMkLst>
        <pc:spChg chg="mod">
          <ac:chgData name="White (she/her), Whitney" userId="65f39021-2f1d-4d8b-87dc-b123826f65bf" providerId="ADAL" clId="{E31F85A3-A907-4ADF-AAA9-46777879DCDA}" dt="2023-08-31T01:53:50.691" v="5" actId="20577"/>
          <ac:spMkLst>
            <pc:docMk/>
            <pc:sldMk cId="2229043565" sldId="292"/>
            <ac:spMk id="2" creationId="{B1DD2BF9-5645-44A0-BAE5-7CEF0F0208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8/30/2023</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3293117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331048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747406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0332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41361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8471711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458837231"/>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93417"/>
            <a:ext cx="9144000" cy="370300"/>
          </a:xfrm>
        </p:spPr>
        <p:txBody>
          <a:bodyPr>
            <a:normAutofit/>
          </a:bodyPr>
          <a:lstStyle/>
          <a:p>
            <a:pPr algn="l"/>
            <a:r>
              <a:rPr lang="en-US" sz="1800" dirty="0"/>
              <a:t>Instructional Practices| Unit 3: Knowledge of Students to Drive Instruction | Lesson 3.09</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Engaging Families to Improve Student Outcomes</a:t>
            </a:r>
          </a:p>
        </p:txBody>
      </p:sp>
      <p:sp>
        <p:nvSpPr>
          <p:cNvPr id="4" name="TextBox 3">
            <a:extLst>
              <a:ext uri="{FF2B5EF4-FFF2-40B4-BE49-F238E27FC236}">
                <a16:creationId xmlns:a16="http://schemas.microsoft.com/office/drawing/2014/main" id="{8B614F82-A5A3-AE8C-244D-8BA4A78EE473}"/>
              </a:ext>
            </a:extLst>
          </p:cNvPr>
          <p:cNvSpPr txBox="1"/>
          <p:nvPr/>
        </p:nvSpPr>
        <p:spPr>
          <a:xfrm>
            <a:off x="0" y="6463717"/>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970F8-564A-4E6A-B0CE-1158FFB9587E}"/>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56C7EF45-93A0-4A4D-A5C4-7D95D33E6706}"/>
              </a:ext>
            </a:extLst>
          </p:cNvPr>
          <p:cNvSpPr>
            <a:spLocks noGrp="1"/>
          </p:cNvSpPr>
          <p:nvPr>
            <p:ph idx="1"/>
          </p:nvPr>
        </p:nvSpPr>
        <p:spPr/>
        <p:txBody>
          <a:bodyPr/>
          <a:lstStyle/>
          <a:p>
            <a:pPr marL="0" indent="0">
              <a:buNone/>
            </a:pPr>
            <a:r>
              <a:rPr lang="en-US" dirty="0"/>
              <a:t>TEKS 5A-B</a:t>
            </a:r>
          </a:p>
          <a:p>
            <a:pPr marL="0" indent="0">
              <a:buNone/>
            </a:pPr>
            <a:endParaRPr lang="en-US" dirty="0"/>
          </a:p>
          <a:p>
            <a:pPr marL="0" indent="0">
              <a:buNone/>
            </a:pPr>
            <a:r>
              <a:rPr lang="en-US" dirty="0"/>
              <a:t>The student will…</a:t>
            </a:r>
          </a:p>
          <a:p>
            <a:r>
              <a:rPr lang="en-US" dirty="0"/>
              <a:t>Explain different methods of communication used to effectively communicate with parents and caregivers. </a:t>
            </a:r>
          </a:p>
          <a:p>
            <a:r>
              <a:rPr lang="en-US" dirty="0"/>
              <a:t>Role play a teacher-family conversation.</a:t>
            </a:r>
          </a:p>
          <a:p>
            <a:r>
              <a:rPr lang="en-US" dirty="0"/>
              <a:t>Use a family communication tracking log to document family contact.</a:t>
            </a:r>
          </a:p>
        </p:txBody>
      </p:sp>
      <p:sp>
        <p:nvSpPr>
          <p:cNvPr id="5" name="Slide Number Placeholder 4">
            <a:extLst>
              <a:ext uri="{FF2B5EF4-FFF2-40B4-BE49-F238E27FC236}">
                <a16:creationId xmlns:a16="http://schemas.microsoft.com/office/drawing/2014/main" id="{ADB867E1-EAB1-41FE-AFBC-C7A8F3C7170D}"/>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149368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FBBE-6C0B-4F7B-8E9F-A1BD243C7929}"/>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1DE4002F-1460-4577-9FE8-9FE653C73C23}"/>
              </a:ext>
            </a:extLst>
          </p:cNvPr>
          <p:cNvSpPr>
            <a:spLocks noGrp="1"/>
          </p:cNvSpPr>
          <p:nvPr>
            <p:ph idx="1"/>
          </p:nvPr>
        </p:nvSpPr>
        <p:spPr/>
        <p:txBody>
          <a:bodyPr/>
          <a:lstStyle/>
          <a:p>
            <a:pPr marL="514350" indent="-514350">
              <a:buFont typeface="+mj-lt"/>
              <a:buAutoNum type="arabicPeriod"/>
            </a:pPr>
            <a:r>
              <a:rPr lang="en-US" dirty="0"/>
              <a:t>When was a time a teacher contacted your parent? What did they talk about?  (If you can’t think of one, share an instance in which it may have been beneficial if a teacher had done so.)  </a:t>
            </a:r>
          </a:p>
          <a:p>
            <a:pPr marL="514350" indent="-514350">
              <a:buFont typeface="+mj-lt"/>
              <a:buAutoNum type="arabicPeriod"/>
            </a:pPr>
            <a:endParaRPr lang="en-US" dirty="0"/>
          </a:p>
          <a:p>
            <a:pPr marL="514350" indent="-514350">
              <a:buFont typeface="+mj-lt"/>
              <a:buAutoNum type="arabicPeriod"/>
            </a:pPr>
            <a:r>
              <a:rPr lang="en-US" dirty="0"/>
              <a:t>List 4 scenarios in which a teacher may need to contact a parent. </a:t>
            </a:r>
          </a:p>
        </p:txBody>
      </p:sp>
      <p:sp>
        <p:nvSpPr>
          <p:cNvPr id="5" name="Slide Number Placeholder 4">
            <a:extLst>
              <a:ext uri="{FF2B5EF4-FFF2-40B4-BE49-F238E27FC236}">
                <a16:creationId xmlns:a16="http://schemas.microsoft.com/office/drawing/2014/main" id="{11E36C73-C163-4034-8F9A-E812F74DAA68}"/>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86905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E1F3-739C-4CB5-A0DD-95D10876933D}"/>
              </a:ext>
            </a:extLst>
          </p:cNvPr>
          <p:cNvSpPr>
            <a:spLocks noGrp="1"/>
          </p:cNvSpPr>
          <p:nvPr>
            <p:ph type="title"/>
          </p:nvPr>
        </p:nvSpPr>
        <p:spPr/>
        <p:txBody>
          <a:bodyPr>
            <a:normAutofit/>
          </a:bodyPr>
          <a:lstStyle/>
          <a:p>
            <a:r>
              <a:rPr lang="en-US" sz="4000" dirty="0"/>
              <a:t>Communicating with families is a great way to:</a:t>
            </a:r>
          </a:p>
        </p:txBody>
      </p:sp>
      <p:sp>
        <p:nvSpPr>
          <p:cNvPr id="3" name="Content Placeholder 2">
            <a:extLst>
              <a:ext uri="{FF2B5EF4-FFF2-40B4-BE49-F238E27FC236}">
                <a16:creationId xmlns:a16="http://schemas.microsoft.com/office/drawing/2014/main" id="{1D28AF2A-FA7D-410D-8D4A-3C5D885FDF5F}"/>
              </a:ext>
            </a:extLst>
          </p:cNvPr>
          <p:cNvSpPr>
            <a:spLocks noGrp="1"/>
          </p:cNvSpPr>
          <p:nvPr>
            <p:ph idx="1"/>
          </p:nvPr>
        </p:nvSpPr>
        <p:spPr>
          <a:xfrm>
            <a:off x="1619074" y="1825625"/>
            <a:ext cx="9734725" cy="4351338"/>
          </a:xfrm>
        </p:spPr>
        <p:txBody>
          <a:bodyPr/>
          <a:lstStyle/>
          <a:p>
            <a:r>
              <a:rPr lang="en-US" dirty="0"/>
              <a:t>Celebrate student success</a:t>
            </a:r>
          </a:p>
          <a:p>
            <a:endParaRPr lang="en-US" dirty="0"/>
          </a:p>
          <a:p>
            <a:r>
              <a:rPr lang="en-US" dirty="0"/>
              <a:t>Get support in addressing students with academic or behavioral challenges</a:t>
            </a:r>
          </a:p>
          <a:p>
            <a:endParaRPr lang="en-US" dirty="0"/>
          </a:p>
          <a:p>
            <a:r>
              <a:rPr lang="en-US" dirty="0"/>
              <a:t>Build relationships with families and caretakers</a:t>
            </a:r>
          </a:p>
          <a:p>
            <a:endParaRPr lang="en-US" dirty="0"/>
          </a:p>
        </p:txBody>
      </p:sp>
      <p:sp>
        <p:nvSpPr>
          <p:cNvPr id="5" name="Slide Number Placeholder 4">
            <a:extLst>
              <a:ext uri="{FF2B5EF4-FFF2-40B4-BE49-F238E27FC236}">
                <a16:creationId xmlns:a16="http://schemas.microsoft.com/office/drawing/2014/main" id="{114FC235-1B0D-4FF6-BDED-98184AC51E60}"/>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18852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84D9-C2FE-4944-892F-8242D8968453}"/>
              </a:ext>
            </a:extLst>
          </p:cNvPr>
          <p:cNvSpPr>
            <a:spLocks noGrp="1"/>
          </p:cNvSpPr>
          <p:nvPr>
            <p:ph type="title"/>
          </p:nvPr>
        </p:nvSpPr>
        <p:spPr/>
        <p:txBody>
          <a:bodyPr>
            <a:normAutofit/>
          </a:bodyPr>
          <a:lstStyle/>
          <a:p>
            <a:r>
              <a:rPr lang="en-US" sz="4000" dirty="0"/>
              <a:t>How can teachers communicate with families?</a:t>
            </a:r>
          </a:p>
        </p:txBody>
      </p:sp>
      <p:sp>
        <p:nvSpPr>
          <p:cNvPr id="3" name="Content Placeholder 2">
            <a:extLst>
              <a:ext uri="{FF2B5EF4-FFF2-40B4-BE49-F238E27FC236}">
                <a16:creationId xmlns:a16="http://schemas.microsoft.com/office/drawing/2014/main" id="{5D8AC9ED-33C5-489F-80DC-4582427D952B}"/>
              </a:ext>
            </a:extLst>
          </p:cNvPr>
          <p:cNvSpPr>
            <a:spLocks noGrp="1"/>
          </p:cNvSpPr>
          <p:nvPr>
            <p:ph idx="1"/>
          </p:nvPr>
        </p:nvSpPr>
        <p:spPr/>
        <p:txBody>
          <a:bodyPr/>
          <a:lstStyle/>
          <a:p>
            <a:pPr marL="0" indent="0">
              <a:buNone/>
            </a:pPr>
            <a:r>
              <a:rPr lang="en-US" dirty="0"/>
              <a:t>With a partner, brainstorm methods of parent and family communication in your student guide.</a:t>
            </a:r>
          </a:p>
          <a:p>
            <a:pPr marL="0" indent="0">
              <a:buNone/>
            </a:pPr>
            <a:endParaRPr lang="en-US" dirty="0"/>
          </a:p>
          <a:p>
            <a:pPr marL="0" indent="0">
              <a:buNone/>
            </a:pPr>
            <a:endParaRPr lang="en-US" dirty="0"/>
          </a:p>
          <a:p>
            <a:pPr marL="0" indent="0">
              <a:buNone/>
            </a:pPr>
            <a:endParaRPr lang="en-US" dirty="0"/>
          </a:p>
          <a:p>
            <a:pPr marL="0" indent="0">
              <a:buNone/>
            </a:pPr>
            <a:r>
              <a:rPr lang="en-US" dirty="0"/>
              <a:t>How can teachers identify the preferred method of contact for parents and families? </a:t>
            </a:r>
          </a:p>
        </p:txBody>
      </p:sp>
      <p:sp>
        <p:nvSpPr>
          <p:cNvPr id="5" name="Slide Number Placeholder 4">
            <a:extLst>
              <a:ext uri="{FF2B5EF4-FFF2-40B4-BE49-F238E27FC236}">
                <a16:creationId xmlns:a16="http://schemas.microsoft.com/office/drawing/2014/main" id="{E49176C0-86AA-4A15-A762-08BEF772A54C}"/>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10997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732A-A93D-467E-9CDB-B4A2E0E7B750}"/>
              </a:ext>
            </a:extLst>
          </p:cNvPr>
          <p:cNvSpPr>
            <a:spLocks noGrp="1"/>
          </p:cNvSpPr>
          <p:nvPr>
            <p:ph type="title"/>
          </p:nvPr>
        </p:nvSpPr>
        <p:spPr/>
        <p:txBody>
          <a:bodyPr/>
          <a:lstStyle/>
          <a:p>
            <a:r>
              <a:rPr lang="en-US" dirty="0"/>
              <a:t>Parent Communication Success Criteria</a:t>
            </a:r>
          </a:p>
        </p:txBody>
      </p:sp>
      <p:sp>
        <p:nvSpPr>
          <p:cNvPr id="3" name="Content Placeholder 2">
            <a:extLst>
              <a:ext uri="{FF2B5EF4-FFF2-40B4-BE49-F238E27FC236}">
                <a16:creationId xmlns:a16="http://schemas.microsoft.com/office/drawing/2014/main" id="{A947116E-BA7D-4A3F-8BDF-5C87CD816DED}"/>
              </a:ext>
            </a:extLst>
          </p:cNvPr>
          <p:cNvSpPr>
            <a:spLocks noGrp="1"/>
          </p:cNvSpPr>
          <p:nvPr>
            <p:ph idx="1"/>
          </p:nvPr>
        </p:nvSpPr>
        <p:spPr/>
        <p:txBody>
          <a:bodyPr>
            <a:normAutofit/>
          </a:bodyPr>
          <a:lstStyle/>
          <a:p>
            <a:pPr marL="571500" indent="-571500">
              <a:buFont typeface="+mj-lt"/>
              <a:buAutoNum type="romanUcPeriod"/>
            </a:pPr>
            <a:r>
              <a:rPr lang="en-US" b="1" dirty="0"/>
              <a:t>Respect time and preferred method of contact: </a:t>
            </a:r>
            <a:r>
              <a:rPr lang="en-US" dirty="0"/>
              <a:t>Consider what requires a meeting, call, email, or text.</a:t>
            </a:r>
          </a:p>
          <a:p>
            <a:pPr marL="571500" indent="-571500">
              <a:buFont typeface="+mj-lt"/>
              <a:buAutoNum type="romanUcPeriod"/>
            </a:pPr>
            <a:r>
              <a:rPr lang="en-US" b="1" dirty="0"/>
              <a:t>Plan ahead: </a:t>
            </a:r>
            <a:r>
              <a:rPr lang="en-US" dirty="0"/>
              <a:t>Ensure you have everything in place to have a productive meeting. This can include planning questions, preparing student work examples, arranging an interpreter, as needed.</a:t>
            </a:r>
          </a:p>
          <a:p>
            <a:pPr marL="571500" indent="-571500">
              <a:buFont typeface="+mj-lt"/>
              <a:buAutoNum type="romanUcPeriod"/>
            </a:pPr>
            <a:r>
              <a:rPr lang="en-US" b="1" dirty="0"/>
              <a:t>Develop a relationship with the parent/caregiver</a:t>
            </a:r>
          </a:p>
          <a:p>
            <a:pPr lvl="2"/>
            <a:r>
              <a:rPr lang="en-US" dirty="0"/>
              <a:t>Acknowledge that you both want the best for the student and seek out ways to collaborate to support their success.</a:t>
            </a:r>
          </a:p>
          <a:p>
            <a:pPr lvl="2"/>
            <a:r>
              <a:rPr lang="en-US" dirty="0"/>
              <a:t>Demonstrate professional behavior and language.</a:t>
            </a:r>
          </a:p>
          <a:p>
            <a:pPr lvl="2"/>
            <a:r>
              <a:rPr lang="en-US" dirty="0"/>
              <a:t>Listen actively and empathetically; avoid judgement.</a:t>
            </a:r>
          </a:p>
          <a:p>
            <a:endParaRPr lang="en-US" dirty="0"/>
          </a:p>
        </p:txBody>
      </p:sp>
      <p:sp>
        <p:nvSpPr>
          <p:cNvPr id="5" name="Slide Number Placeholder 4">
            <a:extLst>
              <a:ext uri="{FF2B5EF4-FFF2-40B4-BE49-F238E27FC236}">
                <a16:creationId xmlns:a16="http://schemas.microsoft.com/office/drawing/2014/main" id="{6117EF73-EF8F-4242-82ED-0E3D2B56634A}"/>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668901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F88A7-5050-437E-9D70-2EB2547E60DD}"/>
              </a:ext>
            </a:extLst>
          </p:cNvPr>
          <p:cNvSpPr>
            <a:spLocks noGrp="1"/>
          </p:cNvSpPr>
          <p:nvPr>
            <p:ph type="title"/>
          </p:nvPr>
        </p:nvSpPr>
        <p:spPr/>
        <p:txBody>
          <a:bodyPr/>
          <a:lstStyle/>
          <a:p>
            <a:r>
              <a:rPr lang="en-US" dirty="0"/>
              <a:t>Communication Role Play</a:t>
            </a:r>
          </a:p>
        </p:txBody>
      </p:sp>
      <p:sp>
        <p:nvSpPr>
          <p:cNvPr id="3" name="Content Placeholder 2">
            <a:extLst>
              <a:ext uri="{FF2B5EF4-FFF2-40B4-BE49-F238E27FC236}">
                <a16:creationId xmlns:a16="http://schemas.microsoft.com/office/drawing/2014/main" id="{415BE161-DE55-47D9-9C42-36AC6CD96416}"/>
              </a:ext>
            </a:extLst>
          </p:cNvPr>
          <p:cNvSpPr>
            <a:spLocks noGrp="1"/>
          </p:cNvSpPr>
          <p:nvPr>
            <p:ph idx="1"/>
          </p:nvPr>
        </p:nvSpPr>
        <p:spPr/>
        <p:txBody>
          <a:bodyPr>
            <a:normAutofit lnSpcReduction="10000"/>
          </a:bodyPr>
          <a:lstStyle/>
          <a:p>
            <a:pPr marL="0" indent="0">
              <a:buNone/>
            </a:pPr>
            <a:r>
              <a:rPr lang="en-US" dirty="0"/>
              <a:t>Read the scenario below and complete the table to plan for the parent meeting. Be prepared to role play this meeting with a partner. </a:t>
            </a:r>
          </a:p>
          <a:p>
            <a:pPr marL="0" indent="0">
              <a:buNone/>
            </a:pPr>
            <a:endParaRPr lang="en-US" sz="1600" dirty="0"/>
          </a:p>
          <a:p>
            <a:pPr marL="457200" lvl="1" indent="0">
              <a:buNone/>
            </a:pPr>
            <a:r>
              <a:rPr lang="en-US" i="1" dirty="0"/>
              <a:t>Frankie works hard during Math class but could use a little extra support with understanding fractions. You decide to contact his parents to let them know that the school offers after school tutoring sessions twice a week and that Frankie may benefit from this additional practice. English is not the primary language spoken at home, and Frankie recently mentioned that he does not have consistent internet access at home. </a:t>
            </a:r>
          </a:p>
          <a:p>
            <a:endParaRPr lang="en-US" dirty="0"/>
          </a:p>
          <a:p>
            <a:pPr marL="0" indent="0">
              <a:buNone/>
            </a:pPr>
            <a:r>
              <a:rPr lang="en-US" b="1" dirty="0"/>
              <a:t>Role Play | </a:t>
            </a:r>
            <a:r>
              <a:rPr lang="en-US" dirty="0"/>
              <a:t>Pairs will assume the role of teacher and parent. Each student will have 3 minutes to serve as the teacher, and then switch. </a:t>
            </a:r>
            <a:endParaRPr lang="en-US" b="1" dirty="0"/>
          </a:p>
        </p:txBody>
      </p:sp>
      <p:sp>
        <p:nvSpPr>
          <p:cNvPr id="5" name="Slide Number Placeholder 4">
            <a:extLst>
              <a:ext uri="{FF2B5EF4-FFF2-40B4-BE49-F238E27FC236}">
                <a16:creationId xmlns:a16="http://schemas.microsoft.com/office/drawing/2014/main" id="{D37AC89B-6937-43B2-9D4B-7E4C5A67E690}"/>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263261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2BF9-5645-44A0-BAE5-7CEF0F020833}"/>
              </a:ext>
            </a:extLst>
          </p:cNvPr>
          <p:cNvSpPr>
            <a:spLocks noGrp="1"/>
          </p:cNvSpPr>
          <p:nvPr>
            <p:ph type="title"/>
          </p:nvPr>
        </p:nvSpPr>
        <p:spPr/>
        <p:txBody>
          <a:bodyPr/>
          <a:lstStyle/>
          <a:p>
            <a:r>
              <a:rPr lang="en-US" dirty="0"/>
              <a:t>Tracking Communication with Families </a:t>
            </a:r>
          </a:p>
        </p:txBody>
      </p:sp>
      <p:sp>
        <p:nvSpPr>
          <p:cNvPr id="3" name="Content Placeholder 2">
            <a:extLst>
              <a:ext uri="{FF2B5EF4-FFF2-40B4-BE49-F238E27FC236}">
                <a16:creationId xmlns:a16="http://schemas.microsoft.com/office/drawing/2014/main" id="{48AF11FA-EC69-4FA1-BA6A-E3762AC3BE36}"/>
              </a:ext>
            </a:extLst>
          </p:cNvPr>
          <p:cNvSpPr>
            <a:spLocks noGrp="1"/>
          </p:cNvSpPr>
          <p:nvPr>
            <p:ph idx="1"/>
          </p:nvPr>
        </p:nvSpPr>
        <p:spPr/>
        <p:txBody>
          <a:bodyPr/>
          <a:lstStyle/>
          <a:p>
            <a:pPr marL="0" indent="0">
              <a:buNone/>
            </a:pPr>
            <a:r>
              <a:rPr lang="en-US" dirty="0"/>
              <a:t>An important best practice is keeping a log of all family communication. Consider the following example of a family communication tracking log.</a:t>
            </a:r>
          </a:p>
        </p:txBody>
      </p:sp>
      <p:graphicFrame>
        <p:nvGraphicFramePr>
          <p:cNvPr id="8" name="Table 7">
            <a:extLst>
              <a:ext uri="{FF2B5EF4-FFF2-40B4-BE49-F238E27FC236}">
                <a16:creationId xmlns:a16="http://schemas.microsoft.com/office/drawing/2014/main" id="{1A1213DE-1745-4B28-9340-39BA0D0AED53}"/>
              </a:ext>
            </a:extLst>
          </p:cNvPr>
          <p:cNvGraphicFramePr>
            <a:graphicFrameLocks noGrp="1"/>
          </p:cNvGraphicFramePr>
          <p:nvPr>
            <p:extLst>
              <p:ext uri="{D42A27DB-BD31-4B8C-83A1-F6EECF244321}">
                <p14:modId xmlns:p14="http://schemas.microsoft.com/office/powerpoint/2010/main" val="2222061397"/>
              </p:ext>
            </p:extLst>
          </p:nvPr>
        </p:nvGraphicFramePr>
        <p:xfrm>
          <a:off x="962026" y="2841091"/>
          <a:ext cx="10391774" cy="2756698"/>
        </p:xfrm>
        <a:graphic>
          <a:graphicData uri="http://schemas.openxmlformats.org/drawingml/2006/table">
            <a:tbl>
              <a:tblPr firstRow="1" bandRow="1">
                <a:tableStyleId>{2D5ABB26-0587-4C30-8999-92F81FD0307C}</a:tableStyleId>
              </a:tblPr>
              <a:tblGrid>
                <a:gridCol w="1372000">
                  <a:extLst>
                    <a:ext uri="{9D8B030D-6E8A-4147-A177-3AD203B41FA5}">
                      <a16:colId xmlns:a16="http://schemas.microsoft.com/office/drawing/2014/main" val="2143044467"/>
                    </a:ext>
                  </a:extLst>
                </a:gridCol>
                <a:gridCol w="1172857">
                  <a:extLst>
                    <a:ext uri="{9D8B030D-6E8A-4147-A177-3AD203B41FA5}">
                      <a16:colId xmlns:a16="http://schemas.microsoft.com/office/drawing/2014/main" val="1666356106"/>
                    </a:ext>
                  </a:extLst>
                </a:gridCol>
                <a:gridCol w="1115451">
                  <a:extLst>
                    <a:ext uri="{9D8B030D-6E8A-4147-A177-3AD203B41FA5}">
                      <a16:colId xmlns:a16="http://schemas.microsoft.com/office/drawing/2014/main" val="974727838"/>
                    </a:ext>
                  </a:extLst>
                </a:gridCol>
                <a:gridCol w="1913512">
                  <a:extLst>
                    <a:ext uri="{9D8B030D-6E8A-4147-A177-3AD203B41FA5}">
                      <a16:colId xmlns:a16="http://schemas.microsoft.com/office/drawing/2014/main" val="4157617244"/>
                    </a:ext>
                  </a:extLst>
                </a:gridCol>
                <a:gridCol w="2314906">
                  <a:extLst>
                    <a:ext uri="{9D8B030D-6E8A-4147-A177-3AD203B41FA5}">
                      <a16:colId xmlns:a16="http://schemas.microsoft.com/office/drawing/2014/main" val="4152206099"/>
                    </a:ext>
                  </a:extLst>
                </a:gridCol>
                <a:gridCol w="2503048">
                  <a:extLst>
                    <a:ext uri="{9D8B030D-6E8A-4147-A177-3AD203B41FA5}">
                      <a16:colId xmlns:a16="http://schemas.microsoft.com/office/drawing/2014/main" val="2570444847"/>
                    </a:ext>
                  </a:extLst>
                </a:gridCol>
              </a:tblGrid>
              <a:tr h="457557">
                <a:tc>
                  <a:txBody>
                    <a:bodyPr/>
                    <a:lstStyle/>
                    <a:p>
                      <a:pPr marL="0" marR="0">
                        <a:lnSpc>
                          <a:spcPct val="107000"/>
                        </a:lnSpc>
                        <a:spcBef>
                          <a:spcPts val="0"/>
                        </a:spcBef>
                        <a:spcAft>
                          <a:spcPts val="0"/>
                        </a:spcAft>
                      </a:pPr>
                      <a:r>
                        <a:rPr lang="en-US" sz="1600">
                          <a:effectLst/>
                        </a:rPr>
                        <a:t>Student Name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Outreach Date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Contact Method</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Reason for contact</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Call notes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Next Steps/Follow up</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49342915"/>
                  </a:ext>
                </a:extLst>
              </a:tr>
              <a:tr h="2246475">
                <a:tc>
                  <a:txBody>
                    <a:bodyPr/>
                    <a:lstStyle/>
                    <a:p>
                      <a:pPr marL="0" marR="0">
                        <a:lnSpc>
                          <a:spcPct val="107000"/>
                        </a:lnSpc>
                        <a:spcBef>
                          <a:spcPts val="0"/>
                        </a:spcBef>
                        <a:spcAft>
                          <a:spcPts val="0"/>
                        </a:spcAft>
                      </a:pPr>
                      <a:r>
                        <a:rPr lang="en-US" sz="1600" dirty="0">
                          <a:effectLst/>
                        </a:rPr>
                        <a:t>Alejandro</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10/1</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Call</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To shout-out Alejandro for his recent reading test score—he is now reading above grade level.</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Alejandro’s dad was excited, mentioned that they had been reading together more at home recently</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Email Alejandro’s dad book recommendations so that he can continue to read with Alejandro at home.</a:t>
                      </a:r>
                      <a:endParaRPr lang="en-US" sz="2000" i="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10634409"/>
                  </a:ext>
                </a:extLst>
              </a:tr>
            </a:tbl>
          </a:graphicData>
        </a:graphic>
      </p:graphicFrame>
      <p:sp>
        <p:nvSpPr>
          <p:cNvPr id="5" name="Slide Number Placeholder 4">
            <a:extLst>
              <a:ext uri="{FF2B5EF4-FFF2-40B4-BE49-F238E27FC236}">
                <a16:creationId xmlns:a16="http://schemas.microsoft.com/office/drawing/2014/main" id="{E90D45F8-B257-40A5-B332-3A51EBAB0A0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643029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2BF9-5645-44A0-BAE5-7CEF0F020833}"/>
              </a:ext>
            </a:extLst>
          </p:cNvPr>
          <p:cNvSpPr>
            <a:spLocks noGrp="1"/>
          </p:cNvSpPr>
          <p:nvPr>
            <p:ph type="title"/>
          </p:nvPr>
        </p:nvSpPr>
        <p:spPr/>
        <p:txBody>
          <a:bodyPr/>
          <a:lstStyle/>
          <a:p>
            <a:r>
              <a:rPr lang="en-US" dirty="0"/>
              <a:t>Family Communication Tracking Log</a:t>
            </a:r>
          </a:p>
        </p:txBody>
      </p:sp>
      <p:sp>
        <p:nvSpPr>
          <p:cNvPr id="3" name="Content Placeholder 2">
            <a:extLst>
              <a:ext uri="{FF2B5EF4-FFF2-40B4-BE49-F238E27FC236}">
                <a16:creationId xmlns:a16="http://schemas.microsoft.com/office/drawing/2014/main" id="{48AF11FA-EC69-4FA1-BA6A-E3762AC3BE36}"/>
              </a:ext>
            </a:extLst>
          </p:cNvPr>
          <p:cNvSpPr>
            <a:spLocks noGrp="1"/>
          </p:cNvSpPr>
          <p:nvPr>
            <p:ph idx="1"/>
          </p:nvPr>
        </p:nvSpPr>
        <p:spPr/>
        <p:txBody>
          <a:bodyPr>
            <a:normAutofit lnSpcReduction="10000"/>
          </a:bodyPr>
          <a:lstStyle/>
          <a:p>
            <a:pPr marL="0" indent="0">
              <a:buNone/>
            </a:pPr>
            <a:r>
              <a:rPr lang="en-US" b="1" dirty="0"/>
              <a:t>Scenario #1:</a:t>
            </a:r>
          </a:p>
          <a:p>
            <a:pPr marL="0" indent="0">
              <a:buNone/>
            </a:pPr>
            <a:r>
              <a:rPr lang="en-US" dirty="0"/>
              <a:t>Stephanie has historically been a good student, but recently has had issues staying awake in class.  Knowing that her mom prefers to communicate by email, you send her a message explaining the situation. </a:t>
            </a:r>
          </a:p>
          <a:p>
            <a:pPr marL="0" indent="0">
              <a:buNone/>
            </a:pPr>
            <a:r>
              <a:rPr lang="en-US" dirty="0"/>
              <a:t>Her mom responded the next day and shared that their family recently welcomed a new baby sister, which has thrown off Stephanie’s bedtime routine. She commits to ensuring Stephanie goes to bed at a consistent time. You respond thanking her for the context and share that you can also provide Stephanie with opportunities to get a drink of water or to walk around to help her stay awake. </a:t>
            </a:r>
          </a:p>
        </p:txBody>
      </p:sp>
      <p:sp>
        <p:nvSpPr>
          <p:cNvPr id="5" name="Slide Number Placeholder 4">
            <a:extLst>
              <a:ext uri="{FF2B5EF4-FFF2-40B4-BE49-F238E27FC236}">
                <a16:creationId xmlns:a16="http://schemas.microsoft.com/office/drawing/2014/main" id="{E90D45F8-B257-40A5-B332-3A51EBAB0A0F}"/>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9343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2BF9-5645-44A0-BAE5-7CEF0F020833}"/>
              </a:ext>
            </a:extLst>
          </p:cNvPr>
          <p:cNvSpPr>
            <a:spLocks noGrp="1"/>
          </p:cNvSpPr>
          <p:nvPr>
            <p:ph type="title"/>
          </p:nvPr>
        </p:nvSpPr>
        <p:spPr/>
        <p:txBody>
          <a:bodyPr/>
          <a:lstStyle/>
          <a:p>
            <a:r>
              <a:rPr lang="en-US" dirty="0"/>
              <a:t>Family Communication Tracking Log </a:t>
            </a:r>
          </a:p>
        </p:txBody>
      </p:sp>
      <p:sp>
        <p:nvSpPr>
          <p:cNvPr id="3" name="Content Placeholder 2">
            <a:extLst>
              <a:ext uri="{FF2B5EF4-FFF2-40B4-BE49-F238E27FC236}">
                <a16:creationId xmlns:a16="http://schemas.microsoft.com/office/drawing/2014/main" id="{48AF11FA-EC69-4FA1-BA6A-E3762AC3BE36}"/>
              </a:ext>
            </a:extLst>
          </p:cNvPr>
          <p:cNvSpPr>
            <a:spLocks noGrp="1"/>
          </p:cNvSpPr>
          <p:nvPr>
            <p:ph idx="1"/>
          </p:nvPr>
        </p:nvSpPr>
        <p:spPr/>
        <p:txBody>
          <a:bodyPr/>
          <a:lstStyle/>
          <a:p>
            <a:pPr marL="0" indent="0">
              <a:buNone/>
            </a:pPr>
            <a:r>
              <a:rPr lang="en-US" b="1" dirty="0"/>
              <a:t>Scenario #2:</a:t>
            </a:r>
          </a:p>
          <a:p>
            <a:pPr marL="0" indent="0">
              <a:buNone/>
            </a:pPr>
            <a:r>
              <a:rPr lang="en-US" dirty="0"/>
              <a:t>Bryan has been late to class the last few days despite your efforts to get him to get to class on time. You see Bryan’s grandma at the basketball game and share his recent tardiness. She thanks you for letting her know and promises it will not happen anymore. She said she will speak with him about it after the game and provided her work phone number in case you need to contact her about this again. You agree to give her a call the next week if the issue continues. </a:t>
            </a:r>
          </a:p>
        </p:txBody>
      </p:sp>
      <p:sp>
        <p:nvSpPr>
          <p:cNvPr id="5" name="Slide Number Placeholder 4">
            <a:extLst>
              <a:ext uri="{FF2B5EF4-FFF2-40B4-BE49-F238E27FC236}">
                <a16:creationId xmlns:a16="http://schemas.microsoft.com/office/drawing/2014/main" id="{E90D45F8-B257-40A5-B332-3A51EBAB0A0F}"/>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2229043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A4D3-33A7-4D8F-AE5A-B006383DD21B}"/>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3472F971-CD4B-4510-ACDB-B53B305ED545}"/>
              </a:ext>
            </a:extLst>
          </p:cNvPr>
          <p:cNvSpPr>
            <a:spLocks noGrp="1"/>
          </p:cNvSpPr>
          <p:nvPr>
            <p:ph idx="1"/>
          </p:nvPr>
        </p:nvSpPr>
        <p:spPr>
          <a:xfrm>
            <a:off x="838200" y="1535185"/>
            <a:ext cx="10515600" cy="4641778"/>
          </a:xfrm>
        </p:spPr>
        <p:txBody>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Use the following scenario to complete questions 1 and 2.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000" i="1" dirty="0">
                <a:effectLst/>
                <a:latin typeface="Calibri" panose="020F0502020204030204" pitchFamily="34" charset="0"/>
                <a:ea typeface="Calibri" panose="020F0502020204030204" pitchFamily="34" charset="0"/>
                <a:cs typeface="Calibri" panose="020F0502020204030204" pitchFamily="34" charset="0"/>
              </a:rPr>
              <a:t>	Jasmine is a great student who is doing well in class but has not turned in three homework 	assignments in the last two weeks. You have called home before but have had </a:t>
            </a:r>
            <a:r>
              <a:rPr lang="en-US" sz="2000" i="1">
                <a:effectLst/>
                <a:latin typeface="Calibri" panose="020F0502020204030204" pitchFamily="34" charset="0"/>
                <a:ea typeface="Calibri" panose="020F0502020204030204" pitchFamily="34" charset="0"/>
                <a:cs typeface="Calibri" panose="020F0502020204030204" pitchFamily="34" charset="0"/>
              </a:rPr>
              <a:t>trouble 	getting </a:t>
            </a:r>
            <a:r>
              <a:rPr lang="en-US" sz="2000" i="1" dirty="0">
                <a:effectLst/>
                <a:latin typeface="Calibri" panose="020F0502020204030204" pitchFamily="34" charset="0"/>
                <a:ea typeface="Calibri" panose="020F0502020204030204" pitchFamily="34" charset="0"/>
                <a:cs typeface="Calibri" panose="020F0502020204030204" pitchFamily="34" charset="0"/>
              </a:rPr>
              <a:t>someone on the phone.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mj-lt"/>
              <a:buAutoNum type="arabicPeriod"/>
            </a:pPr>
            <a:r>
              <a:rPr lang="en-US" sz="2000" dirty="0">
                <a:effectLst/>
                <a:latin typeface="Calibri" panose="020F0502020204030204" pitchFamily="34" charset="0"/>
                <a:ea typeface="Calibri" panose="020F0502020204030204" pitchFamily="34" charset="0"/>
                <a:cs typeface="Calibri" panose="020F0502020204030204" pitchFamily="34" charset="0"/>
              </a:rPr>
              <a:t>What other methods of communication can you use to contact Jasmine’s family? </a:t>
            </a:r>
          </a:p>
          <a:p>
            <a:pPr marL="342900" marR="0" lvl="0" indent="-342900">
              <a:lnSpc>
                <a:spcPct val="107000"/>
              </a:lnSpc>
              <a:spcBef>
                <a:spcPts val="0"/>
              </a:spcBef>
              <a:spcAft>
                <a:spcPts val="800"/>
              </a:spcAft>
              <a:buFont typeface="+mj-lt"/>
              <a:buAutoNum type="arabicPeriod"/>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mj-lt"/>
              <a:buAutoNum type="arabicPeriod"/>
            </a:pPr>
            <a:r>
              <a:rPr lang="en-US" sz="2000" dirty="0">
                <a:effectLst/>
                <a:latin typeface="Calibri" panose="020F0502020204030204" pitchFamily="34" charset="0"/>
                <a:ea typeface="Calibri" panose="020F0502020204030204" pitchFamily="34" charset="0"/>
                <a:cs typeface="Calibri" panose="020F0502020204030204" pitchFamily="34" charset="0"/>
              </a:rPr>
              <a:t>Use your suggested communication method to complete the Family Communication Tracking Log below as if you were able to communicate with Jasmine’s family. Feel free to get creative with your notes and next steps!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5" name="Slide Number Placeholder 4">
            <a:extLst>
              <a:ext uri="{FF2B5EF4-FFF2-40B4-BE49-F238E27FC236}">
                <a16:creationId xmlns:a16="http://schemas.microsoft.com/office/drawing/2014/main" id="{1A42D33A-ACB1-4B18-A2F3-DBD50339526B}"/>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1333249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1699</TotalTime>
  <Words>863</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Arial</vt:lpstr>
      <vt:lpstr>Calibri</vt:lpstr>
      <vt:lpstr>Calibri Light</vt:lpstr>
      <vt:lpstr>Office Theme</vt:lpstr>
      <vt:lpstr>1_Office Theme</vt:lpstr>
      <vt:lpstr>Instructional Practices| Unit 3: Knowledge of Students to Drive Instruction | Lesson 3.09</vt:lpstr>
      <vt:lpstr>TEKS Standards &amp; Objectives</vt:lpstr>
      <vt:lpstr>Bellringer</vt:lpstr>
      <vt:lpstr>Communicating with families is a great way to:</vt:lpstr>
      <vt:lpstr>How can teachers communicate with families?</vt:lpstr>
      <vt:lpstr>Parent Communication Success Criteria</vt:lpstr>
      <vt:lpstr>Communication Role Play</vt:lpstr>
      <vt:lpstr>Tracking Communication with Families </vt:lpstr>
      <vt:lpstr>Family Communication Tracking Log</vt:lpstr>
      <vt:lpstr>Family Communication Tracking Log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3.09: Engaging Families to Improve Student Outcomes</dc:title>
  <dc:subject>Lesson 3.09: Engaging Families to Improve Student Outcomes</dc:subject>
  <dc:creator>Texas Education Agency</dc:creator>
  <cp:lastModifiedBy>White (she/her), Whitney</cp:lastModifiedBy>
  <cp:revision>9</cp:revision>
  <dcterms:created xsi:type="dcterms:W3CDTF">2022-05-09T19:40:20Z</dcterms:created>
  <dcterms:modified xsi:type="dcterms:W3CDTF">2023-08-31T01:53:58Z</dcterms:modified>
</cp:coreProperties>
</file>
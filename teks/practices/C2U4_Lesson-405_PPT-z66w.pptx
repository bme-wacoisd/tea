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8" r:id="rId2"/>
  </p:sldMasterIdLst>
  <p:notesMasterIdLst>
    <p:notesMasterId r:id="rId12"/>
  </p:notesMasterIdLst>
  <p:sldIdLst>
    <p:sldId id="285" r:id="rId3"/>
    <p:sldId id="259" r:id="rId4"/>
    <p:sldId id="258" r:id="rId5"/>
    <p:sldId id="294" r:id="rId6"/>
    <p:sldId id="261" r:id="rId7"/>
    <p:sldId id="295" r:id="rId8"/>
    <p:sldId id="296" r:id="rId9"/>
    <p:sldId id="297" r:id="rId10"/>
    <p:sldId id="29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eper, Martha" initials="HM" lastIdx="2" clrIdx="0">
    <p:extLst>
      <p:ext uri="{19B8F6BF-5375-455C-9EA6-DF929625EA0E}">
        <p15:presenceInfo xmlns:p15="http://schemas.microsoft.com/office/powerpoint/2012/main" userId="S::mhoeper@rti.org::ff51605c-305b-4384-af24-13ba70b4092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800"/>
    <a:srgbClr val="717171"/>
    <a:srgbClr val="FF0000"/>
    <a:srgbClr val="780000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A58EB0-5E01-4043-AA78-EE2D2874A484}" v="5" dt="2022-09-17T02:02:37.3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2" d="100"/>
          <a:sy n="62" d="100"/>
        </p:scale>
        <p:origin x="3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22634878-80B1-45B3-B9BE-880833377E66}"/>
    <pc:docChg chg="undo custSel addSld delSld modSld sldOrd">
      <pc:chgData name="White, Whitney" userId="65f39021-2f1d-4d8b-87dc-b123826f65bf" providerId="ADAL" clId="{22634878-80B1-45B3-B9BE-880833377E66}" dt="2022-06-10T20:10:31.599" v="1099" actId="403"/>
      <pc:docMkLst>
        <pc:docMk/>
      </pc:docMkLst>
      <pc:sldChg chg="modSp mod">
        <pc:chgData name="White, Whitney" userId="65f39021-2f1d-4d8b-87dc-b123826f65bf" providerId="ADAL" clId="{22634878-80B1-45B3-B9BE-880833377E66}" dt="2022-06-10T19:51:14.006" v="133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22634878-80B1-45B3-B9BE-880833377E66}" dt="2022-06-10T19:50:52.876" v="33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22634878-80B1-45B3-B9BE-880833377E66}" dt="2022-06-10T19:51:14.006" v="133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Sp del mod">
        <pc:chgData name="White, Whitney" userId="65f39021-2f1d-4d8b-87dc-b123826f65bf" providerId="ADAL" clId="{22634878-80B1-45B3-B9BE-880833377E66}" dt="2022-06-10T19:51:47.468" v="196" actId="2696"/>
        <pc:sldMkLst>
          <pc:docMk/>
          <pc:sldMk cId="2875402532" sldId="257"/>
        </pc:sldMkLst>
        <pc:spChg chg="del">
          <ac:chgData name="White, Whitney" userId="65f39021-2f1d-4d8b-87dc-b123826f65bf" providerId="ADAL" clId="{22634878-80B1-45B3-B9BE-880833377E66}" dt="2022-06-10T19:49:24.452" v="0" actId="21"/>
          <ac:spMkLst>
            <pc:docMk/>
            <pc:sldMk cId="2875402532" sldId="257"/>
            <ac:spMk id="4" creationId="{65501AFF-23E0-4DC7-A670-5487F12FC4DF}"/>
          </ac:spMkLst>
        </pc:spChg>
      </pc:sldChg>
      <pc:sldChg chg="delSp modSp new mod">
        <pc:chgData name="White, Whitney" userId="65f39021-2f1d-4d8b-87dc-b123826f65bf" providerId="ADAL" clId="{22634878-80B1-45B3-B9BE-880833377E66}" dt="2022-06-10T19:52:16.324" v="223" actId="403"/>
        <pc:sldMkLst>
          <pc:docMk/>
          <pc:sldMk cId="3498669634" sldId="258"/>
        </pc:sldMkLst>
        <pc:spChg chg="mod">
          <ac:chgData name="White, Whitney" userId="65f39021-2f1d-4d8b-87dc-b123826f65bf" providerId="ADAL" clId="{22634878-80B1-45B3-B9BE-880833377E66}" dt="2022-06-10T19:51:22.444" v="146" actId="20577"/>
          <ac:spMkLst>
            <pc:docMk/>
            <pc:sldMk cId="3498669634" sldId="258"/>
            <ac:spMk id="2" creationId="{247BC703-73DC-4C76-A110-4608769E00F4}"/>
          </ac:spMkLst>
        </pc:spChg>
        <pc:spChg chg="mod">
          <ac:chgData name="White, Whitney" userId="65f39021-2f1d-4d8b-87dc-b123826f65bf" providerId="ADAL" clId="{22634878-80B1-45B3-B9BE-880833377E66}" dt="2022-06-10T19:52:16.324" v="223" actId="403"/>
          <ac:spMkLst>
            <pc:docMk/>
            <pc:sldMk cId="3498669634" sldId="258"/>
            <ac:spMk id="3" creationId="{7618234E-FC9B-43F9-BA3B-8835621786C9}"/>
          </ac:spMkLst>
        </pc:spChg>
        <pc:spChg chg="del">
          <ac:chgData name="White, Whitney" userId="65f39021-2f1d-4d8b-87dc-b123826f65bf" providerId="ADAL" clId="{22634878-80B1-45B3-B9BE-880833377E66}" dt="2022-06-10T19:51:25.719" v="147" actId="21"/>
          <ac:spMkLst>
            <pc:docMk/>
            <pc:sldMk cId="3498669634" sldId="258"/>
            <ac:spMk id="4" creationId="{AC988AFB-FDF0-42C7-9C25-13D705BAC2B2}"/>
          </ac:spMkLst>
        </pc:spChg>
      </pc:sldChg>
      <pc:sldChg chg="delSp modSp new mod">
        <pc:chgData name="White, Whitney" userId="65f39021-2f1d-4d8b-87dc-b123826f65bf" providerId="ADAL" clId="{22634878-80B1-45B3-B9BE-880833377E66}" dt="2022-06-10T19:53:16.600" v="354" actId="20577"/>
        <pc:sldMkLst>
          <pc:docMk/>
          <pc:sldMk cId="1307505729" sldId="259"/>
        </pc:sldMkLst>
        <pc:spChg chg="mod">
          <ac:chgData name="White, Whitney" userId="65f39021-2f1d-4d8b-87dc-b123826f65bf" providerId="ADAL" clId="{22634878-80B1-45B3-B9BE-880833377E66}" dt="2022-06-10T19:51:32.373" v="180" actId="20577"/>
          <ac:spMkLst>
            <pc:docMk/>
            <pc:sldMk cId="1307505729" sldId="259"/>
            <ac:spMk id="2" creationId="{68F79BA4-C337-4CE5-ADB9-C2A0FFB3FFD0}"/>
          </ac:spMkLst>
        </pc:spChg>
        <pc:spChg chg="mod">
          <ac:chgData name="White, Whitney" userId="65f39021-2f1d-4d8b-87dc-b123826f65bf" providerId="ADAL" clId="{22634878-80B1-45B3-B9BE-880833377E66}" dt="2022-06-10T19:53:16.600" v="354" actId="20577"/>
          <ac:spMkLst>
            <pc:docMk/>
            <pc:sldMk cId="1307505729" sldId="259"/>
            <ac:spMk id="3" creationId="{67CAD925-FCFD-461D-BC7C-6CB61FDED223}"/>
          </ac:spMkLst>
        </pc:spChg>
        <pc:spChg chg="del mod">
          <ac:chgData name="White, Whitney" userId="65f39021-2f1d-4d8b-87dc-b123826f65bf" providerId="ADAL" clId="{22634878-80B1-45B3-B9BE-880833377E66}" dt="2022-06-10T19:53:10.451" v="344" actId="21"/>
          <ac:spMkLst>
            <pc:docMk/>
            <pc:sldMk cId="1307505729" sldId="259"/>
            <ac:spMk id="4" creationId="{E8509E9E-3471-4609-871C-155EB42CA443}"/>
          </ac:spMkLst>
        </pc:spChg>
      </pc:sldChg>
      <pc:sldChg chg="delSp modSp new del mod">
        <pc:chgData name="White, Whitney" userId="65f39021-2f1d-4d8b-87dc-b123826f65bf" providerId="ADAL" clId="{22634878-80B1-45B3-B9BE-880833377E66}" dt="2022-06-10T20:09:46.911" v="932" actId="2696"/>
        <pc:sldMkLst>
          <pc:docMk/>
          <pc:sldMk cId="312138047" sldId="260"/>
        </pc:sldMkLst>
        <pc:spChg chg="mod">
          <ac:chgData name="White, Whitney" userId="65f39021-2f1d-4d8b-87dc-b123826f65bf" providerId="ADAL" clId="{22634878-80B1-45B3-B9BE-880833377E66}" dt="2022-06-10T20:09:08.639" v="931" actId="20577"/>
          <ac:spMkLst>
            <pc:docMk/>
            <pc:sldMk cId="312138047" sldId="260"/>
            <ac:spMk id="2" creationId="{D64D31BF-B307-42E2-AA73-6BFF3D68BAF5}"/>
          </ac:spMkLst>
        </pc:spChg>
        <pc:spChg chg="del">
          <ac:chgData name="White, Whitney" userId="65f39021-2f1d-4d8b-87dc-b123826f65bf" providerId="ADAL" clId="{22634878-80B1-45B3-B9BE-880833377E66}" dt="2022-06-10T19:51:45.862" v="195" actId="21"/>
          <ac:spMkLst>
            <pc:docMk/>
            <pc:sldMk cId="312138047" sldId="260"/>
            <ac:spMk id="4" creationId="{3FE1A305-6F96-47E0-8272-8E1382F1896E}"/>
          </ac:spMkLst>
        </pc:spChg>
      </pc:sldChg>
      <pc:sldChg chg="addSp delSp modSp new mod">
        <pc:chgData name="White, Whitney" userId="65f39021-2f1d-4d8b-87dc-b123826f65bf" providerId="ADAL" clId="{22634878-80B1-45B3-B9BE-880833377E66}" dt="2022-06-10T20:00:59.605" v="382" actId="207"/>
        <pc:sldMkLst>
          <pc:docMk/>
          <pc:sldMk cId="2759572720" sldId="261"/>
        </pc:sldMkLst>
        <pc:spChg chg="del">
          <ac:chgData name="White, Whitney" userId="65f39021-2f1d-4d8b-87dc-b123826f65bf" providerId="ADAL" clId="{22634878-80B1-45B3-B9BE-880833377E66}" dt="2022-06-10T19:54:22.866" v="356" actId="21"/>
          <ac:spMkLst>
            <pc:docMk/>
            <pc:sldMk cId="2759572720" sldId="261"/>
            <ac:spMk id="2" creationId="{3E5EFFEA-EA7D-4792-A46B-06440B65C1B7}"/>
          </ac:spMkLst>
        </pc:spChg>
        <pc:spChg chg="del">
          <ac:chgData name="White, Whitney" userId="65f39021-2f1d-4d8b-87dc-b123826f65bf" providerId="ADAL" clId="{22634878-80B1-45B3-B9BE-880833377E66}" dt="2022-06-10T19:54:25.450" v="357" actId="21"/>
          <ac:spMkLst>
            <pc:docMk/>
            <pc:sldMk cId="2759572720" sldId="261"/>
            <ac:spMk id="3" creationId="{406D0B04-3123-494E-9D66-E85BB917E71B}"/>
          </ac:spMkLst>
        </pc:spChg>
        <pc:spChg chg="add del mod">
          <ac:chgData name="White, Whitney" userId="65f39021-2f1d-4d8b-87dc-b123826f65bf" providerId="ADAL" clId="{22634878-80B1-45B3-B9BE-880833377E66}" dt="2022-06-10T19:58:29.548" v="363" actId="21"/>
          <ac:spMkLst>
            <pc:docMk/>
            <pc:sldMk cId="2759572720" sldId="261"/>
            <ac:spMk id="5" creationId="{17480D80-82B3-4919-BCDD-E0327D20069C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7" creationId="{F9FEE4F0-5898-4316-B4D2-161FBFDA9066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8" creationId="{4CCAA603-71CB-4381-9FBB-251F2C62619D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9" creationId="{92215DAB-72FD-43FD-8A8D-2D2F76BBCFE1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10" creationId="{87AEF25E-4DA7-4E7C-921D-B7E22C0DC3E6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11" creationId="{317423A3-44C8-4FC5-A96A-216073FD334C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12" creationId="{39E2EA6D-4E97-42B5-A465-83FA1A9DA81C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13" creationId="{D3F0530F-9093-41CD-BBB2-6301293131A4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14" creationId="{71361A70-161A-4591-9D1A-271A2053C76F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15" creationId="{FCA01494-9B82-4AD6-8E80-2AC961EEEEFB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16" creationId="{4E4638BB-9204-4369-8F76-1674AC422A55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17" creationId="{CE79C97A-FDF0-44FF-A9EB-7C4530EE486C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18" creationId="{ECFEBA8E-CC09-4666-A05A-8785BEC1234E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19" creationId="{98B9237D-E725-4A11-BB92-06EE49453E22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20" creationId="{FE7012F3-DA9D-4E98-B9BB-C9875FB84120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21" creationId="{B09F401F-C7CA-482C-A2BE-D3ADD74CE7EE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22" creationId="{33B1D3A7-699A-40AA-A28E-8ECD7D5E391D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23" creationId="{E8FEC72C-02E0-4E48-8188-EB54D03CA65E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24" creationId="{2C951FC8-1763-410D-A247-71E75882B478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25" creationId="{63537D59-94FA-4711-A271-B1BC0460823C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26" creationId="{F8AE6F7B-EB85-43DE-AEA7-99D02CD0C9F0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27" creationId="{1073B394-F96A-4AD9-9B31-E249313DC1B0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28" creationId="{9696796E-FD0C-45BB-A2A4-A0A4E74CB03F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29" creationId="{798C701C-5683-489E-AEAE-B181744DC058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30" creationId="{CA8AEAE1-1FF7-4AF3-A51E-CAC0400054BA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31" creationId="{DCB3F67E-6F69-4A3A-9B36-9BEC3ADC22FD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32" creationId="{60C8E93F-A3E2-4CF3-B025-5390AFE12789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33" creationId="{953A9BDE-C774-4807-87EF-7A7D9AAE4A62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35" creationId="{0FAF433D-A7CE-4D8E-9A2A-A37E85488818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39" creationId="{E3A96B88-20FE-42B4-B71B-C611B857E541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40" creationId="{1C7B78CE-2532-42F1-97E0-E3C1C41ABB47}"/>
          </ac:spMkLst>
        </pc:spChg>
        <pc:spChg chg="mod">
          <ac:chgData name="White, Whitney" userId="65f39021-2f1d-4d8b-87dc-b123826f65bf" providerId="ADAL" clId="{22634878-80B1-45B3-B9BE-880833377E66}" dt="2022-06-10T20:00:59.605" v="382" actId="207"/>
          <ac:spMkLst>
            <pc:docMk/>
            <pc:sldMk cId="2759572720" sldId="261"/>
            <ac:spMk id="41" creationId="{ABDB7C63-2F15-4E6C-9FA8-EDC5C6E3D620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42" creationId="{1AAECE6F-95E3-4DFB-A5E9-81CAAE1B3FD5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43" creationId="{891436DF-E06C-47AA-949A-034FC6CFFC20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45" creationId="{532D40B5-5A2E-43F4-9BBA-B8CF0B588BCD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47" creationId="{2C1F2000-9D53-4CC0-801B-DD45C9F53AC6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49" creationId="{0C581E79-A03F-4559-9868-234FFE222070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50" creationId="{B8740C77-1A6B-46E1-A292-A273016A880D}"/>
          </ac:spMkLst>
        </pc:spChg>
        <pc:spChg chg="mod ord">
          <ac:chgData name="White, Whitney" userId="65f39021-2f1d-4d8b-87dc-b123826f65bf" providerId="ADAL" clId="{22634878-80B1-45B3-B9BE-880833377E66}" dt="2022-06-10T20:00:54.003" v="381" actId="207"/>
          <ac:spMkLst>
            <pc:docMk/>
            <pc:sldMk cId="2759572720" sldId="261"/>
            <ac:spMk id="51" creationId="{282CA22E-4AB7-4C44-9E2D-035CE0643ABF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54" creationId="{B6F13F9C-D4B7-46EC-9943-A65F33E17236}"/>
          </ac:spMkLst>
        </pc:spChg>
        <pc:spChg chg="mod">
          <ac:chgData name="White, Whitney" userId="65f39021-2f1d-4d8b-87dc-b123826f65bf" providerId="ADAL" clId="{22634878-80B1-45B3-B9BE-880833377E66}" dt="2022-06-10T19:58:14.617" v="362"/>
          <ac:spMkLst>
            <pc:docMk/>
            <pc:sldMk cId="2759572720" sldId="261"/>
            <ac:spMk id="55" creationId="{3980CB09-796F-4F7B-BA18-0D23ECD253BF}"/>
          </ac:spMkLst>
        </pc:spChg>
        <pc:grpChg chg="add mod">
          <ac:chgData name="White, Whitney" userId="65f39021-2f1d-4d8b-87dc-b123826f65bf" providerId="ADAL" clId="{22634878-80B1-45B3-B9BE-880833377E66}" dt="2022-06-10T19:58:38.769" v="364" actId="1076"/>
          <ac:grpSpMkLst>
            <pc:docMk/>
            <pc:sldMk cId="2759572720" sldId="261"/>
            <ac:grpSpMk id="6" creationId="{E620649E-46C9-4F05-910C-CB5B94A7BC6A}"/>
          </ac:grpSpMkLst>
        </pc:grpChg>
        <pc:grpChg chg="mod">
          <ac:chgData name="White, Whitney" userId="65f39021-2f1d-4d8b-87dc-b123826f65bf" providerId="ADAL" clId="{22634878-80B1-45B3-B9BE-880833377E66}" dt="2022-06-10T19:58:14.617" v="362"/>
          <ac:grpSpMkLst>
            <pc:docMk/>
            <pc:sldMk cId="2759572720" sldId="261"/>
            <ac:grpSpMk id="38" creationId="{C6138DF7-3E10-416B-982C-19911BA58C65}"/>
          </ac:grpSpMkLst>
        </pc:grpChg>
        <pc:grpChg chg="mod">
          <ac:chgData name="White, Whitney" userId="65f39021-2f1d-4d8b-87dc-b123826f65bf" providerId="ADAL" clId="{22634878-80B1-45B3-B9BE-880833377E66}" dt="2022-06-10T19:58:14.617" v="362"/>
          <ac:grpSpMkLst>
            <pc:docMk/>
            <pc:sldMk cId="2759572720" sldId="261"/>
            <ac:grpSpMk id="48" creationId="{53301677-93D8-45B7-B9F6-B38941AB994A}"/>
          </ac:grpSpMkLst>
        </pc:grpChg>
        <pc:grpChg chg="mod">
          <ac:chgData name="White, Whitney" userId="65f39021-2f1d-4d8b-87dc-b123826f65bf" providerId="ADAL" clId="{22634878-80B1-45B3-B9BE-880833377E66}" dt="2022-06-10T19:58:14.617" v="362"/>
          <ac:grpSpMkLst>
            <pc:docMk/>
            <pc:sldMk cId="2759572720" sldId="261"/>
            <ac:grpSpMk id="53" creationId="{1C5EF434-1E88-4DBB-93D1-75BBF173BB86}"/>
          </ac:grpSpMkLst>
        </pc:grpChg>
        <pc:picChg chg="mod">
          <ac:chgData name="White, Whitney" userId="65f39021-2f1d-4d8b-87dc-b123826f65bf" providerId="ADAL" clId="{22634878-80B1-45B3-B9BE-880833377E66}" dt="2022-06-10T19:58:14.617" v="362"/>
          <ac:picMkLst>
            <pc:docMk/>
            <pc:sldMk cId="2759572720" sldId="261"/>
            <ac:picMk id="52" creationId="{7824AD75-3340-4DAA-A174-9D8F4A079989}"/>
          </ac:picMkLst>
        </pc:picChg>
        <pc:cxnChg chg="mod">
          <ac:chgData name="White, Whitney" userId="65f39021-2f1d-4d8b-87dc-b123826f65bf" providerId="ADAL" clId="{22634878-80B1-45B3-B9BE-880833377E66}" dt="2022-06-10T19:58:14.617" v="362"/>
          <ac:cxnSpMkLst>
            <pc:docMk/>
            <pc:sldMk cId="2759572720" sldId="261"/>
            <ac:cxnSpMk id="34" creationId="{73B083D9-4A02-4513-B81E-9CFB78A6A10B}"/>
          </ac:cxnSpMkLst>
        </pc:cxnChg>
        <pc:cxnChg chg="mod">
          <ac:chgData name="White, Whitney" userId="65f39021-2f1d-4d8b-87dc-b123826f65bf" providerId="ADAL" clId="{22634878-80B1-45B3-B9BE-880833377E66}" dt="2022-06-10T19:58:14.617" v="362"/>
          <ac:cxnSpMkLst>
            <pc:docMk/>
            <pc:sldMk cId="2759572720" sldId="261"/>
            <ac:cxnSpMk id="36" creationId="{C488AFA5-8023-4CE7-98D3-D703AB1D6DD7}"/>
          </ac:cxnSpMkLst>
        </pc:cxnChg>
        <pc:cxnChg chg="mod">
          <ac:chgData name="White, Whitney" userId="65f39021-2f1d-4d8b-87dc-b123826f65bf" providerId="ADAL" clId="{22634878-80B1-45B3-B9BE-880833377E66}" dt="2022-06-10T19:58:14.617" v="362"/>
          <ac:cxnSpMkLst>
            <pc:docMk/>
            <pc:sldMk cId="2759572720" sldId="261"/>
            <ac:cxnSpMk id="37" creationId="{265773FC-AB5B-4770-99CC-FEEDBB9FD5F1}"/>
          </ac:cxnSpMkLst>
        </pc:cxnChg>
        <pc:cxnChg chg="mod">
          <ac:chgData name="White, Whitney" userId="65f39021-2f1d-4d8b-87dc-b123826f65bf" providerId="ADAL" clId="{22634878-80B1-45B3-B9BE-880833377E66}" dt="2022-06-10T19:58:14.617" v="362"/>
          <ac:cxnSpMkLst>
            <pc:docMk/>
            <pc:sldMk cId="2759572720" sldId="261"/>
            <ac:cxnSpMk id="44" creationId="{EBC73529-56ED-409D-AFFD-D08D127A4EEB}"/>
          </ac:cxnSpMkLst>
        </pc:cxnChg>
        <pc:cxnChg chg="mod">
          <ac:chgData name="White, Whitney" userId="65f39021-2f1d-4d8b-87dc-b123826f65bf" providerId="ADAL" clId="{22634878-80B1-45B3-B9BE-880833377E66}" dt="2022-06-10T19:58:14.617" v="362"/>
          <ac:cxnSpMkLst>
            <pc:docMk/>
            <pc:sldMk cId="2759572720" sldId="261"/>
            <ac:cxnSpMk id="46" creationId="{5B7F6913-67CA-4E47-AE42-95F7E0211D50}"/>
          </ac:cxnSpMkLst>
        </pc:cxnChg>
      </pc:sldChg>
      <pc:sldChg chg="add ord">
        <pc:chgData name="White, Whitney" userId="65f39021-2f1d-4d8b-87dc-b123826f65bf" providerId="ADAL" clId="{22634878-80B1-45B3-B9BE-880833377E66}" dt="2022-06-10T19:54:41.837" v="361"/>
        <pc:sldMkLst>
          <pc:docMk/>
          <pc:sldMk cId="230325457" sldId="294"/>
        </pc:sldMkLst>
      </pc:sldChg>
      <pc:sldChg chg="addSp delSp modSp new mod modClrScheme modAnim chgLayout">
        <pc:chgData name="White, Whitney" userId="65f39021-2f1d-4d8b-87dc-b123826f65bf" providerId="ADAL" clId="{22634878-80B1-45B3-B9BE-880833377E66}" dt="2022-06-10T20:03:51.794" v="519"/>
        <pc:sldMkLst>
          <pc:docMk/>
          <pc:sldMk cId="3121993150" sldId="295"/>
        </pc:sldMkLst>
        <pc:spChg chg="mod ord">
          <ac:chgData name="White, Whitney" userId="65f39021-2f1d-4d8b-87dc-b123826f65bf" providerId="ADAL" clId="{22634878-80B1-45B3-B9BE-880833377E66}" dt="2022-06-10T20:01:36.410" v="400" actId="700"/>
          <ac:spMkLst>
            <pc:docMk/>
            <pc:sldMk cId="3121993150" sldId="295"/>
            <ac:spMk id="2" creationId="{BF1F8042-8B20-4CFB-A221-4F8FE5DBCED8}"/>
          </ac:spMkLst>
        </pc:spChg>
        <pc:spChg chg="del">
          <ac:chgData name="White, Whitney" userId="65f39021-2f1d-4d8b-87dc-b123826f65bf" providerId="ADAL" clId="{22634878-80B1-45B3-B9BE-880833377E66}" dt="2022-06-10T20:01:29.700" v="398" actId="21"/>
          <ac:spMkLst>
            <pc:docMk/>
            <pc:sldMk cId="3121993150" sldId="295"/>
            <ac:spMk id="3" creationId="{3DD1B7F1-BEEB-4856-968D-2D33748F7257}"/>
          </ac:spMkLst>
        </pc:spChg>
        <pc:spChg chg="mod ord">
          <ac:chgData name="White, Whitney" userId="65f39021-2f1d-4d8b-87dc-b123826f65bf" providerId="ADAL" clId="{22634878-80B1-45B3-B9BE-880833377E66}" dt="2022-06-10T20:01:36.410" v="400" actId="700"/>
          <ac:spMkLst>
            <pc:docMk/>
            <pc:sldMk cId="3121993150" sldId="295"/>
            <ac:spMk id="4" creationId="{DA28BA45-3125-4C40-AA27-6408E35265C5}"/>
          </ac:spMkLst>
        </pc:spChg>
        <pc:spChg chg="add mod ord">
          <ac:chgData name="White, Whitney" userId="65f39021-2f1d-4d8b-87dc-b123826f65bf" providerId="ADAL" clId="{22634878-80B1-45B3-B9BE-880833377E66}" dt="2022-06-10T20:03:37.215" v="516" actId="27636"/>
          <ac:spMkLst>
            <pc:docMk/>
            <pc:sldMk cId="3121993150" sldId="295"/>
            <ac:spMk id="5" creationId="{9255932B-8937-48BE-8A4E-7F07C2F1B92F}"/>
          </ac:spMkLst>
        </pc:spChg>
      </pc:sldChg>
      <pc:sldChg chg="modSp add mod modAnim">
        <pc:chgData name="White, Whitney" userId="65f39021-2f1d-4d8b-87dc-b123826f65bf" providerId="ADAL" clId="{22634878-80B1-45B3-B9BE-880833377E66}" dt="2022-06-10T20:05:40.098" v="603"/>
        <pc:sldMkLst>
          <pc:docMk/>
          <pc:sldMk cId="1908838629" sldId="296"/>
        </pc:sldMkLst>
        <pc:spChg chg="mod">
          <ac:chgData name="White, Whitney" userId="65f39021-2f1d-4d8b-87dc-b123826f65bf" providerId="ADAL" clId="{22634878-80B1-45B3-B9BE-880833377E66}" dt="2022-06-10T20:05:30.284" v="602" actId="114"/>
          <ac:spMkLst>
            <pc:docMk/>
            <pc:sldMk cId="1908838629" sldId="296"/>
            <ac:spMk id="5" creationId="{9255932B-8937-48BE-8A4E-7F07C2F1B92F}"/>
          </ac:spMkLst>
        </pc:spChg>
      </pc:sldChg>
      <pc:sldChg chg="modSp add mod ord">
        <pc:chgData name="White, Whitney" userId="65f39021-2f1d-4d8b-87dc-b123826f65bf" providerId="ADAL" clId="{22634878-80B1-45B3-B9BE-880833377E66}" dt="2022-06-10T20:08:25.099" v="918" actId="114"/>
        <pc:sldMkLst>
          <pc:docMk/>
          <pc:sldMk cId="3763159512" sldId="297"/>
        </pc:sldMkLst>
        <pc:spChg chg="mod">
          <ac:chgData name="White, Whitney" userId="65f39021-2f1d-4d8b-87dc-b123826f65bf" providerId="ADAL" clId="{22634878-80B1-45B3-B9BE-880833377E66}" dt="2022-06-10T20:07:44.261" v="677" actId="20577"/>
          <ac:spMkLst>
            <pc:docMk/>
            <pc:sldMk cId="3763159512" sldId="297"/>
            <ac:spMk id="2" creationId="{D64D31BF-B307-42E2-AA73-6BFF3D68BAF5}"/>
          </ac:spMkLst>
        </pc:spChg>
        <pc:spChg chg="mod">
          <ac:chgData name="White, Whitney" userId="65f39021-2f1d-4d8b-87dc-b123826f65bf" providerId="ADAL" clId="{22634878-80B1-45B3-B9BE-880833377E66}" dt="2022-06-10T20:08:25.099" v="918" actId="114"/>
          <ac:spMkLst>
            <pc:docMk/>
            <pc:sldMk cId="3763159512" sldId="297"/>
            <ac:spMk id="3" creationId="{E5B629AB-9A06-4A14-AFDC-24907142316B}"/>
          </ac:spMkLst>
        </pc:spChg>
      </pc:sldChg>
      <pc:sldChg chg="modSp add mod ord">
        <pc:chgData name="White, Whitney" userId="65f39021-2f1d-4d8b-87dc-b123826f65bf" providerId="ADAL" clId="{22634878-80B1-45B3-B9BE-880833377E66}" dt="2022-06-10T20:10:31.599" v="1099" actId="403"/>
        <pc:sldMkLst>
          <pc:docMk/>
          <pc:sldMk cId="2415502084" sldId="298"/>
        </pc:sldMkLst>
        <pc:spChg chg="mod">
          <ac:chgData name="White, Whitney" userId="65f39021-2f1d-4d8b-87dc-b123826f65bf" providerId="ADAL" clId="{22634878-80B1-45B3-B9BE-880833377E66}" dt="2022-06-10T20:10:31.599" v="1099" actId="403"/>
          <ac:spMkLst>
            <pc:docMk/>
            <pc:sldMk cId="2415502084" sldId="298"/>
            <ac:spMk id="3" creationId="{E5B629AB-9A06-4A14-AFDC-24907142316B}"/>
          </ac:spMkLst>
        </pc:spChg>
      </pc:sldChg>
    </pc:docChg>
  </pc:docChgLst>
  <pc:docChgLst>
    <pc:chgData name="White, Whitney" userId="65f39021-2f1d-4d8b-87dc-b123826f65bf" providerId="ADAL" clId="{67355D04-C159-4E11-9258-41AE6737238C}"/>
    <pc:docChg chg="modSld sldOrd">
      <pc:chgData name="White, Whitney" userId="65f39021-2f1d-4d8b-87dc-b123826f65bf" providerId="ADAL" clId="{67355D04-C159-4E11-9258-41AE6737238C}" dt="2022-06-13T20:56:37.263" v="1"/>
      <pc:docMkLst>
        <pc:docMk/>
      </pc:docMkLst>
      <pc:sldChg chg="ord">
        <pc:chgData name="White, Whitney" userId="65f39021-2f1d-4d8b-87dc-b123826f65bf" providerId="ADAL" clId="{67355D04-C159-4E11-9258-41AE6737238C}" dt="2022-06-13T20:56:37.263" v="1"/>
        <pc:sldMkLst>
          <pc:docMk/>
          <pc:sldMk cId="1307505729" sldId="259"/>
        </pc:sldMkLst>
      </pc:sldChg>
    </pc:docChg>
  </pc:docChgLst>
  <pc:docChgLst>
    <pc:chgData name="White (she/her), Whitney" userId="65f39021-2f1d-4d8b-87dc-b123826f65bf" providerId="ADAL" clId="{7AA58EB0-5E01-4043-AA78-EE2D2874A484}"/>
    <pc:docChg chg="delSld modSld">
      <pc:chgData name="White (she/her), Whitney" userId="65f39021-2f1d-4d8b-87dc-b123826f65bf" providerId="ADAL" clId="{7AA58EB0-5E01-4043-AA78-EE2D2874A484}" dt="2022-09-17T02:02:12.858" v="46" actId="2696"/>
      <pc:docMkLst>
        <pc:docMk/>
      </pc:docMkLst>
      <pc:sldChg chg="del">
        <pc:chgData name="White (she/her), Whitney" userId="65f39021-2f1d-4d8b-87dc-b123826f65bf" providerId="ADAL" clId="{7AA58EB0-5E01-4043-AA78-EE2D2874A484}" dt="2022-09-17T02:02:12.858" v="46" actId="2696"/>
        <pc:sldMkLst>
          <pc:docMk/>
          <pc:sldMk cId="1482277026" sldId="256"/>
        </pc:sldMkLst>
      </pc:sldChg>
      <pc:sldChg chg="modSp mod">
        <pc:chgData name="White (she/her), Whitney" userId="65f39021-2f1d-4d8b-87dc-b123826f65bf" providerId="ADAL" clId="{7AA58EB0-5E01-4043-AA78-EE2D2874A484}" dt="2022-09-17T02:02:09.129" v="45" actId="20577"/>
        <pc:sldMkLst>
          <pc:docMk/>
          <pc:sldMk cId="3976098008" sldId="285"/>
        </pc:sldMkLst>
        <pc:spChg chg="mod">
          <ac:chgData name="White (she/her), Whitney" userId="65f39021-2f1d-4d8b-87dc-b123826f65bf" providerId="ADAL" clId="{7AA58EB0-5E01-4043-AA78-EE2D2874A484}" dt="2022-09-17T02:02:09.129" v="45" actId="20577"/>
          <ac:spMkLst>
            <pc:docMk/>
            <pc:sldMk cId="3976098008" sldId="285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7AA58EB0-5E01-4043-AA78-EE2D2874A484}" dt="2022-09-17T02:02:04.296" v="41" actId="20577"/>
          <ac:spMkLst>
            <pc:docMk/>
            <pc:sldMk cId="3976098008" sldId="285"/>
            <ac:spMk id="3" creationId="{E0FBD98F-3A67-498E-8174-652040DD7B60}"/>
          </ac:spMkLst>
        </pc:spChg>
      </pc:sldChg>
    </pc:docChg>
  </pc:docChgLst>
  <pc:docChgLst>
    <pc:chgData name="Gupta, Swati" userId="a3cadf42-9970-41e5-bb67-4a4dd3e8759e" providerId="ADAL" clId="{890CB85C-24BC-4D49-9382-1D7D95E40860}"/>
    <pc:docChg chg="custSel addSld delSld modSld">
      <pc:chgData name="Gupta, Swati" userId="a3cadf42-9970-41e5-bb67-4a4dd3e8759e" providerId="ADAL" clId="{890CB85C-24BC-4D49-9382-1D7D95E40860}" dt="2022-05-10T16:57:31.570" v="24" actId="20577"/>
      <pc:docMkLst>
        <pc:docMk/>
      </pc:docMkLst>
      <pc:sldChg chg="modSp mod delCm modCm">
        <pc:chgData name="Gupta, Swati" userId="a3cadf42-9970-41e5-bb67-4a4dd3e8759e" providerId="ADAL" clId="{890CB85C-24BC-4D49-9382-1D7D95E40860}" dt="2022-05-10T16:57:31.570" v="24" actId="20577"/>
        <pc:sldMkLst>
          <pc:docMk/>
          <pc:sldMk cId="2875402532" sldId="257"/>
        </pc:sldMkLst>
        <pc:spChg chg="mod">
          <ac:chgData name="Gupta, Swati" userId="a3cadf42-9970-41e5-bb67-4a4dd3e8759e" providerId="ADAL" clId="{890CB85C-24BC-4D49-9382-1D7D95E40860}" dt="2022-05-10T16:57:31.570" v="24" actId="20577"/>
          <ac:spMkLst>
            <pc:docMk/>
            <pc:sldMk cId="2875402532" sldId="257"/>
            <ac:spMk id="3" creationId="{81FE1C6D-F36E-48C2-992F-AFB21F6BE7E7}"/>
          </ac:spMkLst>
        </pc:spChg>
      </pc:sldChg>
      <pc:sldChg chg="modSp new del mod">
        <pc:chgData name="Gupta, Swati" userId="a3cadf42-9970-41e5-bb67-4a4dd3e8759e" providerId="ADAL" clId="{890CB85C-24BC-4D49-9382-1D7D95E40860}" dt="2022-05-10T16:57:10.315" v="18" actId="2696"/>
        <pc:sldMkLst>
          <pc:docMk/>
          <pc:sldMk cId="2893024199" sldId="258"/>
        </pc:sldMkLst>
        <pc:spChg chg="mod">
          <ac:chgData name="Gupta, Swati" userId="a3cadf42-9970-41e5-bb67-4a4dd3e8759e" providerId="ADAL" clId="{890CB85C-24BC-4D49-9382-1D7D95E40860}" dt="2022-05-10T16:56:59.001" v="17" actId="207"/>
          <ac:spMkLst>
            <pc:docMk/>
            <pc:sldMk cId="2893024199" sldId="258"/>
            <ac:spMk id="5" creationId="{EAD3D53F-2FE4-4F69-99AE-D4BE8C7CC5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95F45DF0-00B2-468D-ADF1-6351EEFB9CD7}" type="datetime1">
              <a:rPr lang="en-US" smtClean="0"/>
              <a:pPr/>
              <a:t>9/16/2022</a:t>
            </a:fld>
            <a:endParaRPr lang="en-US" dirty="0"/>
          </a:p>
        </p:txBody>
      </p:sp>
      <p:pic>
        <p:nvPicPr>
          <p:cNvPr id="9" name="Picture 8" descr="Logo: Texas Education Agency 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 for Texas Education Agency (TEA) Education and Training 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A50A4456-6D77-4237-8218-40872579093E}" type="datetime1">
              <a:rPr lang="en-US" smtClean="0"/>
              <a:pPr/>
              <a:t>9/16/2022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F0A51-8860-45B4-B3C2-078DBFFE3F11}" type="datetime1">
              <a:rPr lang="en-US" smtClean="0"/>
              <a:t>9/16/2022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E0D3-5DEF-4424-A66B-248169F8979E}" type="datetime1">
              <a:rPr lang="en-US" smtClean="0"/>
              <a:t>9/16/2022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87F3-74DF-4702-8D1B-0BA8CE9CA57F}" type="datetime1">
              <a:rPr lang="en-US" smtClean="0"/>
              <a:t>9/16/2022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42763-A1D0-477C-A610-38D23465485E}" type="datetime1">
              <a:rPr lang="en-US" smtClean="0"/>
              <a:t>9/16/2022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9/16/2022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361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9/16/2022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888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9/16/2022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0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9/16/2022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9/16/2022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952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9/16/2022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76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717171"/>
                </a:solidFill>
              </a:defRPr>
            </a:lvl1pPr>
          </a:lstStyle>
          <a:p>
            <a:fld id="{1B00EFE5-A68C-4E4B-9D40-F26D6ED979C1}" type="datetime1">
              <a:rPr lang="en-US" smtClean="0"/>
              <a:pPr/>
              <a:t>9/16/2022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71717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717171"/>
                </a:solidFill>
              </a:defRPr>
            </a:lvl1pPr>
          </a:lstStyle>
          <a:p>
            <a:fld id="{E2D56C8B-F564-4051-AFED-A78F1C6A2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45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8770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4: The Science of Learning| Lesson 4.05</a:t>
            </a:r>
            <a:endParaRPr lang="en-US" sz="1800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New Learning is Built on Previous Learning</a:t>
            </a:r>
          </a:p>
        </p:txBody>
      </p:sp>
    </p:spTree>
    <p:extLst>
      <p:ext uri="{BB962C8B-B14F-4D97-AF65-F5344CB8AC3E}">
        <p14:creationId xmlns:p14="http://schemas.microsoft.com/office/powerpoint/2010/main" val="3976098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9BA4-C337-4CE5-ADB9-C2A0FFB3F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AD925-FCFD-461D-BC7C-6CB61FDED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4A, 4B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pPr marL="0" indent="0">
              <a:buNone/>
            </a:pPr>
            <a:r>
              <a:rPr lang="en-US" dirty="0"/>
              <a:t>…define and describe the role of </a:t>
            </a:r>
            <a:r>
              <a:rPr lang="en-US" b="1" dirty="0"/>
              <a:t>prior knowledge </a:t>
            </a:r>
            <a:r>
              <a:rPr lang="en-US" dirty="0"/>
              <a:t>in learning.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F7A01C-CB58-4DEE-A449-586788373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505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BC703-73DC-4C76-A110-4608769E0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8234E-FC9B-43F9-BA3B-883562178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 the following excerpts and respond in your Student Guide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Choosing to bat, Vanuatu struggled to build partnerships. They were reduced from 26/1 to 26/4 in the space of five balls, and no batsman was able to make more than 12 runs. Pavandeep Singh and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Nazril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Rahman took four wickets each to bowl Vanuatu out in 25.1 overs.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Dylan Cease, the right-handed pitcher, allowed seven runs on four hits with four strikeouts and two walks in 3⅓ innings. Michael Brantley hit a three-run home run in the first — the first of three homers for the Astros.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8D65F-3823-4E95-8A74-F7E1CFD49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669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A330DF-1BCC-4430-B0B0-A887633FD9CC}"/>
              </a:ext>
            </a:extLst>
          </p:cNvPr>
          <p:cNvSpPr txBox="1"/>
          <p:nvPr/>
        </p:nvSpPr>
        <p:spPr>
          <a:xfrm>
            <a:off x="359425" y="688286"/>
            <a:ext cx="11941767" cy="11387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rPr>
              <a:t>Five Principles for Teaching based on the Science of Learning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B885A39-507A-45EE-9196-F8F61826FB9C}"/>
              </a:ext>
            </a:extLst>
          </p:cNvPr>
          <p:cNvSpPr/>
          <p:nvPr/>
        </p:nvSpPr>
        <p:spPr>
          <a:xfrm>
            <a:off x="681682" y="2095178"/>
            <a:ext cx="2809341" cy="56716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Attending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A34B0B-CB57-4F4B-98FF-B76DA4F1326F}"/>
              </a:ext>
            </a:extLst>
          </p:cNvPr>
          <p:cNvSpPr txBox="1"/>
          <p:nvPr/>
        </p:nvSpPr>
        <p:spPr>
          <a:xfrm>
            <a:off x="681682" y="1737314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1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8594BF-215F-4968-BE88-0831802F07B5}"/>
              </a:ext>
            </a:extLst>
          </p:cNvPr>
          <p:cNvSpPr txBox="1"/>
          <p:nvPr/>
        </p:nvSpPr>
        <p:spPr>
          <a:xfrm>
            <a:off x="681682" y="2766369"/>
            <a:ext cx="3002736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requires attending to the most important content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20AE0D8-3369-446D-8619-05D71A300E5D}"/>
              </a:ext>
            </a:extLst>
          </p:cNvPr>
          <p:cNvSpPr/>
          <p:nvPr/>
        </p:nvSpPr>
        <p:spPr>
          <a:xfrm>
            <a:off x="2558558" y="4229389"/>
            <a:ext cx="2809341" cy="56716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Cognitive Engagement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0A430C-81BB-481D-81D2-2D5CA5063D67}"/>
              </a:ext>
            </a:extLst>
          </p:cNvPr>
          <p:cNvSpPr txBox="1"/>
          <p:nvPr/>
        </p:nvSpPr>
        <p:spPr>
          <a:xfrm>
            <a:off x="4400644" y="1707527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2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4DBDCB-3A3C-4F9F-BE48-C8B10F45BE83}"/>
              </a:ext>
            </a:extLst>
          </p:cNvPr>
          <p:cNvSpPr txBox="1"/>
          <p:nvPr/>
        </p:nvSpPr>
        <p:spPr>
          <a:xfrm>
            <a:off x="2558558" y="4900580"/>
            <a:ext cx="300273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requires cognitive engagement and should be effortful.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4369FC-BE26-42ED-BF07-FCDED6C6E5DB}"/>
              </a:ext>
            </a:extLst>
          </p:cNvPr>
          <p:cNvSpPr/>
          <p:nvPr/>
        </p:nvSpPr>
        <p:spPr>
          <a:xfrm>
            <a:off x="4474837" y="2089404"/>
            <a:ext cx="2809341" cy="56716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Prior Knowledge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5F8674-35C6-4E0D-B4E1-BC91DEFDE9EE}"/>
              </a:ext>
            </a:extLst>
          </p:cNvPr>
          <p:cNvSpPr txBox="1"/>
          <p:nvPr/>
        </p:nvSpPr>
        <p:spPr>
          <a:xfrm>
            <a:off x="8175429" y="1719841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3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8A83E4-6B1C-4802-A847-9A43E7EF3575}"/>
              </a:ext>
            </a:extLst>
          </p:cNvPr>
          <p:cNvSpPr txBox="1"/>
          <p:nvPr/>
        </p:nvSpPr>
        <p:spPr>
          <a:xfrm>
            <a:off x="4474837" y="2760595"/>
            <a:ext cx="300273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builds on prior knowledge.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2A3E8E6-1F7C-4312-A94D-33E5D8E775AF}"/>
              </a:ext>
            </a:extLst>
          </p:cNvPr>
          <p:cNvSpPr/>
          <p:nvPr/>
        </p:nvSpPr>
        <p:spPr>
          <a:xfrm>
            <a:off x="6711128" y="4260683"/>
            <a:ext cx="2809341" cy="56716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Practice with Feedback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CA7FF1-C83B-462B-B19D-BC77285B711A}"/>
              </a:ext>
            </a:extLst>
          </p:cNvPr>
          <p:cNvSpPr txBox="1"/>
          <p:nvPr/>
        </p:nvSpPr>
        <p:spPr>
          <a:xfrm>
            <a:off x="2482554" y="3639841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4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597D05-3955-40B3-AF4E-99CFBA7C4623}"/>
              </a:ext>
            </a:extLst>
          </p:cNvPr>
          <p:cNvSpPr txBox="1"/>
          <p:nvPr/>
        </p:nvSpPr>
        <p:spPr>
          <a:xfrm>
            <a:off x="6711128" y="4931874"/>
            <a:ext cx="3002736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Practice and feedback are essential to move ideas permanently into long-term memory.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3043B92-E3FD-472C-8091-673A2CC07D07}"/>
              </a:ext>
            </a:extLst>
          </p:cNvPr>
          <p:cNvSpPr/>
          <p:nvPr/>
        </p:nvSpPr>
        <p:spPr>
          <a:xfrm>
            <a:off x="8205622" y="2098139"/>
            <a:ext cx="2809341" cy="56716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Avoiding Overload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E6F118-C533-423F-821E-C74599E7B5BD}"/>
              </a:ext>
            </a:extLst>
          </p:cNvPr>
          <p:cNvSpPr txBox="1"/>
          <p:nvPr/>
        </p:nvSpPr>
        <p:spPr>
          <a:xfrm>
            <a:off x="8205622" y="2769330"/>
            <a:ext cx="300273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Too much information at once can interfere with learning.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5F9617-20C4-4ECD-AD0A-793BE7FFD026}"/>
              </a:ext>
            </a:extLst>
          </p:cNvPr>
          <p:cNvSpPr txBox="1"/>
          <p:nvPr/>
        </p:nvSpPr>
        <p:spPr>
          <a:xfrm>
            <a:off x="6680935" y="3784477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5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32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  <p:bldP spid="9" grpId="0"/>
      <p:bldP spid="10" grpId="0" animBg="1"/>
      <p:bldP spid="11" grpId="0"/>
      <p:bldP spid="13" grpId="0"/>
      <p:bldP spid="14" grpId="0" animBg="1"/>
      <p:bldP spid="15" grpId="0"/>
      <p:bldP spid="17" grpId="0"/>
      <p:bldP spid="18" grpId="0" animBg="1"/>
      <p:bldP spid="19" grpId="0"/>
      <p:bldP spid="20" grpId="0"/>
      <p:bldP spid="21" grpId="0" animBg="1"/>
      <p:bldP spid="23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5F188-81C5-4636-8DDA-CCFE44328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5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620649E-46C9-4F05-910C-CB5B94A7BC6A}"/>
              </a:ext>
            </a:extLst>
          </p:cNvPr>
          <p:cNvGrpSpPr/>
          <p:nvPr/>
        </p:nvGrpSpPr>
        <p:grpSpPr>
          <a:xfrm>
            <a:off x="389095" y="765330"/>
            <a:ext cx="11078488" cy="5591020"/>
            <a:chOff x="678849" y="907265"/>
            <a:chExt cx="11078488" cy="5591020"/>
          </a:xfrm>
        </p:grpSpPr>
        <p:sp>
          <p:nvSpPr>
            <p:cNvPr id="7" name="L-Shape 6">
              <a:extLst>
                <a:ext uri="{FF2B5EF4-FFF2-40B4-BE49-F238E27FC236}">
                  <a16:creationId xmlns:a16="http://schemas.microsoft.com/office/drawing/2014/main" id="{F9FEE4F0-5898-4316-B4D2-161FBFDA9066}"/>
                </a:ext>
              </a:extLst>
            </p:cNvPr>
            <p:cNvSpPr/>
            <p:nvPr/>
          </p:nvSpPr>
          <p:spPr>
            <a:xfrm rot="5400000">
              <a:off x="664709" y="2289228"/>
              <a:ext cx="546754" cy="518474"/>
            </a:xfrm>
            <a:prstGeom prst="corner">
              <a:avLst>
                <a:gd name="adj1" fmla="val 31818"/>
                <a:gd name="adj2" fmla="val 30000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L-Shape 7">
              <a:extLst>
                <a:ext uri="{FF2B5EF4-FFF2-40B4-BE49-F238E27FC236}">
                  <a16:creationId xmlns:a16="http://schemas.microsoft.com/office/drawing/2014/main" id="{4CCAA603-71CB-4381-9FBB-251F2C62619D}"/>
                </a:ext>
              </a:extLst>
            </p:cNvPr>
            <p:cNvSpPr/>
            <p:nvPr/>
          </p:nvSpPr>
          <p:spPr>
            <a:xfrm>
              <a:off x="704342" y="4960405"/>
              <a:ext cx="546754" cy="518474"/>
            </a:xfrm>
            <a:prstGeom prst="corner">
              <a:avLst>
                <a:gd name="adj1" fmla="val 31818"/>
                <a:gd name="adj2" fmla="val 30000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L-Shape 8">
              <a:extLst>
                <a:ext uri="{FF2B5EF4-FFF2-40B4-BE49-F238E27FC236}">
                  <a16:creationId xmlns:a16="http://schemas.microsoft.com/office/drawing/2014/main" id="{92215DAB-72FD-43FD-8A8D-2D2F76BBCFE1}"/>
                </a:ext>
              </a:extLst>
            </p:cNvPr>
            <p:cNvSpPr/>
            <p:nvPr/>
          </p:nvSpPr>
          <p:spPr>
            <a:xfrm rot="10800000">
              <a:off x="3754619" y="2275088"/>
              <a:ext cx="546754" cy="518474"/>
            </a:xfrm>
            <a:prstGeom prst="corner">
              <a:avLst>
                <a:gd name="adj1" fmla="val 31818"/>
                <a:gd name="adj2" fmla="val 30000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L-Shape 9">
              <a:extLst>
                <a:ext uri="{FF2B5EF4-FFF2-40B4-BE49-F238E27FC236}">
                  <a16:creationId xmlns:a16="http://schemas.microsoft.com/office/drawing/2014/main" id="{87AEF25E-4DA7-4E7C-921D-B7E22C0DC3E6}"/>
                </a:ext>
              </a:extLst>
            </p:cNvPr>
            <p:cNvSpPr/>
            <p:nvPr/>
          </p:nvSpPr>
          <p:spPr>
            <a:xfrm rot="16200000">
              <a:off x="3774338" y="4946265"/>
              <a:ext cx="546754" cy="518474"/>
            </a:xfrm>
            <a:prstGeom prst="corner">
              <a:avLst>
                <a:gd name="adj1" fmla="val 31818"/>
                <a:gd name="adj2" fmla="val 30000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17423A3-44C8-4FC5-A96A-216073FD334C}"/>
                </a:ext>
              </a:extLst>
            </p:cNvPr>
            <p:cNvSpPr/>
            <p:nvPr/>
          </p:nvSpPr>
          <p:spPr>
            <a:xfrm>
              <a:off x="3120390" y="3017520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9E2EA6D-4E97-42B5-A465-83FA1A9DA81C}"/>
                </a:ext>
              </a:extLst>
            </p:cNvPr>
            <p:cNvSpPr/>
            <p:nvPr/>
          </p:nvSpPr>
          <p:spPr>
            <a:xfrm>
              <a:off x="2541270" y="3291949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3F0530F-9093-41CD-BBB2-6301293131A4}"/>
                </a:ext>
              </a:extLst>
            </p:cNvPr>
            <p:cNvSpPr/>
            <p:nvPr/>
          </p:nvSpPr>
          <p:spPr>
            <a:xfrm>
              <a:off x="3036570" y="3766046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1361A70-161A-4591-9D1A-271A2053C76F}"/>
                </a:ext>
              </a:extLst>
            </p:cNvPr>
            <p:cNvSpPr/>
            <p:nvPr/>
          </p:nvSpPr>
          <p:spPr>
            <a:xfrm>
              <a:off x="1769988" y="2964012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CA01494-9B82-4AD6-8E80-2AC961EEEEFB}"/>
                </a:ext>
              </a:extLst>
            </p:cNvPr>
            <p:cNvSpPr/>
            <p:nvPr/>
          </p:nvSpPr>
          <p:spPr>
            <a:xfrm>
              <a:off x="1190868" y="3238441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E4638BB-9204-4369-8F76-1674AC422A55}"/>
                </a:ext>
              </a:extLst>
            </p:cNvPr>
            <p:cNvSpPr/>
            <p:nvPr/>
          </p:nvSpPr>
          <p:spPr>
            <a:xfrm>
              <a:off x="1686168" y="3712538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E79C97A-FDF0-44FF-A9EB-7C4530EE486C}"/>
                </a:ext>
              </a:extLst>
            </p:cNvPr>
            <p:cNvSpPr/>
            <p:nvPr/>
          </p:nvSpPr>
          <p:spPr>
            <a:xfrm>
              <a:off x="2769870" y="4200604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CFEBA8E-CC09-4666-A05A-8785BEC1234E}"/>
                </a:ext>
              </a:extLst>
            </p:cNvPr>
            <p:cNvSpPr/>
            <p:nvPr/>
          </p:nvSpPr>
          <p:spPr>
            <a:xfrm>
              <a:off x="2190750" y="4475033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8B9237D-E725-4A11-BB92-06EE49453E22}"/>
                </a:ext>
              </a:extLst>
            </p:cNvPr>
            <p:cNvSpPr/>
            <p:nvPr/>
          </p:nvSpPr>
          <p:spPr>
            <a:xfrm>
              <a:off x="2686050" y="4949130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E7012F3-DA9D-4E98-B9BB-C9875FB84120}"/>
                </a:ext>
              </a:extLst>
            </p:cNvPr>
            <p:cNvSpPr/>
            <p:nvPr/>
          </p:nvSpPr>
          <p:spPr>
            <a:xfrm>
              <a:off x="1859460" y="4200604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09F401F-C7CA-482C-A2BE-D3ADD74CE7EE}"/>
                </a:ext>
              </a:extLst>
            </p:cNvPr>
            <p:cNvSpPr/>
            <p:nvPr/>
          </p:nvSpPr>
          <p:spPr>
            <a:xfrm>
              <a:off x="1280340" y="4475033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3B1D3A7-699A-40AA-A28E-8ECD7D5E391D}"/>
                </a:ext>
              </a:extLst>
            </p:cNvPr>
            <p:cNvSpPr/>
            <p:nvPr/>
          </p:nvSpPr>
          <p:spPr>
            <a:xfrm>
              <a:off x="1775640" y="4949130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8FEC72C-02E0-4E48-8188-EB54D03CA65E}"/>
                </a:ext>
              </a:extLst>
            </p:cNvPr>
            <p:cNvSpPr/>
            <p:nvPr/>
          </p:nvSpPr>
          <p:spPr>
            <a:xfrm>
              <a:off x="2914650" y="2428796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C951FC8-1763-410D-A247-71E75882B478}"/>
                </a:ext>
              </a:extLst>
            </p:cNvPr>
            <p:cNvSpPr/>
            <p:nvPr/>
          </p:nvSpPr>
          <p:spPr>
            <a:xfrm>
              <a:off x="2335530" y="2703225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3537D59-94FA-4711-A271-B1BC0460823C}"/>
                </a:ext>
              </a:extLst>
            </p:cNvPr>
            <p:cNvSpPr/>
            <p:nvPr/>
          </p:nvSpPr>
          <p:spPr>
            <a:xfrm>
              <a:off x="2830830" y="3177322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8AE6F7B-EB85-43DE-AEA7-99D02CD0C9F0}"/>
                </a:ext>
              </a:extLst>
            </p:cNvPr>
            <p:cNvSpPr/>
            <p:nvPr/>
          </p:nvSpPr>
          <p:spPr>
            <a:xfrm>
              <a:off x="1717426" y="2593242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073B394-F96A-4AD9-9B31-E249313DC1B0}"/>
                </a:ext>
              </a:extLst>
            </p:cNvPr>
            <p:cNvSpPr/>
            <p:nvPr/>
          </p:nvSpPr>
          <p:spPr>
            <a:xfrm>
              <a:off x="1138306" y="2867671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696796E-FD0C-45BB-A2A4-A0A4E74CB03F}"/>
                </a:ext>
              </a:extLst>
            </p:cNvPr>
            <p:cNvSpPr/>
            <p:nvPr/>
          </p:nvSpPr>
          <p:spPr>
            <a:xfrm>
              <a:off x="1633606" y="3341768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98C701C-5683-489E-AEAE-B181744DC058}"/>
                </a:ext>
              </a:extLst>
            </p:cNvPr>
            <p:cNvSpPr/>
            <p:nvPr/>
          </p:nvSpPr>
          <p:spPr>
            <a:xfrm>
              <a:off x="2361369" y="3651746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A8AEAE1-1FF7-4AF3-A51E-CAC0400054BA}"/>
                </a:ext>
              </a:extLst>
            </p:cNvPr>
            <p:cNvSpPr/>
            <p:nvPr/>
          </p:nvSpPr>
          <p:spPr>
            <a:xfrm>
              <a:off x="3663072" y="3338274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CB3F67E-6F69-4A3A-9B36-9BEC3ADC22FD}"/>
                </a:ext>
              </a:extLst>
            </p:cNvPr>
            <p:cNvSpPr/>
            <p:nvPr/>
          </p:nvSpPr>
          <p:spPr>
            <a:xfrm>
              <a:off x="3565980" y="4086304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0C8E93F-A3E2-4CF3-B025-5390AFE12789}"/>
                </a:ext>
              </a:extLst>
            </p:cNvPr>
            <p:cNvSpPr/>
            <p:nvPr/>
          </p:nvSpPr>
          <p:spPr>
            <a:xfrm>
              <a:off x="3348990" y="4846105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953A9BDE-C774-4807-87EF-7A7D9AAE4A62}"/>
                </a:ext>
              </a:extLst>
            </p:cNvPr>
            <p:cNvSpPr/>
            <p:nvPr/>
          </p:nvSpPr>
          <p:spPr>
            <a:xfrm>
              <a:off x="2915163" y="3640479"/>
              <a:ext cx="484632" cy="479733"/>
            </a:xfrm>
            <a:prstGeom prst="ellipse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3B083D9-4A02-4513-B81E-9CFB78A6A10B}"/>
                </a:ext>
              </a:extLst>
            </p:cNvPr>
            <p:cNvCxnSpPr>
              <a:cxnSpLocks/>
              <a:stCxn id="33" idx="6"/>
            </p:cNvCxnSpPr>
            <p:nvPr/>
          </p:nvCxnSpPr>
          <p:spPr>
            <a:xfrm flipV="1">
              <a:off x="3399795" y="3872484"/>
              <a:ext cx="3403261" cy="7862"/>
            </a:xfrm>
            <a:prstGeom prst="straightConnector1">
              <a:avLst/>
            </a:prstGeom>
            <a:ln w="3492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FAF433D-A7CE-4D8E-9A2A-A37E85488818}"/>
                </a:ext>
              </a:extLst>
            </p:cNvPr>
            <p:cNvSpPr txBox="1"/>
            <p:nvPr/>
          </p:nvSpPr>
          <p:spPr>
            <a:xfrm>
              <a:off x="4587623" y="3330255"/>
              <a:ext cx="1825725" cy="95410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Attention</a:t>
              </a:r>
              <a:b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</a:b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488AFA5-8023-4CE7-98D3-D703AB1D6DD7}"/>
                </a:ext>
              </a:extLst>
            </p:cNvPr>
            <p:cNvCxnSpPr>
              <a:cxnSpLocks/>
            </p:cNvCxnSpPr>
            <p:nvPr/>
          </p:nvCxnSpPr>
          <p:spPr>
            <a:xfrm>
              <a:off x="5917495" y="1039095"/>
              <a:ext cx="1650351" cy="1706676"/>
            </a:xfrm>
            <a:prstGeom prst="straightConnector1">
              <a:avLst/>
            </a:prstGeom>
            <a:ln w="34925">
              <a:solidFill>
                <a:srgbClr val="00206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65773FC-AB5B-4770-99CC-FEEDBB9FD5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89912" y="907265"/>
              <a:ext cx="1628294" cy="1838506"/>
            </a:xfrm>
            <a:prstGeom prst="straightConnector1">
              <a:avLst/>
            </a:prstGeom>
            <a:ln w="34925">
              <a:solidFill>
                <a:srgbClr val="00206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6138DF7-3E10-416B-982C-19911BA58C65}"/>
                </a:ext>
              </a:extLst>
            </p:cNvPr>
            <p:cNvGrpSpPr/>
            <p:nvPr/>
          </p:nvGrpSpPr>
          <p:grpSpPr>
            <a:xfrm>
              <a:off x="6055816" y="2360122"/>
              <a:ext cx="4034004" cy="4138163"/>
              <a:chOff x="6109966" y="2051130"/>
              <a:chExt cx="4034004" cy="4138163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53301677-93D8-45B7-B9F6-B38941AB994A}"/>
                  </a:ext>
                </a:extLst>
              </p:cNvPr>
              <p:cNvGrpSpPr/>
              <p:nvPr/>
            </p:nvGrpSpPr>
            <p:grpSpPr>
              <a:xfrm>
                <a:off x="6109966" y="2051130"/>
                <a:ext cx="4034004" cy="4138163"/>
                <a:chOff x="5967246" y="2131522"/>
                <a:chExt cx="4034004" cy="4138163"/>
              </a:xfrm>
            </p:grpSpPr>
            <p:pic>
              <p:nvPicPr>
                <p:cNvPr id="52" name="Graphic 51" descr="Head with gears outline">
                  <a:extLst>
                    <a:ext uri="{FF2B5EF4-FFF2-40B4-BE49-F238E27FC236}">
                      <a16:creationId xmlns:a16="http://schemas.microsoft.com/office/drawing/2014/main" id="{7824AD75-3340-4DAA-A174-9D8F4A0799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5967246" y="2131522"/>
                  <a:ext cx="4034004" cy="4138163"/>
                </a:xfrm>
                <a:prstGeom prst="rect">
                  <a:avLst/>
                </a:prstGeom>
              </p:spPr>
            </p:pic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1C5EF434-1E88-4DBB-93D1-75BBF173BB86}"/>
                    </a:ext>
                  </a:extLst>
                </p:cNvPr>
                <p:cNvGrpSpPr/>
                <p:nvPr/>
              </p:nvGrpSpPr>
              <p:grpSpPr>
                <a:xfrm>
                  <a:off x="7267125" y="2617360"/>
                  <a:ext cx="1796850" cy="2222440"/>
                  <a:chOff x="7267125" y="2617360"/>
                  <a:chExt cx="1796850" cy="2222440"/>
                </a:xfrm>
              </p:grpSpPr>
              <p:sp>
                <p:nvSpPr>
                  <p:cNvPr id="54" name="Oval 53">
                    <a:extLst>
                      <a:ext uri="{FF2B5EF4-FFF2-40B4-BE49-F238E27FC236}">
                        <a16:creationId xmlns:a16="http://schemas.microsoft.com/office/drawing/2014/main" id="{B6F13F9C-D4B7-46EC-9943-A65F33E17236}"/>
                      </a:ext>
                    </a:extLst>
                  </p:cNvPr>
                  <p:cNvSpPr/>
                  <p:nvPr/>
                </p:nvSpPr>
                <p:spPr>
                  <a:xfrm>
                    <a:off x="7267125" y="2617360"/>
                    <a:ext cx="1577955" cy="204623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3980CB09-796F-4F7B-BA18-0D23ECD253BF}"/>
                      </a:ext>
                    </a:extLst>
                  </p:cNvPr>
                  <p:cNvSpPr/>
                  <p:nvPr/>
                </p:nvSpPr>
                <p:spPr>
                  <a:xfrm>
                    <a:off x="7486020" y="2793563"/>
                    <a:ext cx="1577955" cy="204623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0C581E79-A03F-4559-9868-234FFE222070}"/>
                  </a:ext>
                </a:extLst>
              </p:cNvPr>
              <p:cNvSpPr/>
              <p:nvPr/>
            </p:nvSpPr>
            <p:spPr>
              <a:xfrm>
                <a:off x="7321713" y="3520549"/>
                <a:ext cx="180899" cy="186883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8740C77-1A6B-46E1-A292-A273016A88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762592" y="3082814"/>
                <a:ext cx="1137863" cy="1137863"/>
              </a:xfrm>
              <a:prstGeom prst="ellipse">
                <a:avLst/>
              </a:prstGeom>
              <a:noFill/>
              <a:ln w="317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82CA22E-4AB7-4C44-9E2D-035CE0643ABF}"/>
                  </a:ext>
                </a:extLst>
              </p:cNvPr>
              <p:cNvSpPr txBox="1"/>
              <p:nvPr/>
            </p:nvSpPr>
            <p:spPr>
              <a:xfrm>
                <a:off x="7693997" y="3332064"/>
                <a:ext cx="1306948" cy="60016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800"/>
                </a:solidFill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b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9BD5">
                        <a:lumMod val="50000"/>
                      </a:srgbClr>
                    </a:solidFill>
                    <a:effectLst/>
                    <a:uLnTx/>
                    <a:uFillTx/>
                    <a:latin typeface="Avenir Next LT Pro" panose="020B0504020202020204" pitchFamily="34" charset="0"/>
                    <a:ea typeface="+mn-ea"/>
                    <a:cs typeface="+mn-cs"/>
                  </a:rPr>
                </a:br>
                <a:endPara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9" name="Arc 38">
              <a:extLst>
                <a:ext uri="{FF2B5EF4-FFF2-40B4-BE49-F238E27FC236}">
                  <a16:creationId xmlns:a16="http://schemas.microsoft.com/office/drawing/2014/main" id="{E3A96B88-20FE-42B4-B71B-C611B857E541}"/>
                </a:ext>
              </a:extLst>
            </p:cNvPr>
            <p:cNvSpPr>
              <a:spLocks noChangeAspect="1"/>
            </p:cNvSpPr>
            <p:nvPr/>
          </p:nvSpPr>
          <p:spPr>
            <a:xfrm rot="13009140">
              <a:off x="6285903" y="1286736"/>
              <a:ext cx="2803762" cy="2808813"/>
            </a:xfrm>
            <a:prstGeom prst="arc">
              <a:avLst/>
            </a:prstGeom>
            <a:ln w="3492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C7B78CE-2532-42F1-97E0-E3C1C41ABB47}"/>
                </a:ext>
              </a:extLst>
            </p:cNvPr>
            <p:cNvSpPr txBox="1"/>
            <p:nvPr/>
          </p:nvSpPr>
          <p:spPr>
            <a:xfrm>
              <a:off x="1614512" y="5336808"/>
              <a:ext cx="1785283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Environment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  <a:p>
              <a:pPr marL="571500" marR="0" lvl="0" indent="-57150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BDB7C63-2F15-4E6C-9FA8-EDC5C6E3D620}"/>
                </a:ext>
              </a:extLst>
            </p:cNvPr>
            <p:cNvSpPr txBox="1"/>
            <p:nvPr/>
          </p:nvSpPr>
          <p:spPr>
            <a:xfrm>
              <a:off x="7189840" y="1100898"/>
              <a:ext cx="2086590" cy="84637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7800"/>
              </a:solidFill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Arc 41">
              <a:extLst>
                <a:ext uri="{FF2B5EF4-FFF2-40B4-BE49-F238E27FC236}">
                  <a16:creationId xmlns:a16="http://schemas.microsoft.com/office/drawing/2014/main" id="{1AAECE6F-95E3-4DFB-A5E9-81CAAE1B3FD5}"/>
                </a:ext>
              </a:extLst>
            </p:cNvPr>
            <p:cNvSpPr>
              <a:spLocks noChangeAspect="1"/>
            </p:cNvSpPr>
            <p:nvPr/>
          </p:nvSpPr>
          <p:spPr>
            <a:xfrm rot="3408707">
              <a:off x="7488032" y="1204692"/>
              <a:ext cx="2803762" cy="2808813"/>
            </a:xfrm>
            <a:prstGeom prst="arc">
              <a:avLst/>
            </a:prstGeom>
            <a:ln w="3492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91436DF-E06C-47AA-949A-034FC6CFFC20}"/>
                </a:ext>
              </a:extLst>
            </p:cNvPr>
            <p:cNvSpPr txBox="1"/>
            <p:nvPr/>
          </p:nvSpPr>
          <p:spPr>
            <a:xfrm rot="18976917">
              <a:off x="5114897" y="2281689"/>
              <a:ext cx="1825725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Learning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EBC73529-56ED-409D-AFFD-D08D127A4EEB}"/>
                </a:ext>
              </a:extLst>
            </p:cNvPr>
            <p:cNvCxnSpPr>
              <a:cxnSpLocks/>
            </p:cNvCxnSpPr>
            <p:nvPr/>
          </p:nvCxnSpPr>
          <p:spPr>
            <a:xfrm>
              <a:off x="8721257" y="4148034"/>
              <a:ext cx="1695103" cy="1542221"/>
            </a:xfrm>
            <a:prstGeom prst="straightConnector1">
              <a:avLst/>
            </a:prstGeom>
            <a:ln w="3492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32D40B5-5A2E-43F4-9BBA-B8CF0B588BCD}"/>
                </a:ext>
              </a:extLst>
            </p:cNvPr>
            <p:cNvSpPr txBox="1"/>
            <p:nvPr/>
          </p:nvSpPr>
          <p:spPr>
            <a:xfrm rot="18976917">
              <a:off x="9750950" y="5475853"/>
              <a:ext cx="1825725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Forgetting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5B7F6913-67CA-4E47-AE42-95F7E0211D50}"/>
                </a:ext>
              </a:extLst>
            </p:cNvPr>
            <p:cNvCxnSpPr>
              <a:cxnSpLocks/>
            </p:cNvCxnSpPr>
            <p:nvPr/>
          </p:nvCxnSpPr>
          <p:spPr>
            <a:xfrm>
              <a:off x="10543086" y="966453"/>
              <a:ext cx="44582" cy="4512426"/>
            </a:xfrm>
            <a:prstGeom prst="straightConnector1">
              <a:avLst/>
            </a:prstGeom>
            <a:ln w="3492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C1F2000-9D53-4CC0-801B-DD45C9F53AC6}"/>
                </a:ext>
              </a:extLst>
            </p:cNvPr>
            <p:cNvSpPr txBox="1"/>
            <p:nvPr/>
          </p:nvSpPr>
          <p:spPr>
            <a:xfrm rot="18976917">
              <a:off x="9062369" y="2100074"/>
              <a:ext cx="269496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Remembering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9572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F8042-8B20-4CFB-A221-4F8FE5DBC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55932B-8937-48BE-8A4E-7F07C2F1B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Working Memory: </a:t>
            </a:r>
            <a:r>
              <a:rPr lang="en-US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Temporary memory that must be constantly activated to maintain.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Long-Term Memory: </a:t>
            </a:r>
            <a:r>
              <a:rPr lang="en-US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Stored information that can be retrieved even after long periods of inactivity.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/>
              <a:t>Prior Knowledge: </a:t>
            </a:r>
            <a:r>
              <a:rPr lang="en-US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Information or context a learner already has about a topic before they learn new information. Prior knowledge can help students: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Make connections to new information</a:t>
            </a:r>
            <a:endParaRPr lang="en-US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Better understand new information</a:t>
            </a:r>
            <a:endParaRPr lang="en-US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Store and retrieve new information</a:t>
            </a:r>
            <a:endParaRPr lang="en-US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8BA45-3125-4C40-AA27-6408E3526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99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F8042-8B20-4CFB-A221-4F8FE5DBC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55932B-8937-48BE-8A4E-7F07C2F1B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Misconception: An incorrect understanding that students bring to new learning.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Prior Knowledge Activities: Activities that draw upon students' prior knowledge, giving teachers a way to identify misconceptions and understand what students already know about a given topic.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/>
              <a:t>KWL Chart: A strategy for assessing prior knowledge that asks students what they already know and what they want to know. It can be used throughout a unit as students complete the final column about what they have learned.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8BA45-3125-4C40-AA27-6408E3526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838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D31BF-B307-42E2-AA73-6BFF3D68B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Steps for Using Prior Knowledge in Teaching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629AB-9A06-4A14-AFDC-249071423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US" dirty="0"/>
              <a:t>Determine what prior knowledge is necessary for students to access.</a:t>
            </a:r>
          </a:p>
          <a:p>
            <a:pPr marL="514350" indent="-514350">
              <a:buAutoNum type="arabicParenR"/>
            </a:pPr>
            <a:r>
              <a:rPr lang="en-US" dirty="0"/>
              <a:t>Determine if students </a:t>
            </a:r>
            <a:r>
              <a:rPr lang="en-US" i="1" dirty="0"/>
              <a:t>have</a:t>
            </a:r>
            <a:r>
              <a:rPr lang="en-US" dirty="0"/>
              <a:t> the prior knowledge they need for the lesson.</a:t>
            </a:r>
          </a:p>
          <a:p>
            <a:pPr marL="514350" indent="-514350">
              <a:buAutoNum type="arabicParenR"/>
            </a:pPr>
            <a:r>
              <a:rPr lang="en-US" dirty="0"/>
              <a:t>Plan for how to support students if they do not have that prior knowledge.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43244-1E4F-4A4B-9688-FE2E743C6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159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D31BF-B307-42E2-AA73-6BFF3D68B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629AB-9A06-4A14-AFDC-249071423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Read the scenarios in your student guide and explain how the teachers can effectively leverage prior knowledge to support their students’ learning.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43244-1E4F-4A4B-9688-FE2E743C6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502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</TotalTime>
  <Words>470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Avenir Next LT Pro</vt:lpstr>
      <vt:lpstr>Calibri</vt:lpstr>
      <vt:lpstr>Calibri Light</vt:lpstr>
      <vt:lpstr>Symbol</vt:lpstr>
      <vt:lpstr>Office Theme</vt:lpstr>
      <vt:lpstr>1_Office Theme</vt:lpstr>
      <vt:lpstr>Instructional Practices| Unit 4: The Science of Learning| Lesson 4.05</vt:lpstr>
      <vt:lpstr>TEKS Standards &amp; Objectives</vt:lpstr>
      <vt:lpstr>Bellringer</vt:lpstr>
      <vt:lpstr>PowerPoint Presentation</vt:lpstr>
      <vt:lpstr>PowerPoint Presentation</vt:lpstr>
      <vt:lpstr>Vocabulary</vt:lpstr>
      <vt:lpstr>Vocabulary</vt:lpstr>
      <vt:lpstr>Three Steps for Using Prior Knowledge in Teaching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4.05: New Learning is Built on Previous Learning</dc:title>
  <dc:subject>Lesson 4.05: New Learning is Built on Previous Learning</dc:subject>
  <dc:creator>Texas Education Agency</dc:creator>
  <cp:lastModifiedBy>White (she/her), Whitney</cp:lastModifiedBy>
  <cp:revision>8</cp:revision>
  <dcterms:created xsi:type="dcterms:W3CDTF">2022-05-09T19:40:20Z</dcterms:created>
  <dcterms:modified xsi:type="dcterms:W3CDTF">2022-09-17T02:02:46Z</dcterms:modified>
</cp:coreProperties>
</file>
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6" r:id="rId4"/>
    <p:sldId id="258" r:id="rId5"/>
    <p:sldId id="262" r:id="rId6"/>
    <p:sldId id="263" r:id="rId7"/>
    <p:sldId id="265" r:id="rId8"/>
    <p:sldId id="264" r:id="rId9"/>
    <p:sldId id="267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," id="{E000ABC9-E9F5-430F-B087-F09C6DF407C1}">
          <p14:sldIdLst>
            <p14:sldId id="256"/>
            <p14:sldId id="259"/>
            <p14:sldId id="266"/>
            <p14:sldId id="258"/>
            <p14:sldId id="262"/>
            <p14:sldId id="263"/>
            <p14:sldId id="265"/>
            <p14:sldId id="264"/>
            <p14:sldId id="267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590480D1-D213-43E9-96E8-8D9EE0D4E4AE}" v="7" dt="2023-01-25T16:52:02.519"/>
    <p1510:client id="{97A8789F-27EC-493A-B13E-DB853CC06DF7}" v="4" dt="2023-01-25T15:58:05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426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90480D1-D213-43E9-96E8-8D9EE0D4E4AE}"/>
    <pc:docChg chg="undo custSel addSld delSld modSld sldOrd modSection">
      <pc:chgData name="White (she/her), Whitney" userId="65f39021-2f1d-4d8b-87dc-b123826f65bf" providerId="ADAL" clId="{590480D1-D213-43E9-96E8-8D9EE0D4E4AE}" dt="2023-01-25T17:37:13.407" v="331" actId="255"/>
      <pc:docMkLst>
        <pc:docMk/>
      </pc:docMkLst>
      <pc:sldChg chg="modSp mod">
        <pc:chgData name="White (she/her), Whitney" userId="65f39021-2f1d-4d8b-87dc-b123826f65bf" providerId="ADAL" clId="{590480D1-D213-43E9-96E8-8D9EE0D4E4AE}" dt="2023-01-25T16:20:24.614" v="2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590480D1-D213-43E9-96E8-8D9EE0D4E4AE}" dt="2023-01-25T16:20:24.614" v="2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90480D1-D213-43E9-96E8-8D9EE0D4E4AE}" dt="2023-01-25T16:20:21.997" v="20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590480D1-D213-43E9-96E8-8D9EE0D4E4AE}" dt="2023-01-25T16:21:15.380" v="32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590480D1-D213-43E9-96E8-8D9EE0D4E4AE}" dt="2023-01-25T16:21:15.380" v="32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590480D1-D213-43E9-96E8-8D9EE0D4E4AE}" dt="2023-01-25T16:20:48.887" v="28" actId="27636"/>
        <pc:sldMkLst>
          <pc:docMk/>
          <pc:sldMk cId="2772527113" sldId="259"/>
        </pc:sldMkLst>
        <pc:spChg chg="mod">
          <ac:chgData name="White (she/her), Whitney" userId="65f39021-2f1d-4d8b-87dc-b123826f65bf" providerId="ADAL" clId="{590480D1-D213-43E9-96E8-8D9EE0D4E4AE}" dt="2023-01-25T16:20:48.887" v="28" actId="27636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590480D1-D213-43E9-96E8-8D9EE0D4E4AE}" dt="2023-01-25T17:37:13.407" v="331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590480D1-D213-43E9-96E8-8D9EE0D4E4AE}" dt="2023-01-25T17:37:13.407" v="331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590480D1-D213-43E9-96E8-8D9EE0D4E4AE}" dt="2023-01-25T16:21:56.132" v="61" actId="255"/>
        <pc:sldMkLst>
          <pc:docMk/>
          <pc:sldMk cId="498985592" sldId="263"/>
        </pc:sldMkLst>
        <pc:graphicFrameChg chg="mod modGraphic">
          <ac:chgData name="White (she/her), Whitney" userId="65f39021-2f1d-4d8b-87dc-b123826f65bf" providerId="ADAL" clId="{590480D1-D213-43E9-96E8-8D9EE0D4E4AE}" dt="2023-01-25T16:21:56.132" v="61" actId="255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590480D1-D213-43E9-96E8-8D9EE0D4E4AE}" dt="2023-01-25T16:22:35.451" v="67" actId="255"/>
        <pc:sldMkLst>
          <pc:docMk/>
          <pc:sldMk cId="1668316080" sldId="264"/>
        </pc:sldMkLst>
        <pc:graphicFrameChg chg="mod modGraphic">
          <ac:chgData name="White (she/her), Whitney" userId="65f39021-2f1d-4d8b-87dc-b123826f65bf" providerId="ADAL" clId="{590480D1-D213-43E9-96E8-8D9EE0D4E4AE}" dt="2023-01-25T16:22:35.451" v="67" actId="255"/>
          <ac:graphicFrameMkLst>
            <pc:docMk/>
            <pc:sldMk cId="1668316080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590480D1-D213-43E9-96E8-8D9EE0D4E4AE}" dt="2023-01-25T16:51:36.505" v="70" actId="255"/>
        <pc:sldMkLst>
          <pc:docMk/>
          <pc:sldMk cId="4086330664" sldId="265"/>
        </pc:sldMkLst>
        <pc:graphicFrameChg chg="mod modGraphic">
          <ac:chgData name="White (she/her), Whitney" userId="65f39021-2f1d-4d8b-87dc-b123826f65bf" providerId="ADAL" clId="{590480D1-D213-43E9-96E8-8D9EE0D4E4AE}" dt="2023-01-25T16:51:36.505" v="70" actId="255"/>
          <ac:graphicFrameMkLst>
            <pc:docMk/>
            <pc:sldMk cId="4086330664" sldId="265"/>
            <ac:graphicFrameMk id="7" creationId="{5FDD475B-C6CC-4B8A-BF1E-CC6CB3E6FF61}"/>
          </ac:graphicFrameMkLst>
        </pc:graphicFrameChg>
      </pc:sldChg>
      <pc:sldChg chg="addSp delSp modSp new mod ord">
        <pc:chgData name="White (she/her), Whitney" userId="65f39021-2f1d-4d8b-87dc-b123826f65bf" providerId="ADAL" clId="{590480D1-D213-43E9-96E8-8D9EE0D4E4AE}" dt="2023-01-25T16:52:31.007" v="100"/>
        <pc:sldMkLst>
          <pc:docMk/>
          <pc:sldMk cId="563923967" sldId="266"/>
        </pc:sldMkLst>
        <pc:spChg chg="mod">
          <ac:chgData name="White (she/her), Whitney" userId="65f39021-2f1d-4d8b-87dc-b123826f65bf" providerId="ADAL" clId="{590480D1-D213-43E9-96E8-8D9EE0D4E4AE}" dt="2023-01-25T16:51:58.877" v="85" actId="20577"/>
          <ac:spMkLst>
            <pc:docMk/>
            <pc:sldMk cId="563923967" sldId="266"/>
            <ac:spMk id="2" creationId="{3208CF96-E620-4142-B8BE-10D182203ED0}"/>
          </ac:spMkLst>
        </pc:spChg>
        <pc:spChg chg="del mod">
          <ac:chgData name="White (she/her), Whitney" userId="65f39021-2f1d-4d8b-87dc-b123826f65bf" providerId="ADAL" clId="{590480D1-D213-43E9-96E8-8D9EE0D4E4AE}" dt="2023-01-25T16:52:02.519" v="87"/>
          <ac:spMkLst>
            <pc:docMk/>
            <pc:sldMk cId="563923967" sldId="266"/>
            <ac:spMk id="3" creationId="{C71C7704-7C5D-4720-929E-C630D28A0A47}"/>
          </ac:spMkLst>
        </pc:spChg>
        <pc:graphicFrameChg chg="add mod modGraphic">
          <ac:chgData name="White (she/her), Whitney" userId="65f39021-2f1d-4d8b-87dc-b123826f65bf" providerId="ADAL" clId="{590480D1-D213-43E9-96E8-8D9EE0D4E4AE}" dt="2023-01-25T16:52:21.832" v="94" actId="14734"/>
          <ac:graphicFrameMkLst>
            <pc:docMk/>
            <pc:sldMk cId="563923967" sldId="266"/>
            <ac:graphicFrameMk id="5" creationId="{49A7F4FF-4271-455A-99EA-9A69C8ED0745}"/>
          </ac:graphicFrameMkLst>
        </pc:graphicFrameChg>
      </pc:sldChg>
      <pc:sldChg chg="new del">
        <pc:chgData name="White (she/her), Whitney" userId="65f39021-2f1d-4d8b-87dc-b123826f65bf" providerId="ADAL" clId="{590480D1-D213-43E9-96E8-8D9EE0D4E4AE}" dt="2023-01-25T16:52:42.707" v="102" actId="680"/>
        <pc:sldMkLst>
          <pc:docMk/>
          <pc:sldMk cId="1912701152" sldId="267"/>
        </pc:sldMkLst>
      </pc:sldChg>
      <pc:sldChg chg="modSp new mod">
        <pc:chgData name="White (she/her), Whitney" userId="65f39021-2f1d-4d8b-87dc-b123826f65bf" providerId="ADAL" clId="{590480D1-D213-43E9-96E8-8D9EE0D4E4AE}" dt="2023-01-25T16:54:22.419" v="276" actId="1076"/>
        <pc:sldMkLst>
          <pc:docMk/>
          <pc:sldMk cId="2060635254" sldId="267"/>
        </pc:sldMkLst>
        <pc:spChg chg="mod">
          <ac:chgData name="White (she/her), Whitney" userId="65f39021-2f1d-4d8b-87dc-b123826f65bf" providerId="ADAL" clId="{590480D1-D213-43E9-96E8-8D9EE0D4E4AE}" dt="2023-01-25T16:52:52.362" v="131" actId="20577"/>
          <ac:spMkLst>
            <pc:docMk/>
            <pc:sldMk cId="2060635254" sldId="267"/>
            <ac:spMk id="2" creationId="{05855632-2561-4ED4-A344-F24FAAB2ECE6}"/>
          </ac:spMkLst>
        </pc:spChg>
        <pc:spChg chg="mod">
          <ac:chgData name="White (she/her), Whitney" userId="65f39021-2f1d-4d8b-87dc-b123826f65bf" providerId="ADAL" clId="{590480D1-D213-43E9-96E8-8D9EE0D4E4AE}" dt="2023-01-25T16:54:22.419" v="276" actId="1076"/>
          <ac:spMkLst>
            <pc:docMk/>
            <pc:sldMk cId="2060635254" sldId="267"/>
            <ac:spMk id="3" creationId="{421B90CF-52BC-476B-A5E4-098BA89A5D5E}"/>
          </ac:spMkLst>
        </pc:spChg>
      </pc:sldChg>
      <pc:sldChg chg="del">
        <pc:chgData name="White (she/her), Whitney" userId="65f39021-2f1d-4d8b-87dc-b123826f65bf" providerId="ADAL" clId="{590480D1-D213-43E9-96E8-8D9EE0D4E4AE}" dt="2023-01-25T16:22:13.986" v="62" actId="47"/>
        <pc:sldMkLst>
          <pc:docMk/>
          <pc:sldMk cId="4157156871" sldId="268"/>
        </pc:sldMkLst>
      </pc:sldChg>
      <pc:sldChg chg="del">
        <pc:chgData name="White (she/her), Whitney" userId="65f39021-2f1d-4d8b-87dc-b123826f65bf" providerId="ADAL" clId="{590480D1-D213-43E9-96E8-8D9EE0D4E4AE}" dt="2023-01-25T16:22:14.707" v="63" actId="47"/>
        <pc:sldMkLst>
          <pc:docMk/>
          <pc:sldMk cId="818675080" sldId="269"/>
        </pc:sldMkLst>
      </pc:sldChg>
      <pc:sldChg chg="del">
        <pc:chgData name="White (she/her), Whitney" userId="65f39021-2f1d-4d8b-87dc-b123826f65bf" providerId="ADAL" clId="{590480D1-D213-43E9-96E8-8D9EE0D4E4AE}" dt="2023-01-25T16:22:15.854" v="64" actId="47"/>
        <pc:sldMkLst>
          <pc:docMk/>
          <pc:sldMk cId="3968532148" sldId="270"/>
        </pc:sldMkLst>
      </pc:sldChg>
    </pc:docChg>
  </pc:docChgLst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Self Regulation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C4799-F0F3-45AD-7FB0-B15B6CD6F444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TEKS 3B, 7A,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and explain the importance of strategies to promote self-regulation in the classroom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Define one-on-one conferences and characteristics of one-on-one conferences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Practice and reflect on one-on-one student conferences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Evaluate scenarios to determine effective use of one-on-one conferences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CF96-E620-4142-B8BE-10D18220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A7F4FF-4271-455A-99EA-9A69C8ED07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962232"/>
              </p:ext>
            </p:extLst>
          </p:nvPr>
        </p:nvGraphicFramePr>
        <p:xfrm>
          <a:off x="906010" y="2424418"/>
          <a:ext cx="10447789" cy="1930197"/>
        </p:xfrm>
        <a:graphic>
          <a:graphicData uri="http://schemas.openxmlformats.org/drawingml/2006/table">
            <a:tbl>
              <a:tblPr firstRow="1" firstCol="1" bandRow="1"/>
              <a:tblGrid>
                <a:gridCol w="2541865">
                  <a:extLst>
                    <a:ext uri="{9D8B030D-6E8A-4147-A177-3AD203B41FA5}">
                      <a16:colId xmlns:a16="http://schemas.microsoft.com/office/drawing/2014/main" val="3095146386"/>
                    </a:ext>
                  </a:extLst>
                </a:gridCol>
                <a:gridCol w="7905924">
                  <a:extLst>
                    <a:ext uri="{9D8B030D-6E8A-4147-A177-3AD203B41FA5}">
                      <a16:colId xmlns:a16="http://schemas.microsoft.com/office/drawing/2014/main" val="1909330955"/>
                    </a:ext>
                  </a:extLst>
                </a:gridCol>
              </a:tblGrid>
              <a:tr h="9815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Engagement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Providing various ways of engaging with material to stimulate interest and motivation for learning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41433"/>
                  </a:ext>
                </a:extLst>
              </a:tr>
              <a:tr h="9486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One-on-one conference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conversation between a teacher and an individual student focused on the student’s learning progress.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7380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DC129-A9D0-4880-98EA-6784E136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92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Consider what you have already learned about multiple means of engagement related to options for recruiting interest and options for sustaining effort/persistence. Today’s lesson will focus on options for self-regulation. Based on where you are in your learning, complete the first two columns of the KWL chart on your student guide. 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46E9-F880-F4D5-79A4-DBFF88D6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Means of Engagement</a:t>
            </a:r>
          </a:p>
        </p:txBody>
      </p:sp>
      <p:pic>
        <p:nvPicPr>
          <p:cNvPr id="5" name="Content Placeholder 4" descr="Michael Wilder – St. Thomas E-Learning And Research - Page 3">
            <a:extLst>
              <a:ext uri="{FF2B5EF4-FFF2-40B4-BE49-F238E27FC236}">
                <a16:creationId xmlns:a16="http://schemas.microsoft.com/office/drawing/2014/main" id="{DC7D3B62-46B2-43FE-B87C-3AED60C83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21"/>
          <a:stretch/>
        </p:blipFill>
        <p:spPr bwMode="auto">
          <a:xfrm>
            <a:off x="1113732" y="2254691"/>
            <a:ext cx="9964536" cy="27027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&amp; Persistence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79360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 Regulation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Support learners in setting personal goals that are attainable and that motivate them to take ownership of their learning.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Offer activities that encourage self-reflection and identification of personal goals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Model the process of goal setting.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all students with the same goal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students to set goals at the beginning of the year but do not return to them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&amp; Persistence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728864"/>
              </p:ext>
            </p:extLst>
          </p:nvPr>
        </p:nvGraphicFramePr>
        <p:xfrm>
          <a:off x="1285409" y="1770730"/>
          <a:ext cx="8529710" cy="3844989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 Regulation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models, scaffolds, and feedback to help learners develop personal coping skills and strategies.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Model how to manage frustration and seek external support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 real life situations to demonstrate coping skills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Ignore students’ feelings or tell them to “get over it”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Send students to the principal when frustration leads to an outburst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3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</a:t>
            </a:r>
            <a:r>
              <a:rPr lang="en-US"/>
              <a:t>&amp; Persistence  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784778"/>
              </p:ext>
            </p:extLst>
          </p:nvPr>
        </p:nvGraphicFramePr>
        <p:xfrm>
          <a:off x="1285409" y="1770730"/>
          <a:ext cx="8529710" cy="3844989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 Regulation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Support learners in developing an awareness of their progress toward goals and how to learn from their mistakes.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charts or tools to help students track progress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Engage in activities that allow students to self-assess and receive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a progress report in the middle of the quarter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Ask students to track grades in gradebook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1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5632-2561-4ED4-A344-F24FAAB2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on One Conferences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B90CF-52BC-476B-A5E4-098BA89A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conversation between a teacher and an individual student focused on the student’s learning progress.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Criteria for one-on-one student conferences: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Are brief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 attention to the students’ emotions about learning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scaffolded opportunity for student reflection on their own learning progress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Focus on the student’s strengths and opportunities for growth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 goal-setting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 with next steps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23ED9-FDFC-4415-9BEA-9214E3BD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3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Return to your KWL chart. Complete the final column with information about self-regulation you learned today. 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of the scenarios (on your Exit Ticket) provides a better example of a one-on-one conference? Explain your answer.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on your experience in the role play, what is one goal you have for improving your facilitation of one-on-one conferences?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175</TotalTime>
  <Words>527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8.05</vt:lpstr>
      <vt:lpstr>TEKS Standards &amp; Objectives</vt:lpstr>
      <vt:lpstr>Vocabulary</vt:lpstr>
      <vt:lpstr>Bellringer</vt:lpstr>
      <vt:lpstr>Multiple Means of Engagement</vt:lpstr>
      <vt:lpstr>Guideline: Sustaining Effort &amp; Persistence</vt:lpstr>
      <vt:lpstr>Guideline: Sustaining Effort &amp; Persistence </vt:lpstr>
      <vt:lpstr>Guideline: Sustaining Effort &amp; Persistence  </vt:lpstr>
      <vt:lpstr>One on One Conferences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</dc:title>
  <dc:subject>Lesson 8.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2023-08-31T05:41:36Z</dcterms:modified>
</cp:coreProperties>
</file>
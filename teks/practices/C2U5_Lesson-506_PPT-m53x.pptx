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E604A-F0B7-4C4B-9B05-8ADCC7D3054F}" v="1" dt="2022-10-10T01:22:48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424E604A-F0B7-4C4B-9B05-8ADCC7D3054F}"/>
    <pc:docChg chg="custSel delSld modSld">
      <pc:chgData name="White (she/her), Whitney" userId="65f39021-2f1d-4d8b-87dc-b123826f65bf" providerId="ADAL" clId="{424E604A-F0B7-4C4B-9B05-8ADCC7D3054F}" dt="2022-10-10T01:25:07.715" v="57" actId="47"/>
      <pc:docMkLst>
        <pc:docMk/>
      </pc:docMkLst>
      <pc:sldChg chg="modSp mod">
        <pc:chgData name="White (she/her), Whitney" userId="65f39021-2f1d-4d8b-87dc-b123826f65bf" providerId="ADAL" clId="{424E604A-F0B7-4C4B-9B05-8ADCC7D3054F}" dt="2022-10-10T01:20:00.487" v="22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424E604A-F0B7-4C4B-9B05-8ADCC7D3054F}" dt="2022-10-10T01:20:00.487" v="22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424E604A-F0B7-4C4B-9B05-8ADCC7D3054F}" dt="2022-10-10T01:19:42.551" v="17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424E604A-F0B7-4C4B-9B05-8ADCC7D3054F}" dt="2022-10-10T01:19:42.551" v="17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424E604A-F0B7-4C4B-9B05-8ADCC7D3054F}" dt="2022-10-10T01:25:02.995" v="55" actId="114"/>
        <pc:sldMkLst>
          <pc:docMk/>
          <pc:sldMk cId="2147408764" sldId="260"/>
        </pc:sldMkLst>
        <pc:spChg chg="mod">
          <ac:chgData name="White (she/her), Whitney" userId="65f39021-2f1d-4d8b-87dc-b123826f65bf" providerId="ADAL" clId="{424E604A-F0B7-4C4B-9B05-8ADCC7D3054F}" dt="2022-10-10T01:25:02.995" v="55" actId="114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424E604A-F0B7-4C4B-9B05-8ADCC7D3054F}" dt="2022-10-10T01:20:05.613" v="23" actId="2696"/>
        <pc:sldMkLst>
          <pc:docMk/>
          <pc:sldMk cId="3054216349" sldId="261"/>
        </pc:sldMkLst>
      </pc:sldChg>
      <pc:sldChg chg="del">
        <pc:chgData name="White (she/her), Whitney" userId="65f39021-2f1d-4d8b-87dc-b123826f65bf" providerId="ADAL" clId="{424E604A-F0B7-4C4B-9B05-8ADCC7D3054F}" dt="2022-10-10T01:25:07.715" v="57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424E604A-F0B7-4C4B-9B05-8ADCC7D3054F}" dt="2022-10-10T01:25:06.827" v="56" actId="47"/>
        <pc:sldMkLst>
          <pc:docMk/>
          <pc:sldMk cId="1163931679" sldId="263"/>
        </pc:sldMkLst>
      </pc:sldChg>
      <pc:sldChg chg="addSp delSp modSp mod">
        <pc:chgData name="White (she/her), Whitney" userId="65f39021-2f1d-4d8b-87dc-b123826f65bf" providerId="ADAL" clId="{424E604A-F0B7-4C4B-9B05-8ADCC7D3054F}" dt="2022-10-10T01:22:53.054" v="44" actId="26606"/>
        <pc:sldMkLst>
          <pc:docMk/>
          <pc:sldMk cId="3493109116" sldId="264"/>
        </pc:sldMkLst>
        <pc:spChg chg="mod">
          <ac:chgData name="White (she/her), Whitney" userId="65f39021-2f1d-4d8b-87dc-b123826f65bf" providerId="ADAL" clId="{424E604A-F0B7-4C4B-9B05-8ADCC7D3054F}" dt="2022-10-10T01:22:53.054" v="44" actId="26606"/>
          <ac:spMkLst>
            <pc:docMk/>
            <pc:sldMk cId="3493109116" sldId="264"/>
            <ac:spMk id="2" creationId="{D7836664-70C0-47BA-9BFF-496A04EBBFDE}"/>
          </ac:spMkLst>
        </pc:spChg>
        <pc:spChg chg="del">
          <ac:chgData name="White (she/her), Whitney" userId="65f39021-2f1d-4d8b-87dc-b123826f65bf" providerId="ADAL" clId="{424E604A-F0B7-4C4B-9B05-8ADCC7D3054F}" dt="2022-10-10T01:22:48.937" v="42"/>
          <ac:spMkLst>
            <pc:docMk/>
            <pc:sldMk cId="3493109116" sldId="264"/>
            <ac:spMk id="3" creationId="{F64339F5-2F5D-46B5-A25D-C197D73747BD}"/>
          </ac:spMkLst>
        </pc:spChg>
        <pc:spChg chg="mod ord">
          <ac:chgData name="White (she/her), Whitney" userId="65f39021-2f1d-4d8b-87dc-b123826f65bf" providerId="ADAL" clId="{424E604A-F0B7-4C4B-9B05-8ADCC7D3054F}" dt="2022-10-10T01:22:53.054" v="44" actId="26606"/>
          <ac:spMkLst>
            <pc:docMk/>
            <pc:sldMk cId="3493109116" sldId="264"/>
            <ac:spMk id="4" creationId="{F767700B-954E-42AD-AD69-9CC1C5B510A5}"/>
          </ac:spMkLst>
        </pc:spChg>
        <pc:picChg chg="add mod">
          <ac:chgData name="White (she/her), Whitney" userId="65f39021-2f1d-4d8b-87dc-b123826f65bf" providerId="ADAL" clId="{424E604A-F0B7-4C4B-9B05-8ADCC7D3054F}" dt="2022-10-10T01:22:53.054" v="44" actId="26606"/>
          <ac:picMkLst>
            <pc:docMk/>
            <pc:sldMk cId="3493109116" sldId="264"/>
            <ac:picMk id="5" creationId="{CD5C407B-5916-4805-815A-90D0609784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5: Planning For and With Assessment | Lesson 5.06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Strategic Questioning Continued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C5C44-7803-36B4-0F7E-EE4FE35EB8CB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6D, 8A, 8C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Question Matrix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a set of questions based on an understanding of the Question Matrix and characteristics of effective questions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characteristics of effective questions?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Why does the order and progression of questions matter for instruction based on the principles informed by the science of learning? 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Question Matrix</a:t>
            </a:r>
          </a:p>
        </p:txBody>
      </p:sp>
      <p:pic>
        <p:nvPicPr>
          <p:cNvPr id="5" name="Content Placeholder 4" descr="The Question Matrix">
            <a:extLst>
              <a:ext uri="{FF2B5EF4-FFF2-40B4-BE49-F238E27FC236}">
                <a16:creationId xmlns:a16="http://schemas.microsoft.com/office/drawing/2014/main" id="{CD5C407B-5916-4805-815A-90D060978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606" y="1825625"/>
            <a:ext cx="7534787" cy="43513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M. is teaching a lesson about creating claims based on evidence. His goal for the day is that his students will be able to create a claim based on evidence in a text and then collaborate with peers to refine their claims. 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the lesson goal and the pre-planned questions. For each question, determine what information the teacher can learn and what their next steps might be.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question set as a whole. Does the question set meet the characteristics of effective questions? Explain your reasoning.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FC137D3-1920-4541-BF2F-431628E4368B}" vid="{D2C998E6-2449-491A-B7CD-BA309C057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C2U5 Template</Template>
  <TotalTime>28</TotalTime>
  <Words>206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Instructional Practices| Unit 5: Planning For and With Assessment | Lesson 5.06</vt:lpstr>
      <vt:lpstr>TEKS Standards &amp; Objectives</vt:lpstr>
      <vt:lpstr>Bellringer</vt:lpstr>
      <vt:lpstr>Question Matrix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5.06: Strategic Questioning Continued</dc:title>
  <dc:subject>Lesson 5.06: Strategic Questioning Continued</dc:subject>
  <dc:creator>Texas Education Agency</dc:creator>
  <cp:lastModifiedBy>London White</cp:lastModifiedBy>
  <cp:revision>2</cp:revision>
  <dcterms:created xsi:type="dcterms:W3CDTF">2022-09-18T22:46:17Z</dcterms:created>
  <dcterms:modified xsi:type="dcterms:W3CDTF">2023-08-31T04:11:46Z</dcterms:modified>
</cp:coreProperties>
</file>
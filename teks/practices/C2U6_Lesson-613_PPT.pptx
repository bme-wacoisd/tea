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9" r:id="rId3"/>
    <p:sldId id="261" r:id="rId4"/>
    <p:sldId id="258" r:id="rId5"/>
    <p:sldId id="264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14CAF1-B74B-4969-890A-E1214DD06684}" v="2" dt="2022-09-18T04:30:59.0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2" autoAdjust="0"/>
    <p:restoredTop sz="94660"/>
  </p:normalViewPr>
  <p:slideViewPr>
    <p:cSldViewPr snapToGrid="0">
      <p:cViewPr varScale="1">
        <p:scale>
          <a:sx n="62" d="100"/>
          <a:sy n="62" d="100"/>
        </p:scale>
        <p:origin x="4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 (she/her), Whitney" userId="65f39021-2f1d-4d8b-87dc-b123826f65bf" providerId="ADAL" clId="{4E14CAF1-B74B-4969-890A-E1214DD06684}"/>
    <pc:docChg chg="undo custSel delSld modSld sldOrd">
      <pc:chgData name="White (she/her), Whitney" userId="65f39021-2f1d-4d8b-87dc-b123826f65bf" providerId="ADAL" clId="{4E14CAF1-B74B-4969-890A-E1214DD06684}" dt="2022-09-18T04:34:43.189" v="1382" actId="255"/>
      <pc:docMkLst>
        <pc:docMk/>
      </pc:docMkLst>
      <pc:sldChg chg="modSp mod">
        <pc:chgData name="White (she/her), Whitney" userId="65f39021-2f1d-4d8b-87dc-b123826f65bf" providerId="ADAL" clId="{4E14CAF1-B74B-4969-890A-E1214DD06684}" dt="2022-09-18T04:26:02.071" v="5" actId="13926"/>
        <pc:sldMkLst>
          <pc:docMk/>
          <pc:sldMk cId="1482277026" sldId="256"/>
        </pc:sldMkLst>
        <pc:spChg chg="mod">
          <ac:chgData name="White (she/her), Whitney" userId="65f39021-2f1d-4d8b-87dc-b123826f65bf" providerId="ADAL" clId="{4E14CAF1-B74B-4969-890A-E1214DD06684}" dt="2022-09-18T04:26:02.071" v="5" actId="1392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4E14CAF1-B74B-4969-890A-E1214DD06684}" dt="2022-09-18T04:25:59.957" v="4" actId="13926"/>
          <ac:spMkLst>
            <pc:docMk/>
            <pc:sldMk cId="1482277026" sldId="256"/>
            <ac:spMk id="3" creationId="{E0FBD98F-3A67-498E-8174-652040DD7B60}"/>
          </ac:spMkLst>
        </pc:spChg>
      </pc:sldChg>
      <pc:sldChg chg="addSp delSp modSp mod modClrScheme chgLayout">
        <pc:chgData name="White (she/her), Whitney" userId="65f39021-2f1d-4d8b-87dc-b123826f65bf" providerId="ADAL" clId="{4E14CAF1-B74B-4969-890A-E1214DD06684}" dt="2022-09-18T04:30:39.370" v="908" actId="313"/>
        <pc:sldMkLst>
          <pc:docMk/>
          <pc:sldMk cId="4071305681" sldId="258"/>
        </pc:sldMkLst>
        <pc:spChg chg="mod ord">
          <ac:chgData name="White (she/her), Whitney" userId="65f39021-2f1d-4d8b-87dc-b123826f65bf" providerId="ADAL" clId="{4E14CAF1-B74B-4969-890A-E1214DD06684}" dt="2022-09-18T04:28:36.299" v="228" actId="20577"/>
          <ac:spMkLst>
            <pc:docMk/>
            <pc:sldMk cId="4071305681" sldId="258"/>
            <ac:spMk id="2" creationId="{2F03F004-EE4F-44F2-AA0E-56B8CFF11342}"/>
          </ac:spMkLst>
        </pc:spChg>
        <pc:spChg chg="del mod">
          <ac:chgData name="White (she/her), Whitney" userId="65f39021-2f1d-4d8b-87dc-b123826f65bf" providerId="ADAL" clId="{4E14CAF1-B74B-4969-890A-E1214DD06684}" dt="2022-09-18T04:27:12.832" v="190"/>
          <ac:spMkLst>
            <pc:docMk/>
            <pc:sldMk cId="4071305681" sldId="258"/>
            <ac:spMk id="3" creationId="{392BE286-77A6-49DD-B15D-7E4718D52FE7}"/>
          </ac:spMkLst>
        </pc:spChg>
        <pc:spChg chg="mod ord">
          <ac:chgData name="White (she/her), Whitney" userId="65f39021-2f1d-4d8b-87dc-b123826f65bf" providerId="ADAL" clId="{4E14CAF1-B74B-4969-890A-E1214DD06684}" dt="2022-09-18T04:28:30.510" v="211" actId="700"/>
          <ac:spMkLst>
            <pc:docMk/>
            <pc:sldMk cId="4071305681" sldId="258"/>
            <ac:spMk id="4" creationId="{2DC7D18A-F106-4CA1-A59B-DE4084E585CF}"/>
          </ac:spMkLst>
        </pc:spChg>
        <pc:spChg chg="add del mod ord">
          <ac:chgData name="White (she/her), Whitney" userId="65f39021-2f1d-4d8b-87dc-b123826f65bf" providerId="ADAL" clId="{4E14CAF1-B74B-4969-890A-E1214DD06684}" dt="2022-09-18T04:28:30.510" v="211" actId="700"/>
          <ac:spMkLst>
            <pc:docMk/>
            <pc:sldMk cId="4071305681" sldId="258"/>
            <ac:spMk id="7" creationId="{B25A3B1A-B76B-4A69-AA69-F64D5ABBAD9F}"/>
          </ac:spMkLst>
        </pc:spChg>
        <pc:spChg chg="add mod ord">
          <ac:chgData name="White (she/her), Whitney" userId="65f39021-2f1d-4d8b-87dc-b123826f65bf" providerId="ADAL" clId="{4E14CAF1-B74B-4969-890A-E1214DD06684}" dt="2022-09-18T04:30:32.235" v="881" actId="27636"/>
          <ac:spMkLst>
            <pc:docMk/>
            <pc:sldMk cId="4071305681" sldId="258"/>
            <ac:spMk id="8" creationId="{8052B1D0-C886-4E99-92A6-7CF38266F7AC}"/>
          </ac:spMkLst>
        </pc:spChg>
        <pc:spChg chg="add mod ord">
          <ac:chgData name="White (she/her), Whitney" userId="65f39021-2f1d-4d8b-87dc-b123826f65bf" providerId="ADAL" clId="{4E14CAF1-B74B-4969-890A-E1214DD06684}" dt="2022-09-18T04:30:39.370" v="908" actId="313"/>
          <ac:spMkLst>
            <pc:docMk/>
            <pc:sldMk cId="4071305681" sldId="258"/>
            <ac:spMk id="9" creationId="{C37BE897-834C-4075-B69F-2BA3B2DE3D8B}"/>
          </ac:spMkLst>
        </pc:spChg>
        <pc:graphicFrameChg chg="add del mod modGraphic">
          <ac:chgData name="White (she/her), Whitney" userId="65f39021-2f1d-4d8b-87dc-b123826f65bf" providerId="ADAL" clId="{4E14CAF1-B74B-4969-890A-E1214DD06684}" dt="2022-09-18T04:28:27.612" v="210" actId="21"/>
          <ac:graphicFrameMkLst>
            <pc:docMk/>
            <pc:sldMk cId="4071305681" sldId="258"/>
            <ac:graphicFrameMk id="5" creationId="{C4EE21F6-1B02-40AF-9244-CE5D03E8845F}"/>
          </ac:graphicFrameMkLst>
        </pc:graphicFrameChg>
      </pc:sldChg>
      <pc:sldChg chg="modSp mod">
        <pc:chgData name="White (she/her), Whitney" userId="65f39021-2f1d-4d8b-87dc-b123826f65bf" providerId="ADAL" clId="{4E14CAF1-B74B-4969-890A-E1214DD06684}" dt="2022-09-18T04:26:46.811" v="188" actId="20577"/>
        <pc:sldMkLst>
          <pc:docMk/>
          <pc:sldMk cId="2772527113" sldId="259"/>
        </pc:sldMkLst>
        <pc:spChg chg="mod">
          <ac:chgData name="White (she/her), Whitney" userId="65f39021-2f1d-4d8b-87dc-b123826f65bf" providerId="ADAL" clId="{4E14CAF1-B74B-4969-890A-E1214DD06684}" dt="2022-09-18T04:26:46.811" v="188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 (she/her), Whitney" userId="65f39021-2f1d-4d8b-87dc-b123826f65bf" providerId="ADAL" clId="{4E14CAF1-B74B-4969-890A-E1214DD06684}" dt="2022-09-18T04:34:43.189" v="1382" actId="255"/>
        <pc:sldMkLst>
          <pc:docMk/>
          <pc:sldMk cId="2147408764" sldId="260"/>
        </pc:sldMkLst>
        <pc:spChg chg="mod">
          <ac:chgData name="White (she/her), Whitney" userId="65f39021-2f1d-4d8b-87dc-b123826f65bf" providerId="ADAL" clId="{4E14CAF1-B74B-4969-890A-E1214DD06684}" dt="2022-09-18T04:34:43.189" v="1382" actId="255"/>
          <ac:spMkLst>
            <pc:docMk/>
            <pc:sldMk cId="2147408764" sldId="260"/>
            <ac:spMk id="3" creationId="{49F2A5AF-3C0B-4968-A438-E435325199EA}"/>
          </ac:spMkLst>
        </pc:spChg>
      </pc:sldChg>
      <pc:sldChg chg="addSp delSp modSp mod ord">
        <pc:chgData name="White (she/her), Whitney" userId="65f39021-2f1d-4d8b-87dc-b123826f65bf" providerId="ADAL" clId="{4E14CAF1-B74B-4969-890A-E1214DD06684}" dt="2022-09-18T04:31:22.824" v="924"/>
        <pc:sldMkLst>
          <pc:docMk/>
          <pc:sldMk cId="3054216349" sldId="261"/>
        </pc:sldMkLst>
        <pc:spChg chg="del mod">
          <ac:chgData name="White (she/her), Whitney" userId="65f39021-2f1d-4d8b-87dc-b123826f65bf" providerId="ADAL" clId="{4E14CAF1-B74B-4969-890A-E1214DD06684}" dt="2022-09-18T04:30:59.044" v="910"/>
          <ac:spMkLst>
            <pc:docMk/>
            <pc:sldMk cId="3054216349" sldId="261"/>
            <ac:spMk id="3" creationId="{AE13FDB6-F093-4D9E-B14E-3D7DB894C34C}"/>
          </ac:spMkLst>
        </pc:spChg>
        <pc:graphicFrameChg chg="add mod modGraphic">
          <ac:chgData name="White (she/her), Whitney" userId="65f39021-2f1d-4d8b-87dc-b123826f65bf" providerId="ADAL" clId="{4E14CAF1-B74B-4969-890A-E1214DD06684}" dt="2022-09-18T04:31:17.943" v="922" actId="403"/>
          <ac:graphicFrameMkLst>
            <pc:docMk/>
            <pc:sldMk cId="3054216349" sldId="261"/>
            <ac:graphicFrameMk id="5" creationId="{BAD152C3-26C2-476E-A190-65C09B0877B5}"/>
          </ac:graphicFrameMkLst>
        </pc:graphicFrameChg>
      </pc:sldChg>
      <pc:sldChg chg="del">
        <pc:chgData name="White (she/her), Whitney" userId="65f39021-2f1d-4d8b-87dc-b123826f65bf" providerId="ADAL" clId="{4E14CAF1-B74B-4969-890A-E1214DD06684}" dt="2022-09-18T04:34:19.956" v="1378" actId="47"/>
        <pc:sldMkLst>
          <pc:docMk/>
          <pc:sldMk cId="4170921578" sldId="262"/>
        </pc:sldMkLst>
      </pc:sldChg>
      <pc:sldChg chg="del">
        <pc:chgData name="White (she/her), Whitney" userId="65f39021-2f1d-4d8b-87dc-b123826f65bf" providerId="ADAL" clId="{4E14CAF1-B74B-4969-890A-E1214DD06684}" dt="2022-09-18T04:34:19.407" v="1377" actId="47"/>
        <pc:sldMkLst>
          <pc:docMk/>
          <pc:sldMk cId="1163931679" sldId="263"/>
        </pc:sldMkLst>
      </pc:sldChg>
      <pc:sldChg chg="modSp mod">
        <pc:chgData name="White (she/her), Whitney" userId="65f39021-2f1d-4d8b-87dc-b123826f65bf" providerId="ADAL" clId="{4E14CAF1-B74B-4969-890A-E1214DD06684}" dt="2022-09-18T04:33:27.380" v="1376" actId="12"/>
        <pc:sldMkLst>
          <pc:docMk/>
          <pc:sldMk cId="3493109116" sldId="264"/>
        </pc:sldMkLst>
        <pc:spChg chg="mod">
          <ac:chgData name="White (she/her), Whitney" userId="65f39021-2f1d-4d8b-87dc-b123826f65bf" providerId="ADAL" clId="{4E14CAF1-B74B-4969-890A-E1214DD06684}" dt="2022-09-18T04:33:20.236" v="1374" actId="13926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 (she/her), Whitney" userId="65f39021-2f1d-4d8b-87dc-b123826f65bf" providerId="ADAL" clId="{4E14CAF1-B74B-4969-890A-E1214DD06684}" dt="2022-09-18T04:33:27.380" v="1376" actId="12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9/18/2022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9/18/2022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9/18/2022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9/18/2022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9/18/2022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9/18/2022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9/18/2022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9/18/2022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487700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6: Instructional Alignment| Lesson 6.13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Putting It All Together | Lesson Practice</a:t>
            </a: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3B, 6A, 6C, 6F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r>
              <a:rPr lang="en-US" dirty="0"/>
              <a:t>Deliver a lesson from HQIM</a:t>
            </a:r>
          </a:p>
          <a:p>
            <a:r>
              <a:rPr lang="en-US" dirty="0"/>
              <a:t>Give and receive feedback on lesson delivery</a:t>
            </a:r>
          </a:p>
          <a:p>
            <a:r>
              <a:rPr lang="en-US" dirty="0"/>
              <a:t>Analyze the alignment of the components of a lesson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203D-F288-408D-B325-66954BDD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AD152C3-26C2-476E-A190-65C09B0877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4541687"/>
              </p:ext>
            </p:extLst>
          </p:nvPr>
        </p:nvGraphicFramePr>
        <p:xfrm>
          <a:off x="838200" y="1883959"/>
          <a:ext cx="10515600" cy="4124099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613544">
                  <a:extLst>
                    <a:ext uri="{9D8B030D-6E8A-4147-A177-3AD203B41FA5}">
                      <a16:colId xmlns:a16="http://schemas.microsoft.com/office/drawing/2014/main" val="4053618290"/>
                    </a:ext>
                  </a:extLst>
                </a:gridCol>
                <a:gridCol w="7902056">
                  <a:extLst>
                    <a:ext uri="{9D8B030D-6E8A-4147-A177-3AD203B41FA5}">
                      <a16:colId xmlns:a16="http://schemas.microsoft.com/office/drawing/2014/main" val="3487945062"/>
                    </a:ext>
                  </a:extLst>
                </a:gridCol>
              </a:tblGrid>
              <a:tr h="128636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Curriculum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A curriculum is a year-long, standards-based guide of instructional practices, learning experiences, and assessments used to facilitate student learning of grade-level concepts.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0" marB="0"/>
                </a:tc>
                <a:extLst>
                  <a:ext uri="{0D108BD9-81ED-4DB2-BD59-A6C34878D82A}">
                    <a16:rowId xmlns:a16="http://schemas.microsoft.com/office/drawing/2014/main" val="2523098241"/>
                  </a:ext>
                </a:extLst>
              </a:tr>
              <a:tr h="64317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Objectives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Brief statements that describe what students will be expected to learn by the end of the unit or lesson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0" marB="0"/>
                </a:tc>
                <a:extLst>
                  <a:ext uri="{0D108BD9-81ED-4DB2-BD59-A6C34878D82A}">
                    <a16:rowId xmlns:a16="http://schemas.microsoft.com/office/drawing/2014/main" val="2466489086"/>
                  </a:ext>
                </a:extLst>
              </a:tr>
              <a:tr h="64317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Assessment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Any tool used to collect, analyze, and respond to information about student understanding of learning targets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0" marB="0"/>
                </a:tc>
                <a:extLst>
                  <a:ext uri="{0D108BD9-81ED-4DB2-BD59-A6C34878D82A}">
                    <a16:rowId xmlns:a16="http://schemas.microsoft.com/office/drawing/2014/main" val="3202347065"/>
                  </a:ext>
                </a:extLst>
              </a:tr>
              <a:tr h="64317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Lesson Plan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A teacher’s detailed plan for teaching an individual lesson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0" marB="0"/>
                </a:tc>
                <a:extLst>
                  <a:ext uri="{0D108BD9-81ED-4DB2-BD59-A6C34878D82A}">
                    <a16:rowId xmlns:a16="http://schemas.microsoft.com/office/drawing/2014/main" val="3403681481"/>
                  </a:ext>
                </a:extLst>
              </a:tr>
              <a:tr h="64317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Norms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dirty="0">
                          <a:effectLst/>
                        </a:rPr>
                        <a:t>Agreements adopted by a group for how it will do something together and/or behave together.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0" marB="0"/>
                </a:tc>
                <a:extLst>
                  <a:ext uri="{0D108BD9-81ED-4DB2-BD59-A6C34878D82A}">
                    <a16:rowId xmlns:a16="http://schemas.microsoft.com/office/drawing/2014/main" val="308398819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FE7B-549A-4E98-93BA-74C837CF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216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Bellringer: Reviewing Norms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052B1D0-C886-4E99-92A6-7CF38266F7A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Norms for Teacher	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Take teaching seriously and stay “in character.”</a:t>
            </a:r>
          </a:p>
          <a:p>
            <a:r>
              <a:rPr lang="en-US" dirty="0"/>
              <a:t>Talk to your students in a grade appropriate way.</a:t>
            </a:r>
          </a:p>
          <a:p>
            <a:r>
              <a:rPr lang="en-US" dirty="0"/>
              <a:t>Take time to prepare.</a:t>
            </a:r>
          </a:p>
          <a:p>
            <a:r>
              <a:rPr lang="en-US" dirty="0"/>
              <a:t>Forgive yourself if at first it seems hard.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37BE897-834C-4075-B69F-2BA3B2DE3D8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Norms for Role-Playing Students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Take being a student seriously and stay “in character.”</a:t>
            </a:r>
          </a:p>
          <a:p>
            <a:r>
              <a:rPr lang="en-US" dirty="0"/>
              <a:t>Actively respond to the teachers prompts and questions.</a:t>
            </a:r>
          </a:p>
          <a:p>
            <a:r>
              <a:rPr lang="en-US" dirty="0"/>
              <a:t>Don’t act out or intentionally misbehave.</a:t>
            </a:r>
          </a:p>
          <a:p>
            <a:r>
              <a:rPr lang="en-US" dirty="0"/>
              <a:t>Remember you are a third grader—the content may seem easy to you.</a:t>
            </a:r>
          </a:p>
          <a:p>
            <a:r>
              <a:rPr lang="en-US" dirty="0"/>
              <a:t>Extend kindness to your teacher if, at first, they have trouble taking on the teaching role.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Rehearsal Plan (17 minutes per role play round)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339F5-2F5D-46B5-A25D-C197D7374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9 minutes: Teach the lesson with the other two classmates acting as the students</a:t>
            </a:r>
          </a:p>
          <a:p>
            <a:r>
              <a:rPr lang="en-US" dirty="0"/>
              <a:t>4 minutes: Record reflections on your experience, using either the teacher reflection table or the student reflection table in your Student Guide</a:t>
            </a:r>
          </a:p>
          <a:p>
            <a:r>
              <a:rPr lang="en-US" dirty="0"/>
              <a:t>2 minutes: Share warm and cool feedback with the teacher</a:t>
            </a:r>
          </a:p>
          <a:p>
            <a:r>
              <a:rPr lang="en-US" dirty="0"/>
              <a:t>2 minutes: Allow the teacher to reflect on teaching the lesson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109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Describe the alignment of instructional activities to the objective of one of lessons you experienced today as a student by answering the following two questions: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was the lesson’s objective?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did the instructional activities (direct instruction, practice, and formative assessments) align to that objective?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2U6 Template" id="{AF0A3B9D-A4D4-43B9-877C-DC7685DF529F}" vid="{24BCECEA-A865-4364-8D35-4F287E7D5DE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C2U6 Template</Template>
  <TotalTime>10</TotalTime>
  <Words>389</Words>
  <Application>Microsoft Office PowerPoint</Application>
  <PresentationFormat>Widescreen</PresentationFormat>
  <Paragraphs>49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Instructional Practices| Unit 6: Instructional Alignment| Lesson 6.13</vt:lpstr>
      <vt:lpstr>TEKS Standards &amp; Objectives</vt:lpstr>
      <vt:lpstr>Vocabulary</vt:lpstr>
      <vt:lpstr>Bellringer: Reviewing Norms</vt:lpstr>
      <vt:lpstr>Rehearsal Plan (17 minutes per role play round)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Instructional Practices| Unit 6: Instructional Alignment| Lesson 6.XX</dc:title>
  <dc:subject>Lesson X.XX: Title Goes Here</dc:subject>
  <dc:creator>White (she/her), Whitney</dc:creator>
  <cp:lastModifiedBy>White (she/her), Whitney</cp:lastModifiedBy>
  <cp:revision>2</cp:revision>
  <dcterms:created xsi:type="dcterms:W3CDTF">2022-09-18T02:07:21Z</dcterms:created>
  <dcterms:modified xsi:type="dcterms:W3CDTF">2022-09-18T04:34:48Z</dcterms:modified>
</cp:coreProperties>
</file>
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A38447-B102-497B-BF4F-BD819CE25632}" v="1" dt="2023-08-31T01:10:50.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5429BBDB-6589-4593-9958-8BBA3FCDAC97}"/>
    <pc:docChg chg="custSel modSld">
      <pc:chgData name="White, Whitney" userId="65f39021-2f1d-4d8b-87dc-b123826f65bf" providerId="ADAL" clId="{5429BBDB-6589-4593-9958-8BBA3FCDAC97}" dt="2022-07-29T06:32:13.307" v="390" actId="20577"/>
      <pc:docMkLst>
        <pc:docMk/>
      </pc:docMkLst>
      <pc:sldChg chg="modSp mod">
        <pc:chgData name="White, Whitney" userId="65f39021-2f1d-4d8b-87dc-b123826f65bf" providerId="ADAL" clId="{5429BBDB-6589-4593-9958-8BBA3FCDAC97}" dt="2022-07-29T06:32:13.307" v="390" actId="20577"/>
        <pc:sldMkLst>
          <pc:docMk/>
          <pc:sldMk cId="1482277026" sldId="256"/>
        </pc:sldMkLst>
        <pc:spChg chg="mod">
          <ac:chgData name="White, Whitney" userId="65f39021-2f1d-4d8b-87dc-b123826f65bf" providerId="ADAL" clId="{5429BBDB-6589-4593-9958-8BBA3FCDAC97}" dt="2022-07-29T06:32:13.307" v="390" actId="20577"/>
          <ac:spMkLst>
            <pc:docMk/>
            <pc:sldMk cId="1482277026" sldId="256"/>
            <ac:spMk id="2" creationId="{BFFCF5BD-F8FF-4A67-A8B6-EBB21E79279B}"/>
          </ac:spMkLst>
        </pc:spChg>
        <pc:spChg chg="mod">
          <ac:chgData name="White, Whitney" userId="65f39021-2f1d-4d8b-87dc-b123826f65bf" providerId="ADAL" clId="{5429BBDB-6589-4593-9958-8BBA3FCDAC97}" dt="2022-07-29T06:32:07.874" v="386" actId="20577"/>
          <ac:spMkLst>
            <pc:docMk/>
            <pc:sldMk cId="1482277026" sldId="256"/>
            <ac:spMk id="3" creationId="{E0FBD98F-3A67-498E-8174-652040DD7B60}"/>
          </ac:spMkLst>
        </pc:spChg>
      </pc:sldChg>
      <pc:sldChg chg="modSp mod">
        <pc:chgData name="White, Whitney" userId="65f39021-2f1d-4d8b-87dc-b123826f65bf" providerId="ADAL" clId="{5429BBDB-6589-4593-9958-8BBA3FCDAC97}" dt="2022-07-29T06:28:35.510" v="208" actId="255"/>
        <pc:sldMkLst>
          <pc:docMk/>
          <pc:sldMk cId="4071305681" sldId="258"/>
        </pc:sldMkLst>
        <pc:spChg chg="mod">
          <ac:chgData name="White, Whitney" userId="65f39021-2f1d-4d8b-87dc-b123826f65bf" providerId="ADAL" clId="{5429BBDB-6589-4593-9958-8BBA3FCDAC97}" dt="2022-07-29T06:28:35.510" v="208" actId="255"/>
          <ac:spMkLst>
            <pc:docMk/>
            <pc:sldMk cId="4071305681" sldId="258"/>
            <ac:spMk id="3" creationId="{392BE286-77A6-49DD-B15D-7E4718D52FE7}"/>
          </ac:spMkLst>
        </pc:spChg>
      </pc:sldChg>
      <pc:sldChg chg="modSp mod">
        <pc:chgData name="White, Whitney" userId="65f39021-2f1d-4d8b-87dc-b123826f65bf" providerId="ADAL" clId="{5429BBDB-6589-4593-9958-8BBA3FCDAC97}" dt="2022-07-29T06:27:15.374" v="31" actId="255"/>
        <pc:sldMkLst>
          <pc:docMk/>
          <pc:sldMk cId="2772527113" sldId="259"/>
        </pc:sldMkLst>
        <pc:spChg chg="mod">
          <ac:chgData name="White, Whitney" userId="65f39021-2f1d-4d8b-87dc-b123826f65bf" providerId="ADAL" clId="{5429BBDB-6589-4593-9958-8BBA3FCDAC97}" dt="2022-07-29T06:27:15.374" v="31" actId="255"/>
          <ac:spMkLst>
            <pc:docMk/>
            <pc:sldMk cId="2772527113" sldId="259"/>
            <ac:spMk id="3" creationId="{8CE08C7F-0286-423B-92F7-DEB89F31111A}"/>
          </ac:spMkLst>
        </pc:spChg>
      </pc:sldChg>
      <pc:sldChg chg="modSp mod">
        <pc:chgData name="White, Whitney" userId="65f39021-2f1d-4d8b-87dc-b123826f65bf" providerId="ADAL" clId="{5429BBDB-6589-4593-9958-8BBA3FCDAC97}" dt="2022-07-29T06:26:34.139" v="6" actId="403"/>
        <pc:sldMkLst>
          <pc:docMk/>
          <pc:sldMk cId="2147408764" sldId="260"/>
        </pc:sldMkLst>
        <pc:spChg chg="mod">
          <ac:chgData name="White, Whitney" userId="65f39021-2f1d-4d8b-87dc-b123826f65bf" providerId="ADAL" clId="{5429BBDB-6589-4593-9958-8BBA3FCDAC97}" dt="2022-07-29T06:26:34.139" v="6" actId="403"/>
          <ac:spMkLst>
            <pc:docMk/>
            <pc:sldMk cId="2147408764" sldId="260"/>
            <ac:spMk id="3" creationId="{49F2A5AF-3C0B-4968-A438-E435325199EA}"/>
          </ac:spMkLst>
        </pc:spChg>
      </pc:sldChg>
      <pc:sldChg chg="modSp mod">
        <pc:chgData name="White, Whitney" userId="65f39021-2f1d-4d8b-87dc-b123826f65bf" providerId="ADAL" clId="{5429BBDB-6589-4593-9958-8BBA3FCDAC97}" dt="2022-07-29T06:28:06.734" v="204" actId="313"/>
        <pc:sldMkLst>
          <pc:docMk/>
          <pc:sldMk cId="3054216349" sldId="261"/>
        </pc:sldMkLst>
        <pc:spChg chg="mod">
          <ac:chgData name="White, Whitney" userId="65f39021-2f1d-4d8b-87dc-b123826f65bf" providerId="ADAL" clId="{5429BBDB-6589-4593-9958-8BBA3FCDAC97}" dt="2022-07-29T06:28:06.734" v="204" actId="313"/>
          <ac:spMkLst>
            <pc:docMk/>
            <pc:sldMk cId="3054216349" sldId="261"/>
            <ac:spMk id="3" creationId="{AE13FDB6-F093-4D9E-B14E-3D7DB894C34C}"/>
          </ac:spMkLst>
        </pc:spChg>
      </pc:sldChg>
      <pc:sldChg chg="modSp mod">
        <pc:chgData name="White, Whitney" userId="65f39021-2f1d-4d8b-87dc-b123826f65bf" providerId="ADAL" clId="{5429BBDB-6589-4593-9958-8BBA3FCDAC97}" dt="2022-07-29T06:31:48.461" v="373" actId="403"/>
        <pc:sldMkLst>
          <pc:docMk/>
          <pc:sldMk cId="4170921578" sldId="262"/>
        </pc:sldMkLst>
        <pc:spChg chg="mod">
          <ac:chgData name="White, Whitney" userId="65f39021-2f1d-4d8b-87dc-b123826f65bf" providerId="ADAL" clId="{5429BBDB-6589-4593-9958-8BBA3FCDAC97}" dt="2022-07-29T06:31:34.698" v="369" actId="20577"/>
          <ac:spMkLst>
            <pc:docMk/>
            <pc:sldMk cId="4170921578" sldId="262"/>
            <ac:spMk id="2" creationId="{A7DAC820-49EE-4F41-8B1F-B9E33FF6BE24}"/>
          </ac:spMkLst>
        </pc:spChg>
        <pc:spChg chg="mod">
          <ac:chgData name="White, Whitney" userId="65f39021-2f1d-4d8b-87dc-b123826f65bf" providerId="ADAL" clId="{5429BBDB-6589-4593-9958-8BBA3FCDAC97}" dt="2022-07-29T06:31:48.461" v="373" actId="403"/>
          <ac:spMkLst>
            <pc:docMk/>
            <pc:sldMk cId="4170921578" sldId="262"/>
            <ac:spMk id="3" creationId="{79FFCA46-4155-4484-8350-F1E0B95F6088}"/>
          </ac:spMkLst>
        </pc:spChg>
      </pc:sldChg>
      <pc:sldChg chg="modSp mod">
        <pc:chgData name="White, Whitney" userId="65f39021-2f1d-4d8b-87dc-b123826f65bf" providerId="ADAL" clId="{5429BBDB-6589-4593-9958-8BBA3FCDAC97}" dt="2022-07-29T06:30:44.034" v="349" actId="20577"/>
        <pc:sldMkLst>
          <pc:docMk/>
          <pc:sldMk cId="1163931679" sldId="263"/>
        </pc:sldMkLst>
        <pc:spChg chg="mod">
          <ac:chgData name="White, Whitney" userId="65f39021-2f1d-4d8b-87dc-b123826f65bf" providerId="ADAL" clId="{5429BBDB-6589-4593-9958-8BBA3FCDAC97}" dt="2022-07-29T06:29:49.993" v="282" actId="20577"/>
          <ac:spMkLst>
            <pc:docMk/>
            <pc:sldMk cId="1163931679" sldId="263"/>
            <ac:spMk id="2" creationId="{531ECDB3-7F62-4124-A1E9-E48D699D2427}"/>
          </ac:spMkLst>
        </pc:spChg>
        <pc:spChg chg="mod">
          <ac:chgData name="White, Whitney" userId="65f39021-2f1d-4d8b-87dc-b123826f65bf" providerId="ADAL" clId="{5429BBDB-6589-4593-9958-8BBA3FCDAC97}" dt="2022-07-29T06:30:44.034" v="349" actId="20577"/>
          <ac:spMkLst>
            <pc:docMk/>
            <pc:sldMk cId="1163931679" sldId="263"/>
            <ac:spMk id="3" creationId="{012C84E3-4C09-4253-8964-13B9C34E5E48}"/>
          </ac:spMkLst>
        </pc:spChg>
      </pc:sldChg>
      <pc:sldChg chg="modSp mod">
        <pc:chgData name="White, Whitney" userId="65f39021-2f1d-4d8b-87dc-b123826f65bf" providerId="ADAL" clId="{5429BBDB-6589-4593-9958-8BBA3FCDAC97}" dt="2022-07-29T06:29:08.392" v="253" actId="403"/>
        <pc:sldMkLst>
          <pc:docMk/>
          <pc:sldMk cId="3493109116" sldId="264"/>
        </pc:sldMkLst>
        <pc:spChg chg="mod">
          <ac:chgData name="White, Whitney" userId="65f39021-2f1d-4d8b-87dc-b123826f65bf" providerId="ADAL" clId="{5429BBDB-6589-4593-9958-8BBA3FCDAC97}" dt="2022-07-29T06:28:54.060" v="249" actId="20577"/>
          <ac:spMkLst>
            <pc:docMk/>
            <pc:sldMk cId="3493109116" sldId="264"/>
            <ac:spMk id="2" creationId="{D7836664-70C0-47BA-9BFF-496A04EBBFDE}"/>
          </ac:spMkLst>
        </pc:spChg>
        <pc:spChg chg="mod">
          <ac:chgData name="White, Whitney" userId="65f39021-2f1d-4d8b-87dc-b123826f65bf" providerId="ADAL" clId="{5429BBDB-6589-4593-9958-8BBA3FCDAC97}" dt="2022-07-29T06:29:08.392" v="253" actId="403"/>
          <ac:spMkLst>
            <pc:docMk/>
            <pc:sldMk cId="3493109116" sldId="264"/>
            <ac:spMk id="3" creationId="{F64339F5-2F5D-46B5-A25D-C197D73747BD}"/>
          </ac:spMkLst>
        </pc:spChg>
      </pc:sldChg>
    </pc:docChg>
  </pc:docChgLst>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71A38447-B102-497B-BF4F-BD819CE25632}"/>
    <pc:docChg chg="modSld">
      <pc:chgData name="White (she/her), Whitney" userId="65f39021-2f1d-4d8b-87dc-b123826f65bf" providerId="ADAL" clId="{71A38447-B102-497B-BF4F-BD819CE25632}" dt="2023-08-31T01:10:54.169" v="2" actId="1076"/>
      <pc:docMkLst>
        <pc:docMk/>
      </pc:docMkLst>
      <pc:sldChg chg="addSp modSp mod">
        <pc:chgData name="White (she/her), Whitney" userId="65f39021-2f1d-4d8b-87dc-b123826f65bf" providerId="ADAL" clId="{71A38447-B102-497B-BF4F-BD819CE25632}" dt="2023-08-31T01:10:54.169" v="2" actId="1076"/>
        <pc:sldMkLst>
          <pc:docMk/>
          <pc:sldMk cId="1482277026" sldId="256"/>
        </pc:sldMkLst>
        <pc:spChg chg="mod">
          <ac:chgData name="White (she/her), Whitney" userId="65f39021-2f1d-4d8b-87dc-b123826f65bf" providerId="ADAL" clId="{71A38447-B102-497B-BF4F-BD819CE25632}" dt="2023-08-31T01:10:49.474" v="0" actId="1076"/>
          <ac:spMkLst>
            <pc:docMk/>
            <pc:sldMk cId="1482277026" sldId="256"/>
            <ac:spMk id="2" creationId="{BFFCF5BD-F8FF-4A67-A8B6-EBB21E79279B}"/>
          </ac:spMkLst>
        </pc:spChg>
        <pc:spChg chg="add mod">
          <ac:chgData name="White (she/her), Whitney" userId="65f39021-2f1d-4d8b-87dc-b123826f65bf" providerId="ADAL" clId="{71A38447-B102-497B-BF4F-BD819CE25632}" dt="2023-08-31T01:10:54.169" v="2" actId="1076"/>
          <ac:spMkLst>
            <pc:docMk/>
            <pc:sldMk cId="1482277026" sldId="256"/>
            <ac:spMk id="4" creationId="{5D33A43F-F9C3-EFC1-4B01-DEAD9245BE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zen6KOZDXEQ"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vimeo.com/41921596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zen6KOZDXEQ"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35362"/>
            <a:ext cx="9144000" cy="370300"/>
          </a:xfrm>
        </p:spPr>
        <p:txBody>
          <a:bodyPr>
            <a:normAutofit/>
          </a:bodyPr>
          <a:lstStyle/>
          <a:p>
            <a:pPr algn="l"/>
            <a:r>
              <a:rPr lang="en-US" sz="1800" dirty="0"/>
              <a:t>Instructional Practices | Unit 1: Building an Effective Classroom | Classroom Culture| Lesson 1.17</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Do It Again</a:t>
            </a:r>
          </a:p>
        </p:txBody>
      </p:sp>
      <p:sp>
        <p:nvSpPr>
          <p:cNvPr id="4" name="TextBox 3">
            <a:extLst>
              <a:ext uri="{FF2B5EF4-FFF2-40B4-BE49-F238E27FC236}">
                <a16:creationId xmlns:a16="http://schemas.microsoft.com/office/drawing/2014/main" id="{5D33A43F-F9C3-EFC1-4B01-DEAD9245BE50}"/>
              </a:ext>
            </a:extLst>
          </p:cNvPr>
          <p:cNvSpPr txBox="1"/>
          <p:nvPr/>
        </p:nvSpPr>
        <p:spPr>
          <a:xfrm>
            <a:off x="0" y="6445303"/>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 </a:t>
            </a:r>
          </a:p>
          <a:p>
            <a:pPr marL="342900" marR="0" lvl="0" indent="-342900">
              <a:spcBef>
                <a:spcPts val="600"/>
              </a:spcBef>
              <a:spcAft>
                <a:spcPts val="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a:t>
            </a:r>
            <a:r>
              <a:rPr lang="en-US" dirty="0">
                <a:effectLst/>
                <a:latin typeface="Calibri" panose="020F0502020204030204" pitchFamily="34" charset="0"/>
                <a:ea typeface="Calibri" panose="020F0502020204030204" pitchFamily="34" charset="0"/>
                <a:cs typeface="Calibri" panose="020F0502020204030204" pitchFamily="34" charset="0"/>
              </a:rPr>
              <a:t>dentify and describe strategies to establish a culture of excellence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a:t>
            </a:r>
            <a:r>
              <a:rPr lang="en-US" dirty="0">
                <a:effectLst/>
                <a:latin typeface="Calibri" panose="020F0502020204030204" pitchFamily="34" charset="0"/>
                <a:ea typeface="Calibri" panose="020F0502020204030204" pitchFamily="34" charset="0"/>
                <a:cs typeface="Calibri" panose="020F0502020204030204" pitchFamily="34" charset="0"/>
              </a:rPr>
              <a:t>dentify and describe the essential components of Do It Again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a:t>
            </a:r>
            <a:r>
              <a:rPr lang="en-US" dirty="0">
                <a:effectLst/>
                <a:latin typeface="Calibri" panose="020F0502020204030204" pitchFamily="34" charset="0"/>
                <a:ea typeface="Calibri" panose="020F0502020204030204" pitchFamily="34" charset="0"/>
                <a:cs typeface="Calibri" panose="020F0502020204030204" pitchFamily="34" charset="0"/>
              </a:rPr>
              <a:t>mplement and reflect on strategies that build a culture of excellence</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rPr>
              <a:t>d</a:t>
            </a:r>
            <a:r>
              <a:rPr lang="en-US" dirty="0">
                <a:effectLst/>
                <a:latin typeface="Calibri" panose="020F0502020204030204" pitchFamily="34" charset="0"/>
                <a:ea typeface="Calibri" panose="020F0502020204030204" pitchFamily="34" charset="0"/>
              </a:rPr>
              <a:t>iscuss the relationship between high expectations, effective learning environments, classroom culture, and student learning</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As you watch the video “Do It Again,” take note on what each teacher is doing as well as what the students are doing. What do you notice the different classes have in common?</a:t>
            </a:r>
          </a:p>
          <a:p>
            <a:pPr marL="0" indent="0">
              <a:buNone/>
            </a:pPr>
            <a:endParaRPr lang="en-US" dirty="0">
              <a:latin typeface="Calibri" panose="020F0502020204030204" pitchFamily="34" charset="0"/>
            </a:endParaRPr>
          </a:p>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Do It Again</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Emotional Constancy: Manage your tone and body language to keep something positive</a:t>
            </a:r>
          </a:p>
          <a:p>
            <a:pPr marL="0" indent="0">
              <a:buNone/>
            </a:pPr>
            <a:endParaRPr lang="en-US" dirty="0"/>
          </a:p>
          <a:p>
            <a:pPr marL="0" indent="0">
              <a:buNone/>
            </a:pPr>
            <a:r>
              <a:rPr lang="en-US" dirty="0"/>
              <a:t>Economy of Language: Using few words to remain focused on the task at hand.</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Do It Again (Denarius Frazier)</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Times New Roman" panose="02020603050405020304" pitchFamily="18" charset="0"/>
                <a:cs typeface="Calibri" panose="020F0502020204030204" pitchFamily="34" charset="0"/>
                <a:hlinkClick r:id="rId2"/>
              </a:rPr>
              <a:t>Do It Again: Denarius Frazier</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Keys to Utilizing Do It Again</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dirty="0"/>
              <a:t>Emotional Constancy: </a:t>
            </a:r>
          </a:p>
          <a:p>
            <a:pPr marL="0" indent="0">
              <a:buNone/>
            </a:pPr>
            <a:endParaRPr lang="en-US" dirty="0"/>
          </a:p>
          <a:p>
            <a:pPr marL="0" indent="0">
              <a:buNone/>
            </a:pPr>
            <a:r>
              <a:rPr lang="en-US" dirty="0"/>
              <a:t>Economy of Language:</a:t>
            </a:r>
          </a:p>
          <a:p>
            <a:pPr marL="0" indent="0">
              <a:buNone/>
            </a:pPr>
            <a:endParaRPr lang="en-US" dirty="0"/>
          </a:p>
          <a:p>
            <a:pPr marL="0" indent="0">
              <a:buNone/>
            </a:pPr>
            <a:r>
              <a:rPr lang="en-US" dirty="0"/>
              <a:t>Cut it Short:</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Video: Do It Again</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Do It Again</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Read the following scenario. Determine how Mrs. M could use the Do It Again technique to set a standard of excellence.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Students in Mrs. M’s class are working in groups to discuss how the environment impacts plant growth. One routine that has been established in her classroom is the “1, 2, 3, Eyes on me” technique. When Mrs. M says this phrase, students are to immediately stop what they are doing, put their materials down, and at look at the teacher. </a:t>
            </a:r>
            <a:endParaRPr lang="en-US" sz="20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Mrs. M is now ready for students to come back together for a group discussion, so she says “1, 2, 3, eyes on me!” Most of the students immediately stop what they are doing and look at Mrs. M, but there are still a handful of students who are still putting their pencils down and slowing turning to look at the teacher.</a:t>
            </a:r>
            <a:endParaRPr lang="en-US" sz="20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should Mrs. M proceed?</a:t>
            </a:r>
            <a:endParaRPr lang="en-US" sz="20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392</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Instructional Practices | Unit 1: Building an Effective Classroom | Classroom Culture| Lesson 1.17</vt:lpstr>
      <vt:lpstr>TEKS Standards &amp; Objectives</vt:lpstr>
      <vt:lpstr>Bellringer</vt:lpstr>
      <vt:lpstr>Vocabulary</vt:lpstr>
      <vt:lpstr>Video: Do It Again (Denarius Frazier)</vt:lpstr>
      <vt:lpstr>Keys to Utilizing Do It Again</vt:lpstr>
      <vt:lpstr>Video: Do It Again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1.17: Do It Again</dc:title>
  <dc:subject>Lesson 1.17: Do It Again</dc:subject>
  <dc:creator>Texas Education Agency</dc:creator>
  <cp:lastModifiedBy>White (she/her), Whitney</cp:lastModifiedBy>
  <cp:revision>3</cp:revision>
  <dcterms:created xsi:type="dcterms:W3CDTF">2022-05-09T19:40:20Z</dcterms:created>
  <dcterms:modified xsi:type="dcterms:W3CDTF">2023-08-31T01:11:04Z</dcterms:modified>
</cp:coreProperties>
</file>
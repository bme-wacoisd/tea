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8" r:id="rId4"/>
    <p:sldId id="261" r:id="rId5"/>
    <p:sldId id="265" r:id="rId6"/>
    <p:sldId id="264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CB9920-A391-4B1C-8371-CDAF3A9775BC}" v="1" dt="2023-08-31T01:26:17.3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712" autoAdjust="0"/>
  </p:normalViewPr>
  <p:slideViewPr>
    <p:cSldViewPr snapToGrid="0">
      <p:cViewPr varScale="1">
        <p:scale>
          <a:sx n="108" d="100"/>
          <a:sy n="108" d="100"/>
        </p:scale>
        <p:origin x="6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CDCB9920-A391-4B1C-8371-CDAF3A9775BC}"/>
    <pc:docChg chg="modSld">
      <pc:chgData name="White (she/her), Whitney" userId="65f39021-2f1d-4d8b-87dc-b123826f65bf" providerId="ADAL" clId="{CDCB9920-A391-4B1C-8371-CDAF3A9775BC}" dt="2023-08-31T01:26:50.218" v="3" actId="20577"/>
      <pc:docMkLst>
        <pc:docMk/>
      </pc:docMkLst>
      <pc:sldChg chg="addSp modSp mod">
        <pc:chgData name="White (she/her), Whitney" userId="65f39021-2f1d-4d8b-87dc-b123826f65bf" providerId="ADAL" clId="{CDCB9920-A391-4B1C-8371-CDAF3A9775BC}" dt="2023-08-31T01:26:22.148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CDCB9920-A391-4B1C-8371-CDAF3A9775BC}" dt="2023-08-31T01:26:16.097" v="0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CDCB9920-A391-4B1C-8371-CDAF3A9775BC}" dt="2023-08-31T01:26:22.148" v="2" actId="1076"/>
          <ac:spMkLst>
            <pc:docMk/>
            <pc:sldMk cId="1482277026" sldId="256"/>
            <ac:spMk id="4" creationId="{562D1E8A-402B-9B88-96D5-E03494A79665}"/>
          </ac:spMkLst>
        </pc:spChg>
      </pc:sldChg>
      <pc:sldChg chg="modSp mod">
        <pc:chgData name="White (she/her), Whitney" userId="65f39021-2f1d-4d8b-87dc-b123826f65bf" providerId="ADAL" clId="{CDCB9920-A391-4B1C-8371-CDAF3A9775BC}" dt="2023-08-31T01:26:50.218" v="3" actId="20577"/>
        <pc:sldMkLst>
          <pc:docMk/>
          <pc:sldMk cId="1503491745" sldId="265"/>
        </pc:sldMkLst>
        <pc:spChg chg="mod">
          <ac:chgData name="White (she/her), Whitney" userId="65f39021-2f1d-4d8b-87dc-b123826f65bf" providerId="ADAL" clId="{CDCB9920-A391-4B1C-8371-CDAF3A9775BC}" dt="2023-08-31T01:26:50.218" v="3" actId="20577"/>
          <ac:spMkLst>
            <pc:docMk/>
            <pc:sldMk cId="1503491745" sldId="265"/>
            <ac:spMk id="2" creationId="{E50E203D-F288-408D-B325-66954BDD332E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75E44B99-A98F-4CF0-A14F-D596E7929487}"/>
    <pc:docChg chg="custSel addSld delSld modSld">
      <pc:chgData name="White, Whitney" userId="65f39021-2f1d-4d8b-87dc-b123826f65bf" providerId="ADAL" clId="{75E44B99-A98F-4CF0-A14F-D596E7929487}" dt="2022-08-04T00:07:38.068" v="280" actId="1076"/>
      <pc:docMkLst>
        <pc:docMk/>
      </pc:docMkLst>
      <pc:sldChg chg="modSp mod">
        <pc:chgData name="White, Whitney" userId="65f39021-2f1d-4d8b-87dc-b123826f65bf" providerId="ADAL" clId="{75E44B99-A98F-4CF0-A14F-D596E7929487}" dt="2022-08-03T21:02:21.651" v="58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75E44B99-A98F-4CF0-A14F-D596E7929487}" dt="2022-08-03T21:02:21.651" v="58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75E44B99-A98F-4CF0-A14F-D596E7929487}" dt="2022-08-03T21:02:16.916" v="54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75E44B99-A98F-4CF0-A14F-D596E7929487}" dt="2022-08-03T23:57:49.772" v="86" actId="403"/>
        <pc:sldMkLst>
          <pc:docMk/>
          <pc:sldMk cId="4071305681" sldId="258"/>
        </pc:sldMkLst>
        <pc:spChg chg="mod">
          <ac:chgData name="White, Whitney" userId="65f39021-2f1d-4d8b-87dc-b123826f65bf" providerId="ADAL" clId="{75E44B99-A98F-4CF0-A14F-D596E7929487}" dt="2022-08-03T23:57:49.772" v="86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75E44B99-A98F-4CF0-A14F-D596E7929487}" dt="2022-08-03T21:25:10.479" v="82" actId="255"/>
        <pc:sldMkLst>
          <pc:docMk/>
          <pc:sldMk cId="2772527113" sldId="259"/>
        </pc:sldMkLst>
        <pc:spChg chg="mod">
          <ac:chgData name="White, Whitney" userId="65f39021-2f1d-4d8b-87dc-b123826f65bf" providerId="ADAL" clId="{75E44B99-A98F-4CF0-A14F-D596E7929487}" dt="2022-08-03T21:25:10.479" v="82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75E44B99-A98F-4CF0-A14F-D596E7929487}" dt="2022-08-04T00:07:38.068" v="280" actId="1076"/>
        <pc:sldMkLst>
          <pc:docMk/>
          <pc:sldMk cId="2147408764" sldId="260"/>
        </pc:sldMkLst>
        <pc:spChg chg="mod">
          <ac:chgData name="White, Whitney" userId="65f39021-2f1d-4d8b-87dc-b123826f65bf" providerId="ADAL" clId="{75E44B99-A98F-4CF0-A14F-D596E7929487}" dt="2022-08-04T00:07:38.068" v="280" actId="1076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, Whitney" userId="65f39021-2f1d-4d8b-87dc-b123826f65bf" providerId="ADAL" clId="{75E44B99-A98F-4CF0-A14F-D596E7929487}" dt="2022-08-04T00:00:11.209" v="104" actId="1076"/>
        <pc:sldMkLst>
          <pc:docMk/>
          <pc:sldMk cId="3054216349" sldId="261"/>
        </pc:sldMkLst>
        <pc:spChg chg="add del">
          <ac:chgData name="White, Whitney" userId="65f39021-2f1d-4d8b-87dc-b123826f65bf" providerId="ADAL" clId="{75E44B99-A98F-4CF0-A14F-D596E7929487}" dt="2022-08-03T23:58:35.256" v="89"/>
          <ac:spMkLst>
            <pc:docMk/>
            <pc:sldMk cId="3054216349" sldId="261"/>
            <ac:spMk id="3" creationId="{AE13FDB6-F093-4D9E-B14E-3D7DB894C34C}"/>
          </ac:spMkLst>
        </pc:spChg>
        <pc:graphicFrameChg chg="add del mod">
          <ac:chgData name="White, Whitney" userId="65f39021-2f1d-4d8b-87dc-b123826f65bf" providerId="ADAL" clId="{75E44B99-A98F-4CF0-A14F-D596E7929487}" dt="2022-08-03T23:58:31.938" v="88"/>
          <ac:graphicFrameMkLst>
            <pc:docMk/>
            <pc:sldMk cId="3054216349" sldId="261"/>
            <ac:graphicFrameMk id="5" creationId="{6F0C9651-AF22-45DF-8521-EC9043D8FE55}"/>
          </ac:graphicFrameMkLst>
        </pc:graphicFrameChg>
        <pc:graphicFrameChg chg="add mod modGraphic">
          <ac:chgData name="White, Whitney" userId="65f39021-2f1d-4d8b-87dc-b123826f65bf" providerId="ADAL" clId="{75E44B99-A98F-4CF0-A14F-D596E7929487}" dt="2022-08-04T00:00:11.209" v="104" actId="1076"/>
          <ac:graphicFrameMkLst>
            <pc:docMk/>
            <pc:sldMk cId="3054216349" sldId="261"/>
            <ac:graphicFrameMk id="6" creationId="{5F3E104B-347B-45D0-92DF-0A1B60668D38}"/>
          </ac:graphicFrameMkLst>
        </pc:graphicFrameChg>
      </pc:sldChg>
      <pc:sldChg chg="del">
        <pc:chgData name="White, Whitney" userId="65f39021-2f1d-4d8b-87dc-b123826f65bf" providerId="ADAL" clId="{75E44B99-A98F-4CF0-A14F-D596E7929487}" dt="2022-08-04T00:06:01.143" v="229" actId="47"/>
        <pc:sldMkLst>
          <pc:docMk/>
          <pc:sldMk cId="4170921578" sldId="262"/>
        </pc:sldMkLst>
      </pc:sldChg>
      <pc:sldChg chg="modSp mod">
        <pc:chgData name="White, Whitney" userId="65f39021-2f1d-4d8b-87dc-b123826f65bf" providerId="ADAL" clId="{75E44B99-A98F-4CF0-A14F-D596E7929487}" dt="2022-08-04T00:04:05.040" v="183" actId="12"/>
        <pc:sldMkLst>
          <pc:docMk/>
          <pc:sldMk cId="1163931679" sldId="263"/>
        </pc:sldMkLst>
        <pc:spChg chg="mod">
          <ac:chgData name="White, Whitney" userId="65f39021-2f1d-4d8b-87dc-b123826f65bf" providerId="ADAL" clId="{75E44B99-A98F-4CF0-A14F-D596E7929487}" dt="2022-08-04T00:03:37.409" v="174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75E44B99-A98F-4CF0-A14F-D596E7929487}" dt="2022-08-04T00:04:05.040" v="183" actId="12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">
        <pc:chgData name="White, Whitney" userId="65f39021-2f1d-4d8b-87dc-b123826f65bf" providerId="ADAL" clId="{75E44B99-A98F-4CF0-A14F-D596E7929487}" dt="2022-08-04T00:04:43.159" v="228" actId="255"/>
        <pc:sldMkLst>
          <pc:docMk/>
          <pc:sldMk cId="3493109116" sldId="264"/>
        </pc:sldMkLst>
        <pc:spChg chg="mod">
          <ac:chgData name="White, Whitney" userId="65f39021-2f1d-4d8b-87dc-b123826f65bf" providerId="ADAL" clId="{75E44B99-A98F-4CF0-A14F-D596E7929487}" dt="2022-08-04T00:04:19.369" v="225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75E44B99-A98F-4CF0-A14F-D596E7929487}" dt="2022-08-04T00:04:43.159" v="228" actId="255"/>
          <ac:spMkLst>
            <pc:docMk/>
            <pc:sldMk cId="3493109116" sldId="264"/>
            <ac:spMk id="3" creationId="{F64339F5-2F5D-46B5-A25D-C197D73747BD}"/>
          </ac:spMkLst>
        </pc:spChg>
      </pc:sldChg>
      <pc:sldChg chg="modSp add mod">
        <pc:chgData name="White, Whitney" userId="65f39021-2f1d-4d8b-87dc-b123826f65bf" providerId="ADAL" clId="{75E44B99-A98F-4CF0-A14F-D596E7929487}" dt="2022-08-03T23:59:44.513" v="100" actId="255"/>
        <pc:sldMkLst>
          <pc:docMk/>
          <pc:sldMk cId="1503491745" sldId="265"/>
        </pc:sldMkLst>
        <pc:graphicFrameChg chg="modGraphic">
          <ac:chgData name="White, Whitney" userId="65f39021-2f1d-4d8b-87dc-b123826f65bf" providerId="ADAL" clId="{75E44B99-A98F-4CF0-A14F-D596E7929487}" dt="2022-08-03T23:59:44.513" v="100" actId="255"/>
          <ac:graphicFrameMkLst>
            <pc:docMk/>
            <pc:sldMk cId="1503491745" sldId="265"/>
            <ac:graphicFrameMk id="6" creationId="{5F3E104B-347B-45D0-92DF-0A1B60668D3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76639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</a:t>
            </a:r>
            <a:r>
              <a:rPr lang="en-US" sz="1800"/>
              <a:t>Classroom Management| Lesson 2.26</a:t>
            </a:r>
            <a:endParaRPr lang="en-US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Classroom Reward Systems, Part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D1E8A-402B-9B88-96D5-E03494A79665}"/>
              </a:ext>
            </a:extLst>
          </p:cNvPr>
          <p:cNvSpPr txBox="1"/>
          <p:nvPr/>
        </p:nvSpPr>
        <p:spPr>
          <a:xfrm>
            <a:off x="0" y="6446939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7A, 7C,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dentify components of classroom reward systems such as sticker charts and computer-based behavior management systems 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Calibri" panose="020F0502020204030204" pitchFamily="34" charset="0"/>
              </a:rPr>
              <a:t>d</a:t>
            </a:r>
            <a:r>
              <a:rPr lang="en-US" dirty="0">
                <a:effectLst/>
                <a:ea typeface="Calibri" panose="020F0502020204030204" pitchFamily="34" charset="0"/>
              </a:rPr>
              <a:t>escribe the benefits and drawbacks of classroom reward systems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Create a concept map to show your understanding of behavior management systems and how/why they work.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F3E104B-347B-45D0-92DF-0A1B60668D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5411652"/>
              </p:ext>
            </p:extLst>
          </p:nvPr>
        </p:nvGraphicFramePr>
        <p:xfrm>
          <a:off x="838200" y="1439407"/>
          <a:ext cx="10673615" cy="4916943"/>
        </p:xfrm>
        <a:graphic>
          <a:graphicData uri="http://schemas.openxmlformats.org/drawingml/2006/table">
            <a:tbl>
              <a:tblPr firstRow="1" firstCol="1" bandRow="1"/>
              <a:tblGrid>
                <a:gridCol w="2330722">
                  <a:extLst>
                    <a:ext uri="{9D8B030D-6E8A-4147-A177-3AD203B41FA5}">
                      <a16:colId xmlns:a16="http://schemas.microsoft.com/office/drawing/2014/main" val="1552373926"/>
                    </a:ext>
                  </a:extLst>
                </a:gridCol>
                <a:gridCol w="8342893">
                  <a:extLst>
                    <a:ext uri="{9D8B030D-6E8A-4147-A177-3AD203B41FA5}">
                      <a16:colId xmlns:a16="http://schemas.microsoft.com/office/drawing/2014/main" val="1037241725"/>
                    </a:ext>
                  </a:extLst>
                </a:gridCol>
              </a:tblGrid>
              <a:tr h="1076463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Positive Reinforcement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Feedback to students 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that follows a desired behavior and increases the likelihood that the behavior will be repeated.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384350"/>
                  </a:ext>
                </a:extLst>
              </a:tr>
              <a:tr h="1076463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Behavior Management System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 reinforcement-based system that acknowledges and rewards students for positive behaviors.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180370"/>
                  </a:ext>
                </a:extLst>
              </a:tr>
              <a:tr h="1076463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Classroom Reward System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 system where students earn tangible rewards by exhibiting targeted behaviors. 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236227"/>
                  </a:ext>
                </a:extLst>
              </a:tr>
              <a:tr h="1076463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Targeted Behavior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 discrete behaviors that are explicitly taught and reinforced. 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580089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Vocabulary 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F3E104B-347B-45D0-92DF-0A1B60668D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5083131"/>
              </p:ext>
            </p:extLst>
          </p:nvPr>
        </p:nvGraphicFramePr>
        <p:xfrm>
          <a:off x="838200" y="1690688"/>
          <a:ext cx="10515600" cy="3817052"/>
        </p:xfrm>
        <a:graphic>
          <a:graphicData uri="http://schemas.openxmlformats.org/drawingml/2006/table">
            <a:tbl>
              <a:tblPr firstRow="1" firstCol="1" bandRow="1"/>
              <a:tblGrid>
                <a:gridCol w="2296217">
                  <a:extLst>
                    <a:ext uri="{9D8B030D-6E8A-4147-A177-3AD203B41FA5}">
                      <a16:colId xmlns:a16="http://schemas.microsoft.com/office/drawing/2014/main" val="1552373926"/>
                    </a:ext>
                  </a:extLst>
                </a:gridCol>
                <a:gridCol w="8219383">
                  <a:extLst>
                    <a:ext uri="{9D8B030D-6E8A-4147-A177-3AD203B41FA5}">
                      <a16:colId xmlns:a16="http://schemas.microsoft.com/office/drawing/2014/main" val="1037241725"/>
                    </a:ext>
                  </a:extLst>
                </a:gridCol>
              </a:tblGrid>
              <a:tr h="1268446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Tangible rewards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Items such as stickers, dollars, toys, etc. that students can earn for exhibiting targeted behaviors.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465796"/>
                  </a:ext>
                </a:extLst>
              </a:tr>
              <a:tr h="1268446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Intrinsic Motivation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Behavior is driven by internal rewards, such as pleasurable feelings, personal satisfaction, enjoyment, etc.  You don’t expect anything in return.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4450681"/>
                  </a:ext>
                </a:extLst>
              </a:tr>
              <a:tr h="1268446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Extrinsic Motivation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Behavior is driven by external or tangible rewards, such as toys, food, etc. or to avoid punishment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359965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491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Benefits of Classroom Reward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behavior is reinforced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Promotes positive and appropriate behavior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Increased motivation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provide a way for parents to track student behavior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Drawbacks of Classroom Reward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Focuses on extrinsic motivation – behavior is driven by external rewards, such as toys, food, etc., opposed to intrinsic motivation - behavior that is driven by internal rewards, pleasurable feelings, enjoyment, etc. 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Lacks specific feedback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Can be difficult to manage over time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Students become dependent on the reward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Rewards become an expectation and lose their effect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Increased pressure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Potentially time-consuming for teachers (can detract from learning)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425"/>
            <a:ext cx="10603029" cy="4790925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Which of the following are components of a classroom behavior system?</a:t>
            </a:r>
            <a:endParaRPr lang="en-US" sz="2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n-US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Acknowledge and reward positive behaviors immediately</a:t>
            </a: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n-US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Define purpose</a:t>
            </a: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n-US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Define behavioral expectations, procedures, and consequences</a:t>
            </a: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All of the above</a:t>
            </a: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Which of the following is NOT a potential drawback to classroom reward systems?</a:t>
            </a:r>
            <a:endParaRPr lang="en-US" sz="2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n-US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Often focus on extrinsic motivation</a:t>
            </a: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n-US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Potentially time-consuming for teachers</a:t>
            </a: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n-US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Can distract from learning</a:t>
            </a: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n-US" sz="20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Provides a way for parents to track student behavior</a:t>
            </a: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What are potential benefits to using a classroom reward system?</a:t>
            </a:r>
            <a:endParaRPr lang="en-US" sz="2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Intrinsic motivation or extrinsic motivation: Which is more likely to promote long-term impact and why? </a:t>
            </a:r>
            <a:endParaRPr lang="en-US" sz="2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can a teacher use Radar; clear, specific, observable directions; and nonverbal interventions to help foster a successful classroom behavior system?</a:t>
            </a:r>
            <a:endParaRPr lang="en-US" sz="2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600" i="1" dirty="0">
                <a:solidFill>
                  <a:srgbClr val="70AD47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</TotalTime>
  <Words>473</Words>
  <Application>Microsoft Office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Open Sans</vt:lpstr>
      <vt:lpstr>Symbol</vt:lpstr>
      <vt:lpstr>Office Theme</vt:lpstr>
      <vt:lpstr>Instructional Practices| Unit 2: Classroom Management| Lesson 2.26</vt:lpstr>
      <vt:lpstr>TEKS Standards &amp; Objectives</vt:lpstr>
      <vt:lpstr>Bellringer</vt:lpstr>
      <vt:lpstr>Vocabulary</vt:lpstr>
      <vt:lpstr>Vocabulary </vt:lpstr>
      <vt:lpstr>Benefits of Classroom Reward Systems</vt:lpstr>
      <vt:lpstr>Drawbacks of Classroom Reward Systems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2.26: Classroom Reward Systems, Part II</dc:title>
  <dc:subject>Unit 2.26: Classroom Reward Systems, Part II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2023-08-31T01:27:01Z</dcterms:modified>
</cp:coreProperties>
</file>
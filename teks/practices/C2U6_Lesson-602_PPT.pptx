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12"/>
  </p:notesMasterIdLst>
  <p:sldIdLst>
    <p:sldId id="280" r:id="rId3"/>
    <p:sldId id="259" r:id="rId4"/>
    <p:sldId id="258" r:id="rId5"/>
    <p:sldId id="261" r:id="rId6"/>
    <p:sldId id="262" r:id="rId7"/>
    <p:sldId id="284" r:id="rId8"/>
    <p:sldId id="264" r:id="rId9"/>
    <p:sldId id="263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70EEE-90C1-4B99-A328-18F59C0E1DD3}" v="5" dt="2022-09-18T05:03:57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2" d="100"/>
          <a:sy n="62" d="100"/>
        </p:scale>
        <p:origin x="3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wati" userId="a3cadf42-9970-41e5-bb67-4a4dd3e8759e" providerId="ADAL" clId="{1175A794-129F-4030-93E7-B2CD18F3DFB3}"/>
    <pc:docChg chg="undo custSel addSld delSld modSld modMainMaster">
      <pc:chgData name="Gupta, Swati" userId="a3cadf42-9970-41e5-bb67-4a4dd3e8759e" providerId="ADAL" clId="{1175A794-129F-4030-93E7-B2CD18F3DFB3}" dt="2022-05-09T20:48:02.166" v="449" actId="47"/>
      <pc:docMkLst>
        <pc:docMk/>
      </pc:docMkLst>
      <pc:sldChg chg="modSp">
        <pc:chgData name="Gupta, Swati" userId="a3cadf42-9970-41e5-bb67-4a4dd3e8759e" providerId="ADAL" clId="{1175A794-129F-4030-93E7-B2CD18F3DFB3}" dt="2022-05-09T20:34:28.647" v="376"/>
        <pc:sldMkLst>
          <pc:docMk/>
          <pc:sldMk cId="1482277026" sldId="256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3" creationId="{E0FBD98F-3A67-498E-8174-652040DD7B60}"/>
          </ac:spMkLst>
        </pc:spChg>
      </pc:sldChg>
      <pc:sldChg chg="modSp new mod">
        <pc:chgData name="Gupta, Swati" userId="a3cadf42-9970-41e5-bb67-4a4dd3e8759e" providerId="ADAL" clId="{1175A794-129F-4030-93E7-B2CD18F3DFB3}" dt="2022-05-09T20:47:15.084" v="447" actId="20577"/>
        <pc:sldMkLst>
          <pc:docMk/>
          <pc:sldMk cId="2875402532" sldId="257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2" creationId="{CA1EE61B-138F-43A4-8B56-5EF03A58679B}"/>
          </ac:spMkLst>
        </pc:spChg>
        <pc:spChg chg="mod">
          <ac:chgData name="Gupta, Swati" userId="a3cadf42-9970-41e5-bb67-4a4dd3e8759e" providerId="ADAL" clId="{1175A794-129F-4030-93E7-B2CD18F3DFB3}" dt="2022-05-09T20:47:15.084" v="447" actId="20577"/>
          <ac:spMkLst>
            <pc:docMk/>
            <pc:sldMk cId="2875402532" sldId="257"/>
            <ac:spMk id="3" creationId="{81FE1C6D-F36E-48C2-992F-AFB21F6BE7E7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4" creationId="{65501AFF-23E0-4DC7-A670-5487F12FC4DF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5" creationId="{E771288C-B13A-490D-9B00-790E8D5BC0CB}"/>
          </ac:spMkLst>
        </pc:spChg>
      </pc:sldChg>
      <pc:sldChg chg="new del">
        <pc:chgData name="Gupta, Swati" userId="a3cadf42-9970-41e5-bb67-4a4dd3e8759e" providerId="ADAL" clId="{1175A794-129F-4030-93E7-B2CD18F3DFB3}" dt="2022-05-09T20:48:02.166" v="449" actId="47"/>
        <pc:sldMkLst>
          <pc:docMk/>
          <pc:sldMk cId="1059394166" sldId="258"/>
        </pc:sldMkLst>
      </pc:sldChg>
      <pc:sldChg chg="new del">
        <pc:chgData name="Gupta, Swati" userId="a3cadf42-9970-41e5-bb67-4a4dd3e8759e" providerId="ADAL" clId="{1175A794-129F-4030-93E7-B2CD18F3DFB3}" dt="2022-05-09T20:37:32.625" v="397" actId="47"/>
        <pc:sldMkLst>
          <pc:docMk/>
          <pc:sldMk cId="2138312952" sldId="258"/>
        </pc:sldMkLst>
      </pc:sldChg>
      <pc:sldMasterChg chg="delSldLayout modSldLayout">
        <pc:chgData name="Gupta, Swati" userId="a3cadf42-9970-41e5-bb67-4a4dd3e8759e" providerId="ADAL" clId="{1175A794-129F-4030-93E7-B2CD18F3DFB3}" dt="2022-05-09T20:36:37.876" v="395" actId="170"/>
        <pc:sldMasterMkLst>
          <pc:docMk/>
          <pc:sldMasterMk cId="3955077458" sldId="2147483648"/>
        </pc:sldMasterMkLst>
        <pc:sldLayoutChg chg="modSp mod">
          <pc:chgData name="Gupta, Swati" userId="a3cadf42-9970-41e5-bb67-4a4dd3e8759e" providerId="ADAL" clId="{1175A794-129F-4030-93E7-B2CD18F3DFB3}" dt="2022-05-09T20:36:37.876" v="395" actId="170"/>
          <pc:sldLayoutMkLst>
            <pc:docMk/>
            <pc:sldMasterMk cId="3955077458" sldId="2147483648"/>
            <pc:sldLayoutMk cId="1960563727" sldId="2147483649"/>
          </pc:sldLayoutMkLst>
          <pc:spChg chg="mod">
            <ac:chgData name="Gupta, Swati" userId="a3cadf42-9970-41e5-bb67-4a4dd3e8759e" providerId="ADAL" clId="{1175A794-129F-4030-93E7-B2CD18F3DFB3}" dt="2022-05-09T20:26:50.607" v="47" actId="6549"/>
            <ac:spMkLst>
              <pc:docMk/>
              <pc:sldMasterMk cId="3955077458" sldId="2147483648"/>
              <pc:sldLayoutMk cId="1960563727" sldId="2147483649"/>
              <ac:spMk id="2" creationId="{550E4FD1-C863-4F6C-BC67-9529A3DF2F59}"/>
            </ac:spMkLst>
          </pc:spChg>
          <pc:spChg chg="mod">
            <ac:chgData name="Gupta, Swati" userId="a3cadf42-9970-41e5-bb67-4a4dd3e8759e" providerId="ADAL" clId="{1175A794-129F-4030-93E7-B2CD18F3DFB3}" dt="2022-05-09T20:26:38.010" v="46" actId="20577"/>
            <ac:spMkLst>
              <pc:docMk/>
              <pc:sldMasterMk cId="3955077458" sldId="2147483648"/>
              <pc:sldLayoutMk cId="1960563727" sldId="2147483649"/>
              <ac:spMk id="3" creationId="{5F02A33A-B5BD-43C3-902B-F6F09D5D238A}"/>
            </ac:spMkLst>
          </pc:spChg>
          <pc:spChg chg="mod">
            <ac:chgData name="Gupta, Swati" userId="a3cadf42-9970-41e5-bb67-4a4dd3e8759e" providerId="ADAL" clId="{1175A794-129F-4030-93E7-B2CD18F3DFB3}" dt="2022-05-09T20:27:13.169" v="69" actId="20577"/>
            <ac:spMkLst>
              <pc:docMk/>
              <pc:sldMasterMk cId="3955077458" sldId="2147483648"/>
              <pc:sldLayoutMk cId="1960563727" sldId="2147483649"/>
              <ac:spMk id="4" creationId="{AD677D06-A159-4AA2-93DA-1C52F18ECBD7}"/>
            </ac:spMkLst>
          </pc:spChg>
          <pc:picChg chg="mod ord">
            <ac:chgData name="Gupta, Swati" userId="a3cadf42-9970-41e5-bb67-4a4dd3e8759e" providerId="ADAL" clId="{1175A794-129F-4030-93E7-B2CD18F3DFB3}" dt="2022-05-09T20:36:37.876" v="395" actId="170"/>
            <ac:picMkLst>
              <pc:docMk/>
              <pc:sldMasterMk cId="3955077458" sldId="2147483648"/>
              <pc:sldLayoutMk cId="1960563727" sldId="2147483649"/>
              <ac:picMk id="8" creationId="{253E1ECF-C55D-47F6-BD1B-E5CFD8AC6DC2}"/>
            </ac:picMkLst>
          </pc:picChg>
          <pc:picChg chg="mod">
            <ac:chgData name="Gupta, Swati" userId="a3cadf42-9970-41e5-bb67-4a4dd3e8759e" providerId="ADAL" clId="{1175A794-129F-4030-93E7-B2CD18F3DFB3}" dt="2022-05-09T20:31:00.660" v="279" actId="962"/>
            <ac:picMkLst>
              <pc:docMk/>
              <pc:sldMasterMk cId="3955077458" sldId="2147483648"/>
              <pc:sldLayoutMk cId="1960563727" sldId="2147483649"/>
              <ac:picMk id="9" creationId="{659EBB25-66A1-4A3B-BD33-7EA229672757}"/>
            </ac:picMkLst>
          </pc:picChg>
        </pc:sldLayoutChg>
        <pc:sldLayoutChg chg="delSp modSp mod">
          <pc:chgData name="Gupta, Swati" userId="a3cadf42-9970-41e5-bb67-4a4dd3e8759e" providerId="ADAL" clId="{1175A794-129F-4030-93E7-B2CD18F3DFB3}" dt="2022-05-09T20:36:28.380" v="394" actId="167"/>
          <pc:sldLayoutMkLst>
            <pc:docMk/>
            <pc:sldMasterMk cId="3955077458" sldId="2147483648"/>
            <pc:sldLayoutMk cId="866395689" sldId="2147483650"/>
          </pc:sldLayoutMkLst>
          <pc:spChg chg="mod">
            <ac:chgData name="Gupta, Swati" userId="a3cadf42-9970-41e5-bb67-4a4dd3e8759e" providerId="ADAL" clId="{1175A794-129F-4030-93E7-B2CD18F3DFB3}" dt="2022-05-09T20:27:29.071" v="76" actId="20577"/>
            <ac:spMkLst>
              <pc:docMk/>
              <pc:sldMasterMk cId="3955077458" sldId="2147483648"/>
              <pc:sldLayoutMk cId="866395689" sldId="2147483650"/>
              <ac:spMk id="4" creationId="{1D2676C1-1BAD-4C95-93B1-0521C6096717}"/>
            </ac:spMkLst>
          </pc:spChg>
          <pc:spChg chg="del">
            <ac:chgData name="Gupta, Swati" userId="a3cadf42-9970-41e5-bb67-4a4dd3e8759e" providerId="ADAL" clId="{1175A794-129F-4030-93E7-B2CD18F3DFB3}" dt="2022-05-09T20:27:21.633" v="70" actId="478"/>
            <ac:spMkLst>
              <pc:docMk/>
              <pc:sldMasterMk cId="3955077458" sldId="2147483648"/>
              <pc:sldLayoutMk cId="866395689" sldId="2147483650"/>
              <ac:spMk id="5" creationId="{723DF8FD-2FB5-4F5A-97DC-4D56EFF6E6BB}"/>
            </ac:spMkLst>
          </pc:spChg>
          <pc:spChg chg="mod">
            <ac:chgData name="Gupta, Swati" userId="a3cadf42-9970-41e5-bb67-4a4dd3e8759e" providerId="ADAL" clId="{1175A794-129F-4030-93E7-B2CD18F3DFB3}" dt="2022-05-09T20:25:47.868" v="2" actId="20577"/>
            <ac:spMkLst>
              <pc:docMk/>
              <pc:sldMasterMk cId="3955077458" sldId="2147483648"/>
              <pc:sldLayoutMk cId="866395689" sldId="2147483650"/>
              <ac:spMk id="6" creationId="{46950A59-130A-44A5-9168-67E5241BD61D}"/>
            </ac:spMkLst>
          </pc:spChg>
          <pc:picChg chg="mod ord">
            <ac:chgData name="Gupta, Swati" userId="a3cadf42-9970-41e5-bb67-4a4dd3e8759e" providerId="ADAL" clId="{1175A794-129F-4030-93E7-B2CD18F3DFB3}" dt="2022-05-09T20:36:24.843" v="393" actId="167"/>
            <ac:picMkLst>
              <pc:docMk/>
              <pc:sldMasterMk cId="3955077458" sldId="2147483648"/>
              <pc:sldLayoutMk cId="866395689" sldId="2147483650"/>
              <ac:picMk id="7" creationId="{5E0CFE64-7D39-43D0-AAFE-02B4F49538FD}"/>
            </ac:picMkLst>
          </pc:picChg>
          <pc:picChg chg="mod ord">
            <ac:chgData name="Gupta, Swati" userId="a3cadf42-9970-41e5-bb67-4a4dd3e8759e" providerId="ADAL" clId="{1175A794-129F-4030-93E7-B2CD18F3DFB3}" dt="2022-05-09T20:36:28.380" v="394" actId="167"/>
            <ac:picMkLst>
              <pc:docMk/>
              <pc:sldMasterMk cId="3955077458" sldId="2147483648"/>
              <pc:sldLayoutMk cId="866395689" sldId="2147483650"/>
              <ac:picMk id="9" creationId="{3952EC27-F26B-4322-BE1D-79E86DF93672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29:42.493" v="208" actId="2696"/>
          <pc:sldLayoutMkLst>
            <pc:docMk/>
            <pc:sldMasterMk cId="3955077458" sldId="2147483648"/>
            <pc:sldLayoutMk cId="1065787794" sldId="2147483651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21.009" v="392" actId="167"/>
          <pc:sldLayoutMkLst>
            <pc:docMk/>
            <pc:sldMasterMk cId="3955077458" sldId="2147483648"/>
            <pc:sldLayoutMk cId="6404041" sldId="2147483652"/>
          </pc:sldLayoutMkLst>
          <pc:spChg chg="del">
            <ac:chgData name="Gupta, Swati" userId="a3cadf42-9970-41e5-bb67-4a4dd3e8759e" providerId="ADAL" clId="{1175A794-129F-4030-93E7-B2CD18F3DFB3}" dt="2022-05-09T20:29:47.011" v="209" actId="478"/>
            <ac:spMkLst>
              <pc:docMk/>
              <pc:sldMasterMk cId="3955077458" sldId="2147483648"/>
              <pc:sldLayoutMk cId="6404041" sldId="2147483652"/>
              <ac:spMk id="6" creationId="{834DB673-8E3B-49FA-B8EE-4CA3CCE4267C}"/>
            </ac:spMkLst>
          </pc:spChg>
          <pc:picChg chg="add mod ord">
            <ac:chgData name="Gupta, Swati" userId="a3cadf42-9970-41e5-bb67-4a4dd3e8759e" providerId="ADAL" clId="{1175A794-129F-4030-93E7-B2CD18F3DFB3}" dt="2022-05-09T20:36:17.920" v="391" actId="167"/>
            <ac:picMkLst>
              <pc:docMk/>
              <pc:sldMasterMk cId="3955077458" sldId="2147483648"/>
              <pc:sldLayoutMk cId="6404041" sldId="2147483652"/>
              <ac:picMk id="8" creationId="{007F5972-B8BD-4624-B605-5D7E30461D9B}"/>
            </ac:picMkLst>
          </pc:picChg>
          <pc:picChg chg="add mod ord">
            <ac:chgData name="Gupta, Swati" userId="a3cadf42-9970-41e5-bb67-4a4dd3e8759e" providerId="ADAL" clId="{1175A794-129F-4030-93E7-B2CD18F3DFB3}" dt="2022-05-09T20:36:21.009" v="392" actId="167"/>
            <ac:picMkLst>
              <pc:docMk/>
              <pc:sldMasterMk cId="3955077458" sldId="2147483648"/>
              <pc:sldLayoutMk cId="6404041" sldId="2147483652"/>
              <ac:picMk id="9" creationId="{EB2BA44D-5463-4739-92DD-A12DF6D39EE3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1:58.442" v="368" actId="2696"/>
          <pc:sldLayoutMkLst>
            <pc:docMk/>
            <pc:sldMasterMk cId="3955077458" sldId="2147483648"/>
            <pc:sldLayoutMk cId="251332728" sldId="2147483653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13.905" v="390" actId="167"/>
          <pc:sldLayoutMkLst>
            <pc:docMk/>
            <pc:sldMasterMk cId="3955077458" sldId="2147483648"/>
            <pc:sldLayoutMk cId="2879760363" sldId="2147483654"/>
          </pc:sldLayoutMkLst>
          <pc:spChg chg="del">
            <ac:chgData name="Gupta, Swati" userId="a3cadf42-9970-41e5-bb67-4a4dd3e8759e" providerId="ADAL" clId="{1175A794-129F-4030-93E7-B2CD18F3DFB3}" dt="2022-05-09T20:32:20.943" v="370" actId="478"/>
            <ac:spMkLst>
              <pc:docMk/>
              <pc:sldMasterMk cId="3955077458" sldId="2147483648"/>
              <pc:sldLayoutMk cId="2879760363" sldId="2147483654"/>
              <ac:spMk id="4" creationId="{E602E473-F026-426E-B69B-C75E45BAA16A}"/>
            </ac:spMkLst>
          </pc:spChg>
          <pc:picChg chg="add mod ord">
            <ac:chgData name="Gupta, Swati" userId="a3cadf42-9970-41e5-bb67-4a4dd3e8759e" providerId="ADAL" clId="{1175A794-129F-4030-93E7-B2CD18F3DFB3}" dt="2022-05-09T20:36:11.302" v="389" actId="167"/>
            <ac:picMkLst>
              <pc:docMk/>
              <pc:sldMasterMk cId="3955077458" sldId="2147483648"/>
              <pc:sldLayoutMk cId="2879760363" sldId="2147483654"/>
              <ac:picMk id="6" creationId="{AFD2FB0B-28F4-4754-AC40-6EB57E165198}"/>
            </ac:picMkLst>
          </pc:picChg>
          <pc:picChg chg="add mod ord">
            <ac:chgData name="Gupta, Swati" userId="a3cadf42-9970-41e5-bb67-4a4dd3e8759e" providerId="ADAL" clId="{1175A794-129F-4030-93E7-B2CD18F3DFB3}" dt="2022-05-09T20:36:13.905" v="390" actId="167"/>
            <ac:picMkLst>
              <pc:docMk/>
              <pc:sldMasterMk cId="3955077458" sldId="2147483648"/>
              <pc:sldLayoutMk cId="2879760363" sldId="2147483654"/>
              <ac:picMk id="7" creationId="{ED6DCFE0-29AE-4AD0-BD08-B81AC0B7E71B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2:25.295" v="371" actId="2696"/>
          <pc:sldLayoutMkLst>
            <pc:docMk/>
            <pc:sldMasterMk cId="3955077458" sldId="2147483648"/>
            <pc:sldLayoutMk cId="1780436486" sldId="2147483655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06.828" v="388" actId="167"/>
          <pc:sldLayoutMkLst>
            <pc:docMk/>
            <pc:sldMasterMk cId="3955077458" sldId="2147483648"/>
            <pc:sldLayoutMk cId="339149044" sldId="2147483656"/>
          </pc:sldLayoutMkLst>
          <pc:spChg chg="del">
            <ac:chgData name="Gupta, Swati" userId="a3cadf42-9970-41e5-bb67-4a4dd3e8759e" providerId="ADAL" clId="{1175A794-129F-4030-93E7-B2CD18F3DFB3}" dt="2022-05-09T20:32:36.789" v="373" actId="478"/>
            <ac:spMkLst>
              <pc:docMk/>
              <pc:sldMasterMk cId="3955077458" sldId="2147483648"/>
              <pc:sldLayoutMk cId="339149044" sldId="2147483656"/>
              <ac:spMk id="6" creationId="{6E099699-7372-429C-8D7F-B60702B67CFB}"/>
            </ac:spMkLst>
          </pc:spChg>
          <pc:picChg chg="add mod ord">
            <ac:chgData name="Gupta, Swati" userId="a3cadf42-9970-41e5-bb67-4a4dd3e8759e" providerId="ADAL" clId="{1175A794-129F-4030-93E7-B2CD18F3DFB3}" dt="2022-05-09T20:36:03.969" v="387" actId="167"/>
            <ac:picMkLst>
              <pc:docMk/>
              <pc:sldMasterMk cId="3955077458" sldId="2147483648"/>
              <pc:sldLayoutMk cId="339149044" sldId="2147483656"/>
              <ac:picMk id="8" creationId="{D54A681B-39F8-4AF9-B518-FCFAA5D3B4FA}"/>
            </ac:picMkLst>
          </pc:picChg>
          <pc:picChg chg="add mod ord">
            <ac:chgData name="Gupta, Swati" userId="a3cadf42-9970-41e5-bb67-4a4dd3e8759e" providerId="ADAL" clId="{1175A794-129F-4030-93E7-B2CD18F3DFB3}" dt="2022-05-09T20:36:06.828" v="388" actId="167"/>
            <ac:picMkLst>
              <pc:docMk/>
              <pc:sldMasterMk cId="3955077458" sldId="2147483648"/>
              <pc:sldLayoutMk cId="339149044" sldId="2147483656"/>
              <ac:picMk id="9" creationId="{B5FAF1F7-69D1-48B7-B507-F3B679B89092}"/>
            </ac:picMkLst>
          </pc:picChg>
        </pc:sldLayoutChg>
        <pc:sldLayoutChg chg="addSp delSp modSp mod">
          <pc:chgData name="Gupta, Swati" userId="a3cadf42-9970-41e5-bb67-4a4dd3e8759e" providerId="ADAL" clId="{1175A794-129F-4030-93E7-B2CD18F3DFB3}" dt="2022-05-09T20:36:00.497" v="386" actId="167"/>
          <pc:sldLayoutMkLst>
            <pc:docMk/>
            <pc:sldMasterMk cId="3955077458" sldId="2147483648"/>
            <pc:sldLayoutMk cId="3819197707" sldId="2147483657"/>
          </pc:sldLayoutMkLst>
          <pc:spChg chg="del">
            <ac:chgData name="Gupta, Swati" userId="a3cadf42-9970-41e5-bb67-4a4dd3e8759e" providerId="ADAL" clId="{1175A794-129F-4030-93E7-B2CD18F3DFB3}" dt="2022-05-09T20:33:05.033" v="375" actId="478"/>
            <ac:spMkLst>
              <pc:docMk/>
              <pc:sldMasterMk cId="3955077458" sldId="2147483648"/>
              <pc:sldLayoutMk cId="3819197707" sldId="2147483657"/>
              <ac:spMk id="6" creationId="{45B692AF-B731-4CB6-A811-1DBCAC0E3A4C}"/>
            </ac:spMkLst>
          </pc:spChg>
          <pc:spChg chg="add del">
            <ac:chgData name="Gupta, Swati" userId="a3cadf42-9970-41e5-bb67-4a4dd3e8759e" providerId="ADAL" clId="{1175A794-129F-4030-93E7-B2CD18F3DFB3}" dt="2022-05-09T20:34:54.206" v="377" actId="11529"/>
            <ac:spMkLst>
              <pc:docMk/>
              <pc:sldMasterMk cId="3955077458" sldId="2147483648"/>
              <pc:sldLayoutMk cId="3819197707" sldId="2147483657"/>
              <ac:spMk id="10" creationId="{517E7A4D-2905-4CB8-ACEB-6B64081B6D81}"/>
            </ac:spMkLst>
          </pc:spChg>
          <pc:spChg chg="add del mod">
            <ac:chgData name="Gupta, Swati" userId="a3cadf42-9970-41e5-bb67-4a4dd3e8759e" providerId="ADAL" clId="{1175A794-129F-4030-93E7-B2CD18F3DFB3}" dt="2022-05-09T20:34:58.368" v="378" actId="478"/>
            <ac:spMkLst>
              <pc:docMk/>
              <pc:sldMasterMk cId="3955077458" sldId="2147483648"/>
              <pc:sldLayoutMk cId="3819197707" sldId="2147483657"/>
              <ac:spMk id="11" creationId="{00246E88-1C24-4759-9F70-0A57AAA72023}"/>
            </ac:spMkLst>
          </pc:spChg>
          <pc:picChg chg="add mod ord">
            <ac:chgData name="Gupta, Swati" userId="a3cadf42-9970-41e5-bb67-4a4dd3e8759e" providerId="ADAL" clId="{1175A794-129F-4030-93E7-B2CD18F3DFB3}" dt="2022-05-09T20:35:58.032" v="385" actId="167"/>
            <ac:picMkLst>
              <pc:docMk/>
              <pc:sldMasterMk cId="3955077458" sldId="2147483648"/>
              <pc:sldLayoutMk cId="3819197707" sldId="2147483657"/>
              <ac:picMk id="8" creationId="{25C4FCAD-219B-4F99-A83E-DA5126B57DE5}"/>
            </ac:picMkLst>
          </pc:picChg>
          <pc:picChg chg="add mod ord">
            <ac:chgData name="Gupta, Swati" userId="a3cadf42-9970-41e5-bb67-4a4dd3e8759e" providerId="ADAL" clId="{1175A794-129F-4030-93E7-B2CD18F3DFB3}" dt="2022-05-09T20:36:00.497" v="386" actId="167"/>
            <ac:picMkLst>
              <pc:docMk/>
              <pc:sldMasterMk cId="3955077458" sldId="2147483648"/>
              <pc:sldLayoutMk cId="3819197707" sldId="2147483657"/>
              <ac:picMk id="9" creationId="{E0EEECB2-4807-41E3-B2D3-991EE641007B}"/>
            </ac:picMkLst>
          </pc:picChg>
        </pc:sldLayoutChg>
      </pc:sldMasterChg>
    </pc:docChg>
  </pc:docChgLst>
  <pc:docChgLst>
    <pc:chgData name="White (she/her), Whitney" userId="65f39021-2f1d-4d8b-87dc-b123826f65bf" providerId="ADAL" clId="{51770EEE-90C1-4B99-A328-18F59C0E1DD3}"/>
    <pc:docChg chg="delSld modSld">
      <pc:chgData name="White (she/her), Whitney" userId="65f39021-2f1d-4d8b-87dc-b123826f65bf" providerId="ADAL" clId="{51770EEE-90C1-4B99-A328-18F59C0E1DD3}" dt="2022-09-18T05:03:39.046" v="3" actId="2696"/>
      <pc:docMkLst>
        <pc:docMk/>
      </pc:docMkLst>
      <pc:sldChg chg="del">
        <pc:chgData name="White (she/her), Whitney" userId="65f39021-2f1d-4d8b-87dc-b123826f65bf" providerId="ADAL" clId="{51770EEE-90C1-4B99-A328-18F59C0E1DD3}" dt="2022-09-18T05:03:39.046" v="3" actId="2696"/>
        <pc:sldMkLst>
          <pc:docMk/>
          <pc:sldMk cId="1482277026" sldId="256"/>
        </pc:sldMkLst>
      </pc:sldChg>
      <pc:sldChg chg="modSp mod">
        <pc:chgData name="White (she/her), Whitney" userId="65f39021-2f1d-4d8b-87dc-b123826f65bf" providerId="ADAL" clId="{51770EEE-90C1-4B99-A328-18F59C0E1DD3}" dt="2022-09-18T05:03:35.490" v="2" actId="20577"/>
        <pc:sldMkLst>
          <pc:docMk/>
          <pc:sldMk cId="438399724" sldId="280"/>
        </pc:sldMkLst>
        <pc:spChg chg="mod">
          <ac:chgData name="White (she/her), Whitney" userId="65f39021-2f1d-4d8b-87dc-b123826f65bf" providerId="ADAL" clId="{51770EEE-90C1-4B99-A328-18F59C0E1DD3}" dt="2022-09-18T05:03:35.490" v="2" actId="20577"/>
          <ac:spMkLst>
            <pc:docMk/>
            <pc:sldMk cId="438399724" sldId="280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51770EEE-90C1-4B99-A328-18F59C0E1DD3}" dt="2022-09-18T05:03:33.246" v="0"/>
          <ac:spMkLst>
            <pc:docMk/>
            <pc:sldMk cId="438399724" sldId="280"/>
            <ac:spMk id="3" creationId="{E0FBD98F-3A67-498E-8174-652040DD7B60}"/>
          </ac:spMkLst>
        </pc:spChg>
      </pc:sldChg>
    </pc:docChg>
  </pc:docChgLst>
  <pc:docChgLst>
    <pc:chgData name="White, Whitney" userId="65f39021-2f1d-4d8b-87dc-b123826f65bf" providerId="ADAL" clId="{A962C1E9-D2BC-40C1-B4E9-F658E3AC4EF4}"/>
    <pc:docChg chg="custSel addSld modSld sldOrd">
      <pc:chgData name="White, Whitney" userId="65f39021-2f1d-4d8b-87dc-b123826f65bf" providerId="ADAL" clId="{A962C1E9-D2BC-40C1-B4E9-F658E3AC4EF4}" dt="2022-06-13T03:13:22.551" v="1541" actId="20577"/>
      <pc:docMkLst>
        <pc:docMk/>
      </pc:docMkLst>
      <pc:sldChg chg="modSp mod">
        <pc:chgData name="White, Whitney" userId="65f39021-2f1d-4d8b-87dc-b123826f65bf" providerId="ADAL" clId="{A962C1E9-D2BC-40C1-B4E9-F658E3AC4EF4}" dt="2022-06-13T02:59:09.968" v="72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A962C1E9-D2BC-40C1-B4E9-F658E3AC4EF4}" dt="2022-06-13T02:58:59.186" v="30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A962C1E9-D2BC-40C1-B4E9-F658E3AC4EF4}" dt="2022-06-13T02:59:09.968" v="72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Sp modSp mod">
        <pc:chgData name="White, Whitney" userId="65f39021-2f1d-4d8b-87dc-b123826f65bf" providerId="ADAL" clId="{A962C1E9-D2BC-40C1-B4E9-F658E3AC4EF4}" dt="2022-06-13T03:01:07.983" v="389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A962C1E9-D2BC-40C1-B4E9-F658E3AC4EF4}" dt="2022-06-13T03:01:07.983" v="389" actId="20577"/>
          <ac:spMkLst>
            <pc:docMk/>
            <pc:sldMk cId="4071305681" sldId="258"/>
            <ac:spMk id="3" creationId="{392BE286-77A6-49DD-B15D-7E4718D52FE7}"/>
          </ac:spMkLst>
        </pc:spChg>
        <pc:spChg chg="del">
          <ac:chgData name="White, Whitney" userId="65f39021-2f1d-4d8b-87dc-b123826f65bf" providerId="ADAL" clId="{A962C1E9-D2BC-40C1-B4E9-F658E3AC4EF4}" dt="2022-06-13T03:00:30.128" v="294" actId="478"/>
          <ac:spMkLst>
            <pc:docMk/>
            <pc:sldMk cId="4071305681" sldId="258"/>
            <ac:spMk id="4" creationId="{86451B0D-5AB4-49BF-9B29-498829F37A5E}"/>
          </ac:spMkLst>
        </pc:spChg>
      </pc:sldChg>
      <pc:sldChg chg="delSp modSp mod ord">
        <pc:chgData name="White, Whitney" userId="65f39021-2f1d-4d8b-87dc-b123826f65bf" providerId="ADAL" clId="{A962C1E9-D2BC-40C1-B4E9-F658E3AC4EF4}" dt="2022-06-13T03:00:25.320" v="293" actId="478"/>
        <pc:sldMkLst>
          <pc:docMk/>
          <pc:sldMk cId="2772527113" sldId="259"/>
        </pc:sldMkLst>
        <pc:spChg chg="mod">
          <ac:chgData name="White, Whitney" userId="65f39021-2f1d-4d8b-87dc-b123826f65bf" providerId="ADAL" clId="{A962C1E9-D2BC-40C1-B4E9-F658E3AC4EF4}" dt="2022-06-13T03:00:14.002" v="292" actId="20577"/>
          <ac:spMkLst>
            <pc:docMk/>
            <pc:sldMk cId="2772527113" sldId="259"/>
            <ac:spMk id="3" creationId="{8CE08C7F-0286-423B-92F7-DEB89F31111A}"/>
          </ac:spMkLst>
        </pc:spChg>
        <pc:spChg chg="del">
          <ac:chgData name="White, Whitney" userId="65f39021-2f1d-4d8b-87dc-b123826f65bf" providerId="ADAL" clId="{A962C1E9-D2BC-40C1-B4E9-F658E3AC4EF4}" dt="2022-06-13T03:00:25.320" v="293" actId="478"/>
          <ac:spMkLst>
            <pc:docMk/>
            <pc:sldMk cId="2772527113" sldId="259"/>
            <ac:spMk id="4" creationId="{6156ADCE-AD69-4BAF-A0B5-1FBCA650BF7B}"/>
          </ac:spMkLst>
        </pc:spChg>
      </pc:sldChg>
      <pc:sldChg chg="delSp modSp mod">
        <pc:chgData name="White, Whitney" userId="65f39021-2f1d-4d8b-87dc-b123826f65bf" providerId="ADAL" clId="{A962C1E9-D2BC-40C1-B4E9-F658E3AC4EF4}" dt="2022-06-13T03:13:22.551" v="1541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A962C1E9-D2BC-40C1-B4E9-F658E3AC4EF4}" dt="2022-06-13T03:13:22.551" v="1541" actId="20577"/>
          <ac:spMkLst>
            <pc:docMk/>
            <pc:sldMk cId="2147408764" sldId="260"/>
            <ac:spMk id="3" creationId="{49F2A5AF-3C0B-4968-A438-E435325199EA}"/>
          </ac:spMkLst>
        </pc:spChg>
        <pc:spChg chg="del">
          <ac:chgData name="White, Whitney" userId="65f39021-2f1d-4d8b-87dc-b123826f65bf" providerId="ADAL" clId="{A962C1E9-D2BC-40C1-B4E9-F658E3AC4EF4}" dt="2022-06-13T03:00:38.393" v="297" actId="478"/>
          <ac:spMkLst>
            <pc:docMk/>
            <pc:sldMk cId="2147408764" sldId="260"/>
            <ac:spMk id="4" creationId="{096A50DB-6BBE-470E-8204-84AB046317B8}"/>
          </ac:spMkLst>
        </pc:spChg>
      </pc:sldChg>
      <pc:sldChg chg="delSp modSp add mod">
        <pc:chgData name="White, Whitney" userId="65f39021-2f1d-4d8b-87dc-b123826f65bf" providerId="ADAL" clId="{A962C1E9-D2BC-40C1-B4E9-F658E3AC4EF4}" dt="2022-06-13T03:04:23.789" v="578" actId="114"/>
        <pc:sldMkLst>
          <pc:docMk/>
          <pc:sldMk cId="2075419065" sldId="261"/>
        </pc:sldMkLst>
        <pc:spChg chg="del mod">
          <ac:chgData name="White, Whitney" userId="65f39021-2f1d-4d8b-87dc-b123826f65bf" providerId="ADAL" clId="{A962C1E9-D2BC-40C1-B4E9-F658E3AC4EF4}" dt="2022-06-13T03:03:15.789" v="390" actId="21"/>
          <ac:spMkLst>
            <pc:docMk/>
            <pc:sldMk cId="2075419065" sldId="261"/>
            <ac:spMk id="2" creationId="{2F03F004-EE4F-44F2-AA0E-56B8CFF11342}"/>
          </ac:spMkLst>
        </pc:spChg>
        <pc:spChg chg="mod">
          <ac:chgData name="White, Whitney" userId="65f39021-2f1d-4d8b-87dc-b123826f65bf" providerId="ADAL" clId="{A962C1E9-D2BC-40C1-B4E9-F658E3AC4EF4}" dt="2022-06-13T03:04:23.789" v="578" actId="114"/>
          <ac:spMkLst>
            <pc:docMk/>
            <pc:sldMk cId="2075419065" sldId="261"/>
            <ac:spMk id="3" creationId="{392BE286-77A6-49DD-B15D-7E4718D52FE7}"/>
          </ac:spMkLst>
        </pc:spChg>
      </pc:sldChg>
      <pc:sldChg chg="addSp delSp modSp add mod modClrScheme chgLayout">
        <pc:chgData name="White, Whitney" userId="65f39021-2f1d-4d8b-87dc-b123826f65bf" providerId="ADAL" clId="{A962C1E9-D2BC-40C1-B4E9-F658E3AC4EF4}" dt="2022-06-13T03:05:44.546" v="711" actId="20577"/>
        <pc:sldMkLst>
          <pc:docMk/>
          <pc:sldMk cId="102241059" sldId="262"/>
        </pc:sldMkLst>
        <pc:spChg chg="add del mod ord">
          <ac:chgData name="White, Whitney" userId="65f39021-2f1d-4d8b-87dc-b123826f65bf" providerId="ADAL" clId="{A962C1E9-D2BC-40C1-B4E9-F658E3AC4EF4}" dt="2022-06-13T03:04:58.857" v="582" actId="6264"/>
          <ac:spMkLst>
            <pc:docMk/>
            <pc:sldMk cId="102241059" sldId="262"/>
            <ac:spMk id="2" creationId="{8D623293-457E-46D8-B68B-0F1BE73D628B}"/>
          </ac:spMkLst>
        </pc:spChg>
        <pc:spChg chg="del mod ord">
          <ac:chgData name="White, Whitney" userId="65f39021-2f1d-4d8b-87dc-b123826f65bf" providerId="ADAL" clId="{A962C1E9-D2BC-40C1-B4E9-F658E3AC4EF4}" dt="2022-06-13T03:04:58.071" v="581" actId="700"/>
          <ac:spMkLst>
            <pc:docMk/>
            <pc:sldMk cId="102241059" sldId="262"/>
            <ac:spMk id="3" creationId="{392BE286-77A6-49DD-B15D-7E4718D52FE7}"/>
          </ac:spMkLst>
        </pc:spChg>
        <pc:spChg chg="add del mod ord">
          <ac:chgData name="White, Whitney" userId="65f39021-2f1d-4d8b-87dc-b123826f65bf" providerId="ADAL" clId="{A962C1E9-D2BC-40C1-B4E9-F658E3AC4EF4}" dt="2022-06-13T03:04:58.857" v="582" actId="6264"/>
          <ac:spMkLst>
            <pc:docMk/>
            <pc:sldMk cId="102241059" sldId="262"/>
            <ac:spMk id="4" creationId="{BAED1ECD-6D45-4320-A0DE-C175FDCD84EA}"/>
          </ac:spMkLst>
        </pc:spChg>
        <pc:spChg chg="mod ord">
          <ac:chgData name="White, Whitney" userId="65f39021-2f1d-4d8b-87dc-b123826f65bf" providerId="ADAL" clId="{A962C1E9-D2BC-40C1-B4E9-F658E3AC4EF4}" dt="2022-06-13T03:05:03.225" v="584" actId="700"/>
          <ac:spMkLst>
            <pc:docMk/>
            <pc:sldMk cId="102241059" sldId="262"/>
            <ac:spMk id="5" creationId="{BBD5CF72-8768-4745-95A3-E69AB44B0506}"/>
          </ac:spMkLst>
        </pc:spChg>
        <pc:spChg chg="add del mod ord">
          <ac:chgData name="White, Whitney" userId="65f39021-2f1d-4d8b-87dc-b123826f65bf" providerId="ADAL" clId="{A962C1E9-D2BC-40C1-B4E9-F658E3AC4EF4}" dt="2022-06-13T03:05:00.804" v="583" actId="700"/>
          <ac:spMkLst>
            <pc:docMk/>
            <pc:sldMk cId="102241059" sldId="262"/>
            <ac:spMk id="6" creationId="{3FD08DD7-BE15-4FD5-B7DE-8E497C8CFD04}"/>
          </ac:spMkLst>
        </pc:spChg>
        <pc:spChg chg="add del mod ord">
          <ac:chgData name="White, Whitney" userId="65f39021-2f1d-4d8b-87dc-b123826f65bf" providerId="ADAL" clId="{A962C1E9-D2BC-40C1-B4E9-F658E3AC4EF4}" dt="2022-06-13T03:05:00.804" v="583" actId="700"/>
          <ac:spMkLst>
            <pc:docMk/>
            <pc:sldMk cId="102241059" sldId="262"/>
            <ac:spMk id="7" creationId="{868391F6-873E-4ABD-A263-48B45CADD5E3}"/>
          </ac:spMkLst>
        </pc:spChg>
        <pc:spChg chg="add del mod ord">
          <ac:chgData name="White, Whitney" userId="65f39021-2f1d-4d8b-87dc-b123826f65bf" providerId="ADAL" clId="{A962C1E9-D2BC-40C1-B4E9-F658E3AC4EF4}" dt="2022-06-13T03:05:03.225" v="584" actId="700"/>
          <ac:spMkLst>
            <pc:docMk/>
            <pc:sldMk cId="102241059" sldId="262"/>
            <ac:spMk id="8" creationId="{6F66F74A-887F-49C6-BA51-DF2B2BA11E28}"/>
          </ac:spMkLst>
        </pc:spChg>
        <pc:spChg chg="add mod ord">
          <ac:chgData name="White, Whitney" userId="65f39021-2f1d-4d8b-87dc-b123826f65bf" providerId="ADAL" clId="{A962C1E9-D2BC-40C1-B4E9-F658E3AC4EF4}" dt="2022-06-13T03:05:20.808" v="604" actId="20577"/>
          <ac:spMkLst>
            <pc:docMk/>
            <pc:sldMk cId="102241059" sldId="262"/>
            <ac:spMk id="9" creationId="{97E62A6E-01C4-4BD2-A540-1881DA0738FE}"/>
          </ac:spMkLst>
        </pc:spChg>
        <pc:spChg chg="add mod ord">
          <ac:chgData name="White, Whitney" userId="65f39021-2f1d-4d8b-87dc-b123826f65bf" providerId="ADAL" clId="{A962C1E9-D2BC-40C1-B4E9-F658E3AC4EF4}" dt="2022-06-13T03:05:44.546" v="711" actId="20577"/>
          <ac:spMkLst>
            <pc:docMk/>
            <pc:sldMk cId="102241059" sldId="262"/>
            <ac:spMk id="10" creationId="{BB81C5B8-0D46-4D47-803B-AB13C4D395E8}"/>
          </ac:spMkLst>
        </pc:spChg>
      </pc:sldChg>
      <pc:sldChg chg="addSp delSp modSp add mod">
        <pc:chgData name="White, Whitney" userId="65f39021-2f1d-4d8b-87dc-b123826f65bf" providerId="ADAL" clId="{A962C1E9-D2BC-40C1-B4E9-F658E3AC4EF4}" dt="2022-06-13T03:09:24.663" v="759" actId="1076"/>
        <pc:sldMkLst>
          <pc:docMk/>
          <pc:sldMk cId="319434156" sldId="263"/>
        </pc:sldMkLst>
        <pc:spChg chg="mod">
          <ac:chgData name="White, Whitney" userId="65f39021-2f1d-4d8b-87dc-b123826f65bf" providerId="ADAL" clId="{A962C1E9-D2BC-40C1-B4E9-F658E3AC4EF4}" dt="2022-06-13T03:09:04.119" v="754" actId="20577"/>
          <ac:spMkLst>
            <pc:docMk/>
            <pc:sldMk cId="319434156" sldId="263"/>
            <ac:spMk id="9" creationId="{97E62A6E-01C4-4BD2-A540-1881DA0738FE}"/>
          </ac:spMkLst>
        </pc:spChg>
        <pc:spChg chg="del mod">
          <ac:chgData name="White, Whitney" userId="65f39021-2f1d-4d8b-87dc-b123826f65bf" providerId="ADAL" clId="{A962C1E9-D2BC-40C1-B4E9-F658E3AC4EF4}" dt="2022-06-13T03:09:13.375" v="756"/>
          <ac:spMkLst>
            <pc:docMk/>
            <pc:sldMk cId="319434156" sldId="263"/>
            <ac:spMk id="10" creationId="{BB81C5B8-0D46-4D47-803B-AB13C4D395E8}"/>
          </ac:spMkLst>
        </pc:spChg>
        <pc:picChg chg="add mod">
          <ac:chgData name="White, Whitney" userId="65f39021-2f1d-4d8b-87dc-b123826f65bf" providerId="ADAL" clId="{A962C1E9-D2BC-40C1-B4E9-F658E3AC4EF4}" dt="2022-06-13T03:09:24.663" v="759" actId="1076"/>
          <ac:picMkLst>
            <pc:docMk/>
            <pc:sldMk cId="319434156" sldId="263"/>
            <ac:picMk id="6" creationId="{14FE41AD-D113-457A-9257-9A9BFCF6EED2}"/>
          </ac:picMkLst>
        </pc:picChg>
      </pc:sldChg>
      <pc:sldChg chg="addSp delSp modSp add mod">
        <pc:chgData name="White, Whitney" userId="65f39021-2f1d-4d8b-87dc-b123826f65bf" providerId="ADAL" clId="{A962C1E9-D2BC-40C1-B4E9-F658E3AC4EF4}" dt="2022-06-13T03:08:55.904" v="733" actId="1076"/>
        <pc:sldMkLst>
          <pc:docMk/>
          <pc:sldMk cId="3958714085" sldId="264"/>
        </pc:sldMkLst>
        <pc:spChg chg="mod">
          <ac:chgData name="White, Whitney" userId="65f39021-2f1d-4d8b-87dc-b123826f65bf" providerId="ADAL" clId="{A962C1E9-D2BC-40C1-B4E9-F658E3AC4EF4}" dt="2022-06-13T03:08:26.598" v="728" actId="20577"/>
          <ac:spMkLst>
            <pc:docMk/>
            <pc:sldMk cId="3958714085" sldId="264"/>
            <ac:spMk id="9" creationId="{97E62A6E-01C4-4BD2-A540-1881DA0738FE}"/>
          </ac:spMkLst>
        </pc:spChg>
        <pc:spChg chg="del mod">
          <ac:chgData name="White, Whitney" userId="65f39021-2f1d-4d8b-87dc-b123826f65bf" providerId="ADAL" clId="{A962C1E9-D2BC-40C1-B4E9-F658E3AC4EF4}" dt="2022-06-13T03:08:45.975" v="730"/>
          <ac:spMkLst>
            <pc:docMk/>
            <pc:sldMk cId="3958714085" sldId="264"/>
            <ac:spMk id="10" creationId="{BB81C5B8-0D46-4D47-803B-AB13C4D395E8}"/>
          </ac:spMkLst>
        </pc:spChg>
        <pc:picChg chg="add mod">
          <ac:chgData name="White, Whitney" userId="65f39021-2f1d-4d8b-87dc-b123826f65bf" providerId="ADAL" clId="{A962C1E9-D2BC-40C1-B4E9-F658E3AC4EF4}" dt="2022-06-13T03:08:55.904" v="733" actId="1076"/>
          <ac:picMkLst>
            <pc:docMk/>
            <pc:sldMk cId="3958714085" sldId="264"/>
            <ac:picMk id="6" creationId="{7B1CBE5D-A1ED-4997-946E-56CFFDFBF217}"/>
          </ac:picMkLst>
        </pc:picChg>
      </pc:sldChg>
      <pc:sldChg chg="delSp add mod ord">
        <pc:chgData name="White, Whitney" userId="65f39021-2f1d-4d8b-87dc-b123826f65bf" providerId="ADAL" clId="{A962C1E9-D2BC-40C1-B4E9-F658E3AC4EF4}" dt="2022-06-13T03:07:56.162" v="715" actId="21"/>
        <pc:sldMkLst>
          <pc:docMk/>
          <pc:sldMk cId="2382311959" sldId="284"/>
        </pc:sldMkLst>
        <pc:spChg chg="del">
          <ac:chgData name="White, Whitney" userId="65f39021-2f1d-4d8b-87dc-b123826f65bf" providerId="ADAL" clId="{A962C1E9-D2BC-40C1-B4E9-F658E3AC4EF4}" dt="2022-06-13T03:07:56.162" v="715" actId="21"/>
          <ac:spMkLst>
            <pc:docMk/>
            <pc:sldMk cId="2382311959" sldId="284"/>
            <ac:spMk id="5" creationId="{B21A99C4-A753-4B45-9D49-4B39AF1B6D06}"/>
          </ac:spMkLst>
        </pc:spChg>
      </pc:sldChg>
    </pc:docChg>
  </pc:docChgLst>
  <pc:docChgLst>
    <pc:chgData name="White, Whitney" userId="65f39021-2f1d-4d8b-87dc-b123826f65bf" providerId="ADAL" clId="{F54A2E86-6A11-4DAE-84C6-E6AC17D2FBA8}"/>
    <pc:docChg chg="addSld delSld modSld">
      <pc:chgData name="White, Whitney" userId="65f39021-2f1d-4d8b-87dc-b123826f65bf" providerId="ADAL" clId="{F54A2E86-6A11-4DAE-84C6-E6AC17D2FBA8}" dt="2022-06-10T19:06:10.121" v="67" actId="2696"/>
      <pc:docMkLst>
        <pc:docMk/>
      </pc:docMkLst>
      <pc:sldChg chg="del">
        <pc:chgData name="White, Whitney" userId="65f39021-2f1d-4d8b-87dc-b123826f65bf" providerId="ADAL" clId="{F54A2E86-6A11-4DAE-84C6-E6AC17D2FBA8}" dt="2022-06-10T19:06:10.121" v="67" actId="2696"/>
        <pc:sldMkLst>
          <pc:docMk/>
          <pc:sldMk cId="2875402532" sldId="257"/>
        </pc:sldMkLst>
      </pc:sldChg>
      <pc:sldChg chg="modSp new mod">
        <pc:chgData name="White, Whitney" userId="65f39021-2f1d-4d8b-87dc-b123826f65bf" providerId="ADAL" clId="{F54A2E86-6A11-4DAE-84C6-E6AC17D2FBA8}" dt="2022-06-10T19:05:40.920" v="10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F54A2E86-6A11-4DAE-84C6-E6AC17D2FBA8}" dt="2022-06-10T19:05:40.920" v="10" actId="20577"/>
          <ac:spMkLst>
            <pc:docMk/>
            <pc:sldMk cId="4071305681" sldId="258"/>
            <ac:spMk id="2" creationId="{2F03F004-EE4F-44F2-AA0E-56B8CFF11342}"/>
          </ac:spMkLst>
        </pc:spChg>
      </pc:sldChg>
      <pc:sldChg chg="modSp new mod">
        <pc:chgData name="White, Whitney" userId="65f39021-2f1d-4d8b-87dc-b123826f65bf" providerId="ADAL" clId="{F54A2E86-6A11-4DAE-84C6-E6AC17D2FBA8}" dt="2022-06-10T19:05:59.363" v="54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F54A2E86-6A11-4DAE-84C6-E6AC17D2FBA8}" dt="2022-06-10T19:05:59.363" v="54" actId="20577"/>
          <ac:spMkLst>
            <pc:docMk/>
            <pc:sldMk cId="2772527113" sldId="259"/>
            <ac:spMk id="2" creationId="{B4A3C58C-DC1D-4BDF-8706-48D86266F7FD}"/>
          </ac:spMkLst>
        </pc:spChg>
      </pc:sldChg>
      <pc:sldChg chg="modSp new mod">
        <pc:chgData name="White, Whitney" userId="65f39021-2f1d-4d8b-87dc-b123826f65bf" providerId="ADAL" clId="{F54A2E86-6A11-4DAE-84C6-E6AC17D2FBA8}" dt="2022-06-10T19:06:04.598" v="66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F54A2E86-6A11-4DAE-84C6-E6AC17D2FBA8}" dt="2022-06-10T19:06:04.598" v="66" actId="20577"/>
          <ac:spMkLst>
            <pc:docMk/>
            <pc:sldMk cId="2147408764" sldId="260"/>
            <ac:spMk id="2" creationId="{9AFB837C-3E07-4129-B371-9F5CA97D5605}"/>
          </ac:spMkLst>
        </pc:spChg>
      </pc:sldChg>
    </pc:docChg>
  </pc:docChgLst>
  <pc:docChgLst>
    <pc:chgData name="White, Whitney" userId="65f39021-2f1d-4d8b-87dc-b123826f65bf" providerId="ADAL" clId="{6A16A16F-16CD-4FFE-B033-699971607248}"/>
    <pc:docChg chg="custSel modSld">
      <pc:chgData name="White, Whitney" userId="65f39021-2f1d-4d8b-87dc-b123826f65bf" providerId="ADAL" clId="{6A16A16F-16CD-4FFE-B033-699971607248}" dt="2022-06-13T21:57:34.042" v="31" actId="113"/>
      <pc:docMkLst>
        <pc:docMk/>
      </pc:docMkLst>
      <pc:sldChg chg="modSp mod">
        <pc:chgData name="White, Whitney" userId="65f39021-2f1d-4d8b-87dc-b123826f65bf" providerId="ADAL" clId="{6A16A16F-16CD-4FFE-B033-699971607248}" dt="2022-06-13T21:57:34.042" v="31" actId="113"/>
        <pc:sldMkLst>
          <pc:docMk/>
          <pc:sldMk cId="102241059" sldId="262"/>
        </pc:sldMkLst>
        <pc:spChg chg="mod">
          <ac:chgData name="White, Whitney" userId="65f39021-2f1d-4d8b-87dc-b123826f65bf" providerId="ADAL" clId="{6A16A16F-16CD-4FFE-B033-699971607248}" dt="2022-06-13T21:57:34.042" v="31" actId="113"/>
          <ac:spMkLst>
            <pc:docMk/>
            <pc:sldMk cId="102241059" sldId="262"/>
            <ac:spMk id="10" creationId="{BB81C5B8-0D46-4D47-803B-AB13C4D395E8}"/>
          </ac:spMkLst>
        </pc:spChg>
      </pc:sldChg>
      <pc:sldChg chg="modSp mod">
        <pc:chgData name="White, Whitney" userId="65f39021-2f1d-4d8b-87dc-b123826f65bf" providerId="ADAL" clId="{6A16A16F-16CD-4FFE-B033-699971607248}" dt="2022-06-13T21:57:29.369" v="30" actId="33524"/>
        <pc:sldMkLst>
          <pc:docMk/>
          <pc:sldMk cId="319434156" sldId="263"/>
        </pc:sldMkLst>
        <pc:spChg chg="mod">
          <ac:chgData name="White, Whitney" userId="65f39021-2f1d-4d8b-87dc-b123826f65bf" providerId="ADAL" clId="{6A16A16F-16CD-4FFE-B033-699971607248}" dt="2022-06-13T21:57:29.369" v="30" actId="33524"/>
          <ac:spMkLst>
            <pc:docMk/>
            <pc:sldMk cId="319434156" sldId="263"/>
            <ac:spMk id="9" creationId="{97E62A6E-01C4-4BD2-A540-1881DA0738FE}"/>
          </ac:spMkLst>
        </pc:spChg>
      </pc:sldChg>
      <pc:sldChg chg="addSp modSp mod">
        <pc:chgData name="White, Whitney" userId="65f39021-2f1d-4d8b-87dc-b123826f65bf" providerId="ADAL" clId="{6A16A16F-16CD-4FFE-B033-699971607248}" dt="2022-06-13T21:57:20.082" v="29" actId="1076"/>
        <pc:sldMkLst>
          <pc:docMk/>
          <pc:sldMk cId="2382311959" sldId="284"/>
        </pc:sldMkLst>
        <pc:spChg chg="add mod">
          <ac:chgData name="White, Whitney" userId="65f39021-2f1d-4d8b-87dc-b123826f65bf" providerId="ADAL" clId="{6A16A16F-16CD-4FFE-B033-699971607248}" dt="2022-06-13T21:57:20.082" v="29" actId="1076"/>
          <ac:spMkLst>
            <pc:docMk/>
            <pc:sldMk cId="2382311959" sldId="284"/>
            <ac:spMk id="3" creationId="{AD847A32-8ADB-4CF3-84F8-89E89F27F2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CCD9F9-E31F-49EC-86EF-05848F4D02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3601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45DF0-00B2-468D-ADF1-6351EEFB9CD7}" type="datetime1">
              <a:rPr lang="en-US" smtClean="0"/>
              <a:t>9/18/2022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0A4456-6D77-4237-8218-40872579093E}" type="datetime1">
              <a:rPr lang="en-US" smtClean="0"/>
              <a:t>9/18/2022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9/18/2022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827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9/18/2022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69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73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40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07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74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0EFE5-A68C-4E4B-9D40-F26D6ED979C1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nd/4.0/legalcode" TargetMode="External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deansforimpact.org/wp-content/uploads/2021/06/DFI_Deepening-Meaning-and-Learning.pdf" TargetMode="External"/><Relationship Id="rId4" Type="http://schemas.openxmlformats.org/officeDocument/2006/relationships/hyperlink" Target="https://www.olicav.com/#/diagrams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Sequencing a Unit Plan</a:t>
            </a:r>
          </a:p>
        </p:txBody>
      </p:sp>
    </p:spTree>
    <p:extLst>
      <p:ext uri="{BB962C8B-B14F-4D97-AF65-F5344CB8AC3E}">
        <p14:creationId xmlns:p14="http://schemas.microsoft.com/office/powerpoint/2010/main" val="438399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pPr marL="0" indent="0">
              <a:buNone/>
            </a:pPr>
            <a:r>
              <a:rPr lang="en-US" dirty="0"/>
              <a:t>…define and describe sequencing</a:t>
            </a:r>
          </a:p>
          <a:p>
            <a:pPr marL="0" indent="0">
              <a:buNone/>
            </a:pPr>
            <a:r>
              <a:rPr lang="en-US" dirty="0"/>
              <a:t>…identify and evaluate how learning is sequenced throughout a unit to build understanding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7D31D-3C4D-4F5C-A388-CC3AF44F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a concept map to show the relationships between the key components of a curriculum.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i="1" dirty="0"/>
              <a:t>“He who would learn to fly one day must first learn to stand and walk and run and climb and dance; one cannot fly into flying.”</a:t>
            </a:r>
          </a:p>
          <a:p>
            <a:pPr marL="0" indent="0" algn="ctr">
              <a:buNone/>
            </a:pPr>
            <a:r>
              <a:rPr lang="en-US" sz="3600" dirty="0"/>
              <a:t>-Friedrich Nietzsche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419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E62A6E-01C4-4BD2-A540-1881DA07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B81C5B8-0D46-4D47-803B-AB13C4D39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Sequencing: </a:t>
            </a:r>
            <a:r>
              <a:rPr lang="en-US" dirty="0"/>
              <a:t>Organizing concepts in an order that starts simple and build in complexity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41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F0DEFD4B-2FDE-4DEB-A3EB-E90B31321CBE}"/>
              </a:ext>
            </a:extLst>
          </p:cNvPr>
          <p:cNvSpPr txBox="1"/>
          <p:nvPr/>
        </p:nvSpPr>
        <p:spPr>
          <a:xfrm>
            <a:off x="89417" y="6376439"/>
            <a:ext cx="606194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graphic is used under a Creative Commons Attribution-Non Commercial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license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.Original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available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here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https://deansforimpact.org/wp-content/uploads/2021/06/DFI_Deepening-Meaning-and-Learning.pdf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3BD3312-40AF-4CB0-9A5C-E31F9987D46D}"/>
              </a:ext>
            </a:extLst>
          </p:cNvPr>
          <p:cNvGrpSpPr/>
          <p:nvPr/>
        </p:nvGrpSpPr>
        <p:grpSpPr>
          <a:xfrm>
            <a:off x="1024095" y="785419"/>
            <a:ext cx="11078488" cy="5591020"/>
            <a:chOff x="678849" y="907265"/>
            <a:chExt cx="11078488" cy="5591020"/>
          </a:xfrm>
        </p:grpSpPr>
        <p:sp>
          <p:nvSpPr>
            <p:cNvPr id="10" name="L-Shape 9">
              <a:extLst>
                <a:ext uri="{FF2B5EF4-FFF2-40B4-BE49-F238E27FC236}">
                  <a16:creationId xmlns:a16="http://schemas.microsoft.com/office/drawing/2014/main" id="{A75707CE-E07C-4659-A678-E84421CF5E78}"/>
                </a:ext>
              </a:extLst>
            </p:cNvPr>
            <p:cNvSpPr/>
            <p:nvPr/>
          </p:nvSpPr>
          <p:spPr>
            <a:xfrm rot="5400000">
              <a:off x="664709" y="2289228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L-Shape 10">
              <a:extLst>
                <a:ext uri="{FF2B5EF4-FFF2-40B4-BE49-F238E27FC236}">
                  <a16:creationId xmlns:a16="http://schemas.microsoft.com/office/drawing/2014/main" id="{5AB10BED-482D-40FD-9D6A-A6A0721A3735}"/>
                </a:ext>
              </a:extLst>
            </p:cNvPr>
            <p:cNvSpPr/>
            <p:nvPr/>
          </p:nvSpPr>
          <p:spPr>
            <a:xfrm>
              <a:off x="704342" y="4960405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L-Shape 13">
              <a:extLst>
                <a:ext uri="{FF2B5EF4-FFF2-40B4-BE49-F238E27FC236}">
                  <a16:creationId xmlns:a16="http://schemas.microsoft.com/office/drawing/2014/main" id="{BAB3EDD8-A646-41D3-A570-0A7C7BA5594C}"/>
                </a:ext>
              </a:extLst>
            </p:cNvPr>
            <p:cNvSpPr/>
            <p:nvPr/>
          </p:nvSpPr>
          <p:spPr>
            <a:xfrm rot="10800000">
              <a:off x="3754619" y="2275088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L-Shape 14">
              <a:extLst>
                <a:ext uri="{FF2B5EF4-FFF2-40B4-BE49-F238E27FC236}">
                  <a16:creationId xmlns:a16="http://schemas.microsoft.com/office/drawing/2014/main" id="{33A4379E-C46E-49F6-B333-5A651BBED959}"/>
                </a:ext>
              </a:extLst>
            </p:cNvPr>
            <p:cNvSpPr/>
            <p:nvPr/>
          </p:nvSpPr>
          <p:spPr>
            <a:xfrm rot="16200000">
              <a:off x="3774338" y="4946265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6EDF7BE-F502-4EB3-93BE-A5623BE757A7}"/>
                </a:ext>
              </a:extLst>
            </p:cNvPr>
            <p:cNvSpPr/>
            <p:nvPr/>
          </p:nvSpPr>
          <p:spPr>
            <a:xfrm>
              <a:off x="3120390" y="3017520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1C7F090-503D-4E17-AA67-995C1E131103}"/>
                </a:ext>
              </a:extLst>
            </p:cNvPr>
            <p:cNvSpPr/>
            <p:nvPr/>
          </p:nvSpPr>
          <p:spPr>
            <a:xfrm>
              <a:off x="2541270" y="3291949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E2B458B-BD70-4D84-800B-225C61E0E3D4}"/>
                </a:ext>
              </a:extLst>
            </p:cNvPr>
            <p:cNvSpPr/>
            <p:nvPr/>
          </p:nvSpPr>
          <p:spPr>
            <a:xfrm>
              <a:off x="3036570" y="3766046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8CD1E50-AD76-4D6F-83FD-275A25D612AD}"/>
                </a:ext>
              </a:extLst>
            </p:cNvPr>
            <p:cNvSpPr/>
            <p:nvPr/>
          </p:nvSpPr>
          <p:spPr>
            <a:xfrm>
              <a:off x="1769988" y="2964012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F3ABE2B-7C0A-48CE-874D-C88F3D64081C}"/>
                </a:ext>
              </a:extLst>
            </p:cNvPr>
            <p:cNvSpPr/>
            <p:nvPr/>
          </p:nvSpPr>
          <p:spPr>
            <a:xfrm>
              <a:off x="1190868" y="3238441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A8CB08D-3070-49CE-B305-F8803C6B5F98}"/>
                </a:ext>
              </a:extLst>
            </p:cNvPr>
            <p:cNvSpPr/>
            <p:nvPr/>
          </p:nvSpPr>
          <p:spPr>
            <a:xfrm>
              <a:off x="1686168" y="3712538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F474B47-93A8-4E6E-9F93-D16CD7F9710D}"/>
                </a:ext>
              </a:extLst>
            </p:cNvPr>
            <p:cNvSpPr/>
            <p:nvPr/>
          </p:nvSpPr>
          <p:spPr>
            <a:xfrm>
              <a:off x="2769870" y="420060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5092F97-B9A0-4DA8-B557-35EB8D4AB62E}"/>
                </a:ext>
              </a:extLst>
            </p:cNvPr>
            <p:cNvSpPr/>
            <p:nvPr/>
          </p:nvSpPr>
          <p:spPr>
            <a:xfrm>
              <a:off x="2190750" y="4475033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81F8F95-CB4F-4A76-9D93-A137C4907E66}"/>
                </a:ext>
              </a:extLst>
            </p:cNvPr>
            <p:cNvSpPr/>
            <p:nvPr/>
          </p:nvSpPr>
          <p:spPr>
            <a:xfrm>
              <a:off x="2686050" y="4949130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0B16F51-B086-466E-82D0-1E6FB71D999A}"/>
                </a:ext>
              </a:extLst>
            </p:cNvPr>
            <p:cNvSpPr/>
            <p:nvPr/>
          </p:nvSpPr>
          <p:spPr>
            <a:xfrm>
              <a:off x="1859460" y="420060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DE32388-487B-4CCB-825E-0AD51EFEC01F}"/>
                </a:ext>
              </a:extLst>
            </p:cNvPr>
            <p:cNvSpPr/>
            <p:nvPr/>
          </p:nvSpPr>
          <p:spPr>
            <a:xfrm>
              <a:off x="1280340" y="4475033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B5BB3EF-963F-477C-A6C2-EEFB9547FF8F}"/>
                </a:ext>
              </a:extLst>
            </p:cNvPr>
            <p:cNvSpPr/>
            <p:nvPr/>
          </p:nvSpPr>
          <p:spPr>
            <a:xfrm>
              <a:off x="1775640" y="4949130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3AB149B-635A-41ED-89B7-176901026124}"/>
                </a:ext>
              </a:extLst>
            </p:cNvPr>
            <p:cNvSpPr/>
            <p:nvPr/>
          </p:nvSpPr>
          <p:spPr>
            <a:xfrm>
              <a:off x="2914650" y="2428796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63190B4-5EF0-4CBF-8A15-0F1C4D2C9E9D}"/>
                </a:ext>
              </a:extLst>
            </p:cNvPr>
            <p:cNvSpPr/>
            <p:nvPr/>
          </p:nvSpPr>
          <p:spPr>
            <a:xfrm>
              <a:off x="2335530" y="2703225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D9A2674-4A3D-4F32-B712-D687C8A7ECAE}"/>
                </a:ext>
              </a:extLst>
            </p:cNvPr>
            <p:cNvSpPr/>
            <p:nvPr/>
          </p:nvSpPr>
          <p:spPr>
            <a:xfrm>
              <a:off x="2830830" y="3177322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534AA56-B86F-43F4-A727-6228120FDA44}"/>
                </a:ext>
              </a:extLst>
            </p:cNvPr>
            <p:cNvSpPr/>
            <p:nvPr/>
          </p:nvSpPr>
          <p:spPr>
            <a:xfrm>
              <a:off x="1717426" y="2593242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954237B-725A-43FC-AFFF-04D12C5CD0D3}"/>
                </a:ext>
              </a:extLst>
            </p:cNvPr>
            <p:cNvSpPr/>
            <p:nvPr/>
          </p:nvSpPr>
          <p:spPr>
            <a:xfrm>
              <a:off x="1138306" y="2867671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A43740A-4907-4B57-9C95-88345C9FAFAF}"/>
                </a:ext>
              </a:extLst>
            </p:cNvPr>
            <p:cNvSpPr/>
            <p:nvPr/>
          </p:nvSpPr>
          <p:spPr>
            <a:xfrm>
              <a:off x="1633606" y="3341768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B398BA4-187A-48C0-9110-E32ADC211675}"/>
                </a:ext>
              </a:extLst>
            </p:cNvPr>
            <p:cNvSpPr/>
            <p:nvPr/>
          </p:nvSpPr>
          <p:spPr>
            <a:xfrm>
              <a:off x="2361369" y="3651746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0D2FB6C-FB7D-4645-8E5F-0756FDFCD369}"/>
                </a:ext>
              </a:extLst>
            </p:cNvPr>
            <p:cNvSpPr/>
            <p:nvPr/>
          </p:nvSpPr>
          <p:spPr>
            <a:xfrm>
              <a:off x="3663072" y="333827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BE39E5A-84DB-48C6-B321-7C88BC571B66}"/>
                </a:ext>
              </a:extLst>
            </p:cNvPr>
            <p:cNvSpPr/>
            <p:nvPr/>
          </p:nvSpPr>
          <p:spPr>
            <a:xfrm>
              <a:off x="3565980" y="408630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A049212-E5BE-44A2-B97B-9674A83BA3B2}"/>
                </a:ext>
              </a:extLst>
            </p:cNvPr>
            <p:cNvSpPr/>
            <p:nvPr/>
          </p:nvSpPr>
          <p:spPr>
            <a:xfrm>
              <a:off x="3348990" y="4846105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D3863C4B-E3E0-4619-8FCD-D2CA7B238D03}"/>
                </a:ext>
              </a:extLst>
            </p:cNvPr>
            <p:cNvSpPr/>
            <p:nvPr/>
          </p:nvSpPr>
          <p:spPr>
            <a:xfrm>
              <a:off x="2915163" y="3640479"/>
              <a:ext cx="484632" cy="479733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98FD02B-09D8-4DEE-A632-F46B21BA6104}"/>
                </a:ext>
              </a:extLst>
            </p:cNvPr>
            <p:cNvCxnSpPr>
              <a:cxnSpLocks/>
              <a:stCxn id="2" idx="6"/>
            </p:cNvCxnSpPr>
            <p:nvPr/>
          </p:nvCxnSpPr>
          <p:spPr>
            <a:xfrm flipV="1">
              <a:off x="3399795" y="3872484"/>
              <a:ext cx="3403261" cy="7862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71CF4BC-2A70-4F12-805B-01A024D52A07}"/>
                </a:ext>
              </a:extLst>
            </p:cNvPr>
            <p:cNvSpPr txBox="1"/>
            <p:nvPr/>
          </p:nvSpPr>
          <p:spPr>
            <a:xfrm>
              <a:off x="4587623" y="3330255"/>
              <a:ext cx="1825725" cy="95410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Attention</a:t>
              </a:r>
              <a:b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</a:b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5B5B3FF-D518-4149-8893-10FFBD9F034C}"/>
                </a:ext>
              </a:extLst>
            </p:cNvPr>
            <p:cNvCxnSpPr>
              <a:cxnSpLocks/>
            </p:cNvCxnSpPr>
            <p:nvPr/>
          </p:nvCxnSpPr>
          <p:spPr>
            <a:xfrm>
              <a:off x="5917495" y="1039095"/>
              <a:ext cx="1650351" cy="1706676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9FBC6AD-CE5A-46AE-B6BE-6C5E8D0344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89912" y="907265"/>
              <a:ext cx="1628294" cy="1838506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E113BD6C-9BDC-40B7-8C94-9D5609A21D19}"/>
                </a:ext>
              </a:extLst>
            </p:cNvPr>
            <p:cNvGrpSpPr/>
            <p:nvPr/>
          </p:nvGrpSpPr>
          <p:grpSpPr>
            <a:xfrm>
              <a:off x="6055816" y="2360122"/>
              <a:ext cx="4034004" cy="4138163"/>
              <a:chOff x="6109966" y="2051130"/>
              <a:chExt cx="4034004" cy="4138163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2B016DC4-1941-4CE2-BC91-3216AE755395}"/>
                  </a:ext>
                </a:extLst>
              </p:cNvPr>
              <p:cNvGrpSpPr/>
              <p:nvPr/>
            </p:nvGrpSpPr>
            <p:grpSpPr>
              <a:xfrm>
                <a:off x="6109966" y="2051130"/>
                <a:ext cx="4034004" cy="4138163"/>
                <a:chOff x="5967246" y="2131522"/>
                <a:chExt cx="4034004" cy="4138163"/>
              </a:xfrm>
            </p:grpSpPr>
            <p:pic>
              <p:nvPicPr>
                <p:cNvPr id="62" name="Graphic 61" descr="Head with gears outline">
                  <a:extLst>
                    <a:ext uri="{FF2B5EF4-FFF2-40B4-BE49-F238E27FC236}">
                      <a16:creationId xmlns:a16="http://schemas.microsoft.com/office/drawing/2014/main" id="{34364C97-1589-4078-BC3E-1FD63D42EE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967246" y="2131522"/>
                  <a:ext cx="4034004" cy="4138163"/>
                </a:xfrm>
                <a:prstGeom prst="rect">
                  <a:avLst/>
                </a:prstGeom>
              </p:spPr>
            </p:pic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9787595C-21C5-40CD-B07A-7042FEEFA17C}"/>
                    </a:ext>
                  </a:extLst>
                </p:cNvPr>
                <p:cNvGrpSpPr/>
                <p:nvPr/>
              </p:nvGrpSpPr>
              <p:grpSpPr>
                <a:xfrm>
                  <a:off x="7267125" y="2617360"/>
                  <a:ext cx="1796850" cy="2222440"/>
                  <a:chOff x="7267125" y="2617360"/>
                  <a:chExt cx="1796850" cy="2222440"/>
                </a:xfrm>
              </p:grpSpPr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04910A94-B59D-4115-A313-925519E1B4BD}"/>
                      </a:ext>
                    </a:extLst>
                  </p:cNvPr>
                  <p:cNvSpPr/>
                  <p:nvPr/>
                </p:nvSpPr>
                <p:spPr>
                  <a:xfrm>
                    <a:off x="7267125" y="2617360"/>
                    <a:ext cx="1577955" cy="204623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" name="Oval 64">
                    <a:extLst>
                      <a:ext uri="{FF2B5EF4-FFF2-40B4-BE49-F238E27FC236}">
                        <a16:creationId xmlns:a16="http://schemas.microsoft.com/office/drawing/2014/main" id="{6349E713-6C2F-42FD-A8E0-38AB39CF2470}"/>
                      </a:ext>
                    </a:extLst>
                  </p:cNvPr>
                  <p:cNvSpPr/>
                  <p:nvPr/>
                </p:nvSpPr>
                <p:spPr>
                  <a:xfrm>
                    <a:off x="7486020" y="2793563"/>
                    <a:ext cx="1577955" cy="204623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460339F-B41C-4A13-B81F-1E5F761B5583}"/>
                  </a:ext>
                </a:extLst>
              </p:cNvPr>
              <p:cNvSpPr/>
              <p:nvPr/>
            </p:nvSpPr>
            <p:spPr>
              <a:xfrm>
                <a:off x="7321713" y="3520549"/>
                <a:ext cx="180899" cy="186883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8A83E201-6DF2-4551-B0C8-022428BF96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62592" y="3082814"/>
                <a:ext cx="1137863" cy="1137863"/>
              </a:xfrm>
              <a:prstGeom prst="ellipse">
                <a:avLst/>
              </a:prstGeom>
              <a:noFill/>
              <a:ln w="317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5DA7F42-249B-4688-8937-1D7104C11EB6}"/>
                  </a:ext>
                </a:extLst>
              </p:cNvPr>
              <p:cNvSpPr txBox="1"/>
              <p:nvPr/>
            </p:nvSpPr>
            <p:spPr>
              <a:xfrm>
                <a:off x="7825005" y="3359186"/>
                <a:ext cx="1825725" cy="93102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50000"/>
                      </a:srgbClr>
                    </a:solidFill>
                    <a:effectLst/>
                    <a:uLnTx/>
                    <a:uFillTx/>
                    <a:latin typeface="Avenir Next LT Pro" panose="020B0504020202020204" pitchFamily="34" charset="0"/>
                    <a:ea typeface="+mn-ea"/>
                    <a:cs typeface="+mn-cs"/>
                  </a:rPr>
                  <a:t>Working Memory</a:t>
                </a:r>
                <a:b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50000"/>
                      </a:srgbClr>
                    </a:solidFill>
                    <a:effectLst/>
                    <a:uLnTx/>
                    <a:uFillTx/>
                    <a:latin typeface="Avenir Next LT Pro" panose="020B0504020202020204" pitchFamily="34" charset="0"/>
                    <a:ea typeface="+mn-ea"/>
                    <a:cs typeface="+mn-cs"/>
                  </a:rPr>
                </a:b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0EB2086D-AA1B-474C-A74C-98564CDF0F64}"/>
                </a:ext>
              </a:extLst>
            </p:cNvPr>
            <p:cNvSpPr>
              <a:spLocks noChangeAspect="1"/>
            </p:cNvSpPr>
            <p:nvPr/>
          </p:nvSpPr>
          <p:spPr>
            <a:xfrm rot="13009140">
              <a:off x="6285903" y="1286736"/>
              <a:ext cx="2803762" cy="2808813"/>
            </a:xfrm>
            <a:prstGeom prst="arc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4DA26CB-BAEF-44FC-82E4-0591E019EAC4}"/>
                </a:ext>
              </a:extLst>
            </p:cNvPr>
            <p:cNvSpPr txBox="1"/>
            <p:nvPr/>
          </p:nvSpPr>
          <p:spPr>
            <a:xfrm>
              <a:off x="1614512" y="5336808"/>
              <a:ext cx="1785283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Environment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  <a:p>
              <a:pPr marL="571500" marR="0" lvl="0" indent="-5715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BAB46F1-BF27-4339-B5E7-CE6481431FF3}"/>
                </a:ext>
              </a:extLst>
            </p:cNvPr>
            <p:cNvSpPr txBox="1"/>
            <p:nvPr/>
          </p:nvSpPr>
          <p:spPr>
            <a:xfrm>
              <a:off x="7450704" y="1100898"/>
              <a:ext cx="1825725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Long-Term Memory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78003F50-E533-49D3-86D3-0DF07804846E}"/>
                </a:ext>
              </a:extLst>
            </p:cNvPr>
            <p:cNvSpPr>
              <a:spLocks noChangeAspect="1"/>
            </p:cNvSpPr>
            <p:nvPr/>
          </p:nvSpPr>
          <p:spPr>
            <a:xfrm rot="3408707">
              <a:off x="7488032" y="1204692"/>
              <a:ext cx="2803762" cy="2808813"/>
            </a:xfrm>
            <a:prstGeom prst="arc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AF2B169-823F-4656-9F83-1268B49C687D}"/>
                </a:ext>
              </a:extLst>
            </p:cNvPr>
            <p:cNvSpPr txBox="1"/>
            <p:nvPr/>
          </p:nvSpPr>
          <p:spPr>
            <a:xfrm rot="18976917">
              <a:off x="5114897" y="2281689"/>
              <a:ext cx="1825725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Learning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BB8EDB8-5C01-4DAF-BBA1-DA25C02189D9}"/>
                </a:ext>
              </a:extLst>
            </p:cNvPr>
            <p:cNvCxnSpPr>
              <a:cxnSpLocks/>
            </p:cNvCxnSpPr>
            <p:nvPr/>
          </p:nvCxnSpPr>
          <p:spPr>
            <a:xfrm>
              <a:off x="8721257" y="4148034"/>
              <a:ext cx="1695103" cy="1542221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03E82F5-8748-4DB1-B0E9-49C3769F7C09}"/>
                </a:ext>
              </a:extLst>
            </p:cNvPr>
            <p:cNvSpPr txBox="1"/>
            <p:nvPr/>
          </p:nvSpPr>
          <p:spPr>
            <a:xfrm rot="18976917">
              <a:off x="9750950" y="5475853"/>
              <a:ext cx="1825725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Forgetting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93EBFFEB-1374-4F45-8F49-B25C2457CDA0}"/>
                </a:ext>
              </a:extLst>
            </p:cNvPr>
            <p:cNvCxnSpPr>
              <a:cxnSpLocks/>
            </p:cNvCxnSpPr>
            <p:nvPr/>
          </p:nvCxnSpPr>
          <p:spPr>
            <a:xfrm>
              <a:off x="10543086" y="966453"/>
              <a:ext cx="44582" cy="4512426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F4738BB-5C4B-4DEB-B0AA-5C764D5E6222}"/>
                </a:ext>
              </a:extLst>
            </p:cNvPr>
            <p:cNvSpPr txBox="1"/>
            <p:nvPr/>
          </p:nvSpPr>
          <p:spPr>
            <a:xfrm rot="18976917">
              <a:off x="9062369" y="2100074"/>
              <a:ext cx="269496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Remembering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D847A32-8ADB-4CF3-84F8-89E89F27F2E5}"/>
              </a:ext>
            </a:extLst>
          </p:cNvPr>
          <p:cNvSpPr txBox="1"/>
          <p:nvPr/>
        </p:nvSpPr>
        <p:spPr>
          <a:xfrm>
            <a:off x="1054733" y="610044"/>
            <a:ext cx="3692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Simple Memory Model</a:t>
            </a:r>
          </a:p>
        </p:txBody>
      </p:sp>
    </p:spTree>
    <p:extLst>
      <p:ext uri="{BB962C8B-B14F-4D97-AF65-F5344CB8AC3E}">
        <p14:creationId xmlns:p14="http://schemas.microsoft.com/office/powerpoint/2010/main" val="238231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E62A6E-01C4-4BD2-A540-1881DA07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B1CBE5D-A1ED-4997-946E-56CFFDFBF21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340" y="1532965"/>
            <a:ext cx="9523319" cy="457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714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E62A6E-01C4-4BD2-A540-1881DA07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FE41AD-D113-457A-9257-9A9BFCF6EED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9871" y="1438834"/>
            <a:ext cx="9332257" cy="478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4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Student Guide, answer the following questions: </a:t>
            </a:r>
          </a:p>
          <a:p>
            <a:pPr marL="514350" indent="-514350">
              <a:buAutoNum type="arabicParenR"/>
            </a:pPr>
            <a:r>
              <a:rPr lang="en-US" dirty="0"/>
              <a:t>What is sequencing as it relates to a unit plan?</a:t>
            </a:r>
          </a:p>
          <a:p>
            <a:pPr marL="514350" indent="-514350">
              <a:buAutoNum type="arabicParenR"/>
            </a:pPr>
            <a:r>
              <a:rPr lang="en-US" dirty="0"/>
              <a:t>How does sequencing a unit in a logical way help build student mastery of the standard?</a:t>
            </a:r>
          </a:p>
          <a:p>
            <a:pPr marL="514350" indent="-514350">
              <a:buAutoNum type="arabicParenR"/>
            </a:pPr>
            <a:r>
              <a:rPr lang="en-US" dirty="0"/>
              <a:t>How does sequencing of a unit relate to the Science of Learning? </a:t>
            </a:r>
          </a:p>
          <a:p>
            <a:pPr marL="514350" indent="-514350">
              <a:buAutoNum type="arabicParenR"/>
            </a:pPr>
            <a:r>
              <a:rPr lang="en-US" dirty="0"/>
              <a:t>Read the scenario. Do you think this is the best approach to build student understanding? Why or why not?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BE154-4C0D-48FA-BB92-9E83DBB9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246</Words>
  <Application>Microsoft Office PowerPoint</Application>
  <PresentationFormat>Widescreen</PresentationFormat>
  <Paragraphs>40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Avenir Next LT Pro</vt:lpstr>
      <vt:lpstr>Calibri</vt:lpstr>
      <vt:lpstr>Calibri Light</vt:lpstr>
      <vt:lpstr>Office Theme</vt:lpstr>
      <vt:lpstr>1_Office Theme</vt:lpstr>
      <vt:lpstr>Instructional Practices| Unit 6: Instructional Alignment| Lesson 6.02</vt:lpstr>
      <vt:lpstr>TEKS Standards &amp; Objectives</vt:lpstr>
      <vt:lpstr>Bellringer</vt:lpstr>
      <vt:lpstr>PowerPoint Presentation</vt:lpstr>
      <vt:lpstr>Vocabulary</vt:lpstr>
      <vt:lpstr>PowerPoint Presentation</vt:lpstr>
      <vt:lpstr>Example</vt:lpstr>
      <vt:lpstr>Non-Example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6.02: Sequencing a Unit Plan</dc:title>
  <dc:subject>Lesson 6.02: Sequencing a Unit Plan</dc:subject>
  <dc:creator>Texas Education Agency</dc:creator>
  <cp:lastModifiedBy>White (she/her), Whitney</cp:lastModifiedBy>
  <cp:revision>2</cp:revision>
  <dcterms:created xsi:type="dcterms:W3CDTF">2022-05-09T19:40:20Z</dcterms:created>
  <dcterms:modified xsi:type="dcterms:W3CDTF">2022-09-18T05:04:05Z</dcterms:modified>
</cp:coreProperties>
</file>
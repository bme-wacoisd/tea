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9" r:id="rId3"/>
    <p:sldId id="271" r:id="rId4"/>
    <p:sldId id="272" r:id="rId5"/>
    <p:sldId id="258" r:id="rId6"/>
    <p:sldId id="262" r:id="rId7"/>
    <p:sldId id="273" r:id="rId8"/>
    <p:sldId id="263" r:id="rId9"/>
    <p:sldId id="274" r:id="rId10"/>
    <p:sldId id="275" r:id="rId11"/>
    <p:sldId id="276" r:id="rId12"/>
    <p:sldId id="279" r:id="rId13"/>
    <p:sldId id="278" r:id="rId14"/>
    <p:sldId id="277" r:id="rId15"/>
    <p:sldId id="280" r:id="rId16"/>
    <p:sldId id="281" r:id="rId17"/>
    <p:sldId id="26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." id="{E000ABC9-E9F5-430F-B087-F09C6DF407C1}">
          <p14:sldIdLst>
            <p14:sldId id="256"/>
            <p14:sldId id="259"/>
            <p14:sldId id="271"/>
            <p14:sldId id="272"/>
            <p14:sldId id="258"/>
            <p14:sldId id="262"/>
            <p14:sldId id="273"/>
            <p14:sldId id="263"/>
            <p14:sldId id="274"/>
            <p14:sldId id="275"/>
            <p14:sldId id="276"/>
            <p14:sldId id="279"/>
            <p14:sldId id="278"/>
            <p14:sldId id="277"/>
            <p14:sldId id="280"/>
            <p14:sldId id="281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5490C0-EC31-4D5A-857D-B30248D704AD}" v="11" dt="2023-01-25T15:42:11.181"/>
    <p1510:client id="{590480D1-D213-43E9-96E8-8D9EE0D4E4AE}" v="3" dt="2023-01-25T16:09:48.576"/>
    <p1510:client id="{97A8789F-27EC-493A-B13E-DB853CC06DF7}" v="4" dt="2023-01-25T15:58:05.898"/>
    <p1510:client id="{B4E29795-8099-4359-B56B-78750965C2CE}" v="267" dt="2023-01-25T19:33:19.3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6370" autoAdjust="0"/>
  </p:normalViewPr>
  <p:slideViewPr>
    <p:cSldViewPr snapToGrid="0">
      <p:cViewPr varScale="1">
        <p:scale>
          <a:sx n="110" d="100"/>
          <a:sy n="110" d="100"/>
        </p:scale>
        <p:origin x="432" y="132"/>
      </p:cViewPr>
      <p:guideLst/>
    </p:cSldViewPr>
  </p:slideViewPr>
  <p:outlineViewPr>
    <p:cViewPr>
      <p:scale>
        <a:sx n="33" d="100"/>
        <a:sy n="33" d="100"/>
      </p:scale>
      <p:origin x="0" y="-226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 (she/her), Whitney" userId="65f39021-2f1d-4d8b-87dc-b123826f65bf" providerId="ADAL" clId="{590480D1-D213-43E9-96E8-8D9EE0D4E4AE}"/>
    <pc:docChg chg="modSld">
      <pc:chgData name="White (she/her), Whitney" userId="65f39021-2f1d-4d8b-87dc-b123826f65bf" providerId="ADAL" clId="{590480D1-D213-43E9-96E8-8D9EE0D4E4AE}" dt="2023-01-25T16:06:28.426" v="1" actId="20577"/>
      <pc:docMkLst>
        <pc:docMk/>
      </pc:docMkLst>
      <pc:sldChg chg="modSp mod">
        <pc:chgData name="White (she/her), Whitney" userId="65f39021-2f1d-4d8b-87dc-b123826f65bf" providerId="ADAL" clId="{590480D1-D213-43E9-96E8-8D9EE0D4E4AE}" dt="2023-01-25T16:06:28.426" v="1" actId="20577"/>
        <pc:sldMkLst>
          <pc:docMk/>
          <pc:sldMk cId="1482277026" sldId="256"/>
        </pc:sldMkLst>
        <pc:spChg chg="mod">
          <ac:chgData name="White (she/her), Whitney" userId="65f39021-2f1d-4d8b-87dc-b123826f65bf" providerId="ADAL" clId="{590480D1-D213-43E9-96E8-8D9EE0D4E4AE}" dt="2023-01-25T16:06:25.208" v="0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590480D1-D213-43E9-96E8-8D9EE0D4E4AE}" dt="2023-01-25T16:06:28.426" v="1" actId="20577"/>
          <ac:spMkLst>
            <pc:docMk/>
            <pc:sldMk cId="1482277026" sldId="256"/>
            <ac:spMk id="3" creationId="{E0FBD98F-3A67-498E-8174-652040DD7B60}"/>
          </ac:spMkLst>
        </pc:spChg>
      </pc:sldChg>
    </pc:docChg>
  </pc:docChgLst>
  <pc:docChgLst>
    <pc:chgData name="White (she/her), Whitney" userId="65f39021-2f1d-4d8b-87dc-b123826f65bf" providerId="ADAL" clId="{7DC62D2F-EE24-4487-9929-02D1D00D3CE9}"/>
    <pc:docChg chg="custSel addSld modSld modSection">
      <pc:chgData name="White (she/her), Whitney" userId="65f39021-2f1d-4d8b-87dc-b123826f65bf" providerId="ADAL" clId="{7DC62D2F-EE24-4487-9929-02D1D00D3CE9}" dt="2023-01-17T18:31:53.332" v="185" actId="1076"/>
      <pc:docMkLst>
        <pc:docMk/>
      </pc:docMkLst>
      <pc:sldChg chg="modSp mod">
        <pc:chgData name="White (she/her), Whitney" userId="65f39021-2f1d-4d8b-87dc-b123826f65bf" providerId="ADAL" clId="{7DC62D2F-EE24-4487-9929-02D1D00D3CE9}" dt="2023-01-17T18:26:04.583" v="86" actId="20577"/>
        <pc:sldMkLst>
          <pc:docMk/>
          <pc:sldMk cId="1482277026" sldId="256"/>
        </pc:sldMkLst>
        <pc:spChg chg="mod">
          <ac:chgData name="White (she/her), Whitney" userId="65f39021-2f1d-4d8b-87dc-b123826f65bf" providerId="ADAL" clId="{7DC62D2F-EE24-4487-9929-02D1D00D3CE9}" dt="2023-01-17T18:26:04.583" v="86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7DC62D2F-EE24-4487-9929-02D1D00D3CE9}" dt="2023-01-17T18:25:34.332" v="46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 (she/her), Whitney" userId="65f39021-2f1d-4d8b-87dc-b123826f65bf" providerId="ADAL" clId="{7DC62D2F-EE24-4487-9929-02D1D00D3CE9}" dt="2023-01-17T18:29:06.181" v="116" actId="403"/>
        <pc:sldMkLst>
          <pc:docMk/>
          <pc:sldMk cId="4071305681" sldId="258"/>
        </pc:sldMkLst>
        <pc:spChg chg="mod">
          <ac:chgData name="White (she/her), Whitney" userId="65f39021-2f1d-4d8b-87dc-b123826f65bf" providerId="ADAL" clId="{7DC62D2F-EE24-4487-9929-02D1D00D3CE9}" dt="2023-01-17T18:29:06.181" v="116" actId="403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 (she/her), Whitney" userId="65f39021-2f1d-4d8b-87dc-b123826f65bf" providerId="ADAL" clId="{7DC62D2F-EE24-4487-9929-02D1D00D3CE9}" dt="2023-01-17T18:27:35.195" v="106" actId="403"/>
        <pc:sldMkLst>
          <pc:docMk/>
          <pc:sldMk cId="2772527113" sldId="259"/>
        </pc:sldMkLst>
        <pc:spChg chg="mod">
          <ac:chgData name="White (she/her), Whitney" userId="65f39021-2f1d-4d8b-87dc-b123826f65bf" providerId="ADAL" clId="{7DC62D2F-EE24-4487-9929-02D1D00D3CE9}" dt="2023-01-17T18:27:35.195" v="106" actId="403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 (she/her), Whitney" userId="65f39021-2f1d-4d8b-87dc-b123826f65bf" providerId="ADAL" clId="{7DC62D2F-EE24-4487-9929-02D1D00D3CE9}" dt="2023-01-17T18:28:20.545" v="111" actId="403"/>
        <pc:sldMkLst>
          <pc:docMk/>
          <pc:sldMk cId="2147408764" sldId="260"/>
        </pc:sldMkLst>
        <pc:spChg chg="mod">
          <ac:chgData name="White (she/her), Whitney" userId="65f39021-2f1d-4d8b-87dc-b123826f65bf" providerId="ADAL" clId="{7DC62D2F-EE24-4487-9929-02D1D00D3CE9}" dt="2023-01-17T18:28:20.545" v="111" actId="403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 (she/her), Whitney" userId="65f39021-2f1d-4d8b-87dc-b123826f65bf" providerId="ADAL" clId="{7DC62D2F-EE24-4487-9929-02D1D00D3CE9}" dt="2023-01-17T18:29:51.513" v="125" actId="403"/>
        <pc:sldMkLst>
          <pc:docMk/>
          <pc:sldMk cId="3054216349" sldId="261"/>
        </pc:sldMkLst>
        <pc:spChg chg="mod">
          <ac:chgData name="White (she/her), Whitney" userId="65f39021-2f1d-4d8b-87dc-b123826f65bf" providerId="ADAL" clId="{7DC62D2F-EE24-4487-9929-02D1D00D3CE9}" dt="2023-01-17T18:29:51.513" v="125" actId="403"/>
          <ac:spMkLst>
            <pc:docMk/>
            <pc:sldMk cId="3054216349" sldId="261"/>
            <ac:spMk id="3" creationId="{AE13FDB6-F093-4D9E-B14E-3D7DB894C34C}"/>
          </ac:spMkLst>
        </pc:spChg>
      </pc:sldChg>
      <pc:sldChg chg="modSp new mod">
        <pc:chgData name="White (she/her), Whitney" userId="65f39021-2f1d-4d8b-87dc-b123826f65bf" providerId="ADAL" clId="{7DC62D2F-EE24-4487-9929-02D1D00D3CE9}" dt="2023-01-17T18:30:49.902" v="142" actId="403"/>
        <pc:sldMkLst>
          <pc:docMk/>
          <pc:sldMk cId="258332572" sldId="262"/>
        </pc:sldMkLst>
        <pc:spChg chg="mod">
          <ac:chgData name="White (she/her), Whitney" userId="65f39021-2f1d-4d8b-87dc-b123826f65bf" providerId="ADAL" clId="{7DC62D2F-EE24-4487-9929-02D1D00D3CE9}" dt="2023-01-17T18:30:39.016" v="136" actId="20577"/>
          <ac:spMkLst>
            <pc:docMk/>
            <pc:sldMk cId="258332572" sldId="262"/>
            <ac:spMk id="2" creationId="{570D72F3-79E4-4001-9748-B7FC67079A57}"/>
          </ac:spMkLst>
        </pc:spChg>
        <pc:spChg chg="mod">
          <ac:chgData name="White (she/her), Whitney" userId="65f39021-2f1d-4d8b-87dc-b123826f65bf" providerId="ADAL" clId="{7DC62D2F-EE24-4487-9929-02D1D00D3CE9}" dt="2023-01-17T18:30:49.902" v="142" actId="403"/>
          <ac:spMkLst>
            <pc:docMk/>
            <pc:sldMk cId="258332572" sldId="262"/>
            <ac:spMk id="3" creationId="{0E82C669-9955-4209-B20C-3F3A754CDA3C}"/>
          </ac:spMkLst>
        </pc:spChg>
      </pc:sldChg>
      <pc:sldChg chg="addSp delSp modSp new mod">
        <pc:chgData name="White (she/her), Whitney" userId="65f39021-2f1d-4d8b-87dc-b123826f65bf" providerId="ADAL" clId="{7DC62D2F-EE24-4487-9929-02D1D00D3CE9}" dt="2023-01-17T18:31:53.332" v="185" actId="1076"/>
        <pc:sldMkLst>
          <pc:docMk/>
          <pc:sldMk cId="498985592" sldId="263"/>
        </pc:sldMkLst>
        <pc:spChg chg="mod">
          <ac:chgData name="White (she/her), Whitney" userId="65f39021-2f1d-4d8b-87dc-b123826f65bf" providerId="ADAL" clId="{7DC62D2F-EE24-4487-9929-02D1D00D3CE9}" dt="2023-01-17T18:31:53.332" v="185" actId="1076"/>
          <ac:spMkLst>
            <pc:docMk/>
            <pc:sldMk cId="498985592" sldId="263"/>
            <ac:spMk id="2" creationId="{67E8180B-6498-44E5-AD81-0674C51652BA}"/>
          </ac:spMkLst>
        </pc:spChg>
        <pc:spChg chg="del mod">
          <ac:chgData name="White (she/her), Whitney" userId="65f39021-2f1d-4d8b-87dc-b123826f65bf" providerId="ADAL" clId="{7DC62D2F-EE24-4487-9929-02D1D00D3CE9}" dt="2023-01-17T18:31:12.625" v="145"/>
          <ac:spMkLst>
            <pc:docMk/>
            <pc:sldMk cId="498985592" sldId="263"/>
            <ac:spMk id="3" creationId="{B5D47964-DA24-4793-B602-9850F1CB377F}"/>
          </ac:spMkLst>
        </pc:spChg>
        <pc:spChg chg="mod ord">
          <ac:chgData name="White (she/her), Whitney" userId="65f39021-2f1d-4d8b-87dc-b123826f65bf" providerId="ADAL" clId="{7DC62D2F-EE24-4487-9929-02D1D00D3CE9}" dt="2023-01-17T18:31:29.183" v="177" actId="26606"/>
          <ac:spMkLst>
            <pc:docMk/>
            <pc:sldMk cId="498985592" sldId="263"/>
            <ac:spMk id="4" creationId="{AE9B95AA-02D0-4645-A751-287261502606}"/>
          </ac:spMkLst>
        </pc:spChg>
        <pc:picChg chg="add mod">
          <ac:chgData name="White (she/her), Whitney" userId="65f39021-2f1d-4d8b-87dc-b123826f65bf" providerId="ADAL" clId="{7DC62D2F-EE24-4487-9929-02D1D00D3CE9}" dt="2023-01-17T18:31:47.521" v="184" actId="1076"/>
          <ac:picMkLst>
            <pc:docMk/>
            <pc:sldMk cId="498985592" sldId="263"/>
            <ac:picMk id="5" creationId="{63239C00-4576-4356-885C-80F8C6E20940}"/>
          </ac:picMkLst>
        </pc:picChg>
      </pc:sldChg>
    </pc:docChg>
  </pc:docChgLst>
  <pc:docChgLst>
    <pc:chgData name="White (she/her), Whitney" userId="65f39021-2f1d-4d8b-87dc-b123826f65bf" providerId="ADAL" clId="{2C5490C0-EC31-4D5A-857D-B30248D704AD}"/>
    <pc:docChg chg="undo custSel addSld delSld modSld modSection">
      <pc:chgData name="White (she/her), Whitney" userId="65f39021-2f1d-4d8b-87dc-b123826f65bf" providerId="ADAL" clId="{2C5490C0-EC31-4D5A-857D-B30248D704AD}" dt="2023-01-25T15:41:36.742" v="244" actId="20577"/>
      <pc:docMkLst>
        <pc:docMk/>
      </pc:docMkLst>
      <pc:sldChg chg="modSp mod">
        <pc:chgData name="White (she/her), Whitney" userId="65f39021-2f1d-4d8b-87dc-b123826f65bf" providerId="ADAL" clId="{2C5490C0-EC31-4D5A-857D-B30248D704AD}" dt="2023-01-25T15:18:55.560" v="33" actId="20577"/>
        <pc:sldMkLst>
          <pc:docMk/>
          <pc:sldMk cId="1482277026" sldId="256"/>
        </pc:sldMkLst>
        <pc:spChg chg="mod">
          <ac:chgData name="White (she/her), Whitney" userId="65f39021-2f1d-4d8b-87dc-b123826f65bf" providerId="ADAL" clId="{2C5490C0-EC31-4D5A-857D-B30248D704AD}" dt="2023-01-25T15:18:37.032" v="5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2C5490C0-EC31-4D5A-857D-B30248D704AD}" dt="2023-01-25T15:18:55.560" v="33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 (she/her), Whitney" userId="65f39021-2f1d-4d8b-87dc-b123826f65bf" providerId="ADAL" clId="{2C5490C0-EC31-4D5A-857D-B30248D704AD}" dt="2023-01-25T15:21:20.149" v="59" actId="20577"/>
        <pc:sldMkLst>
          <pc:docMk/>
          <pc:sldMk cId="4071305681" sldId="258"/>
        </pc:sldMkLst>
        <pc:spChg chg="mod">
          <ac:chgData name="White (she/her), Whitney" userId="65f39021-2f1d-4d8b-87dc-b123826f65bf" providerId="ADAL" clId="{2C5490C0-EC31-4D5A-857D-B30248D704AD}" dt="2023-01-25T15:21:20.149" v="59" actId="20577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 (she/her), Whitney" userId="65f39021-2f1d-4d8b-87dc-b123826f65bf" providerId="ADAL" clId="{2C5490C0-EC31-4D5A-857D-B30248D704AD}" dt="2023-01-25T15:19:21.934" v="42" actId="255"/>
        <pc:sldMkLst>
          <pc:docMk/>
          <pc:sldMk cId="2772527113" sldId="259"/>
        </pc:sldMkLst>
        <pc:spChg chg="mod">
          <ac:chgData name="White (she/her), Whitney" userId="65f39021-2f1d-4d8b-87dc-b123826f65bf" providerId="ADAL" clId="{2C5490C0-EC31-4D5A-857D-B30248D704AD}" dt="2023-01-25T15:19:21.934" v="42" actId="255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 (she/her), Whitney" userId="65f39021-2f1d-4d8b-87dc-b123826f65bf" providerId="ADAL" clId="{2C5490C0-EC31-4D5A-857D-B30248D704AD}" dt="2023-01-25T15:41:36.742" v="244" actId="20577"/>
        <pc:sldMkLst>
          <pc:docMk/>
          <pc:sldMk cId="2147408764" sldId="260"/>
        </pc:sldMkLst>
        <pc:spChg chg="mod">
          <ac:chgData name="White (she/her), Whitney" userId="65f39021-2f1d-4d8b-87dc-b123826f65bf" providerId="ADAL" clId="{2C5490C0-EC31-4D5A-857D-B30248D704AD}" dt="2023-01-25T15:41:36.742" v="244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addSp delSp modSp mod">
        <pc:chgData name="White (she/her), Whitney" userId="65f39021-2f1d-4d8b-87dc-b123826f65bf" providerId="ADAL" clId="{2C5490C0-EC31-4D5A-857D-B30248D704AD}" dt="2023-01-25T15:25:43.300" v="71" actId="14100"/>
        <pc:sldMkLst>
          <pc:docMk/>
          <pc:sldMk cId="3054216349" sldId="261"/>
        </pc:sldMkLst>
        <pc:spChg chg="del mod">
          <ac:chgData name="White (she/her), Whitney" userId="65f39021-2f1d-4d8b-87dc-b123826f65bf" providerId="ADAL" clId="{2C5490C0-EC31-4D5A-857D-B30248D704AD}" dt="2023-01-25T15:25:15.998" v="61"/>
          <ac:spMkLst>
            <pc:docMk/>
            <pc:sldMk cId="3054216349" sldId="261"/>
            <ac:spMk id="3" creationId="{AE13FDB6-F093-4D9E-B14E-3D7DB894C34C}"/>
          </ac:spMkLst>
        </pc:spChg>
        <pc:graphicFrameChg chg="add mod modGraphic">
          <ac:chgData name="White (she/her), Whitney" userId="65f39021-2f1d-4d8b-87dc-b123826f65bf" providerId="ADAL" clId="{2C5490C0-EC31-4D5A-857D-B30248D704AD}" dt="2023-01-25T15:25:43.300" v="71" actId="14100"/>
          <ac:graphicFrameMkLst>
            <pc:docMk/>
            <pc:sldMk cId="3054216349" sldId="261"/>
            <ac:graphicFrameMk id="5" creationId="{A4957574-645A-47DA-BD7C-77BE31A01943}"/>
          </ac:graphicFrameMkLst>
        </pc:graphicFrameChg>
      </pc:sldChg>
      <pc:sldChg chg="addSp delSp modSp mod">
        <pc:chgData name="White (she/her), Whitney" userId="65f39021-2f1d-4d8b-87dc-b123826f65bf" providerId="ADAL" clId="{2C5490C0-EC31-4D5A-857D-B30248D704AD}" dt="2023-01-25T15:26:48.440" v="81" actId="1076"/>
        <pc:sldMkLst>
          <pc:docMk/>
          <pc:sldMk cId="258332572" sldId="262"/>
        </pc:sldMkLst>
        <pc:spChg chg="del mod">
          <ac:chgData name="White (she/her), Whitney" userId="65f39021-2f1d-4d8b-87dc-b123826f65bf" providerId="ADAL" clId="{2C5490C0-EC31-4D5A-857D-B30248D704AD}" dt="2023-01-25T15:26:46.398" v="80" actId="21"/>
          <ac:spMkLst>
            <pc:docMk/>
            <pc:sldMk cId="258332572" sldId="262"/>
            <ac:spMk id="2" creationId="{570D72F3-79E4-4001-9748-B7FC67079A57}"/>
          </ac:spMkLst>
        </pc:spChg>
        <pc:spChg chg="del mod">
          <ac:chgData name="White (she/her), Whitney" userId="65f39021-2f1d-4d8b-87dc-b123826f65bf" providerId="ADAL" clId="{2C5490C0-EC31-4D5A-857D-B30248D704AD}" dt="2023-01-25T15:26:14.533" v="73"/>
          <ac:spMkLst>
            <pc:docMk/>
            <pc:sldMk cId="258332572" sldId="262"/>
            <ac:spMk id="3" creationId="{0E82C669-9955-4209-B20C-3F3A754CDA3C}"/>
          </ac:spMkLst>
        </pc:spChg>
        <pc:picChg chg="add mod">
          <ac:chgData name="White (she/her), Whitney" userId="65f39021-2f1d-4d8b-87dc-b123826f65bf" providerId="ADAL" clId="{2C5490C0-EC31-4D5A-857D-B30248D704AD}" dt="2023-01-25T15:26:48.440" v="81" actId="1076"/>
          <ac:picMkLst>
            <pc:docMk/>
            <pc:sldMk cId="258332572" sldId="262"/>
            <ac:picMk id="5" creationId="{DC7D3B62-46B2-43FE-B87C-3AED60C836B8}"/>
          </ac:picMkLst>
        </pc:picChg>
      </pc:sldChg>
      <pc:sldChg chg="addSp delSp modSp mod">
        <pc:chgData name="White (she/her), Whitney" userId="65f39021-2f1d-4d8b-87dc-b123826f65bf" providerId="ADAL" clId="{2C5490C0-EC31-4D5A-857D-B30248D704AD}" dt="2023-01-25T15:28:56.060" v="133" actId="403"/>
        <pc:sldMkLst>
          <pc:docMk/>
          <pc:sldMk cId="498985592" sldId="263"/>
        </pc:sldMkLst>
        <pc:spChg chg="mod">
          <ac:chgData name="White (she/her), Whitney" userId="65f39021-2f1d-4d8b-87dc-b123826f65bf" providerId="ADAL" clId="{2C5490C0-EC31-4D5A-857D-B30248D704AD}" dt="2023-01-25T15:28:00.254" v="118" actId="1076"/>
          <ac:spMkLst>
            <pc:docMk/>
            <pc:sldMk cId="498985592" sldId="263"/>
            <ac:spMk id="2" creationId="{67E8180B-6498-44E5-AD81-0674C51652BA}"/>
          </ac:spMkLst>
        </pc:spChg>
        <pc:spChg chg="add del mod">
          <ac:chgData name="White (she/her), Whitney" userId="65f39021-2f1d-4d8b-87dc-b123826f65bf" providerId="ADAL" clId="{2C5490C0-EC31-4D5A-857D-B30248D704AD}" dt="2023-01-25T15:28:07.039" v="120"/>
          <ac:spMkLst>
            <pc:docMk/>
            <pc:sldMk cId="498985592" sldId="263"/>
            <ac:spMk id="6" creationId="{60CC13CC-9F80-4130-81D3-549F69C61675}"/>
          </ac:spMkLst>
        </pc:spChg>
        <pc:graphicFrameChg chg="add mod modGraphic">
          <ac:chgData name="White (she/her), Whitney" userId="65f39021-2f1d-4d8b-87dc-b123826f65bf" providerId="ADAL" clId="{2C5490C0-EC31-4D5A-857D-B30248D704AD}" dt="2023-01-25T15:28:56.060" v="133" actId="403"/>
          <ac:graphicFrameMkLst>
            <pc:docMk/>
            <pc:sldMk cId="498985592" sldId="263"/>
            <ac:graphicFrameMk id="7" creationId="{5FDD475B-C6CC-4B8A-BF1E-CC6CB3E6FF61}"/>
          </ac:graphicFrameMkLst>
        </pc:graphicFrameChg>
        <pc:picChg chg="del">
          <ac:chgData name="White (she/her), Whitney" userId="65f39021-2f1d-4d8b-87dc-b123826f65bf" providerId="ADAL" clId="{2C5490C0-EC31-4D5A-857D-B30248D704AD}" dt="2023-01-25T15:27:27.959" v="83" actId="21"/>
          <ac:picMkLst>
            <pc:docMk/>
            <pc:sldMk cId="498985592" sldId="263"/>
            <ac:picMk id="5" creationId="{63239C00-4576-4356-885C-80F8C6E20940}"/>
          </ac:picMkLst>
        </pc:picChg>
      </pc:sldChg>
      <pc:sldChg chg="modSp add mod">
        <pc:chgData name="White (she/her), Whitney" userId="65f39021-2f1d-4d8b-87dc-b123826f65bf" providerId="ADAL" clId="{2C5490C0-EC31-4D5A-857D-B30248D704AD}" dt="2023-01-25T15:29:21.296" v="136" actId="255"/>
        <pc:sldMkLst>
          <pc:docMk/>
          <pc:sldMk cId="2234076779" sldId="264"/>
        </pc:sldMkLst>
        <pc:graphicFrameChg chg="mod modGraphic">
          <ac:chgData name="White (she/her), Whitney" userId="65f39021-2f1d-4d8b-87dc-b123826f65bf" providerId="ADAL" clId="{2C5490C0-EC31-4D5A-857D-B30248D704AD}" dt="2023-01-25T15:29:21.296" v="136" actId="255"/>
          <ac:graphicFrameMkLst>
            <pc:docMk/>
            <pc:sldMk cId="2234076779" sldId="264"/>
            <ac:graphicFrameMk id="7" creationId="{5FDD475B-C6CC-4B8A-BF1E-CC6CB3E6FF61}"/>
          </ac:graphicFrameMkLst>
        </pc:graphicFrameChg>
      </pc:sldChg>
      <pc:sldChg chg="modSp add mod">
        <pc:chgData name="White (she/her), Whitney" userId="65f39021-2f1d-4d8b-87dc-b123826f65bf" providerId="ADAL" clId="{2C5490C0-EC31-4D5A-857D-B30248D704AD}" dt="2023-01-25T15:29:44.019" v="139" actId="255"/>
        <pc:sldMkLst>
          <pc:docMk/>
          <pc:sldMk cId="3746039917" sldId="265"/>
        </pc:sldMkLst>
        <pc:graphicFrameChg chg="mod modGraphic">
          <ac:chgData name="White (she/her), Whitney" userId="65f39021-2f1d-4d8b-87dc-b123826f65bf" providerId="ADAL" clId="{2C5490C0-EC31-4D5A-857D-B30248D704AD}" dt="2023-01-25T15:29:44.019" v="139" actId="255"/>
          <ac:graphicFrameMkLst>
            <pc:docMk/>
            <pc:sldMk cId="3746039917" sldId="265"/>
            <ac:graphicFrameMk id="7" creationId="{5FDD475B-C6CC-4B8A-BF1E-CC6CB3E6FF61}"/>
          </ac:graphicFrameMkLst>
        </pc:graphicFrameChg>
      </pc:sldChg>
      <pc:sldChg chg="modSp new mod">
        <pc:chgData name="White (she/her), Whitney" userId="65f39021-2f1d-4d8b-87dc-b123826f65bf" providerId="ADAL" clId="{2C5490C0-EC31-4D5A-857D-B30248D704AD}" dt="2023-01-25T15:33:05.023" v="200" actId="20577"/>
        <pc:sldMkLst>
          <pc:docMk/>
          <pc:sldMk cId="2877505278" sldId="266"/>
        </pc:sldMkLst>
        <pc:spChg chg="mod">
          <ac:chgData name="White (she/her), Whitney" userId="65f39021-2f1d-4d8b-87dc-b123826f65bf" providerId="ADAL" clId="{2C5490C0-EC31-4D5A-857D-B30248D704AD}" dt="2023-01-25T15:33:05.023" v="200" actId="20577"/>
          <ac:spMkLst>
            <pc:docMk/>
            <pc:sldMk cId="2877505278" sldId="266"/>
            <ac:spMk id="2" creationId="{CECF6631-6CAC-42C0-B2F9-C75B06FDDEA7}"/>
          </ac:spMkLst>
        </pc:spChg>
        <pc:spChg chg="mod">
          <ac:chgData name="White (she/her), Whitney" userId="65f39021-2f1d-4d8b-87dc-b123826f65bf" providerId="ADAL" clId="{2C5490C0-EC31-4D5A-857D-B30248D704AD}" dt="2023-01-25T15:30:19.617" v="167" actId="403"/>
          <ac:spMkLst>
            <pc:docMk/>
            <pc:sldMk cId="2877505278" sldId="266"/>
            <ac:spMk id="3" creationId="{A7B3D956-96C0-497F-85BA-4332DFF84C2F}"/>
          </ac:spMkLst>
        </pc:spChg>
      </pc:sldChg>
      <pc:sldChg chg="addSp delSp modSp new mod">
        <pc:chgData name="White (she/her), Whitney" userId="65f39021-2f1d-4d8b-87dc-b123826f65bf" providerId="ADAL" clId="{2C5490C0-EC31-4D5A-857D-B30248D704AD}" dt="2023-01-25T15:32:00.991" v="186" actId="1076"/>
        <pc:sldMkLst>
          <pc:docMk/>
          <pc:sldMk cId="3055683484" sldId="267"/>
        </pc:sldMkLst>
        <pc:spChg chg="mod">
          <ac:chgData name="White (she/her), Whitney" userId="65f39021-2f1d-4d8b-87dc-b123826f65bf" providerId="ADAL" clId="{2C5490C0-EC31-4D5A-857D-B30248D704AD}" dt="2023-01-25T15:31:42.562" v="181" actId="20577"/>
          <ac:spMkLst>
            <pc:docMk/>
            <pc:sldMk cId="3055683484" sldId="267"/>
            <ac:spMk id="2" creationId="{8B2EB68F-78A0-49ED-8653-187AD2088682}"/>
          </ac:spMkLst>
        </pc:spChg>
        <pc:spChg chg="del mod">
          <ac:chgData name="White (she/her), Whitney" userId="65f39021-2f1d-4d8b-87dc-b123826f65bf" providerId="ADAL" clId="{2C5490C0-EC31-4D5A-857D-B30248D704AD}" dt="2023-01-25T15:31:45.440" v="183"/>
          <ac:spMkLst>
            <pc:docMk/>
            <pc:sldMk cId="3055683484" sldId="267"/>
            <ac:spMk id="3" creationId="{E508AEE9-105F-4DAD-BFBB-1188A026AC9A}"/>
          </ac:spMkLst>
        </pc:spChg>
        <pc:picChg chg="add mod">
          <ac:chgData name="White (she/her), Whitney" userId="65f39021-2f1d-4d8b-87dc-b123826f65bf" providerId="ADAL" clId="{2C5490C0-EC31-4D5A-857D-B30248D704AD}" dt="2023-01-25T15:32:00.991" v="186" actId="1076"/>
          <ac:picMkLst>
            <pc:docMk/>
            <pc:sldMk cId="3055683484" sldId="267"/>
            <ac:picMk id="5" creationId="{A1B7D056-B3B7-4442-9111-1D7A6BD01157}"/>
          </ac:picMkLst>
        </pc:picChg>
      </pc:sldChg>
      <pc:sldChg chg="new del">
        <pc:chgData name="White (she/her), Whitney" userId="65f39021-2f1d-4d8b-87dc-b123826f65bf" providerId="ADAL" clId="{2C5490C0-EC31-4D5A-857D-B30248D704AD}" dt="2023-01-25T15:37:13.929" v="202" actId="2696"/>
        <pc:sldMkLst>
          <pc:docMk/>
          <pc:sldMk cId="3765266163" sldId="268"/>
        </pc:sldMkLst>
      </pc:sldChg>
    </pc:docChg>
  </pc:docChgLst>
  <pc:docChgLst>
    <pc:chgData name="White (she/her), Whitney" userId="65f39021-2f1d-4d8b-87dc-b123826f65bf" providerId="ADAL" clId="{B4E29795-8099-4359-B56B-78750965C2CE}"/>
    <pc:docChg chg="undo custSel addSld delSld modSld sldOrd modSection">
      <pc:chgData name="White (she/her), Whitney" userId="65f39021-2f1d-4d8b-87dc-b123826f65bf" providerId="ADAL" clId="{B4E29795-8099-4359-B56B-78750965C2CE}" dt="2023-01-25T19:34:00.947" v="540" actId="20577"/>
      <pc:docMkLst>
        <pc:docMk/>
      </pc:docMkLst>
      <pc:sldChg chg="modSp mod">
        <pc:chgData name="White (she/her), Whitney" userId="65f39021-2f1d-4d8b-87dc-b123826f65bf" providerId="ADAL" clId="{B4E29795-8099-4359-B56B-78750965C2CE}" dt="2023-01-25T19:16:46.154" v="27" actId="20577"/>
        <pc:sldMkLst>
          <pc:docMk/>
          <pc:sldMk cId="1482277026" sldId="256"/>
        </pc:sldMkLst>
        <pc:spChg chg="mod">
          <ac:chgData name="White (she/her), Whitney" userId="65f39021-2f1d-4d8b-87dc-b123826f65bf" providerId="ADAL" clId="{B4E29795-8099-4359-B56B-78750965C2CE}" dt="2023-01-25T19:16:46.154" v="27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B4E29795-8099-4359-B56B-78750965C2CE}" dt="2023-01-25T19:16:44.290" v="26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 (she/her), Whitney" userId="65f39021-2f1d-4d8b-87dc-b123826f65bf" providerId="ADAL" clId="{B4E29795-8099-4359-B56B-78750965C2CE}" dt="2023-01-25T19:16:03.660" v="12" actId="255"/>
        <pc:sldMkLst>
          <pc:docMk/>
          <pc:sldMk cId="2772527113" sldId="259"/>
        </pc:sldMkLst>
        <pc:spChg chg="mod">
          <ac:chgData name="White (she/her), Whitney" userId="65f39021-2f1d-4d8b-87dc-b123826f65bf" providerId="ADAL" clId="{B4E29795-8099-4359-B56B-78750965C2CE}" dt="2023-01-25T19:16:03.660" v="12" actId="255"/>
          <ac:spMkLst>
            <pc:docMk/>
            <pc:sldMk cId="2772527113" sldId="259"/>
            <ac:spMk id="3" creationId="{8CE08C7F-0286-423B-92F7-DEB89F31111A}"/>
          </ac:spMkLst>
        </pc:spChg>
      </pc:sldChg>
      <pc:sldChg chg="addSp delSp modSp mod">
        <pc:chgData name="White (she/her), Whitney" userId="65f39021-2f1d-4d8b-87dc-b123826f65bf" providerId="ADAL" clId="{B4E29795-8099-4359-B56B-78750965C2CE}" dt="2023-01-25T19:34:00.947" v="540" actId="20577"/>
        <pc:sldMkLst>
          <pc:docMk/>
          <pc:sldMk cId="2147408764" sldId="260"/>
        </pc:sldMkLst>
        <pc:spChg chg="mod">
          <ac:chgData name="White (she/her), Whitney" userId="65f39021-2f1d-4d8b-87dc-b123826f65bf" providerId="ADAL" clId="{B4E29795-8099-4359-B56B-78750965C2CE}" dt="2023-01-25T19:34:00.947" v="540" actId="20577"/>
          <ac:spMkLst>
            <pc:docMk/>
            <pc:sldMk cId="2147408764" sldId="260"/>
            <ac:spMk id="3" creationId="{49F2A5AF-3C0B-4968-A438-E435325199EA}"/>
          </ac:spMkLst>
        </pc:spChg>
        <pc:spChg chg="add del mod">
          <ac:chgData name="White (she/her), Whitney" userId="65f39021-2f1d-4d8b-87dc-b123826f65bf" providerId="ADAL" clId="{B4E29795-8099-4359-B56B-78750965C2CE}" dt="2023-01-25T19:33:19.360" v="520"/>
          <ac:spMkLst>
            <pc:docMk/>
            <pc:sldMk cId="2147408764" sldId="260"/>
            <ac:spMk id="6" creationId="{8555277D-87DF-4939-ACCE-56B46EFD9D1B}"/>
          </ac:spMkLst>
        </pc:spChg>
        <pc:graphicFrameChg chg="add del mod">
          <ac:chgData name="White (she/her), Whitney" userId="65f39021-2f1d-4d8b-87dc-b123826f65bf" providerId="ADAL" clId="{B4E29795-8099-4359-B56B-78750965C2CE}" dt="2023-01-25T19:33:19.360" v="520"/>
          <ac:graphicFrameMkLst>
            <pc:docMk/>
            <pc:sldMk cId="2147408764" sldId="260"/>
            <ac:graphicFrameMk id="5" creationId="{442094C1-B0A2-462A-94A6-71F8356B89B2}"/>
          </ac:graphicFrameMkLst>
        </pc:graphicFrameChg>
      </pc:sldChg>
      <pc:sldChg chg="addSp delSp modSp mod">
        <pc:chgData name="White (she/her), Whitney" userId="65f39021-2f1d-4d8b-87dc-b123826f65bf" providerId="ADAL" clId="{B4E29795-8099-4359-B56B-78750965C2CE}" dt="2023-01-25T19:18:34.081" v="78" actId="1076"/>
        <pc:sldMkLst>
          <pc:docMk/>
          <pc:sldMk cId="258332572" sldId="262"/>
        </pc:sldMkLst>
        <pc:spChg chg="add del mod">
          <ac:chgData name="White (she/her), Whitney" userId="65f39021-2f1d-4d8b-87dc-b123826f65bf" providerId="ADAL" clId="{B4E29795-8099-4359-B56B-78750965C2CE}" dt="2023-01-25T19:18:27.040" v="76" actId="21"/>
          <ac:spMkLst>
            <pc:docMk/>
            <pc:sldMk cId="258332572" sldId="262"/>
            <ac:spMk id="3" creationId="{4BB70AFC-8EF5-40B2-B25E-9B8AAC5C5B40}"/>
          </ac:spMkLst>
        </pc:spChg>
        <pc:picChg chg="del">
          <ac:chgData name="White (she/her), Whitney" userId="65f39021-2f1d-4d8b-87dc-b123826f65bf" providerId="ADAL" clId="{B4E29795-8099-4359-B56B-78750965C2CE}" dt="2023-01-25T19:18:16.204" v="71" actId="478"/>
          <ac:picMkLst>
            <pc:docMk/>
            <pc:sldMk cId="258332572" sldId="262"/>
            <ac:picMk id="5" creationId="{DC7D3B62-46B2-43FE-B87C-3AED60C836B8}"/>
          </ac:picMkLst>
        </pc:picChg>
        <pc:picChg chg="add mod">
          <ac:chgData name="White (she/her), Whitney" userId="65f39021-2f1d-4d8b-87dc-b123826f65bf" providerId="ADAL" clId="{B4E29795-8099-4359-B56B-78750965C2CE}" dt="2023-01-25T19:18:34.081" v="78" actId="1076"/>
          <ac:picMkLst>
            <pc:docMk/>
            <pc:sldMk cId="258332572" sldId="262"/>
            <ac:picMk id="6" creationId="{81AEB6D6-C2F0-4AAB-941E-1DF6C2037BBC}"/>
          </ac:picMkLst>
        </pc:picChg>
      </pc:sldChg>
      <pc:sldChg chg="modSp mod">
        <pc:chgData name="White (she/her), Whitney" userId="65f39021-2f1d-4d8b-87dc-b123826f65bf" providerId="ADAL" clId="{B4E29795-8099-4359-B56B-78750965C2CE}" dt="2023-01-25T19:23:48.722" v="151" actId="20577"/>
        <pc:sldMkLst>
          <pc:docMk/>
          <pc:sldMk cId="498985592" sldId="263"/>
        </pc:sldMkLst>
        <pc:spChg chg="mod">
          <ac:chgData name="White (she/her), Whitney" userId="65f39021-2f1d-4d8b-87dc-b123826f65bf" providerId="ADAL" clId="{B4E29795-8099-4359-B56B-78750965C2CE}" dt="2023-01-25T19:23:33.363" v="136" actId="20577"/>
          <ac:spMkLst>
            <pc:docMk/>
            <pc:sldMk cId="498985592" sldId="263"/>
            <ac:spMk id="2" creationId="{67E8180B-6498-44E5-AD81-0674C51652BA}"/>
          </ac:spMkLst>
        </pc:spChg>
        <pc:graphicFrameChg chg="mod modGraphic">
          <ac:chgData name="White (she/her), Whitney" userId="65f39021-2f1d-4d8b-87dc-b123826f65bf" providerId="ADAL" clId="{B4E29795-8099-4359-B56B-78750965C2CE}" dt="2023-01-25T19:23:48.722" v="151" actId="20577"/>
          <ac:graphicFrameMkLst>
            <pc:docMk/>
            <pc:sldMk cId="498985592" sldId="263"/>
            <ac:graphicFrameMk id="7" creationId="{5FDD475B-C6CC-4B8A-BF1E-CC6CB3E6FF61}"/>
          </ac:graphicFrameMkLst>
        </pc:graphicFrameChg>
      </pc:sldChg>
      <pc:sldChg chg="del">
        <pc:chgData name="White (she/her), Whitney" userId="65f39021-2f1d-4d8b-87dc-b123826f65bf" providerId="ADAL" clId="{B4E29795-8099-4359-B56B-78750965C2CE}" dt="2023-01-25T19:24:43.633" v="162" actId="47"/>
        <pc:sldMkLst>
          <pc:docMk/>
          <pc:sldMk cId="4157156871" sldId="268"/>
        </pc:sldMkLst>
      </pc:sldChg>
      <pc:sldChg chg="del">
        <pc:chgData name="White (she/her), Whitney" userId="65f39021-2f1d-4d8b-87dc-b123826f65bf" providerId="ADAL" clId="{B4E29795-8099-4359-B56B-78750965C2CE}" dt="2023-01-25T19:24:44.891" v="163" actId="47"/>
        <pc:sldMkLst>
          <pc:docMk/>
          <pc:sldMk cId="818675080" sldId="269"/>
        </pc:sldMkLst>
      </pc:sldChg>
      <pc:sldChg chg="del">
        <pc:chgData name="White (she/her), Whitney" userId="65f39021-2f1d-4d8b-87dc-b123826f65bf" providerId="ADAL" clId="{B4E29795-8099-4359-B56B-78750965C2CE}" dt="2023-01-25T19:24:45.942" v="164" actId="47"/>
        <pc:sldMkLst>
          <pc:docMk/>
          <pc:sldMk cId="3968532148" sldId="270"/>
        </pc:sldMkLst>
      </pc:sldChg>
      <pc:sldChg chg="addSp delSp modSp new mod">
        <pc:chgData name="White (she/her), Whitney" userId="65f39021-2f1d-4d8b-87dc-b123826f65bf" providerId="ADAL" clId="{B4E29795-8099-4359-B56B-78750965C2CE}" dt="2023-01-25T19:17:38.536" v="61" actId="404"/>
        <pc:sldMkLst>
          <pc:docMk/>
          <pc:sldMk cId="516002286" sldId="271"/>
        </pc:sldMkLst>
        <pc:spChg chg="mod">
          <ac:chgData name="White (she/her), Whitney" userId="65f39021-2f1d-4d8b-87dc-b123826f65bf" providerId="ADAL" clId="{B4E29795-8099-4359-B56B-78750965C2CE}" dt="2023-01-25T19:17:09.433" v="47" actId="20577"/>
          <ac:spMkLst>
            <pc:docMk/>
            <pc:sldMk cId="516002286" sldId="271"/>
            <ac:spMk id="2" creationId="{3D02DFC1-BC90-469B-B095-8A0457631D1D}"/>
          </ac:spMkLst>
        </pc:spChg>
        <pc:spChg chg="del mod">
          <ac:chgData name="White (she/her), Whitney" userId="65f39021-2f1d-4d8b-87dc-b123826f65bf" providerId="ADAL" clId="{B4E29795-8099-4359-B56B-78750965C2CE}" dt="2023-01-25T19:17:28.993" v="52"/>
          <ac:spMkLst>
            <pc:docMk/>
            <pc:sldMk cId="516002286" sldId="271"/>
            <ac:spMk id="3" creationId="{51ACBCE2-4597-45B1-B39A-0E5DEA3874FF}"/>
          </ac:spMkLst>
        </pc:spChg>
        <pc:graphicFrameChg chg="add mod modGraphic">
          <ac:chgData name="White (she/her), Whitney" userId="65f39021-2f1d-4d8b-87dc-b123826f65bf" providerId="ADAL" clId="{B4E29795-8099-4359-B56B-78750965C2CE}" dt="2023-01-25T19:17:38.536" v="61" actId="404"/>
          <ac:graphicFrameMkLst>
            <pc:docMk/>
            <pc:sldMk cId="516002286" sldId="271"/>
            <ac:graphicFrameMk id="5" creationId="{7E849E23-53E4-4D69-A51A-17A4DE688D64}"/>
          </ac:graphicFrameMkLst>
        </pc:graphicFrameChg>
      </pc:sldChg>
      <pc:sldChg chg="addSp delSp modSp add mod">
        <pc:chgData name="White (she/her), Whitney" userId="65f39021-2f1d-4d8b-87dc-b123826f65bf" providerId="ADAL" clId="{B4E29795-8099-4359-B56B-78750965C2CE}" dt="2023-01-25T19:18:02.497" v="70" actId="14100"/>
        <pc:sldMkLst>
          <pc:docMk/>
          <pc:sldMk cId="2444935005" sldId="272"/>
        </pc:sldMkLst>
        <pc:spChg chg="mod">
          <ac:chgData name="White (she/her), Whitney" userId="65f39021-2f1d-4d8b-87dc-b123826f65bf" providerId="ADAL" clId="{B4E29795-8099-4359-B56B-78750965C2CE}" dt="2023-01-25T19:17:14.729" v="50" actId="20577"/>
          <ac:spMkLst>
            <pc:docMk/>
            <pc:sldMk cId="2444935005" sldId="272"/>
            <ac:spMk id="2" creationId="{3D02DFC1-BC90-469B-B095-8A0457631D1D}"/>
          </ac:spMkLst>
        </pc:spChg>
        <pc:spChg chg="add del mod">
          <ac:chgData name="White (she/her), Whitney" userId="65f39021-2f1d-4d8b-87dc-b123826f65bf" providerId="ADAL" clId="{B4E29795-8099-4359-B56B-78750965C2CE}" dt="2023-01-25T19:17:51.691" v="65"/>
          <ac:spMkLst>
            <pc:docMk/>
            <pc:sldMk cId="2444935005" sldId="272"/>
            <ac:spMk id="3" creationId="{51ACBCE2-4597-45B1-B39A-0E5DEA3874FF}"/>
          </ac:spMkLst>
        </pc:spChg>
        <pc:graphicFrameChg chg="add del mod">
          <ac:chgData name="White (she/her), Whitney" userId="65f39021-2f1d-4d8b-87dc-b123826f65bf" providerId="ADAL" clId="{B4E29795-8099-4359-B56B-78750965C2CE}" dt="2023-01-25T19:17:49.592" v="64"/>
          <ac:graphicFrameMkLst>
            <pc:docMk/>
            <pc:sldMk cId="2444935005" sldId="272"/>
            <ac:graphicFrameMk id="5" creationId="{0EE94FB2-1976-4988-9245-41BEE57EBEBE}"/>
          </ac:graphicFrameMkLst>
        </pc:graphicFrameChg>
        <pc:graphicFrameChg chg="add mod modGraphic">
          <ac:chgData name="White (she/her), Whitney" userId="65f39021-2f1d-4d8b-87dc-b123826f65bf" providerId="ADAL" clId="{B4E29795-8099-4359-B56B-78750965C2CE}" dt="2023-01-25T19:18:02.497" v="70" actId="14100"/>
          <ac:graphicFrameMkLst>
            <pc:docMk/>
            <pc:sldMk cId="2444935005" sldId="272"/>
            <ac:graphicFrameMk id="6" creationId="{6FD45FE9-87F0-471C-B951-7A6364CD0484}"/>
          </ac:graphicFrameMkLst>
        </pc:graphicFrameChg>
      </pc:sldChg>
      <pc:sldChg chg="modSp new mod">
        <pc:chgData name="White (she/her), Whitney" userId="65f39021-2f1d-4d8b-87dc-b123826f65bf" providerId="ADAL" clId="{B4E29795-8099-4359-B56B-78750965C2CE}" dt="2023-01-25T19:23:19.063" v="123"/>
        <pc:sldMkLst>
          <pc:docMk/>
          <pc:sldMk cId="3384639104" sldId="273"/>
        </pc:sldMkLst>
        <pc:spChg chg="mod">
          <ac:chgData name="White (she/her), Whitney" userId="65f39021-2f1d-4d8b-87dc-b123826f65bf" providerId="ADAL" clId="{B4E29795-8099-4359-B56B-78750965C2CE}" dt="2023-01-25T19:23:17.106" v="121" actId="20577"/>
          <ac:spMkLst>
            <pc:docMk/>
            <pc:sldMk cId="3384639104" sldId="273"/>
            <ac:spMk id="2" creationId="{C4039F6E-E3EB-405B-9D46-A812D6D218CF}"/>
          </ac:spMkLst>
        </pc:spChg>
        <pc:spChg chg="mod">
          <ac:chgData name="White (she/her), Whitney" userId="65f39021-2f1d-4d8b-87dc-b123826f65bf" providerId="ADAL" clId="{B4E29795-8099-4359-B56B-78750965C2CE}" dt="2023-01-25T19:23:19.063" v="123"/>
          <ac:spMkLst>
            <pc:docMk/>
            <pc:sldMk cId="3384639104" sldId="273"/>
            <ac:spMk id="3" creationId="{E0188201-152E-4B2E-94F4-51B253221F67}"/>
          </ac:spMkLst>
        </pc:spChg>
      </pc:sldChg>
      <pc:sldChg chg="modSp add mod">
        <pc:chgData name="White (she/her), Whitney" userId="65f39021-2f1d-4d8b-87dc-b123826f65bf" providerId="ADAL" clId="{B4E29795-8099-4359-B56B-78750965C2CE}" dt="2023-01-25T19:24:01.283" v="154" actId="255"/>
        <pc:sldMkLst>
          <pc:docMk/>
          <pc:sldMk cId="4234042557" sldId="274"/>
        </pc:sldMkLst>
        <pc:graphicFrameChg chg="mod modGraphic">
          <ac:chgData name="White (she/her), Whitney" userId="65f39021-2f1d-4d8b-87dc-b123826f65bf" providerId="ADAL" clId="{B4E29795-8099-4359-B56B-78750965C2CE}" dt="2023-01-25T19:24:01.283" v="154" actId="255"/>
          <ac:graphicFrameMkLst>
            <pc:docMk/>
            <pc:sldMk cId="4234042557" sldId="274"/>
            <ac:graphicFrameMk id="7" creationId="{5FDD475B-C6CC-4B8A-BF1E-CC6CB3E6FF61}"/>
          </ac:graphicFrameMkLst>
        </pc:graphicFrameChg>
      </pc:sldChg>
      <pc:sldChg chg="modSp add mod">
        <pc:chgData name="White (she/her), Whitney" userId="65f39021-2f1d-4d8b-87dc-b123826f65bf" providerId="ADAL" clId="{B4E29795-8099-4359-B56B-78750965C2CE}" dt="2023-01-25T19:24:18.027" v="157" actId="255"/>
        <pc:sldMkLst>
          <pc:docMk/>
          <pc:sldMk cId="2345011460" sldId="275"/>
        </pc:sldMkLst>
        <pc:graphicFrameChg chg="mod modGraphic">
          <ac:chgData name="White (she/her), Whitney" userId="65f39021-2f1d-4d8b-87dc-b123826f65bf" providerId="ADAL" clId="{B4E29795-8099-4359-B56B-78750965C2CE}" dt="2023-01-25T19:24:18.027" v="157" actId="255"/>
          <ac:graphicFrameMkLst>
            <pc:docMk/>
            <pc:sldMk cId="2345011460" sldId="275"/>
            <ac:graphicFrameMk id="7" creationId="{5FDD475B-C6CC-4B8A-BF1E-CC6CB3E6FF61}"/>
          </ac:graphicFrameMkLst>
        </pc:graphicFrameChg>
      </pc:sldChg>
      <pc:sldChg chg="modSp add mod">
        <pc:chgData name="White (she/her), Whitney" userId="65f39021-2f1d-4d8b-87dc-b123826f65bf" providerId="ADAL" clId="{B4E29795-8099-4359-B56B-78750965C2CE}" dt="2023-01-25T19:24:36.874" v="161" actId="255"/>
        <pc:sldMkLst>
          <pc:docMk/>
          <pc:sldMk cId="2981453578" sldId="276"/>
        </pc:sldMkLst>
        <pc:graphicFrameChg chg="mod modGraphic">
          <ac:chgData name="White (she/her), Whitney" userId="65f39021-2f1d-4d8b-87dc-b123826f65bf" providerId="ADAL" clId="{B4E29795-8099-4359-B56B-78750965C2CE}" dt="2023-01-25T19:24:36.874" v="161" actId="255"/>
          <ac:graphicFrameMkLst>
            <pc:docMk/>
            <pc:sldMk cId="2981453578" sldId="276"/>
            <ac:graphicFrameMk id="7" creationId="{5FDD475B-C6CC-4B8A-BF1E-CC6CB3E6FF61}"/>
          </ac:graphicFrameMkLst>
        </pc:graphicFrameChg>
      </pc:sldChg>
      <pc:sldChg chg="addSp delSp modSp new mod ord modClrScheme modAnim chgLayout">
        <pc:chgData name="White (she/her), Whitney" userId="65f39021-2f1d-4d8b-87dc-b123826f65bf" providerId="ADAL" clId="{B4E29795-8099-4359-B56B-78750965C2CE}" dt="2023-01-25T19:29:54.574" v="267"/>
        <pc:sldMkLst>
          <pc:docMk/>
          <pc:sldMk cId="1183637910" sldId="277"/>
        </pc:sldMkLst>
        <pc:spChg chg="mod">
          <ac:chgData name="White (she/her), Whitney" userId="65f39021-2f1d-4d8b-87dc-b123826f65bf" providerId="ADAL" clId="{B4E29795-8099-4359-B56B-78750965C2CE}" dt="2023-01-25T19:28:57.338" v="258" actId="20577"/>
          <ac:spMkLst>
            <pc:docMk/>
            <pc:sldMk cId="1183637910" sldId="277"/>
            <ac:spMk id="2" creationId="{6D9A4AB7-43A7-4EE6-A296-AFCDDAEF0292}"/>
          </ac:spMkLst>
        </pc:spChg>
        <pc:spChg chg="del mod">
          <ac:chgData name="White (she/her), Whitney" userId="65f39021-2f1d-4d8b-87dc-b123826f65bf" providerId="ADAL" clId="{B4E29795-8099-4359-B56B-78750965C2CE}" dt="2023-01-25T19:25:44.225" v="178"/>
          <ac:spMkLst>
            <pc:docMk/>
            <pc:sldMk cId="1183637910" sldId="277"/>
            <ac:spMk id="3" creationId="{BBA3A1C1-6DCB-48FC-B6E1-E1982B255A0B}"/>
          </ac:spMkLst>
        </pc:spChg>
        <pc:spChg chg="mod ord">
          <ac:chgData name="White (she/her), Whitney" userId="65f39021-2f1d-4d8b-87dc-b123826f65bf" providerId="ADAL" clId="{B4E29795-8099-4359-B56B-78750965C2CE}" dt="2023-01-25T19:25:51.783" v="187" actId="26606"/>
          <ac:spMkLst>
            <pc:docMk/>
            <pc:sldMk cId="1183637910" sldId="277"/>
            <ac:spMk id="4" creationId="{98AA71C6-7C89-4848-819D-58F71F9282D5}"/>
          </ac:spMkLst>
        </pc:spChg>
        <pc:spChg chg="add del mod">
          <ac:chgData name="White (she/her), Whitney" userId="65f39021-2f1d-4d8b-87dc-b123826f65bf" providerId="ADAL" clId="{B4E29795-8099-4359-B56B-78750965C2CE}" dt="2023-01-25T19:28:45.027" v="240" actId="26606"/>
          <ac:spMkLst>
            <pc:docMk/>
            <pc:sldMk cId="1183637910" sldId="277"/>
            <ac:spMk id="8" creationId="{7CE65346-5C52-40EC-8DBD-45580C43D3CF}"/>
          </ac:spMkLst>
        </pc:spChg>
        <pc:spChg chg="add del mod">
          <ac:chgData name="White (she/her), Whitney" userId="65f39021-2f1d-4d8b-87dc-b123826f65bf" providerId="ADAL" clId="{B4E29795-8099-4359-B56B-78750965C2CE}" dt="2023-01-25T19:25:48.581" v="180" actId="26606"/>
          <ac:spMkLst>
            <pc:docMk/>
            <pc:sldMk cId="1183637910" sldId="277"/>
            <ac:spMk id="10" creationId="{2D004E26-863F-4A40-2CF8-4806956D8CDB}"/>
          </ac:spMkLst>
        </pc:spChg>
        <pc:spChg chg="add del mod">
          <ac:chgData name="White (she/her), Whitney" userId="65f39021-2f1d-4d8b-87dc-b123826f65bf" providerId="ADAL" clId="{B4E29795-8099-4359-B56B-78750965C2CE}" dt="2023-01-25T19:25:49.692" v="182" actId="26606"/>
          <ac:spMkLst>
            <pc:docMk/>
            <pc:sldMk cId="1183637910" sldId="277"/>
            <ac:spMk id="12" creationId="{6B14B448-2C92-DF86-C326-5703B15B29A5}"/>
          </ac:spMkLst>
        </pc:spChg>
        <pc:spChg chg="add del mod">
          <ac:chgData name="White (she/her), Whitney" userId="65f39021-2f1d-4d8b-87dc-b123826f65bf" providerId="ADAL" clId="{B4E29795-8099-4359-B56B-78750965C2CE}" dt="2023-01-25T19:25:50.531" v="184" actId="26606"/>
          <ac:spMkLst>
            <pc:docMk/>
            <pc:sldMk cId="1183637910" sldId="277"/>
            <ac:spMk id="14" creationId="{8A7E9B2B-AEBD-BA10-8AF3-612EEA635BB2}"/>
          </ac:spMkLst>
        </pc:spChg>
        <pc:spChg chg="add del mod">
          <ac:chgData name="White (she/her), Whitney" userId="65f39021-2f1d-4d8b-87dc-b123826f65bf" providerId="ADAL" clId="{B4E29795-8099-4359-B56B-78750965C2CE}" dt="2023-01-25T19:25:51.780" v="186" actId="26606"/>
          <ac:spMkLst>
            <pc:docMk/>
            <pc:sldMk cId="1183637910" sldId="277"/>
            <ac:spMk id="16" creationId="{2D004E26-863F-4A40-2CF8-4806956D8CDB}"/>
          </ac:spMkLst>
        </pc:spChg>
        <pc:spChg chg="add del mod">
          <ac:chgData name="White (she/her), Whitney" userId="65f39021-2f1d-4d8b-87dc-b123826f65bf" providerId="ADAL" clId="{B4E29795-8099-4359-B56B-78750965C2CE}" dt="2023-01-25T19:29:33.358" v="264" actId="114"/>
          <ac:spMkLst>
            <pc:docMk/>
            <pc:sldMk cId="1183637910" sldId="277"/>
            <ac:spMk id="18" creationId="{5B0DF6A5-8831-BE27-81B8-D2C56DD3C3AA}"/>
          </ac:spMkLst>
        </pc:spChg>
        <pc:graphicFrameChg chg="add del mod">
          <ac:chgData name="White (she/her), Whitney" userId="65f39021-2f1d-4d8b-87dc-b123826f65bf" providerId="ADAL" clId="{B4E29795-8099-4359-B56B-78750965C2CE}" dt="2023-01-25T19:25:59.494" v="189"/>
          <ac:graphicFrameMkLst>
            <pc:docMk/>
            <pc:sldMk cId="1183637910" sldId="277"/>
            <ac:graphicFrameMk id="6" creationId="{D17BB935-37E4-4BD3-9777-3A0192A34B33}"/>
          </ac:graphicFrameMkLst>
        </pc:graphicFrameChg>
        <pc:picChg chg="add del mod">
          <ac:chgData name="White (she/her), Whitney" userId="65f39021-2f1d-4d8b-87dc-b123826f65bf" providerId="ADAL" clId="{B4E29795-8099-4359-B56B-78750965C2CE}" dt="2023-01-25T19:28:39.706" v="238" actId="478"/>
          <ac:picMkLst>
            <pc:docMk/>
            <pc:sldMk cId="1183637910" sldId="277"/>
            <ac:picMk id="5" creationId="{16102801-793F-4F48-A183-0C969AD10F5F}"/>
          </ac:picMkLst>
        </pc:picChg>
        <pc:picChg chg="add mod ord">
          <ac:chgData name="White (she/her), Whitney" userId="65f39021-2f1d-4d8b-87dc-b123826f65bf" providerId="ADAL" clId="{B4E29795-8099-4359-B56B-78750965C2CE}" dt="2023-01-25T19:29:02.092" v="259" actId="1076"/>
          <ac:picMkLst>
            <pc:docMk/>
            <pc:sldMk cId="1183637910" sldId="277"/>
            <ac:picMk id="15" creationId="{0BC0365A-0FCE-4531-A87D-17728A832516}"/>
          </ac:picMkLst>
        </pc:picChg>
      </pc:sldChg>
      <pc:sldChg chg="new del">
        <pc:chgData name="White (she/her), Whitney" userId="65f39021-2f1d-4d8b-87dc-b123826f65bf" providerId="ADAL" clId="{B4E29795-8099-4359-B56B-78750965C2CE}" dt="2023-01-25T19:25:33.768" v="166" actId="680"/>
        <pc:sldMkLst>
          <pc:docMk/>
          <pc:sldMk cId="3415511811" sldId="277"/>
        </pc:sldMkLst>
      </pc:sldChg>
      <pc:sldChg chg="addSp delSp modSp add mod modClrScheme modAnim chgLayout">
        <pc:chgData name="White (she/her), Whitney" userId="65f39021-2f1d-4d8b-87dc-b123826f65bf" providerId="ADAL" clId="{B4E29795-8099-4359-B56B-78750965C2CE}" dt="2023-01-25T19:28:16.206" v="237"/>
        <pc:sldMkLst>
          <pc:docMk/>
          <pc:sldMk cId="2924177088" sldId="278"/>
        </pc:sldMkLst>
        <pc:spChg chg="mod">
          <ac:chgData name="White (she/her), Whitney" userId="65f39021-2f1d-4d8b-87dc-b123826f65bf" providerId="ADAL" clId="{B4E29795-8099-4359-B56B-78750965C2CE}" dt="2023-01-25T19:27:49.988" v="231" actId="20577"/>
          <ac:spMkLst>
            <pc:docMk/>
            <pc:sldMk cId="2924177088" sldId="278"/>
            <ac:spMk id="2" creationId="{6D9A4AB7-43A7-4EE6-A296-AFCDDAEF0292}"/>
          </ac:spMkLst>
        </pc:spChg>
        <pc:spChg chg="mod ord">
          <ac:chgData name="White (she/her), Whitney" userId="65f39021-2f1d-4d8b-87dc-b123826f65bf" providerId="ADAL" clId="{B4E29795-8099-4359-B56B-78750965C2CE}" dt="2023-01-25T19:27:15.261" v="210" actId="26606"/>
          <ac:spMkLst>
            <pc:docMk/>
            <pc:sldMk cId="2924177088" sldId="278"/>
            <ac:spMk id="4" creationId="{98AA71C6-7C89-4848-819D-58F71F9282D5}"/>
          </ac:spMkLst>
        </pc:spChg>
        <pc:spChg chg="add del mod">
          <ac:chgData name="White (she/her), Whitney" userId="65f39021-2f1d-4d8b-87dc-b123826f65bf" providerId="ADAL" clId="{B4E29795-8099-4359-B56B-78750965C2CE}" dt="2023-01-25T19:27:06.019" v="205" actId="26606"/>
          <ac:spMkLst>
            <pc:docMk/>
            <pc:sldMk cId="2924177088" sldId="278"/>
            <ac:spMk id="6" creationId="{C2453AC2-5278-49D7-A7FF-B5FE9C7803CC}"/>
          </ac:spMkLst>
        </pc:spChg>
        <pc:spChg chg="mod ord">
          <ac:chgData name="White (she/her), Whitney" userId="65f39021-2f1d-4d8b-87dc-b123826f65bf" providerId="ADAL" clId="{B4E29795-8099-4359-B56B-78750965C2CE}" dt="2023-01-25T19:28:07.714" v="236" actId="114"/>
          <ac:spMkLst>
            <pc:docMk/>
            <pc:sldMk cId="2924177088" sldId="278"/>
            <ac:spMk id="18" creationId="{5B0DF6A5-8831-BE27-81B8-D2C56DD3C3AA}"/>
          </ac:spMkLst>
        </pc:spChg>
        <pc:picChg chg="del">
          <ac:chgData name="White (she/her), Whitney" userId="65f39021-2f1d-4d8b-87dc-b123826f65bf" providerId="ADAL" clId="{B4E29795-8099-4359-B56B-78750965C2CE}" dt="2023-01-25T19:27:01.906" v="203" actId="478"/>
          <ac:picMkLst>
            <pc:docMk/>
            <pc:sldMk cId="2924177088" sldId="278"/>
            <ac:picMk id="5" creationId="{16102801-793F-4F48-A183-0C969AD10F5F}"/>
          </ac:picMkLst>
        </pc:picChg>
        <pc:picChg chg="add mod">
          <ac:chgData name="White (she/her), Whitney" userId="65f39021-2f1d-4d8b-87dc-b123826f65bf" providerId="ADAL" clId="{B4E29795-8099-4359-B56B-78750965C2CE}" dt="2023-01-25T19:27:22.395" v="213" actId="1076"/>
          <ac:picMkLst>
            <pc:docMk/>
            <pc:sldMk cId="2924177088" sldId="278"/>
            <ac:picMk id="8" creationId="{3B6D3CDA-983B-420B-A08C-DF9E938E328A}"/>
          </ac:picMkLst>
        </pc:picChg>
      </pc:sldChg>
      <pc:sldChg chg="modSp add mod ord">
        <pc:chgData name="White (she/her), Whitney" userId="65f39021-2f1d-4d8b-87dc-b123826f65bf" providerId="ADAL" clId="{B4E29795-8099-4359-B56B-78750965C2CE}" dt="2023-01-25T19:29:56.827" v="269"/>
        <pc:sldMkLst>
          <pc:docMk/>
          <pc:sldMk cId="951070409" sldId="279"/>
        </pc:sldMkLst>
        <pc:spChg chg="mod">
          <ac:chgData name="White (she/her), Whitney" userId="65f39021-2f1d-4d8b-87dc-b123826f65bf" providerId="ADAL" clId="{B4E29795-8099-4359-B56B-78750965C2CE}" dt="2023-01-25T19:29:39.713" v="265" actId="20577"/>
          <ac:spMkLst>
            <pc:docMk/>
            <pc:sldMk cId="951070409" sldId="279"/>
            <ac:spMk id="2" creationId="{6D9A4AB7-43A7-4EE6-A296-AFCDDAEF0292}"/>
          </ac:spMkLst>
        </pc:spChg>
      </pc:sldChg>
      <pc:sldChg chg="addSp delSp modSp add mod modAnim">
        <pc:chgData name="White (she/her), Whitney" userId="65f39021-2f1d-4d8b-87dc-b123826f65bf" providerId="ADAL" clId="{B4E29795-8099-4359-B56B-78750965C2CE}" dt="2023-01-25T19:31:15.481" v="312"/>
        <pc:sldMkLst>
          <pc:docMk/>
          <pc:sldMk cId="521377965" sldId="280"/>
        </pc:sldMkLst>
        <pc:spChg chg="mod">
          <ac:chgData name="White (she/her), Whitney" userId="65f39021-2f1d-4d8b-87dc-b123826f65bf" providerId="ADAL" clId="{B4E29795-8099-4359-B56B-78750965C2CE}" dt="2023-01-25T19:30:19.245" v="298" actId="20577"/>
          <ac:spMkLst>
            <pc:docMk/>
            <pc:sldMk cId="521377965" sldId="280"/>
            <ac:spMk id="2" creationId="{6D9A4AB7-43A7-4EE6-A296-AFCDDAEF0292}"/>
          </ac:spMkLst>
        </pc:spChg>
        <pc:spChg chg="ord">
          <ac:chgData name="White (she/her), Whitney" userId="65f39021-2f1d-4d8b-87dc-b123826f65bf" providerId="ADAL" clId="{B4E29795-8099-4359-B56B-78750965C2CE}" dt="2023-01-25T19:30:33.397" v="301" actId="26606"/>
          <ac:spMkLst>
            <pc:docMk/>
            <pc:sldMk cId="521377965" sldId="280"/>
            <ac:spMk id="4" creationId="{98AA71C6-7C89-4848-819D-58F71F9282D5}"/>
          </ac:spMkLst>
        </pc:spChg>
        <pc:spChg chg="add del mod">
          <ac:chgData name="White (she/her), Whitney" userId="65f39021-2f1d-4d8b-87dc-b123826f65bf" providerId="ADAL" clId="{B4E29795-8099-4359-B56B-78750965C2CE}" dt="2023-01-25T19:30:33.397" v="301" actId="26606"/>
          <ac:spMkLst>
            <pc:docMk/>
            <pc:sldMk cId="521377965" sldId="280"/>
            <ac:spMk id="6" creationId="{E8C1BC44-2898-4049-AE48-12FF02AF6C2D}"/>
          </ac:spMkLst>
        </pc:spChg>
        <pc:spChg chg="mod">
          <ac:chgData name="White (she/her), Whitney" userId="65f39021-2f1d-4d8b-87dc-b123826f65bf" providerId="ADAL" clId="{B4E29795-8099-4359-B56B-78750965C2CE}" dt="2023-01-25T19:31:10.415" v="311" actId="114"/>
          <ac:spMkLst>
            <pc:docMk/>
            <pc:sldMk cId="521377965" sldId="280"/>
            <ac:spMk id="18" creationId="{5B0DF6A5-8831-BE27-81B8-D2C56DD3C3AA}"/>
          </ac:spMkLst>
        </pc:spChg>
        <pc:picChg chg="del">
          <ac:chgData name="White (she/her), Whitney" userId="65f39021-2f1d-4d8b-87dc-b123826f65bf" providerId="ADAL" clId="{B4E29795-8099-4359-B56B-78750965C2CE}" dt="2023-01-25T19:30:27.708" v="299" actId="478"/>
          <ac:picMkLst>
            <pc:docMk/>
            <pc:sldMk cId="521377965" sldId="280"/>
            <ac:picMk id="5" creationId="{16102801-793F-4F48-A183-0C969AD10F5F}"/>
          </ac:picMkLst>
        </pc:picChg>
        <pc:picChg chg="add mod">
          <ac:chgData name="White (she/her), Whitney" userId="65f39021-2f1d-4d8b-87dc-b123826f65bf" providerId="ADAL" clId="{B4E29795-8099-4359-B56B-78750965C2CE}" dt="2023-01-25T19:30:37.702" v="302" actId="1076"/>
          <ac:picMkLst>
            <pc:docMk/>
            <pc:sldMk cId="521377965" sldId="280"/>
            <ac:picMk id="8" creationId="{88E729ED-CDD2-4C31-9932-B9CECFF2A3FF}"/>
          </ac:picMkLst>
        </pc:picChg>
      </pc:sldChg>
      <pc:sldChg chg="addSp delSp modSp add mod">
        <pc:chgData name="White (she/her), Whitney" userId="65f39021-2f1d-4d8b-87dc-b123826f65bf" providerId="ADAL" clId="{B4E29795-8099-4359-B56B-78750965C2CE}" dt="2023-01-25T19:32:16.558" v="518" actId="20577"/>
        <pc:sldMkLst>
          <pc:docMk/>
          <pc:sldMk cId="1657322901" sldId="281"/>
        </pc:sldMkLst>
        <pc:spChg chg="add del mod">
          <ac:chgData name="White (she/her), Whitney" userId="65f39021-2f1d-4d8b-87dc-b123826f65bf" providerId="ADAL" clId="{B4E29795-8099-4359-B56B-78750965C2CE}" dt="2023-01-25T19:31:30.183" v="315" actId="26606"/>
          <ac:spMkLst>
            <pc:docMk/>
            <pc:sldMk cId="1657322901" sldId="281"/>
            <ac:spMk id="6" creationId="{654D292B-D1A9-4CC6-B311-8A06F711B983}"/>
          </ac:spMkLst>
        </pc:spChg>
        <pc:spChg chg="mod">
          <ac:chgData name="White (she/her), Whitney" userId="65f39021-2f1d-4d8b-87dc-b123826f65bf" providerId="ADAL" clId="{B4E29795-8099-4359-B56B-78750965C2CE}" dt="2023-01-25T19:32:16.558" v="518" actId="20577"/>
          <ac:spMkLst>
            <pc:docMk/>
            <pc:sldMk cId="1657322901" sldId="281"/>
            <ac:spMk id="18" creationId="{5B0DF6A5-8831-BE27-81B8-D2C56DD3C3AA}"/>
          </ac:spMkLst>
        </pc:spChg>
        <pc:picChg chg="del">
          <ac:chgData name="White (she/her), Whitney" userId="65f39021-2f1d-4d8b-87dc-b123826f65bf" providerId="ADAL" clId="{B4E29795-8099-4359-B56B-78750965C2CE}" dt="2023-01-25T19:31:27.437" v="313" actId="478"/>
          <ac:picMkLst>
            <pc:docMk/>
            <pc:sldMk cId="1657322901" sldId="281"/>
            <ac:picMk id="5" creationId="{16102801-793F-4F48-A183-0C969AD10F5F}"/>
          </ac:picMkLst>
        </pc:picChg>
        <pc:picChg chg="add mod ord">
          <ac:chgData name="White (she/her), Whitney" userId="65f39021-2f1d-4d8b-87dc-b123826f65bf" providerId="ADAL" clId="{B4E29795-8099-4359-B56B-78750965C2CE}" dt="2023-01-25T19:31:33.019" v="316" actId="1076"/>
          <ac:picMkLst>
            <pc:docMk/>
            <pc:sldMk cId="1657322901" sldId="281"/>
            <ac:picMk id="8" creationId="{248CEB92-DF17-4BE2-B333-A0CF7B9DBA29}"/>
          </ac:picMkLst>
        </pc:picChg>
      </pc:sldChg>
    </pc:docChg>
  </pc:docChgLst>
  <pc:docChgLst>
    <pc:chgData name="White (she/her), Whitney" userId="65f39021-2f1d-4d8b-87dc-b123826f65bf" providerId="ADAL" clId="{97A8789F-27EC-493A-B13E-DB853CC06DF7}"/>
    <pc:docChg chg="undo custSel addSld delSld modSld modSection">
      <pc:chgData name="White (she/her), Whitney" userId="65f39021-2f1d-4d8b-87dc-b123826f65bf" providerId="ADAL" clId="{97A8789F-27EC-493A-B13E-DB853CC06DF7}" dt="2023-01-25T16:02:09.847" v="153" actId="255"/>
      <pc:docMkLst>
        <pc:docMk/>
      </pc:docMkLst>
      <pc:sldChg chg="modSp mod">
        <pc:chgData name="White (she/her), Whitney" userId="65f39021-2f1d-4d8b-87dc-b123826f65bf" providerId="ADAL" clId="{97A8789F-27EC-493A-B13E-DB853CC06DF7}" dt="2023-01-25T15:50:48.729" v="41" actId="20577"/>
        <pc:sldMkLst>
          <pc:docMk/>
          <pc:sldMk cId="1482277026" sldId="256"/>
        </pc:sldMkLst>
        <pc:spChg chg="mod">
          <ac:chgData name="White (she/her), Whitney" userId="65f39021-2f1d-4d8b-87dc-b123826f65bf" providerId="ADAL" clId="{97A8789F-27EC-493A-B13E-DB853CC06DF7}" dt="2023-01-25T15:50:48.729" v="41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97A8789F-27EC-493A-B13E-DB853CC06DF7}" dt="2023-01-25T15:50:46.145" v="39" actId="313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 (she/her), Whitney" userId="65f39021-2f1d-4d8b-87dc-b123826f65bf" providerId="ADAL" clId="{97A8789F-27EC-493A-B13E-DB853CC06DF7}" dt="2023-01-25T15:55:39.745" v="55" actId="115"/>
        <pc:sldMkLst>
          <pc:docMk/>
          <pc:sldMk cId="4071305681" sldId="258"/>
        </pc:sldMkLst>
        <pc:spChg chg="mod">
          <ac:chgData name="White (she/her), Whitney" userId="65f39021-2f1d-4d8b-87dc-b123826f65bf" providerId="ADAL" clId="{97A8789F-27EC-493A-B13E-DB853CC06DF7}" dt="2023-01-25T15:55:39.745" v="55" actId="115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 (she/her), Whitney" userId="65f39021-2f1d-4d8b-87dc-b123826f65bf" providerId="ADAL" clId="{97A8789F-27EC-493A-B13E-DB853CC06DF7}" dt="2023-01-25T15:55:13.133" v="46" actId="255"/>
        <pc:sldMkLst>
          <pc:docMk/>
          <pc:sldMk cId="2772527113" sldId="259"/>
        </pc:sldMkLst>
        <pc:spChg chg="mod">
          <ac:chgData name="White (she/her), Whitney" userId="65f39021-2f1d-4d8b-87dc-b123826f65bf" providerId="ADAL" clId="{97A8789F-27EC-493A-B13E-DB853CC06DF7}" dt="2023-01-25T15:55:13.133" v="46" actId="255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 (she/her), Whitney" userId="65f39021-2f1d-4d8b-87dc-b123826f65bf" providerId="ADAL" clId="{97A8789F-27EC-493A-B13E-DB853CC06DF7}" dt="2023-01-25T16:02:09.847" v="153" actId="255"/>
        <pc:sldMkLst>
          <pc:docMk/>
          <pc:sldMk cId="2147408764" sldId="260"/>
        </pc:sldMkLst>
        <pc:spChg chg="mod">
          <ac:chgData name="White (she/her), Whitney" userId="65f39021-2f1d-4d8b-87dc-b123826f65bf" providerId="ADAL" clId="{97A8789F-27EC-493A-B13E-DB853CC06DF7}" dt="2023-01-25T16:02:09.847" v="153" actId="255"/>
          <ac:spMkLst>
            <pc:docMk/>
            <pc:sldMk cId="2147408764" sldId="260"/>
            <ac:spMk id="3" creationId="{49F2A5AF-3C0B-4968-A438-E435325199EA}"/>
          </ac:spMkLst>
        </pc:spChg>
      </pc:sldChg>
      <pc:sldChg chg="del">
        <pc:chgData name="White (she/her), Whitney" userId="65f39021-2f1d-4d8b-87dc-b123826f65bf" providerId="ADAL" clId="{97A8789F-27EC-493A-B13E-DB853CC06DF7}" dt="2023-01-25T15:56:07.346" v="56" actId="2696"/>
        <pc:sldMkLst>
          <pc:docMk/>
          <pc:sldMk cId="3054216349" sldId="261"/>
        </pc:sldMkLst>
      </pc:sldChg>
      <pc:sldChg chg="modSp mod">
        <pc:chgData name="White (she/her), Whitney" userId="65f39021-2f1d-4d8b-87dc-b123826f65bf" providerId="ADAL" clId="{97A8789F-27EC-493A-B13E-DB853CC06DF7}" dt="2023-01-25T15:57:06.140" v="127" actId="1076"/>
        <pc:sldMkLst>
          <pc:docMk/>
          <pc:sldMk cId="498985592" sldId="263"/>
        </pc:sldMkLst>
        <pc:spChg chg="mod">
          <ac:chgData name="White (she/her), Whitney" userId="65f39021-2f1d-4d8b-87dc-b123826f65bf" providerId="ADAL" clId="{97A8789F-27EC-493A-B13E-DB853CC06DF7}" dt="2023-01-25T15:56:37.477" v="91" actId="20577"/>
          <ac:spMkLst>
            <pc:docMk/>
            <pc:sldMk cId="498985592" sldId="263"/>
            <ac:spMk id="2" creationId="{67E8180B-6498-44E5-AD81-0674C51652BA}"/>
          </ac:spMkLst>
        </pc:spChg>
        <pc:graphicFrameChg chg="mod modGraphic">
          <ac:chgData name="White (she/her), Whitney" userId="65f39021-2f1d-4d8b-87dc-b123826f65bf" providerId="ADAL" clId="{97A8789F-27EC-493A-B13E-DB853CC06DF7}" dt="2023-01-25T15:57:06.140" v="127" actId="1076"/>
          <ac:graphicFrameMkLst>
            <pc:docMk/>
            <pc:sldMk cId="498985592" sldId="263"/>
            <ac:graphicFrameMk id="7" creationId="{5FDD475B-C6CC-4B8A-BF1E-CC6CB3E6FF61}"/>
          </ac:graphicFrameMkLst>
        </pc:graphicFrameChg>
      </pc:sldChg>
      <pc:sldChg chg="del">
        <pc:chgData name="White (she/her), Whitney" userId="65f39021-2f1d-4d8b-87dc-b123826f65bf" providerId="ADAL" clId="{97A8789F-27EC-493A-B13E-DB853CC06DF7}" dt="2023-01-25T15:57:09.888" v="128" actId="47"/>
        <pc:sldMkLst>
          <pc:docMk/>
          <pc:sldMk cId="2234076779" sldId="264"/>
        </pc:sldMkLst>
      </pc:sldChg>
      <pc:sldChg chg="del">
        <pc:chgData name="White (she/her), Whitney" userId="65f39021-2f1d-4d8b-87dc-b123826f65bf" providerId="ADAL" clId="{97A8789F-27EC-493A-B13E-DB853CC06DF7}" dt="2023-01-25T15:57:11.200" v="129" actId="47"/>
        <pc:sldMkLst>
          <pc:docMk/>
          <pc:sldMk cId="3746039917" sldId="265"/>
        </pc:sldMkLst>
      </pc:sldChg>
      <pc:sldChg chg="del">
        <pc:chgData name="White (she/her), Whitney" userId="65f39021-2f1d-4d8b-87dc-b123826f65bf" providerId="ADAL" clId="{97A8789F-27EC-493A-B13E-DB853CC06DF7}" dt="2023-01-25T16:01:47.111" v="141" actId="47"/>
        <pc:sldMkLst>
          <pc:docMk/>
          <pc:sldMk cId="2877505278" sldId="266"/>
        </pc:sldMkLst>
      </pc:sldChg>
      <pc:sldChg chg="del">
        <pc:chgData name="White (she/her), Whitney" userId="65f39021-2f1d-4d8b-87dc-b123826f65bf" providerId="ADAL" clId="{97A8789F-27EC-493A-B13E-DB853CC06DF7}" dt="2023-01-25T16:01:47.573" v="142" actId="47"/>
        <pc:sldMkLst>
          <pc:docMk/>
          <pc:sldMk cId="3055683484" sldId="267"/>
        </pc:sldMkLst>
      </pc:sldChg>
      <pc:sldChg chg="modSp add mod">
        <pc:chgData name="White (she/her), Whitney" userId="65f39021-2f1d-4d8b-87dc-b123826f65bf" providerId="ADAL" clId="{97A8789F-27EC-493A-B13E-DB853CC06DF7}" dt="2023-01-25T15:57:26.871" v="133" actId="255"/>
        <pc:sldMkLst>
          <pc:docMk/>
          <pc:sldMk cId="4157156871" sldId="268"/>
        </pc:sldMkLst>
        <pc:graphicFrameChg chg="mod modGraphic">
          <ac:chgData name="White (she/her), Whitney" userId="65f39021-2f1d-4d8b-87dc-b123826f65bf" providerId="ADAL" clId="{97A8789F-27EC-493A-B13E-DB853CC06DF7}" dt="2023-01-25T15:57:26.871" v="133" actId="255"/>
          <ac:graphicFrameMkLst>
            <pc:docMk/>
            <pc:sldMk cId="4157156871" sldId="268"/>
            <ac:graphicFrameMk id="7" creationId="{5FDD475B-C6CC-4B8A-BF1E-CC6CB3E6FF61}"/>
          </ac:graphicFrameMkLst>
        </pc:graphicFrameChg>
      </pc:sldChg>
      <pc:sldChg chg="modSp add mod">
        <pc:chgData name="White (she/her), Whitney" userId="65f39021-2f1d-4d8b-87dc-b123826f65bf" providerId="ADAL" clId="{97A8789F-27EC-493A-B13E-DB853CC06DF7}" dt="2023-01-25T15:57:52.991" v="135" actId="255"/>
        <pc:sldMkLst>
          <pc:docMk/>
          <pc:sldMk cId="818675080" sldId="269"/>
        </pc:sldMkLst>
        <pc:graphicFrameChg chg="mod modGraphic">
          <ac:chgData name="White (she/her), Whitney" userId="65f39021-2f1d-4d8b-87dc-b123826f65bf" providerId="ADAL" clId="{97A8789F-27EC-493A-B13E-DB853CC06DF7}" dt="2023-01-25T15:57:52.991" v="135" actId="255"/>
          <ac:graphicFrameMkLst>
            <pc:docMk/>
            <pc:sldMk cId="818675080" sldId="269"/>
            <ac:graphicFrameMk id="7" creationId="{5FDD475B-C6CC-4B8A-BF1E-CC6CB3E6FF61}"/>
          </ac:graphicFrameMkLst>
        </pc:graphicFrameChg>
      </pc:sldChg>
      <pc:sldChg chg="new del">
        <pc:chgData name="White (she/her), Whitney" userId="65f39021-2f1d-4d8b-87dc-b123826f65bf" providerId="ADAL" clId="{97A8789F-27EC-493A-B13E-DB853CC06DF7}" dt="2023-01-25T15:57:57.447" v="137" actId="680"/>
        <pc:sldMkLst>
          <pc:docMk/>
          <pc:sldMk cId="3626793949" sldId="270"/>
        </pc:sldMkLst>
      </pc:sldChg>
      <pc:sldChg chg="modSp add mod">
        <pc:chgData name="White (she/her), Whitney" userId="65f39021-2f1d-4d8b-87dc-b123826f65bf" providerId="ADAL" clId="{97A8789F-27EC-493A-B13E-DB853CC06DF7}" dt="2023-01-25T15:58:08.941" v="140" actId="255"/>
        <pc:sldMkLst>
          <pc:docMk/>
          <pc:sldMk cId="3968532148" sldId="270"/>
        </pc:sldMkLst>
        <pc:graphicFrameChg chg="mod modGraphic">
          <ac:chgData name="White (she/her), Whitney" userId="65f39021-2f1d-4d8b-87dc-b123826f65bf" providerId="ADAL" clId="{97A8789F-27EC-493A-B13E-DB853CC06DF7}" dt="2023-01-25T15:58:08.941" v="140" actId="255"/>
          <ac:graphicFrameMkLst>
            <pc:docMk/>
            <pc:sldMk cId="3968532148" sldId="270"/>
            <ac:graphicFrameMk id="7" creationId="{5FDD475B-C6CC-4B8A-BF1E-CC6CB3E6FF61}"/>
          </ac:graphicFrameMkLst>
        </pc:graphicFrameChg>
      </pc:sldChg>
    </pc:docChg>
  </pc:docChgLst>
  <pc:docChgLst>
    <pc:chgData name="White (she/her), Whitney" userId="65f39021-2f1d-4d8b-87dc-b123826f65bf" providerId="ADAL" clId="{38F44297-F94C-4991-BC7E-AAD79838D019}"/>
    <pc:docChg chg="custSel delSld modSld modSection">
      <pc:chgData name="White (she/her), Whitney" userId="65f39021-2f1d-4d8b-87dc-b123826f65bf" providerId="ADAL" clId="{38F44297-F94C-4991-BC7E-AAD79838D019}" dt="2023-01-17T03:44:30.772" v="117" actId="20577"/>
      <pc:docMkLst>
        <pc:docMk/>
      </pc:docMkLst>
      <pc:sldChg chg="modSp mod">
        <pc:chgData name="White (she/her), Whitney" userId="65f39021-2f1d-4d8b-87dc-b123826f65bf" providerId="ADAL" clId="{38F44297-F94C-4991-BC7E-AAD79838D019}" dt="2023-01-17T03:44:30.772" v="117" actId="20577"/>
        <pc:sldMkLst>
          <pc:docMk/>
          <pc:sldMk cId="1482277026" sldId="256"/>
        </pc:sldMkLst>
        <pc:spChg chg="mod">
          <ac:chgData name="White (she/her), Whitney" userId="65f39021-2f1d-4d8b-87dc-b123826f65bf" providerId="ADAL" clId="{38F44297-F94C-4991-BC7E-AAD79838D019}" dt="2023-01-17T03:44:30.772" v="117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38F44297-F94C-4991-BC7E-AAD79838D019}" dt="2023-01-17T03:43:15.507" v="113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del">
        <pc:chgData name="White (she/her), Whitney" userId="65f39021-2f1d-4d8b-87dc-b123826f65bf" providerId="ADAL" clId="{38F44297-F94C-4991-BC7E-AAD79838D019}" dt="2023-01-17T03:43:47.911" v="116" actId="47"/>
        <pc:sldMkLst>
          <pc:docMk/>
          <pc:sldMk cId="1163931679" sldId="263"/>
        </pc:sldMkLst>
      </pc:sldChg>
      <pc:sldChg chg="del">
        <pc:chgData name="White (she/her), Whitney" userId="65f39021-2f1d-4d8b-87dc-b123826f65bf" providerId="ADAL" clId="{38F44297-F94C-4991-BC7E-AAD79838D019}" dt="2023-01-17T03:43:40.476" v="114" actId="47"/>
        <pc:sldMkLst>
          <pc:docMk/>
          <pc:sldMk cId="3493109116" sldId="264"/>
        </pc:sldMkLst>
      </pc:sldChg>
      <pc:sldChg chg="del">
        <pc:chgData name="White (she/her), Whitney" userId="65f39021-2f1d-4d8b-87dc-b123826f65bf" providerId="ADAL" clId="{38F44297-F94C-4991-BC7E-AAD79838D019}" dt="2023-01-17T03:43:45.323" v="115" actId="47"/>
        <pc:sldMkLst>
          <pc:docMk/>
          <pc:sldMk cId="2571717539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8/31/2023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8/31/2023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embed/FVYSMtw9PBE?feature=oembed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68250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8: Planning for Diverse Learners| Lesson 8.09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Comprehension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C14E14-AC7A-D566-8A85-1713CDF5C02C}"/>
              </a:ext>
            </a:extLst>
          </p:cNvPr>
          <p:cNvSpPr txBox="1"/>
          <p:nvPr/>
        </p:nvSpPr>
        <p:spPr>
          <a:xfrm>
            <a:off x="0" y="6438550"/>
            <a:ext cx="118144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971800" algn="ctr"/>
                <a:tab pos="5943600" algn="r"/>
              </a:tabLst>
            </a:pPr>
            <a:r>
              <a:rPr lang="en-US" sz="1600" dirty="0">
                <a:solidFill>
                  <a:srgbClr val="46464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600" u="sng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6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3B, 7A, 7D, 10A, 10B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pPr marL="342900" marR="0" lvl="0" indent="-342900" fontAlgn="base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Identify and discuss strategies for comprehension</a:t>
            </a:r>
            <a:endParaRPr lang="en-US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fontAlgn="base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Engage and reflect on strategies for multiple means of representation 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2DFC1-BC90-469B-B095-8A0457631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 (1/2)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E849E23-53E4-4D69-A51A-17A4DE688D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1248140"/>
              </p:ext>
            </p:extLst>
          </p:nvPr>
        </p:nvGraphicFramePr>
        <p:xfrm>
          <a:off x="838200" y="2038525"/>
          <a:ext cx="10515600" cy="2961316"/>
        </p:xfrm>
        <a:graphic>
          <a:graphicData uri="http://schemas.openxmlformats.org/drawingml/2006/table">
            <a:tbl>
              <a:tblPr firstRow="1" firstCol="1" bandRow="1"/>
              <a:tblGrid>
                <a:gridCol w="2297978">
                  <a:extLst>
                    <a:ext uri="{9D8B030D-6E8A-4147-A177-3AD203B41FA5}">
                      <a16:colId xmlns:a16="http://schemas.microsoft.com/office/drawing/2014/main" val="3829893849"/>
                    </a:ext>
                  </a:extLst>
                </a:gridCol>
                <a:gridCol w="8217622">
                  <a:extLst>
                    <a:ext uri="{9D8B030D-6E8A-4147-A177-3AD203B41FA5}">
                      <a16:colId xmlns:a16="http://schemas.microsoft.com/office/drawing/2014/main" val="2897513558"/>
                    </a:ext>
                  </a:extLst>
                </a:gridCol>
              </a:tblGrid>
              <a:tr h="74032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Multiple Means of Representation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Presenting information and content in different ways to support learning for all students.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0985774"/>
                  </a:ext>
                </a:extLst>
              </a:tr>
              <a:tr h="74032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Graphic Organizer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Visual tool to help students organize information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7038627"/>
                  </a:ext>
                </a:extLst>
              </a:tr>
              <a:tr h="74032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Annotations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 brief note or comment added by the reader to a text or graphic to record thinking at a specific moment in the text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9832464"/>
                  </a:ext>
                </a:extLst>
              </a:tr>
              <a:tr h="74032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Transfer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The ability to apply learned information to a new context without help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129695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1BA60B-8E6C-4383-B7DA-2B50F88A8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6002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2DFC1-BC90-469B-B095-8A0457631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 (2/2)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FD45FE9-87F0-471C-B951-7A6364CD04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2329989"/>
              </p:ext>
            </p:extLst>
          </p:nvPr>
        </p:nvGraphicFramePr>
        <p:xfrm>
          <a:off x="755009" y="2114025"/>
          <a:ext cx="10598791" cy="2885814"/>
        </p:xfrm>
        <a:graphic>
          <a:graphicData uri="http://schemas.openxmlformats.org/drawingml/2006/table">
            <a:tbl>
              <a:tblPr firstRow="1" firstCol="1" bandRow="1"/>
              <a:tblGrid>
                <a:gridCol w="2316158">
                  <a:extLst>
                    <a:ext uri="{9D8B030D-6E8A-4147-A177-3AD203B41FA5}">
                      <a16:colId xmlns:a16="http://schemas.microsoft.com/office/drawing/2014/main" val="1256091798"/>
                    </a:ext>
                  </a:extLst>
                </a:gridCol>
                <a:gridCol w="8282633">
                  <a:extLst>
                    <a:ext uri="{9D8B030D-6E8A-4147-A177-3AD203B41FA5}">
                      <a16:colId xmlns:a16="http://schemas.microsoft.com/office/drawing/2014/main" val="1528367900"/>
                    </a:ext>
                  </a:extLst>
                </a:gridCol>
              </a:tblGrid>
              <a:tr h="69048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Generalization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An understanding that learning does not apply only to one context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4911942"/>
                  </a:ext>
                </a:extLst>
              </a:tr>
              <a:tr h="69048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Rehearsal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Reciting new information over and over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4057613"/>
                  </a:ext>
                </a:extLst>
              </a:tr>
              <a:tr h="69048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Schema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Frames of understanding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7201974"/>
                  </a:ext>
                </a:extLst>
              </a:tr>
              <a:tr h="81437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Mnemonic Device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 memory technique or aid that improves the ability of a person to remember something through patterns of letters, numbers, or associations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0752187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1BA60B-8E6C-4383-B7DA-2B50F88A8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4935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marR="0" indent="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Describe a time you were given a difficult learning task. Choose </a:t>
            </a:r>
            <a:r>
              <a:rPr lang="en-US" b="1" i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one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of the following prompts for reflection: 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How was the task structured to support your success in completing the difficult task? To what extent were you successful? How did you feel at the end of the task?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What supports were missing from the task that led to a lack of success? How did you feel at the end of the task?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F3FFE-86E9-B9E5-9DAF-94AEDB553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Means of Representation</a:t>
            </a:r>
          </a:p>
        </p:txBody>
      </p:sp>
      <p:pic>
        <p:nvPicPr>
          <p:cNvPr id="6" name="Picture 5" descr="Text: Provide Multiple Means of Representation&#10;Options for Perception&#10;Options for Language/Symbols&#10;Options for Comprehension">
            <a:extLst>
              <a:ext uri="{FF2B5EF4-FFF2-40B4-BE49-F238E27FC236}">
                <a16:creationId xmlns:a16="http://schemas.microsoft.com/office/drawing/2014/main" id="{81AEB6D6-C2F0-4AAB-941E-1DF6C2037B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233" y="2382473"/>
            <a:ext cx="9087573" cy="191281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71A007-43B3-444C-A468-0BC1B73EE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332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39F6E-E3EB-405B-9D46-A812D6D21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Video: UDLA Representation Comprehension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88201-152E-4B2E-94F4-51B253221F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hlinkClick r:id="rId2"/>
              </a:rPr>
              <a:t>UDL A Representation Comprehension - YouTube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7C8397-A7F9-45C2-9096-D6EC3DE0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4639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8180B-6498-44E5-AD81-0674C5165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067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Guideline: Comprehension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FDD475B-C6CC-4B8A-BF1E-CC6CB3E6FF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6853408"/>
              </p:ext>
            </p:extLst>
          </p:nvPr>
        </p:nvGraphicFramePr>
        <p:xfrm>
          <a:off x="1285409" y="1770730"/>
          <a:ext cx="8529710" cy="3832958"/>
        </p:xfrm>
        <a:graphic>
          <a:graphicData uri="http://schemas.openxmlformats.org/drawingml/2006/table">
            <a:tbl>
              <a:tblPr firstRow="1" firstCol="1" bandRow="1"/>
              <a:tblGrid>
                <a:gridCol w="2516712">
                  <a:extLst>
                    <a:ext uri="{9D8B030D-6E8A-4147-A177-3AD203B41FA5}">
                      <a16:colId xmlns:a16="http://schemas.microsoft.com/office/drawing/2014/main" val="2796544661"/>
                    </a:ext>
                  </a:extLst>
                </a:gridCol>
                <a:gridCol w="3005220">
                  <a:extLst>
                    <a:ext uri="{9D8B030D-6E8A-4147-A177-3AD203B41FA5}">
                      <a16:colId xmlns:a16="http://schemas.microsoft.com/office/drawing/2014/main" val="3357621136"/>
                    </a:ext>
                  </a:extLst>
                </a:gridCol>
                <a:gridCol w="3007778">
                  <a:extLst>
                    <a:ext uri="{9D8B030D-6E8A-4147-A177-3AD203B41FA5}">
                      <a16:colId xmlns:a16="http://schemas.microsoft.com/office/drawing/2014/main" val="407027584"/>
                    </a:ext>
                  </a:extLst>
                </a:gridCol>
              </a:tblGrid>
              <a:tr h="281949">
                <a:tc gridSpan="3">
                  <a:txBody>
                    <a:bodyPr/>
                    <a:lstStyle/>
                    <a:p>
                      <a:pPr marL="0" marR="0" indent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Comprehension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084112"/>
                  </a:ext>
                </a:extLst>
              </a:tr>
              <a:tr h="281949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Guideline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Examples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Nonexamples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4310895"/>
                  </a:ext>
                </a:extLst>
              </a:tr>
              <a:tr h="310143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Activate background knowledge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Use KWL charts or concepts maps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Make cross-curricular connections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Provide new content without connecting to prior learning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564081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9B95AA-02D0-4645-A751-287261502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2D56C8B-F564-4051-AFED-A78F1C6A2F0E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985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8180B-6498-44E5-AD81-0674C5165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067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Guideline: Comprehension 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FDD475B-C6CC-4B8A-BF1E-CC6CB3E6FF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64757"/>
              </p:ext>
            </p:extLst>
          </p:nvPr>
        </p:nvGraphicFramePr>
        <p:xfrm>
          <a:off x="1285409" y="1770730"/>
          <a:ext cx="8529710" cy="4627690"/>
        </p:xfrm>
        <a:graphic>
          <a:graphicData uri="http://schemas.openxmlformats.org/drawingml/2006/table">
            <a:tbl>
              <a:tblPr firstRow="1" firstCol="1" bandRow="1"/>
              <a:tblGrid>
                <a:gridCol w="2516712">
                  <a:extLst>
                    <a:ext uri="{9D8B030D-6E8A-4147-A177-3AD203B41FA5}">
                      <a16:colId xmlns:a16="http://schemas.microsoft.com/office/drawing/2014/main" val="2796544661"/>
                    </a:ext>
                  </a:extLst>
                </a:gridCol>
                <a:gridCol w="3005220">
                  <a:extLst>
                    <a:ext uri="{9D8B030D-6E8A-4147-A177-3AD203B41FA5}">
                      <a16:colId xmlns:a16="http://schemas.microsoft.com/office/drawing/2014/main" val="3357621136"/>
                    </a:ext>
                  </a:extLst>
                </a:gridCol>
                <a:gridCol w="3007778">
                  <a:extLst>
                    <a:ext uri="{9D8B030D-6E8A-4147-A177-3AD203B41FA5}">
                      <a16:colId xmlns:a16="http://schemas.microsoft.com/office/drawing/2014/main" val="407027584"/>
                    </a:ext>
                  </a:extLst>
                </a:gridCol>
              </a:tblGrid>
              <a:tr h="281949">
                <a:tc gridSpan="3">
                  <a:txBody>
                    <a:bodyPr/>
                    <a:lstStyle/>
                    <a:p>
                      <a:pPr marL="0" marR="0" indent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Comprehension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084112"/>
                  </a:ext>
                </a:extLst>
              </a:tr>
              <a:tr h="281949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Guideline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Examples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Nonexamples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4310895"/>
                  </a:ext>
                </a:extLst>
              </a:tr>
              <a:tr h="310143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Highlight patterns, critical features, big ideas, and relationships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Use multiple examples and nonexample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Provide tips and tools for organizing information such as color coding, graphic organizers, and annotations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Ask students to take notes on a blank piece of paper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Ask students to read a text without assigning a purpose or providing supports for capturing main ideas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564081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9B95AA-02D0-4645-A751-287261502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2D56C8B-F564-4051-AFED-A78F1C6A2F0E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042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8180B-6498-44E5-AD81-0674C5165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067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Guideline: Comprehension  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FDD475B-C6CC-4B8A-BF1E-CC6CB3E6FF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2995059"/>
              </p:ext>
            </p:extLst>
          </p:nvPr>
        </p:nvGraphicFramePr>
        <p:xfrm>
          <a:off x="1285409" y="1770730"/>
          <a:ext cx="8529710" cy="4236339"/>
        </p:xfrm>
        <a:graphic>
          <a:graphicData uri="http://schemas.openxmlformats.org/drawingml/2006/table">
            <a:tbl>
              <a:tblPr firstRow="1" firstCol="1" bandRow="1"/>
              <a:tblGrid>
                <a:gridCol w="2516712">
                  <a:extLst>
                    <a:ext uri="{9D8B030D-6E8A-4147-A177-3AD203B41FA5}">
                      <a16:colId xmlns:a16="http://schemas.microsoft.com/office/drawing/2014/main" val="2796544661"/>
                    </a:ext>
                  </a:extLst>
                </a:gridCol>
                <a:gridCol w="3005220">
                  <a:extLst>
                    <a:ext uri="{9D8B030D-6E8A-4147-A177-3AD203B41FA5}">
                      <a16:colId xmlns:a16="http://schemas.microsoft.com/office/drawing/2014/main" val="3357621136"/>
                    </a:ext>
                  </a:extLst>
                </a:gridCol>
                <a:gridCol w="3007778">
                  <a:extLst>
                    <a:ext uri="{9D8B030D-6E8A-4147-A177-3AD203B41FA5}">
                      <a16:colId xmlns:a16="http://schemas.microsoft.com/office/drawing/2014/main" val="407027584"/>
                    </a:ext>
                  </a:extLst>
                </a:gridCol>
              </a:tblGrid>
              <a:tr h="281949">
                <a:tc gridSpan="3">
                  <a:txBody>
                    <a:bodyPr/>
                    <a:lstStyle/>
                    <a:p>
                      <a:pPr marL="0" marR="0" indent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Comprehension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084112"/>
                  </a:ext>
                </a:extLst>
              </a:tr>
              <a:tr h="281949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Guideline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Examples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Nonexamples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4310895"/>
                  </a:ext>
                </a:extLst>
              </a:tr>
              <a:tr h="310143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Guide information processing and visualization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Give explicit prompts for each step in a process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Chunk information into smaller elements 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Introduce a new problem and ask students to solve without guidance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Walk students through solving a problem without pausing at after each step.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564081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9B95AA-02D0-4645-A751-287261502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2D56C8B-F564-4051-AFED-A78F1C6A2F0E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0114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8180B-6498-44E5-AD81-0674C5165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067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Guideline</a:t>
            </a:r>
            <a:r>
              <a:rPr lang="en-US"/>
              <a:t>: Comprehension   </a:t>
            </a:r>
            <a:endParaRPr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FDD475B-C6CC-4B8A-BF1E-CC6CB3E6FF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5649960"/>
              </p:ext>
            </p:extLst>
          </p:nvPr>
        </p:nvGraphicFramePr>
        <p:xfrm>
          <a:off x="1285409" y="1770730"/>
          <a:ext cx="8529710" cy="4303395"/>
        </p:xfrm>
        <a:graphic>
          <a:graphicData uri="http://schemas.openxmlformats.org/drawingml/2006/table">
            <a:tbl>
              <a:tblPr firstRow="1" firstCol="1" bandRow="1"/>
              <a:tblGrid>
                <a:gridCol w="2516712">
                  <a:extLst>
                    <a:ext uri="{9D8B030D-6E8A-4147-A177-3AD203B41FA5}">
                      <a16:colId xmlns:a16="http://schemas.microsoft.com/office/drawing/2014/main" val="2796544661"/>
                    </a:ext>
                  </a:extLst>
                </a:gridCol>
                <a:gridCol w="3005220">
                  <a:extLst>
                    <a:ext uri="{9D8B030D-6E8A-4147-A177-3AD203B41FA5}">
                      <a16:colId xmlns:a16="http://schemas.microsoft.com/office/drawing/2014/main" val="3357621136"/>
                    </a:ext>
                  </a:extLst>
                </a:gridCol>
                <a:gridCol w="3007778">
                  <a:extLst>
                    <a:ext uri="{9D8B030D-6E8A-4147-A177-3AD203B41FA5}">
                      <a16:colId xmlns:a16="http://schemas.microsoft.com/office/drawing/2014/main" val="407027584"/>
                    </a:ext>
                  </a:extLst>
                </a:gridCol>
              </a:tblGrid>
              <a:tr h="281949">
                <a:tc gridSpan="3">
                  <a:txBody>
                    <a:bodyPr/>
                    <a:lstStyle/>
                    <a:p>
                      <a:pPr marL="0" marR="0" indent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Comprehension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084112"/>
                  </a:ext>
                </a:extLst>
              </a:tr>
              <a:tr h="281949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Guideline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Examples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Nonexamples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4310895"/>
                  </a:ext>
                </a:extLst>
              </a:tr>
              <a:tr h="310143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Maximize transfer and generalization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Incorporate explicit opportunities for review and practice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Provide opportunities to apply learning to new situations, such as scenario-based problems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Prompt the use of mnemonic devices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Leave old learning behind as new units and lessons are introduced.</a:t>
                      </a:r>
                      <a:endParaRPr lang="en-US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Ask students to practice similar problems to support memorization of the steps</a:t>
                      </a:r>
                      <a:endParaRPr lang="en-US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564081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9B95AA-02D0-4645-A751-287261502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2D56C8B-F564-4051-AFED-A78F1C6A2F0E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4535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A4AB7-43A7-4EE6-A296-AFCDDAEF0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KWL </a:t>
            </a:r>
            <a:r>
              <a:rPr lang="en-US" dirty="0" err="1"/>
              <a:t>SChart</a:t>
            </a:r>
            <a:endParaRPr lang="en-US" dirty="0"/>
          </a:p>
        </p:txBody>
      </p:sp>
      <p:pic>
        <p:nvPicPr>
          <p:cNvPr id="5" name="Content Placeholder 4" descr="A KWL chart (blank)">
            <a:extLst>
              <a:ext uri="{FF2B5EF4-FFF2-40B4-BE49-F238E27FC236}">
                <a16:creationId xmlns:a16="http://schemas.microsoft.com/office/drawing/2014/main" id="{16102801-793F-4F48-A183-0C969AD10F5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8200" y="1999774"/>
            <a:ext cx="5181600" cy="400304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5B0DF6A5-8831-BE27-81B8-D2C56DD3C3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KWL Chart – used to activate prior knowledge</a:t>
            </a:r>
          </a:p>
          <a:p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Before beginning a new topic, at the beginning of a lesson to review the previous day’s lesson, at a transition from one topic to another related topic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AA71C6-7C89-4848-819D-58F71F928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2D56C8B-F564-4051-AFED-A78F1C6A2F0E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070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A4AB7-43A7-4EE6-A296-AFCDDAEF0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Concept Map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5B0DF6A5-8831-BE27-81B8-D2C56DD3C3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 dirty="0"/>
              <a:t>Concept Map – to make connections between ideas and concepts</a:t>
            </a:r>
          </a:p>
          <a:p>
            <a:r>
              <a:rPr lang="en-US" dirty="0"/>
              <a:t>Before beginning a new lesson to see what students already know, during or at the end of a lesson to provide opportunities for students to process readings, discussions, activities, etc. </a:t>
            </a:r>
          </a:p>
        </p:txBody>
      </p:sp>
      <p:pic>
        <p:nvPicPr>
          <p:cNvPr id="8" name="Picture 7" descr="A concept map about animal characteristics">
            <a:extLst>
              <a:ext uri="{FF2B5EF4-FFF2-40B4-BE49-F238E27FC236}">
                <a16:creationId xmlns:a16="http://schemas.microsoft.com/office/drawing/2014/main" id="{3B6D3CDA-983B-420B-A08C-DF9E938E328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6000" y="2225963"/>
            <a:ext cx="5469949" cy="289907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AA71C6-7C89-4848-819D-58F71F928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2D56C8B-F564-4051-AFED-A78F1C6A2F0E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177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A4AB7-43A7-4EE6-A296-AFCDDAEF0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Annotating Texts</a:t>
            </a:r>
          </a:p>
        </p:txBody>
      </p:sp>
      <p:pic>
        <p:nvPicPr>
          <p:cNvPr id="15" name="Picture 14" descr="Annotating text anchor chart for how to mark up the text.">
            <a:extLst>
              <a:ext uri="{FF2B5EF4-FFF2-40B4-BE49-F238E27FC236}">
                <a16:creationId xmlns:a16="http://schemas.microsoft.com/office/drawing/2014/main" id="{0BC0365A-0FCE-4531-A87D-17728A83251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83855" y="1621387"/>
            <a:ext cx="3236673" cy="4759813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5B0DF6A5-8831-BE27-81B8-D2C56DD3C3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 dirty="0"/>
              <a:t>Annotating Texts – helps students identify most important parts and consider their own prior knowledge</a:t>
            </a:r>
          </a:p>
          <a:p>
            <a:r>
              <a:rPr lang="en-US" dirty="0"/>
              <a:t>When students are reading texts to learn new content or to apply skills, when students are reading and providing peer feedback on texts written by their peers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AA71C6-7C89-4848-819D-58F71F928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2D56C8B-F564-4051-AFED-A78F1C6A2F0E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637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A4AB7-43A7-4EE6-A296-AFCDDAEF0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Step by Step Directions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5B0DF6A5-8831-BE27-81B8-D2C56DD3C3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 dirty="0"/>
              <a:t>Step by Step Directions – Breaks information into smaller pieces, provides process for visualization</a:t>
            </a:r>
          </a:p>
          <a:p>
            <a:r>
              <a:rPr lang="en-US" dirty="0"/>
              <a:t>When a new skill includes multiple steps, when an activity includes multiple steps</a:t>
            </a:r>
          </a:p>
        </p:txBody>
      </p:sp>
      <p:pic>
        <p:nvPicPr>
          <p:cNvPr id="8" name="Picture 7" descr="Step-by-step visual aid for how to multiply fractions by fractions">
            <a:extLst>
              <a:ext uri="{FF2B5EF4-FFF2-40B4-BE49-F238E27FC236}">
                <a16:creationId xmlns:a16="http://schemas.microsoft.com/office/drawing/2014/main" id="{88E729ED-CDD2-4C31-9932-B9CECFF2A3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72202" y="1971674"/>
            <a:ext cx="5181600" cy="291465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AA71C6-7C89-4848-819D-58F71F928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2D56C8B-F564-4051-AFED-A78F1C6A2F0E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377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A4AB7-43A7-4EE6-A296-AFCDDAEF0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KWL Chart</a:t>
            </a:r>
          </a:p>
        </p:txBody>
      </p:sp>
      <p:pic>
        <p:nvPicPr>
          <p:cNvPr id="8" name="Picture 7" descr="A collection of graphic organizers used for promoting critical thinking">
            <a:extLst>
              <a:ext uri="{FF2B5EF4-FFF2-40B4-BE49-F238E27FC236}">
                <a16:creationId xmlns:a16="http://schemas.microsoft.com/office/drawing/2014/main" id="{248CEB92-DF17-4BE2-B333-A0CF7B9DBA2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7291" y="1562189"/>
            <a:ext cx="5181600" cy="3899153"/>
          </a:xfrm>
          <a:prstGeom prst="rect">
            <a:avLst/>
          </a:prstGeom>
          <a:noFill/>
        </p:spPr>
      </p:pic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5B0DF6A5-8831-BE27-81B8-D2C56DD3C3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 dirty="0">
                <a:effectLst/>
              </a:rPr>
              <a:t>Graphic Organizers- Help highlight key features and relationships</a:t>
            </a:r>
          </a:p>
          <a:p>
            <a:r>
              <a:rPr lang="en-US" dirty="0">
                <a:effectLst/>
              </a:rPr>
              <a:t>During discussions, videos, readings, etc. to provide opportunities for students to record new information in a logical way.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AA71C6-7C89-4848-819D-58F71F928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2D56C8B-F564-4051-AFED-A78F1C6A2F0E}" type="slidenum">
              <a:rPr lang="en-US" smtClean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322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What are the three guidelines for representation? How does each guideline provide access to rigorous content for all students?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Read the scenario below and then answer the related questions. 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Mr. M is about to teach his students about the life cycle of a frog. First, Mr. M shows an image of a frog on the screen. Then, he tells students that they are going to be learning about life cycles by learning about frogs. Next, Mr. M reads a nonfiction book about the life cycle of a frog. As he reads, he pauses to show images of each of the steps in the life cycle and uses his life cycle wheel to show students where they are in the life cycle.  </a:t>
            </a:r>
            <a:endParaRPr lang="en-US" sz="1800" i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How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does Mr. M incorporate options for comprehension? 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What else could Mr. M add to incorporate additional options for comprehension to provide access to rigorous content for all students.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XUX_Lesson X.XX_PPT_TEMPLATE" id="{F292ABBA-735D-46DE-9B1C-1ED03EE23A6F}" vid="{47570F0D-54DB-4FC7-92A5-A7A883415BC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CXUX_Lesson X.XX_PPT_TEMPLATE</Template>
  <TotalTime>105</TotalTime>
  <Words>870</Words>
  <Application>Microsoft Office PowerPoint</Application>
  <PresentationFormat>Widescreen</PresentationFormat>
  <Paragraphs>113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Symbol</vt:lpstr>
      <vt:lpstr>Office Theme</vt:lpstr>
      <vt:lpstr>Instructional Practices| Unit 8: Planning for Diverse Learners| Lesson 8.09</vt:lpstr>
      <vt:lpstr>TEKS Standards &amp; Objectives</vt:lpstr>
      <vt:lpstr>Vocabulary (1/2)</vt:lpstr>
      <vt:lpstr>Vocabulary (2/2)</vt:lpstr>
      <vt:lpstr>Bellringer</vt:lpstr>
      <vt:lpstr>Multiple Means of Representation</vt:lpstr>
      <vt:lpstr>Video: UDLA Representation Comprehension</vt:lpstr>
      <vt:lpstr>Guideline: Comprehension</vt:lpstr>
      <vt:lpstr>Guideline: Comprehension </vt:lpstr>
      <vt:lpstr>Guideline: Comprehension  </vt:lpstr>
      <vt:lpstr>Guideline: Comprehension   </vt:lpstr>
      <vt:lpstr>KWL SChart</vt:lpstr>
      <vt:lpstr>Concept Map</vt:lpstr>
      <vt:lpstr>Annotating Texts</vt:lpstr>
      <vt:lpstr>Step by Step Directions</vt:lpstr>
      <vt:lpstr>KWL Chart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8.09: Comprehension</dc:title>
  <dc:subject>Lesson 8.09: Comprehension</dc:subject>
  <dc:creator>Texas Education Agency</dc:creator>
  <cp:lastModifiedBy>London White</cp:lastModifiedBy>
  <cp:revision>2</cp:revision>
  <dcterms:created xsi:type="dcterms:W3CDTF">2022-09-17T16:30:16Z</dcterms:created>
  <dcterms:modified xsi:type="dcterms:W3CDTF">2023-08-31T05:31:10Z</dcterms:modified>
</cp:coreProperties>
</file>
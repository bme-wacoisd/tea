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9" r:id="rId3"/>
    <p:sldId id="258" r:id="rId4"/>
    <p:sldId id="261" r:id="rId5"/>
    <p:sldId id="264" r:id="rId6"/>
    <p:sldId id="265" r:id="rId7"/>
    <p:sldId id="263" r:id="rId8"/>
    <p:sldId id="262" r:id="rId9"/>
    <p:sldId id="260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780000"/>
    <a:srgbClr val="000000"/>
    <a:srgbClr val="0078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3D8F5AC-D553-419A-8E57-0E9141369249}" v="1" dt="2023-08-31T01:30:40.45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36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hite, Whitney" userId="65f39021-2f1d-4d8b-87dc-b123826f65bf" providerId="ADAL" clId="{F6AFC51E-5DDF-4624-A909-3B05A5AB96C0}"/>
    <pc:docChg chg="modSld">
      <pc:chgData name="White, Whitney" userId="65f39021-2f1d-4d8b-87dc-b123826f65bf" providerId="ADAL" clId="{F6AFC51E-5DDF-4624-A909-3B05A5AB96C0}" dt="2022-07-25T19:26:05.911" v="2" actId="1076"/>
      <pc:docMkLst>
        <pc:docMk/>
      </pc:docMkLst>
      <pc:sldChg chg="modSp mod">
        <pc:chgData name="White, Whitney" userId="65f39021-2f1d-4d8b-87dc-b123826f65bf" providerId="ADAL" clId="{F6AFC51E-5DDF-4624-A909-3B05A5AB96C0}" dt="2022-07-25T19:25:56.510" v="0" actId="1076"/>
        <pc:sldMkLst>
          <pc:docMk/>
          <pc:sldMk cId="4170921578" sldId="262"/>
        </pc:sldMkLst>
        <pc:spChg chg="mod">
          <ac:chgData name="White, Whitney" userId="65f39021-2f1d-4d8b-87dc-b123826f65bf" providerId="ADAL" clId="{F6AFC51E-5DDF-4624-A909-3B05A5AB96C0}" dt="2022-07-25T19:25:56.510" v="0" actId="1076"/>
          <ac:spMkLst>
            <pc:docMk/>
            <pc:sldMk cId="4170921578" sldId="262"/>
            <ac:spMk id="2" creationId="{A7DAC820-49EE-4F41-8B1F-B9E33FF6BE24}"/>
          </ac:spMkLst>
        </pc:spChg>
      </pc:sldChg>
      <pc:sldChg chg="modSp mod">
        <pc:chgData name="White, Whitney" userId="65f39021-2f1d-4d8b-87dc-b123826f65bf" providerId="ADAL" clId="{F6AFC51E-5DDF-4624-A909-3B05A5AB96C0}" dt="2022-07-25T19:26:02.437" v="1" actId="1076"/>
        <pc:sldMkLst>
          <pc:docMk/>
          <pc:sldMk cId="1163931679" sldId="263"/>
        </pc:sldMkLst>
        <pc:spChg chg="mod">
          <ac:chgData name="White, Whitney" userId="65f39021-2f1d-4d8b-87dc-b123826f65bf" providerId="ADAL" clId="{F6AFC51E-5DDF-4624-A909-3B05A5AB96C0}" dt="2022-07-25T19:26:02.437" v="1" actId="1076"/>
          <ac:spMkLst>
            <pc:docMk/>
            <pc:sldMk cId="1163931679" sldId="263"/>
            <ac:spMk id="2" creationId="{531ECDB3-7F62-4124-A1E9-E48D699D2427}"/>
          </ac:spMkLst>
        </pc:spChg>
      </pc:sldChg>
      <pc:sldChg chg="modSp mod">
        <pc:chgData name="White, Whitney" userId="65f39021-2f1d-4d8b-87dc-b123826f65bf" providerId="ADAL" clId="{F6AFC51E-5DDF-4624-A909-3B05A5AB96C0}" dt="2022-07-25T19:26:05.911" v="2" actId="1076"/>
        <pc:sldMkLst>
          <pc:docMk/>
          <pc:sldMk cId="3493109116" sldId="264"/>
        </pc:sldMkLst>
        <pc:spChg chg="mod">
          <ac:chgData name="White, Whitney" userId="65f39021-2f1d-4d8b-87dc-b123826f65bf" providerId="ADAL" clId="{F6AFC51E-5DDF-4624-A909-3B05A5AB96C0}" dt="2022-07-25T19:26:05.911" v="2" actId="1076"/>
          <ac:spMkLst>
            <pc:docMk/>
            <pc:sldMk cId="3493109116" sldId="264"/>
            <ac:spMk id="2" creationId="{D7836664-70C0-47BA-9BFF-496A04EBBFDE}"/>
          </ac:spMkLst>
        </pc:spChg>
      </pc:sldChg>
    </pc:docChg>
  </pc:docChgLst>
  <pc:docChgLst>
    <pc:chgData name="White (she/her), Whitney" userId="65f39021-2f1d-4d8b-87dc-b123826f65bf" providerId="ADAL" clId="{F3D8F5AC-D553-419A-8E57-0E9141369249}"/>
    <pc:docChg chg="modSld">
      <pc:chgData name="White (she/her), Whitney" userId="65f39021-2f1d-4d8b-87dc-b123826f65bf" providerId="ADAL" clId="{F3D8F5AC-D553-419A-8E57-0E9141369249}" dt="2023-08-31T01:30:50.027" v="8" actId="20577"/>
      <pc:docMkLst>
        <pc:docMk/>
      </pc:docMkLst>
      <pc:sldChg chg="addSp modSp mod">
        <pc:chgData name="White (she/her), Whitney" userId="65f39021-2f1d-4d8b-87dc-b123826f65bf" providerId="ADAL" clId="{F3D8F5AC-D553-419A-8E57-0E9141369249}" dt="2023-08-31T01:30:44.385" v="4" actId="1076"/>
        <pc:sldMkLst>
          <pc:docMk/>
          <pc:sldMk cId="1482277026" sldId="256"/>
        </pc:sldMkLst>
        <pc:spChg chg="mod">
          <ac:chgData name="White (she/her), Whitney" userId="65f39021-2f1d-4d8b-87dc-b123826f65bf" providerId="ADAL" clId="{F3D8F5AC-D553-419A-8E57-0E9141369249}" dt="2023-08-31T01:30:44.385" v="4" actId="1076"/>
          <ac:spMkLst>
            <pc:docMk/>
            <pc:sldMk cId="1482277026" sldId="256"/>
            <ac:spMk id="2" creationId="{BFFCF5BD-F8FF-4A67-A8B6-EBB21E79279B}"/>
          </ac:spMkLst>
        </pc:spChg>
        <pc:spChg chg="add mod">
          <ac:chgData name="White (she/her), Whitney" userId="65f39021-2f1d-4d8b-87dc-b123826f65bf" providerId="ADAL" clId="{F3D8F5AC-D553-419A-8E57-0E9141369249}" dt="2023-08-31T01:30:42.763" v="3" actId="1076"/>
          <ac:spMkLst>
            <pc:docMk/>
            <pc:sldMk cId="1482277026" sldId="256"/>
            <ac:spMk id="4" creationId="{EDA08759-4C8C-5A7D-DB74-6889C395FC47}"/>
          </ac:spMkLst>
        </pc:spChg>
      </pc:sldChg>
      <pc:sldChg chg="modSp mod">
        <pc:chgData name="White (she/her), Whitney" userId="65f39021-2f1d-4d8b-87dc-b123826f65bf" providerId="ADAL" clId="{F3D8F5AC-D553-419A-8E57-0E9141369249}" dt="2023-08-31T01:30:50.027" v="8" actId="20577"/>
        <pc:sldMkLst>
          <pc:docMk/>
          <pc:sldMk cId="2772527113" sldId="259"/>
        </pc:sldMkLst>
        <pc:spChg chg="mod">
          <ac:chgData name="White (she/her), Whitney" userId="65f39021-2f1d-4d8b-87dc-b123826f65bf" providerId="ADAL" clId="{F3D8F5AC-D553-419A-8E57-0E9141369249}" dt="2023-08-31T01:30:50.027" v="8" actId="20577"/>
          <ac:spMkLst>
            <pc:docMk/>
            <pc:sldMk cId="2772527113" sldId="259"/>
            <ac:spMk id="3" creationId="{8CE08C7F-0286-423B-92F7-DEB89F31111A}"/>
          </ac:spMkLst>
        </pc:spChg>
      </pc:sldChg>
    </pc:docChg>
  </pc:docChgLst>
  <pc:docChgLst>
    <pc:chgData name="White, Whitney" userId="65f39021-2f1d-4d8b-87dc-b123826f65bf" providerId="ADAL" clId="{A455AF9F-5560-4FD1-84F9-068C2015E801}"/>
    <pc:docChg chg="undo custSel addSld delSld modSld">
      <pc:chgData name="White, Whitney" userId="65f39021-2f1d-4d8b-87dc-b123826f65bf" providerId="ADAL" clId="{A455AF9F-5560-4FD1-84F9-068C2015E801}" dt="2022-08-03T19:54:48.804" v="586" actId="20577"/>
      <pc:docMkLst>
        <pc:docMk/>
      </pc:docMkLst>
      <pc:sldChg chg="modSp mod">
        <pc:chgData name="White, Whitney" userId="65f39021-2f1d-4d8b-87dc-b123826f65bf" providerId="ADAL" clId="{A455AF9F-5560-4FD1-84F9-068C2015E801}" dt="2022-08-03T19:38:10.400" v="26" actId="20577"/>
        <pc:sldMkLst>
          <pc:docMk/>
          <pc:sldMk cId="1482277026" sldId="256"/>
        </pc:sldMkLst>
        <pc:spChg chg="mod">
          <ac:chgData name="White, Whitney" userId="65f39021-2f1d-4d8b-87dc-b123826f65bf" providerId="ADAL" clId="{A455AF9F-5560-4FD1-84F9-068C2015E801}" dt="2022-08-03T19:38:10.400" v="26" actId="20577"/>
          <ac:spMkLst>
            <pc:docMk/>
            <pc:sldMk cId="1482277026" sldId="256"/>
            <ac:spMk id="2" creationId="{BFFCF5BD-F8FF-4A67-A8B6-EBB21E79279B}"/>
          </ac:spMkLst>
        </pc:spChg>
        <pc:spChg chg="mod">
          <ac:chgData name="White, Whitney" userId="65f39021-2f1d-4d8b-87dc-b123826f65bf" providerId="ADAL" clId="{A455AF9F-5560-4FD1-84F9-068C2015E801}" dt="2022-08-03T19:38:07.309" v="22" actId="20577"/>
          <ac:spMkLst>
            <pc:docMk/>
            <pc:sldMk cId="1482277026" sldId="256"/>
            <ac:spMk id="3" creationId="{E0FBD98F-3A67-498E-8174-652040DD7B60}"/>
          </ac:spMkLst>
        </pc:spChg>
      </pc:sldChg>
      <pc:sldChg chg="modSp mod">
        <pc:chgData name="White, Whitney" userId="65f39021-2f1d-4d8b-87dc-b123826f65bf" providerId="ADAL" clId="{A455AF9F-5560-4FD1-84F9-068C2015E801}" dt="2022-08-03T19:41:15.104" v="64" actId="255"/>
        <pc:sldMkLst>
          <pc:docMk/>
          <pc:sldMk cId="4071305681" sldId="258"/>
        </pc:sldMkLst>
        <pc:spChg chg="mod">
          <ac:chgData name="White, Whitney" userId="65f39021-2f1d-4d8b-87dc-b123826f65bf" providerId="ADAL" clId="{A455AF9F-5560-4FD1-84F9-068C2015E801}" dt="2022-08-03T19:41:15.104" v="64" actId="255"/>
          <ac:spMkLst>
            <pc:docMk/>
            <pc:sldMk cId="4071305681" sldId="258"/>
            <ac:spMk id="3" creationId="{392BE286-77A6-49DD-B15D-7E4718D52FE7}"/>
          </ac:spMkLst>
        </pc:spChg>
      </pc:sldChg>
      <pc:sldChg chg="modSp mod">
        <pc:chgData name="White, Whitney" userId="65f39021-2f1d-4d8b-87dc-b123826f65bf" providerId="ADAL" clId="{A455AF9F-5560-4FD1-84F9-068C2015E801}" dt="2022-08-03T19:40:57.336" v="60" actId="255"/>
        <pc:sldMkLst>
          <pc:docMk/>
          <pc:sldMk cId="2772527113" sldId="259"/>
        </pc:sldMkLst>
        <pc:spChg chg="mod">
          <ac:chgData name="White, Whitney" userId="65f39021-2f1d-4d8b-87dc-b123826f65bf" providerId="ADAL" clId="{A455AF9F-5560-4FD1-84F9-068C2015E801}" dt="2022-08-03T19:40:57.336" v="60" actId="255"/>
          <ac:spMkLst>
            <pc:docMk/>
            <pc:sldMk cId="2772527113" sldId="259"/>
            <ac:spMk id="3" creationId="{8CE08C7F-0286-423B-92F7-DEB89F31111A}"/>
          </ac:spMkLst>
        </pc:spChg>
      </pc:sldChg>
      <pc:sldChg chg="modSp mod">
        <pc:chgData name="White, Whitney" userId="65f39021-2f1d-4d8b-87dc-b123826f65bf" providerId="ADAL" clId="{A455AF9F-5560-4FD1-84F9-068C2015E801}" dt="2022-08-03T19:54:48.804" v="586" actId="20577"/>
        <pc:sldMkLst>
          <pc:docMk/>
          <pc:sldMk cId="2147408764" sldId="260"/>
        </pc:sldMkLst>
        <pc:spChg chg="mod">
          <ac:chgData name="White, Whitney" userId="65f39021-2f1d-4d8b-87dc-b123826f65bf" providerId="ADAL" clId="{A455AF9F-5560-4FD1-84F9-068C2015E801}" dt="2022-08-03T19:54:48.804" v="586" actId="20577"/>
          <ac:spMkLst>
            <pc:docMk/>
            <pc:sldMk cId="2147408764" sldId="260"/>
            <ac:spMk id="3" creationId="{49F2A5AF-3C0B-4968-A438-E435325199EA}"/>
          </ac:spMkLst>
        </pc:spChg>
      </pc:sldChg>
      <pc:sldChg chg="addSp delSp modSp mod">
        <pc:chgData name="White, Whitney" userId="65f39021-2f1d-4d8b-87dc-b123826f65bf" providerId="ADAL" clId="{A455AF9F-5560-4FD1-84F9-068C2015E801}" dt="2022-08-03T19:41:39.807" v="76" actId="255"/>
        <pc:sldMkLst>
          <pc:docMk/>
          <pc:sldMk cId="3054216349" sldId="261"/>
        </pc:sldMkLst>
        <pc:spChg chg="del">
          <ac:chgData name="White, Whitney" userId="65f39021-2f1d-4d8b-87dc-b123826f65bf" providerId="ADAL" clId="{A455AF9F-5560-4FD1-84F9-068C2015E801}" dt="2022-08-03T19:41:25.104" v="65"/>
          <ac:spMkLst>
            <pc:docMk/>
            <pc:sldMk cId="3054216349" sldId="261"/>
            <ac:spMk id="3" creationId="{AE13FDB6-F093-4D9E-B14E-3D7DB894C34C}"/>
          </ac:spMkLst>
        </pc:spChg>
        <pc:graphicFrameChg chg="add mod modGraphic">
          <ac:chgData name="White, Whitney" userId="65f39021-2f1d-4d8b-87dc-b123826f65bf" providerId="ADAL" clId="{A455AF9F-5560-4FD1-84F9-068C2015E801}" dt="2022-08-03T19:41:39.807" v="76" actId="255"/>
          <ac:graphicFrameMkLst>
            <pc:docMk/>
            <pc:sldMk cId="3054216349" sldId="261"/>
            <ac:graphicFrameMk id="5" creationId="{9EBE34F7-D7D4-4A17-AC3B-A8A6F57B4366}"/>
          </ac:graphicFrameMkLst>
        </pc:graphicFrameChg>
      </pc:sldChg>
      <pc:sldChg chg="modSp mod">
        <pc:chgData name="White, Whitney" userId="65f39021-2f1d-4d8b-87dc-b123826f65bf" providerId="ADAL" clId="{A455AF9F-5560-4FD1-84F9-068C2015E801}" dt="2022-08-03T19:54:15.306" v="535" actId="114"/>
        <pc:sldMkLst>
          <pc:docMk/>
          <pc:sldMk cId="4170921578" sldId="262"/>
        </pc:sldMkLst>
        <pc:spChg chg="mod">
          <ac:chgData name="White, Whitney" userId="65f39021-2f1d-4d8b-87dc-b123826f65bf" providerId="ADAL" clId="{A455AF9F-5560-4FD1-84F9-068C2015E801}" dt="2022-08-03T19:53:51.255" v="529" actId="20577"/>
          <ac:spMkLst>
            <pc:docMk/>
            <pc:sldMk cId="4170921578" sldId="262"/>
            <ac:spMk id="2" creationId="{A7DAC820-49EE-4F41-8B1F-B9E33FF6BE24}"/>
          </ac:spMkLst>
        </pc:spChg>
        <pc:spChg chg="mod">
          <ac:chgData name="White, Whitney" userId="65f39021-2f1d-4d8b-87dc-b123826f65bf" providerId="ADAL" clId="{A455AF9F-5560-4FD1-84F9-068C2015E801}" dt="2022-08-03T19:54:15.306" v="535" actId="114"/>
          <ac:spMkLst>
            <pc:docMk/>
            <pc:sldMk cId="4170921578" sldId="262"/>
            <ac:spMk id="3" creationId="{79FFCA46-4155-4484-8350-F1E0B95F6088}"/>
          </ac:spMkLst>
        </pc:spChg>
      </pc:sldChg>
      <pc:sldChg chg="modSp add del mod">
        <pc:chgData name="White, Whitney" userId="65f39021-2f1d-4d8b-87dc-b123826f65bf" providerId="ADAL" clId="{A455AF9F-5560-4FD1-84F9-068C2015E801}" dt="2022-08-03T19:52:07.198" v="438" actId="20577"/>
        <pc:sldMkLst>
          <pc:docMk/>
          <pc:sldMk cId="1163931679" sldId="263"/>
        </pc:sldMkLst>
        <pc:spChg chg="mod">
          <ac:chgData name="White, Whitney" userId="65f39021-2f1d-4d8b-87dc-b123826f65bf" providerId="ADAL" clId="{A455AF9F-5560-4FD1-84F9-068C2015E801}" dt="2022-08-03T19:51:32.197" v="242" actId="20577"/>
          <ac:spMkLst>
            <pc:docMk/>
            <pc:sldMk cId="1163931679" sldId="263"/>
            <ac:spMk id="2" creationId="{531ECDB3-7F62-4124-A1E9-E48D699D2427}"/>
          </ac:spMkLst>
        </pc:spChg>
        <pc:spChg chg="mod">
          <ac:chgData name="White, Whitney" userId="65f39021-2f1d-4d8b-87dc-b123826f65bf" providerId="ADAL" clId="{A455AF9F-5560-4FD1-84F9-068C2015E801}" dt="2022-08-03T19:52:07.198" v="438" actId="20577"/>
          <ac:spMkLst>
            <pc:docMk/>
            <pc:sldMk cId="1163931679" sldId="263"/>
            <ac:spMk id="3" creationId="{012C84E3-4C09-4253-8964-13B9C34E5E48}"/>
          </ac:spMkLst>
        </pc:spChg>
      </pc:sldChg>
      <pc:sldChg chg="modSp mod">
        <pc:chgData name="White, Whitney" userId="65f39021-2f1d-4d8b-87dc-b123826f65bf" providerId="ADAL" clId="{A455AF9F-5560-4FD1-84F9-068C2015E801}" dt="2022-08-03T19:44:35.704" v="207" actId="255"/>
        <pc:sldMkLst>
          <pc:docMk/>
          <pc:sldMk cId="3493109116" sldId="264"/>
        </pc:sldMkLst>
        <pc:spChg chg="mod">
          <ac:chgData name="White, Whitney" userId="65f39021-2f1d-4d8b-87dc-b123826f65bf" providerId="ADAL" clId="{A455AF9F-5560-4FD1-84F9-068C2015E801}" dt="2022-08-03T19:44:00.893" v="116" actId="20577"/>
          <ac:spMkLst>
            <pc:docMk/>
            <pc:sldMk cId="3493109116" sldId="264"/>
            <ac:spMk id="2" creationId="{D7836664-70C0-47BA-9BFF-496A04EBBFDE}"/>
          </ac:spMkLst>
        </pc:spChg>
        <pc:spChg chg="mod">
          <ac:chgData name="White, Whitney" userId="65f39021-2f1d-4d8b-87dc-b123826f65bf" providerId="ADAL" clId="{A455AF9F-5560-4FD1-84F9-068C2015E801}" dt="2022-08-03T19:44:35.704" v="207" actId="255"/>
          <ac:spMkLst>
            <pc:docMk/>
            <pc:sldMk cId="3493109116" sldId="264"/>
            <ac:spMk id="3" creationId="{F64339F5-2F5D-46B5-A25D-C197D73747BD}"/>
          </ac:spMkLst>
        </pc:spChg>
      </pc:sldChg>
      <pc:sldChg chg="add del">
        <pc:chgData name="White, Whitney" userId="65f39021-2f1d-4d8b-87dc-b123826f65bf" providerId="ADAL" clId="{A455AF9F-5560-4FD1-84F9-068C2015E801}" dt="2022-08-03T19:51:10.624" v="211"/>
        <pc:sldMkLst>
          <pc:docMk/>
          <pc:sldMk cId="1462859386" sldId="265"/>
        </pc:sldMkLst>
      </pc:sldChg>
      <pc:sldChg chg="modSp new mod">
        <pc:chgData name="White, Whitney" userId="65f39021-2f1d-4d8b-87dc-b123826f65bf" providerId="ADAL" clId="{A455AF9F-5560-4FD1-84F9-068C2015E801}" dt="2022-08-03T19:53:32.722" v="499" actId="114"/>
        <pc:sldMkLst>
          <pc:docMk/>
          <pc:sldMk cId="3848479703" sldId="265"/>
        </pc:sldMkLst>
        <pc:spChg chg="mod">
          <ac:chgData name="White, Whitney" userId="65f39021-2f1d-4d8b-87dc-b123826f65bf" providerId="ADAL" clId="{A455AF9F-5560-4FD1-84F9-068C2015E801}" dt="2022-08-03T19:53:10.926" v="490" actId="20577"/>
          <ac:spMkLst>
            <pc:docMk/>
            <pc:sldMk cId="3848479703" sldId="265"/>
            <ac:spMk id="2" creationId="{B1C07C73-F815-4553-B676-423CE5888E5F}"/>
          </ac:spMkLst>
        </pc:spChg>
        <pc:spChg chg="mod">
          <ac:chgData name="White, Whitney" userId="65f39021-2f1d-4d8b-87dc-b123826f65bf" providerId="ADAL" clId="{A455AF9F-5560-4FD1-84F9-068C2015E801}" dt="2022-08-03T19:53:32.722" v="499" actId="114"/>
          <ac:spMkLst>
            <pc:docMk/>
            <pc:sldMk cId="3848479703" sldId="265"/>
            <ac:spMk id="3" creationId="{882576CC-504C-4849-AA9B-948E724CE7E0}"/>
          </ac:spMkLst>
        </pc:spChg>
      </pc:sldChg>
    </pc:docChg>
  </pc:docChgLst>
  <pc:docChgLst>
    <pc:chgData name="White, Whitney" userId="65f39021-2f1d-4d8b-87dc-b123826f65bf" providerId="ADAL" clId="{4ACD2CB2-91FC-4BB1-AC1A-F29A5752FE24}"/>
    <pc:docChg chg="modSld">
      <pc:chgData name="White, Whitney" userId="65f39021-2f1d-4d8b-87dc-b123826f65bf" providerId="ADAL" clId="{4ACD2CB2-91FC-4BB1-AC1A-F29A5752FE24}" dt="2022-08-03T14:16:49.713" v="46" actId="20577"/>
      <pc:docMkLst>
        <pc:docMk/>
      </pc:docMkLst>
      <pc:sldChg chg="modSp mod">
        <pc:chgData name="White, Whitney" userId="65f39021-2f1d-4d8b-87dc-b123826f65bf" providerId="ADAL" clId="{4ACD2CB2-91FC-4BB1-AC1A-F29A5752FE24}" dt="2022-08-03T14:16:49.713" v="46" actId="20577"/>
        <pc:sldMkLst>
          <pc:docMk/>
          <pc:sldMk cId="1482277026" sldId="256"/>
        </pc:sldMkLst>
        <pc:spChg chg="mod">
          <ac:chgData name="White, Whitney" userId="65f39021-2f1d-4d8b-87dc-b123826f65bf" providerId="ADAL" clId="{4ACD2CB2-91FC-4BB1-AC1A-F29A5752FE24}" dt="2022-08-03T14:16:49.713" v="46" actId="20577"/>
          <ac:spMkLst>
            <pc:docMk/>
            <pc:sldMk cId="1482277026" sldId="256"/>
            <ac:spMk id="2" creationId="{BFFCF5BD-F8FF-4A67-A8B6-EBB21E79279B}"/>
          </ac:spMkLst>
        </pc:spChg>
      </pc:sldChg>
    </pc:docChg>
  </pc:docChgLst>
  <pc:docChgLst>
    <pc:chgData name="White, Whitney" userId="65f39021-2f1d-4d8b-87dc-b123826f65bf" providerId="ADAL" clId="{15F59259-5185-4907-AFAB-F5052FE77B22}"/>
    <pc:docChg chg="undo redo custSel modSld">
      <pc:chgData name="White, Whitney" userId="65f39021-2f1d-4d8b-87dc-b123826f65bf" providerId="ADAL" clId="{15F59259-5185-4907-AFAB-F5052FE77B22}" dt="2022-07-26T15:33:59.733" v="229" actId="20577"/>
      <pc:docMkLst>
        <pc:docMk/>
      </pc:docMkLst>
      <pc:sldChg chg="addSp delSp modSp mod">
        <pc:chgData name="White, Whitney" userId="65f39021-2f1d-4d8b-87dc-b123826f65bf" providerId="ADAL" clId="{15F59259-5185-4907-AFAB-F5052FE77B22}" dt="2022-07-26T15:33:52.678" v="228" actId="20577"/>
        <pc:sldMkLst>
          <pc:docMk/>
          <pc:sldMk cId="1482277026" sldId="256"/>
        </pc:sldMkLst>
        <pc:spChg chg="add del mod">
          <ac:chgData name="White, Whitney" userId="65f39021-2f1d-4d8b-87dc-b123826f65bf" providerId="ADAL" clId="{15F59259-5185-4907-AFAB-F5052FE77B22}" dt="2022-07-26T15:33:44.464" v="223" actId="1076"/>
          <ac:spMkLst>
            <pc:docMk/>
            <pc:sldMk cId="1482277026" sldId="256"/>
            <ac:spMk id="2" creationId="{BFFCF5BD-F8FF-4A67-A8B6-EBB21E79279B}"/>
          </ac:spMkLst>
        </pc:spChg>
        <pc:spChg chg="mod">
          <ac:chgData name="White, Whitney" userId="65f39021-2f1d-4d8b-87dc-b123826f65bf" providerId="ADAL" clId="{15F59259-5185-4907-AFAB-F5052FE77B22}" dt="2022-07-26T15:33:52.678" v="228" actId="20577"/>
          <ac:spMkLst>
            <pc:docMk/>
            <pc:sldMk cId="1482277026" sldId="256"/>
            <ac:spMk id="3" creationId="{E0FBD98F-3A67-498E-8174-652040DD7B60}"/>
          </ac:spMkLst>
        </pc:spChg>
        <pc:spChg chg="add del mod">
          <ac:chgData name="White, Whitney" userId="65f39021-2f1d-4d8b-87dc-b123826f65bf" providerId="ADAL" clId="{15F59259-5185-4907-AFAB-F5052FE77B22}" dt="2022-07-26T15:29:20.923" v="152" actId="21"/>
          <ac:spMkLst>
            <pc:docMk/>
            <pc:sldMk cId="1482277026" sldId="256"/>
            <ac:spMk id="5" creationId="{58E7B3C0-9BD3-404B-B102-7FBF8313C971}"/>
          </ac:spMkLst>
        </pc:spChg>
        <pc:spChg chg="add del mod">
          <ac:chgData name="White, Whitney" userId="65f39021-2f1d-4d8b-87dc-b123826f65bf" providerId="ADAL" clId="{15F59259-5185-4907-AFAB-F5052FE77B22}" dt="2022-07-26T15:29:20.919" v="149" actId="767"/>
          <ac:spMkLst>
            <pc:docMk/>
            <pc:sldMk cId="1482277026" sldId="256"/>
            <ac:spMk id="6" creationId="{F02E5AD3-659A-4814-9E1B-DBC312C6AC71}"/>
          </ac:spMkLst>
        </pc:spChg>
        <pc:spChg chg="add del mod">
          <ac:chgData name="White, Whitney" userId="65f39021-2f1d-4d8b-87dc-b123826f65bf" providerId="ADAL" clId="{15F59259-5185-4907-AFAB-F5052FE77B22}" dt="2022-07-26T15:29:12.081" v="146"/>
          <ac:spMkLst>
            <pc:docMk/>
            <pc:sldMk cId="1482277026" sldId="256"/>
            <ac:spMk id="7" creationId="{E0258E4E-EA3B-4DFF-8614-1BB74DF272B0}"/>
          </ac:spMkLst>
        </pc:spChg>
      </pc:sldChg>
      <pc:sldChg chg="modSp mod">
        <pc:chgData name="White, Whitney" userId="65f39021-2f1d-4d8b-87dc-b123826f65bf" providerId="ADAL" clId="{15F59259-5185-4907-AFAB-F5052FE77B22}" dt="2022-07-26T15:31:19.056" v="206" actId="6549"/>
        <pc:sldMkLst>
          <pc:docMk/>
          <pc:sldMk cId="4071305681" sldId="258"/>
        </pc:sldMkLst>
        <pc:spChg chg="mod">
          <ac:chgData name="White, Whitney" userId="65f39021-2f1d-4d8b-87dc-b123826f65bf" providerId="ADAL" clId="{15F59259-5185-4907-AFAB-F5052FE77B22}" dt="2022-07-26T15:31:19.056" v="206" actId="6549"/>
          <ac:spMkLst>
            <pc:docMk/>
            <pc:sldMk cId="4071305681" sldId="258"/>
            <ac:spMk id="3" creationId="{392BE286-77A6-49DD-B15D-7E4718D52FE7}"/>
          </ac:spMkLst>
        </pc:spChg>
      </pc:sldChg>
      <pc:sldChg chg="modSp mod">
        <pc:chgData name="White, Whitney" userId="65f39021-2f1d-4d8b-87dc-b123826f65bf" providerId="ADAL" clId="{15F59259-5185-4907-AFAB-F5052FE77B22}" dt="2022-07-26T15:33:59.733" v="229" actId="20577"/>
        <pc:sldMkLst>
          <pc:docMk/>
          <pc:sldMk cId="2772527113" sldId="259"/>
        </pc:sldMkLst>
        <pc:spChg chg="mod">
          <ac:chgData name="White, Whitney" userId="65f39021-2f1d-4d8b-87dc-b123826f65bf" providerId="ADAL" clId="{15F59259-5185-4907-AFAB-F5052FE77B22}" dt="2022-07-26T15:33:59.733" v="229" actId="20577"/>
          <ac:spMkLst>
            <pc:docMk/>
            <pc:sldMk cId="2772527113" sldId="259"/>
            <ac:spMk id="3" creationId="{8CE08C7F-0286-423B-92F7-DEB89F31111A}"/>
          </ac:spMkLst>
        </pc:spChg>
      </pc:sldChg>
      <pc:sldChg chg="modSp mod">
        <pc:chgData name="White, Whitney" userId="65f39021-2f1d-4d8b-87dc-b123826f65bf" providerId="ADAL" clId="{15F59259-5185-4907-AFAB-F5052FE77B22}" dt="2022-07-26T15:31:56.494" v="217" actId="20577"/>
        <pc:sldMkLst>
          <pc:docMk/>
          <pc:sldMk cId="2147408764" sldId="260"/>
        </pc:sldMkLst>
        <pc:spChg chg="mod">
          <ac:chgData name="White, Whitney" userId="65f39021-2f1d-4d8b-87dc-b123826f65bf" providerId="ADAL" clId="{15F59259-5185-4907-AFAB-F5052FE77B22}" dt="2022-07-26T15:31:56.494" v="217" actId="20577"/>
          <ac:spMkLst>
            <pc:docMk/>
            <pc:sldMk cId="2147408764" sldId="260"/>
            <ac:spMk id="3" creationId="{49F2A5AF-3C0B-4968-A438-E435325199EA}"/>
          </ac:spMkLst>
        </pc:spChg>
      </pc:sldChg>
      <pc:sldChg chg="modSp mod">
        <pc:chgData name="White, Whitney" userId="65f39021-2f1d-4d8b-87dc-b123826f65bf" providerId="ADAL" clId="{15F59259-5185-4907-AFAB-F5052FE77B22}" dt="2022-07-26T15:31:22.286" v="207" actId="6549"/>
        <pc:sldMkLst>
          <pc:docMk/>
          <pc:sldMk cId="3054216349" sldId="261"/>
        </pc:sldMkLst>
        <pc:spChg chg="mod">
          <ac:chgData name="White, Whitney" userId="65f39021-2f1d-4d8b-87dc-b123826f65bf" providerId="ADAL" clId="{15F59259-5185-4907-AFAB-F5052FE77B22}" dt="2022-07-26T15:31:22.286" v="207" actId="6549"/>
          <ac:spMkLst>
            <pc:docMk/>
            <pc:sldMk cId="3054216349" sldId="261"/>
            <ac:spMk id="3" creationId="{AE13FDB6-F093-4D9E-B14E-3D7DB894C34C}"/>
          </ac:spMkLst>
        </pc:spChg>
      </pc:sldChg>
      <pc:sldChg chg="modSp mod modAnim">
        <pc:chgData name="White, Whitney" userId="65f39021-2f1d-4d8b-87dc-b123826f65bf" providerId="ADAL" clId="{15F59259-5185-4907-AFAB-F5052FE77B22}" dt="2022-07-26T15:31:49.126" v="215" actId="27636"/>
        <pc:sldMkLst>
          <pc:docMk/>
          <pc:sldMk cId="4170921578" sldId="262"/>
        </pc:sldMkLst>
        <pc:spChg chg="mod">
          <ac:chgData name="White, Whitney" userId="65f39021-2f1d-4d8b-87dc-b123826f65bf" providerId="ADAL" clId="{15F59259-5185-4907-AFAB-F5052FE77B22}" dt="2022-07-26T15:31:45.880" v="213" actId="6549"/>
          <ac:spMkLst>
            <pc:docMk/>
            <pc:sldMk cId="4170921578" sldId="262"/>
            <ac:spMk id="2" creationId="{A7DAC820-49EE-4F41-8B1F-B9E33FF6BE24}"/>
          </ac:spMkLst>
        </pc:spChg>
        <pc:spChg chg="mod">
          <ac:chgData name="White, Whitney" userId="65f39021-2f1d-4d8b-87dc-b123826f65bf" providerId="ADAL" clId="{15F59259-5185-4907-AFAB-F5052FE77B22}" dt="2022-07-26T15:31:49.126" v="215" actId="27636"/>
          <ac:spMkLst>
            <pc:docMk/>
            <pc:sldMk cId="4170921578" sldId="262"/>
            <ac:spMk id="3" creationId="{79FFCA46-4155-4484-8350-F1E0B95F6088}"/>
          </ac:spMkLst>
        </pc:spChg>
      </pc:sldChg>
      <pc:sldChg chg="modSp mod modAnim">
        <pc:chgData name="White, Whitney" userId="65f39021-2f1d-4d8b-87dc-b123826f65bf" providerId="ADAL" clId="{15F59259-5185-4907-AFAB-F5052FE77B22}" dt="2022-07-26T15:31:41.656" v="212" actId="6549"/>
        <pc:sldMkLst>
          <pc:docMk/>
          <pc:sldMk cId="1163931679" sldId="263"/>
        </pc:sldMkLst>
        <pc:spChg chg="mod">
          <ac:chgData name="White, Whitney" userId="65f39021-2f1d-4d8b-87dc-b123826f65bf" providerId="ADAL" clId="{15F59259-5185-4907-AFAB-F5052FE77B22}" dt="2022-07-26T15:31:41.656" v="212" actId="6549"/>
          <ac:spMkLst>
            <pc:docMk/>
            <pc:sldMk cId="1163931679" sldId="263"/>
            <ac:spMk id="2" creationId="{531ECDB3-7F62-4124-A1E9-E48D699D2427}"/>
          </ac:spMkLst>
        </pc:spChg>
        <pc:spChg chg="mod">
          <ac:chgData name="White, Whitney" userId="65f39021-2f1d-4d8b-87dc-b123826f65bf" providerId="ADAL" clId="{15F59259-5185-4907-AFAB-F5052FE77B22}" dt="2022-07-26T15:31:39.406" v="211" actId="27636"/>
          <ac:spMkLst>
            <pc:docMk/>
            <pc:sldMk cId="1163931679" sldId="263"/>
            <ac:spMk id="3" creationId="{012C84E3-4C09-4253-8964-13B9C34E5E48}"/>
          </ac:spMkLst>
        </pc:spChg>
      </pc:sldChg>
      <pc:sldChg chg="modSp mod modAnim">
        <pc:chgData name="White, Whitney" userId="65f39021-2f1d-4d8b-87dc-b123826f65bf" providerId="ADAL" clId="{15F59259-5185-4907-AFAB-F5052FE77B22}" dt="2022-07-26T15:31:31.895" v="209" actId="6549"/>
        <pc:sldMkLst>
          <pc:docMk/>
          <pc:sldMk cId="3493109116" sldId="264"/>
        </pc:sldMkLst>
        <pc:spChg chg="mod">
          <ac:chgData name="White, Whitney" userId="65f39021-2f1d-4d8b-87dc-b123826f65bf" providerId="ADAL" clId="{15F59259-5185-4907-AFAB-F5052FE77B22}" dt="2022-07-26T15:31:28.511" v="208" actId="6549"/>
          <ac:spMkLst>
            <pc:docMk/>
            <pc:sldMk cId="3493109116" sldId="264"/>
            <ac:spMk id="2" creationId="{D7836664-70C0-47BA-9BFF-496A04EBBFDE}"/>
          </ac:spMkLst>
        </pc:spChg>
        <pc:spChg chg="mod">
          <ac:chgData name="White, Whitney" userId="65f39021-2f1d-4d8b-87dc-b123826f65bf" providerId="ADAL" clId="{15F59259-5185-4907-AFAB-F5052FE77B22}" dt="2022-07-26T15:31:31.895" v="209" actId="6549"/>
          <ac:spMkLst>
            <pc:docMk/>
            <pc:sldMk cId="3493109116" sldId="264"/>
            <ac:spMk id="3" creationId="{F64339F5-2F5D-46B5-A25D-C197D73747BD}"/>
          </ac:spMkLst>
        </pc:spChg>
      </pc:sldChg>
    </pc:docChg>
  </pc:docChgLst>
  <pc:docChgLst>
    <pc:chgData name="White, Whitney" userId="65f39021-2f1d-4d8b-87dc-b123826f65bf" providerId="ADAL" clId="{BF4B8836-0A11-4AA0-9E90-D808237E7929}"/>
    <pc:docChg chg="custSel modSld">
      <pc:chgData name="White, Whitney" userId="65f39021-2f1d-4d8b-87dc-b123826f65bf" providerId="ADAL" clId="{BF4B8836-0A11-4AA0-9E90-D808237E7929}" dt="2022-07-30T15:11:00.548" v="131" actId="20577"/>
      <pc:docMkLst>
        <pc:docMk/>
      </pc:docMkLst>
      <pc:sldChg chg="modSp mod">
        <pc:chgData name="White, Whitney" userId="65f39021-2f1d-4d8b-87dc-b123826f65bf" providerId="ADAL" clId="{BF4B8836-0A11-4AA0-9E90-D808237E7929}" dt="2022-07-30T15:11:00.548" v="131" actId="20577"/>
        <pc:sldMkLst>
          <pc:docMk/>
          <pc:sldMk cId="1482277026" sldId="256"/>
        </pc:sldMkLst>
        <pc:spChg chg="mod">
          <ac:chgData name="White, Whitney" userId="65f39021-2f1d-4d8b-87dc-b123826f65bf" providerId="ADAL" clId="{BF4B8836-0A11-4AA0-9E90-D808237E7929}" dt="2022-07-30T15:11:00.548" v="131" actId="20577"/>
          <ac:spMkLst>
            <pc:docMk/>
            <pc:sldMk cId="1482277026" sldId="256"/>
            <ac:spMk id="2" creationId="{BFFCF5BD-F8FF-4A67-A8B6-EBB21E79279B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5DDE70-9ADB-4C9A-B58D-9BDED1E4A627}" type="datetimeFigureOut">
              <a:rPr lang="en-US" smtClean="0"/>
              <a:t>8/30/2023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49DE8-90B8-4B66-9B76-C7482BDD03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829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E4FD1-C863-4F6C-BC67-9529A3DF2F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02A33A-B5BD-43C3-902B-F6F09D5D238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insert Lesson Plan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77D06-A159-4AA2-93DA-1C52F18EC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4C3A9F1-823B-4DED-8A9C-F71E6CE5796E}" type="datetime1">
              <a:rPr lang="en-US" smtClean="0"/>
              <a:t>8/30/2023</a:t>
            </a:fld>
            <a:endParaRPr lang="en-US" dirty="0"/>
          </a:p>
        </p:txBody>
      </p:sp>
      <p:pic>
        <p:nvPicPr>
          <p:cNvPr id="9" name="Picture 8" descr="Icon. This is TEA's logo.">
            <a:extLst>
              <a:ext uri="{FF2B5EF4-FFF2-40B4-BE49-F238E27FC236}">
                <a16:creationId xmlns:a16="http://schemas.microsoft.com/office/drawing/2014/main" id="{659EBB25-66A1-4A3B-BD33-7EA2296727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 descr="Icon&#10;&#10;This is TEA's Education and Training logo.">
            <a:extLst>
              <a:ext uri="{FF2B5EF4-FFF2-40B4-BE49-F238E27FC236}">
                <a16:creationId xmlns:a16="http://schemas.microsoft.com/office/drawing/2014/main" id="{253E1ECF-C55D-47F6-BD1B-E5CFD8AC6DC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0018" y="5619940"/>
            <a:ext cx="548640" cy="918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5637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3952EC27-F26B-4322-BE1D-79E86DF9367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7" name="Picture 6" descr="Icon.&#10;&#10;This is TEA's logo.">
            <a:extLst>
              <a:ext uri="{FF2B5EF4-FFF2-40B4-BE49-F238E27FC236}">
                <a16:creationId xmlns:a16="http://schemas.microsoft.com/office/drawing/2014/main" id="{5E0CFE64-7D39-43D0-AAFE-02B4F49538F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6C9151B-2AB9-45C2-83BD-E5F2A1385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CF151C-FCEC-402E-946E-FFBB138CCC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2676C1-1BAD-4C95-93B1-0521C6096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FA63772-DBA2-4AC7-80D7-5D423EA9FA3C}" type="datetime1">
              <a:rPr lang="en-US" smtClean="0"/>
              <a:t>8/30/2023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950A59-130A-44A5-9168-67E5241BD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6395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B2BA44D-5463-4739-92DD-A12DF6D39E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007F5972-B8BD-4624-B605-5D7E30461D9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B8D024-2002-4D1F-B2F4-818A3AE1C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81A1FD-4443-45CB-9625-00873E1F37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97D6C9-834D-47FE-A0C7-DB3B2E40CB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3995EF-AAAA-4FB8-8BC8-3C5C9D766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0AFF5-B04B-402F-A66D-73FFE55B90A5}" type="datetime1">
              <a:rPr lang="en-US" smtClean="0"/>
              <a:t>8/30/2023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949A45-2D3F-45E0-9651-F2BB98073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4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Icon&#10;&#10;This is TEA's E&amp;T logo.">
            <a:extLst>
              <a:ext uri="{FF2B5EF4-FFF2-40B4-BE49-F238E27FC236}">
                <a16:creationId xmlns:a16="http://schemas.microsoft.com/office/drawing/2014/main" id="{ED6DCFE0-29AE-4AD0-BD08-B81AC0B7E71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6" name="Picture 5" descr="Icon.&#10;&#10;This is TEA's logo.">
            <a:extLst>
              <a:ext uri="{FF2B5EF4-FFF2-40B4-BE49-F238E27FC236}">
                <a16:creationId xmlns:a16="http://schemas.microsoft.com/office/drawing/2014/main" id="{AFD2FB0B-28F4-4754-AC40-6EB57E16519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CCA1F59-10A0-43F6-9ED7-DE8CB1637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E26DD3-E445-481B-9E2A-838E7F52A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4A506-6889-4F7C-A35D-9173F655B112}" type="datetime1">
              <a:rPr lang="en-US" smtClean="0"/>
              <a:t>8/30/2023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1E09D6-CB72-40FF-9BBA-2E736CEC5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7603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B5FAF1F7-69D1-48B7-B507-F3B679B8909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D54A681B-39F8-4AF9-B518-FCFAA5D3B4F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93258C-A373-4A72-8D76-37BF36B7D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FB9538-CE15-4C63-AC84-5352E688E0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3CD23-0AA9-4649-BC6F-AF45EB68A4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ECAFE6-DED3-4180-88B3-AB1AF2AE9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0BC81-90C7-4034-841A-62432A0701C4}" type="datetime1">
              <a:rPr lang="en-US" smtClean="0"/>
              <a:t>8/30/2023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AEF087-6D43-4EAE-9B1B-CEB9C3AC5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49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0EEECB2-4807-41E3-B2D3-991EE641007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25C4FCAD-219B-4F99-A83E-DA5126B57DE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AB400A-C810-4485-886B-EBBC5DD6C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684E1D-A07E-43A4-9566-78EC65CF04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BF354A-AAF6-40F3-97E9-EACCAB858E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092308-4B6B-4A76-A68F-BE16B13E1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4B010-5EDA-416E-B5AB-AEBD814FEF92}" type="datetime1">
              <a:rPr lang="en-US" smtClean="0"/>
              <a:t>8/30/2023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7AFB43-88EB-4A6C-AB03-405A03ABE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1977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9192C8-5397-4FC4-85A7-05CFC3532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EC8621-C852-47CD-A118-D24B6AC3DD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1DE9C7-0406-4194-A53C-344BADD62F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86C95F-23BA-4339-9C8C-C90EF96A4C91}" type="datetime1">
              <a:rPr lang="en-US" smtClean="0"/>
              <a:t>8/30/2023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0D1EDA-3944-4DA5-A7A2-1ACE238533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1.02: Exploring the Impact of Teachers on Student Lives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111E65-8042-49F9-8B63-5DF8961B32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077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4" r:id="rId4"/>
    <p:sldLayoutId id="2147483656" r:id="rId5"/>
    <p:sldLayoutId id="2147483657" r:id="rId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creativecommons.org/licenses/by-nc-sa/4.0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vimeo.com/175614308" TargetMode="External"/><Relationship Id="rId2" Type="http://schemas.openxmlformats.org/officeDocument/2006/relationships/hyperlink" Target="https://vimeo.com/173634633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vimeo.com/174602090" TargetMode="External"/><Relationship Id="rId2" Type="http://schemas.openxmlformats.org/officeDocument/2006/relationships/hyperlink" Target="https://vimeo.com/174602091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CF5BD-F8FF-4A67-A8B6-EBB21E7927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5993670"/>
            <a:ext cx="9144000" cy="370300"/>
          </a:xfrm>
        </p:spPr>
        <p:txBody>
          <a:bodyPr>
            <a:normAutofit/>
          </a:bodyPr>
          <a:lstStyle/>
          <a:p>
            <a:pPr algn="l"/>
            <a:r>
              <a:rPr lang="en-US" sz="1800" dirty="0"/>
              <a:t>Instructional Practices| Unit 2: Classroom Management| Lesson 2.20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FBD98F-3A67-498E-8174-652040DD7B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8469" y="2321719"/>
            <a:ext cx="9515061" cy="2214561"/>
          </a:xfrm>
        </p:spPr>
        <p:txBody>
          <a:bodyPr>
            <a:normAutofit/>
          </a:bodyPr>
          <a:lstStyle/>
          <a:p>
            <a:r>
              <a:rPr lang="en-US" sz="6000" dirty="0"/>
              <a:t>Nonverbal Interventions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A08759-4C8C-5A7D-DB74-6889C395FC47}"/>
              </a:ext>
            </a:extLst>
          </p:cNvPr>
          <p:cNvSpPr txBox="1"/>
          <p:nvPr/>
        </p:nvSpPr>
        <p:spPr>
          <a:xfrm>
            <a:off x="0" y="6363970"/>
            <a:ext cx="11110595" cy="494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kern="1200">
                <a:solidFill>
                  <a:srgbClr val="464646"/>
                </a:soli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work is licensed under a </a:t>
            </a:r>
            <a:r>
              <a:rPr lang="en-US" sz="1800" u="sng" kern="120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2"/>
              </a:rPr>
              <a:t>Creative Commons Attribution-Noncommercial-Share Alike 4.0 International License</a:t>
            </a:r>
            <a:r>
              <a:rPr lang="en-US" sz="1800" kern="120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sz="11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22770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3C58C-DC1D-4BDF-8706-48D86266F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TEKS Standards &amp;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E08C7F-0286-423B-92F7-DEB89F3111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TEKS 3B, 3C, 4C, 7A, 7E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student will: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e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xplain and apply the non-verbal strategies for redirection and reinforcement with emotional constancy</a:t>
            </a:r>
            <a:endParaRPr lang="en-US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dirty="0">
                <a:effectLst/>
                <a:ea typeface="Calibri" panose="020F0502020204030204" pitchFamily="34" charset="0"/>
              </a:rPr>
              <a:t>dentify and explain the impact of key elements of effective nonverbal corrections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0EEDDD-3DDC-4909-AF99-60870B25C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5271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3F004-EE4F-44F2-AA0E-56B8CFF11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Bellringer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2BE286-77A6-49DD-B15D-7E4718D52F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effectLst/>
                <a:latin typeface="Open Sans" panose="020B0606030504020204" pitchFamily="34" charset="0"/>
                <a:ea typeface="Calibri" panose="020F0502020204030204" pitchFamily="34" charset="0"/>
              </a:rPr>
              <a:t>Has a teacher or coach ever publicly corrected yours or a classmate’s behavior? </a:t>
            </a:r>
          </a:p>
          <a:p>
            <a:pPr marL="0" indent="0">
              <a:buNone/>
            </a:pPr>
            <a:endParaRPr lang="en-US" dirty="0">
              <a:latin typeface="Open Sans" panose="020B0606030504020204" pitchFamily="34" charset="0"/>
              <a:ea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dirty="0">
                <a:effectLst/>
                <a:latin typeface="Open Sans" panose="020B0606030504020204" pitchFamily="34" charset="0"/>
                <a:ea typeface="Calibri" panose="020F0502020204030204" pitchFamily="34" charset="0"/>
              </a:rPr>
              <a:t>How did it feel? What was the result?</a:t>
            </a:r>
            <a:r>
              <a:rPr lang="en-US" dirty="0">
                <a:solidFill>
                  <a:srgbClr val="000000"/>
                </a:solidFill>
                <a:effectLst/>
                <a:latin typeface="Open Sans" panose="020B0606030504020204" pitchFamily="34" charset="0"/>
                <a:ea typeface="Times New Roman" panose="02020603050405020304" pitchFamily="18" charset="0"/>
              </a:rPr>
              <a:t> 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C7D18A-F106-4CA1-A59B-DE4084E58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13056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0E203D-F288-408D-B325-66954BDD3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Vocabulary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9EBE34F7-D7D4-4A17-AC3B-A8A6F57B436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66104489"/>
              </p:ext>
            </p:extLst>
          </p:nvPr>
        </p:nvGraphicFramePr>
        <p:xfrm>
          <a:off x="838200" y="1590261"/>
          <a:ext cx="10515600" cy="4290625"/>
        </p:xfrm>
        <a:graphic>
          <a:graphicData uri="http://schemas.openxmlformats.org/drawingml/2006/table">
            <a:tbl>
              <a:tblPr firstRow="1" firstCol="1" bandRow="1"/>
              <a:tblGrid>
                <a:gridCol w="2296217">
                  <a:extLst>
                    <a:ext uri="{9D8B030D-6E8A-4147-A177-3AD203B41FA5}">
                      <a16:colId xmlns:a16="http://schemas.microsoft.com/office/drawing/2014/main" val="2293576165"/>
                    </a:ext>
                  </a:extLst>
                </a:gridCol>
                <a:gridCol w="8219383">
                  <a:extLst>
                    <a:ext uri="{9D8B030D-6E8A-4147-A177-3AD203B41FA5}">
                      <a16:colId xmlns:a16="http://schemas.microsoft.com/office/drawing/2014/main" val="3081173297"/>
                    </a:ext>
                  </a:extLst>
                </a:gridCol>
              </a:tblGrid>
              <a:tr h="675245"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00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Redirection</a:t>
                      </a:r>
                      <a:endParaRPr lang="en-US" sz="20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00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Changing the course or direction of one’s actions</a:t>
                      </a:r>
                      <a:endParaRPr lang="en-US" sz="20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998332"/>
                  </a:ext>
                </a:extLst>
              </a:tr>
              <a:tr h="675245"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00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Intervention</a:t>
                      </a:r>
                      <a:endParaRPr lang="en-US" sz="20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00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Steps to help one improve in their area of need</a:t>
                      </a:r>
                      <a:endParaRPr lang="en-US" sz="20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54344815"/>
                  </a:ext>
                </a:extLst>
              </a:tr>
              <a:tr h="675245"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00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Least Invasive Intervention</a:t>
                      </a:r>
                      <a:endParaRPr lang="en-US" sz="20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00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Redirecting an undesired behavior with minimal disruption</a:t>
                      </a:r>
                      <a:endParaRPr lang="en-US" sz="20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64115726"/>
                  </a:ext>
                </a:extLst>
              </a:tr>
              <a:tr h="771707"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00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Nonverbal Interventions</a:t>
                      </a:r>
                      <a:endParaRPr lang="en-US" sz="20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00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Gestures, silently modeling a desired behavior, facial expressions, eye contact, etc. that reinforce expectations, manage classroom transitions, and keep group discussions productive</a:t>
                      </a:r>
                      <a:endParaRPr lang="en-US" sz="20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93325400"/>
                  </a:ext>
                </a:extLst>
              </a:tr>
              <a:tr h="675245"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00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Emotional Constancy</a:t>
                      </a:r>
                      <a:endParaRPr lang="en-US" sz="20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0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Maintaining a calm demeanor by managing tone and body language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2186273"/>
                  </a:ext>
                </a:extLst>
              </a:tr>
              <a:tr h="675245"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00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Reinforce</a:t>
                      </a:r>
                      <a:endParaRPr lang="en-US" sz="20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0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 response to behavior that 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increases the likelihood that the behavior will be repeated.</a:t>
                      </a:r>
                      <a:r>
                        <a:rPr lang="en-US" sz="20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en-US" sz="20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11668447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BAFE7B-549A-4E98-93BA-74C837CF2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42163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36664-70C0-47BA-9BFF-496A04EBBF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0062"/>
            <a:ext cx="10515600" cy="1325563"/>
          </a:xfrm>
        </p:spPr>
        <p:txBody>
          <a:bodyPr/>
          <a:lstStyle/>
          <a:p>
            <a:r>
              <a:rPr lang="en-US" dirty="0"/>
              <a:t>Least Invasive Interventions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4339F5-2F5D-46B5-A25D-C197D73747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>
              <a:buAutoNum type="arabicParenR"/>
            </a:pPr>
            <a:r>
              <a:rPr lang="en-US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Nonverbal Intervention</a:t>
            </a:r>
          </a:p>
          <a:p>
            <a:pPr marL="342900" indent="-342900">
              <a:buAutoNum type="arabicParenR"/>
            </a:pP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Verbal Intervention</a:t>
            </a:r>
          </a:p>
          <a:p>
            <a:pPr marL="342900" indent="-342900">
              <a:buAutoNum type="arabicParenR"/>
            </a:pPr>
            <a:r>
              <a:rPr lang="en-US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Private Individual Correction</a:t>
            </a:r>
          </a:p>
          <a:p>
            <a:pPr marL="0" indent="0">
              <a:buNone/>
            </a:pPr>
            <a:endParaRPr lang="en-US" sz="1800" dirty="0">
              <a:solidFill>
                <a:srgbClr val="000000"/>
              </a:solidFill>
              <a:latin typeface="Calibri" panose="020F0502020204030204" pitchFamily="34" charset="0"/>
              <a:ea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67700B-954E-42AD-AD69-9CC1C5B51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31091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C07C73-F815-4553-B676-423CE5888E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Videos: Introduction to Nonverbal Interventions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2576CC-504C-4849-AA9B-948E724CE7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marR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i="1" u="sng" dirty="0">
                <a:solidFill>
                  <a:srgbClr val="0D6CB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2"/>
              </a:rPr>
              <a:t>Video: Nonverbal Interventions: Julia Worrell</a:t>
            </a:r>
            <a:endParaRPr lang="en-US" i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i="1" u="sng" dirty="0">
                <a:solidFill>
                  <a:srgbClr val="0D6CB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hlinkClick r:id="rId3"/>
              </a:rPr>
              <a:t>Video: Nonverbal Interventions: Doug Lemov &amp; Nicole Willey</a:t>
            </a:r>
            <a:endParaRPr lang="en-US" sz="4000" i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F9EC5E-1602-4697-82EF-49B3EA14C7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84797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1ECDB3-7F62-4124-A1E9-E48D699D24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0062"/>
            <a:ext cx="10515600" cy="1325563"/>
          </a:xfrm>
        </p:spPr>
        <p:txBody>
          <a:bodyPr/>
          <a:lstStyle/>
          <a:p>
            <a:r>
              <a:rPr lang="en-US" dirty="0"/>
              <a:t>Keys for Effective Nonverbals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2C84E3-4C09-4253-8964-13B9C34E5E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Reinforce expectations you already taught</a:t>
            </a:r>
          </a:p>
          <a:p>
            <a:r>
              <a:rPr lang="en-US" dirty="0"/>
              <a:t>Redirect early</a:t>
            </a:r>
          </a:p>
          <a:p>
            <a:r>
              <a:rPr lang="en-US" dirty="0"/>
              <a:t>Deliver nonverbals while teaching</a:t>
            </a:r>
          </a:p>
          <a:p>
            <a:r>
              <a:rPr lang="en-US" dirty="0"/>
              <a:t>Communicate the solution</a:t>
            </a:r>
          </a:p>
          <a:p>
            <a:r>
              <a:rPr lang="en-US" dirty="0"/>
              <a:t>Model emotional constancy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7159D5-CAC3-47F8-8492-7D28C15A3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39316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AC820-49EE-4F41-8B1F-B9E33FF6B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0062"/>
            <a:ext cx="10515600" cy="1325563"/>
          </a:xfrm>
        </p:spPr>
        <p:txBody>
          <a:bodyPr/>
          <a:lstStyle/>
          <a:p>
            <a:r>
              <a:rPr lang="en-US" dirty="0"/>
              <a:t>Videos: Nonverbals in Action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FFCA46-4155-4484-8350-F1E0B95F60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marR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i="1" u="sng" dirty="0">
                <a:solidFill>
                  <a:srgbClr val="0D6CB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2"/>
              </a:rPr>
              <a:t>Video: Nonverbal Interventions: Ashley Hinton</a:t>
            </a:r>
            <a:endParaRPr lang="en-US" i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i="1" u="sng" dirty="0">
                <a:solidFill>
                  <a:srgbClr val="0D6CB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hlinkClick r:id="rId3"/>
              </a:rPr>
              <a:t>Video: Nonverbal Interventions: Nicole Willey</a:t>
            </a:r>
            <a:endParaRPr lang="en-US" i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0C1FB4-016B-4122-B211-50411DB9B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09215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B837C-3E07-4129-B371-9F5CA97D5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Exit Ticket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F2A5AF-3C0B-4968-A438-E435325199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Match the scenario on your </a:t>
            </a:r>
            <a:r>
              <a:rPr lang="en-US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Exit Ticket 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with the appropriate key for least invasive interventions by drawing a line to connect them.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How do least invasive interventions help create a strong classroom culture?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210221-3F4A-4187-A674-5BB2A5218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74087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124</TotalTime>
  <Words>304</Words>
  <Application>Microsoft Office PowerPoint</Application>
  <PresentationFormat>Widescreen</PresentationFormat>
  <Paragraphs>54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Calibri Light</vt:lpstr>
      <vt:lpstr>Open Sans</vt:lpstr>
      <vt:lpstr>Symbol</vt:lpstr>
      <vt:lpstr>Office Theme</vt:lpstr>
      <vt:lpstr>Instructional Practices| Unit 2: Classroom Management| Lesson 2.20</vt:lpstr>
      <vt:lpstr>TEKS Standards &amp; Objectives</vt:lpstr>
      <vt:lpstr>Bellringer</vt:lpstr>
      <vt:lpstr>Vocabulary</vt:lpstr>
      <vt:lpstr>Least Invasive Interventions</vt:lpstr>
      <vt:lpstr>Videos: Introduction to Nonverbal Interventions</vt:lpstr>
      <vt:lpstr>Keys for Effective Nonverbals</vt:lpstr>
      <vt:lpstr>Videos: Nonverbals in Action</vt:lpstr>
      <vt:lpstr>Exit Ticket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2.20: Nonverbal Interventions</dc:title>
  <dc:subject>Lesson 2.20: Nonverbal Interventions</dc:subject>
  <dc:creator>Texas Education Agency</dc:creator>
  <cp:lastModifiedBy>White (she/her), Whitney</cp:lastModifiedBy>
  <cp:revision>3</cp:revision>
  <dcterms:created xsi:type="dcterms:W3CDTF">2022-05-09T19:40:20Z</dcterms:created>
  <dcterms:modified xsi:type="dcterms:W3CDTF">2023-08-31T01:30:56Z</dcterms:modified>
</cp:coreProperties>
</file>
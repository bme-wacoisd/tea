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4"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0CED7-2313-49B1-96FB-CCFF4F2A9BCF}" v="1" dt="2023-08-31T01:37:24.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6BD27A7E-D1CE-462A-B5AC-6B4D4D46619D}"/>
    <pc:docChg chg="custSel delSld modSld">
      <pc:chgData name="White, Whitney" userId="65f39021-2f1d-4d8b-87dc-b123826f65bf" providerId="ADAL" clId="{6BD27A7E-D1CE-462A-B5AC-6B4D4D46619D}" dt="2022-08-03T18:01:30.944" v="255" actId="27636"/>
      <pc:docMkLst>
        <pc:docMk/>
      </pc:docMkLst>
      <pc:sldChg chg="modSp mod">
        <pc:chgData name="White, Whitney" userId="65f39021-2f1d-4d8b-87dc-b123826f65bf" providerId="ADAL" clId="{6BD27A7E-D1CE-462A-B5AC-6B4D4D46619D}" dt="2022-08-03T17:55:42.034" v="33" actId="20577"/>
        <pc:sldMkLst>
          <pc:docMk/>
          <pc:sldMk cId="1482277026" sldId="256"/>
        </pc:sldMkLst>
        <pc:spChg chg="mod">
          <ac:chgData name="White, Whitney" userId="65f39021-2f1d-4d8b-87dc-b123826f65bf" providerId="ADAL" clId="{6BD27A7E-D1CE-462A-B5AC-6B4D4D46619D}" dt="2022-08-03T17:55:42.034" v="33" actId="20577"/>
          <ac:spMkLst>
            <pc:docMk/>
            <pc:sldMk cId="1482277026" sldId="256"/>
            <ac:spMk id="2" creationId="{BFFCF5BD-F8FF-4A67-A8B6-EBB21E79279B}"/>
          </ac:spMkLst>
        </pc:spChg>
        <pc:spChg chg="mod">
          <ac:chgData name="White, Whitney" userId="65f39021-2f1d-4d8b-87dc-b123826f65bf" providerId="ADAL" clId="{6BD27A7E-D1CE-462A-B5AC-6B4D4D46619D}" dt="2022-08-03T17:55:38.813" v="29" actId="20577"/>
          <ac:spMkLst>
            <pc:docMk/>
            <pc:sldMk cId="1482277026" sldId="256"/>
            <ac:spMk id="3" creationId="{E0FBD98F-3A67-498E-8174-652040DD7B60}"/>
          </ac:spMkLst>
        </pc:spChg>
      </pc:sldChg>
      <pc:sldChg chg="modSp mod">
        <pc:chgData name="White, Whitney" userId="65f39021-2f1d-4d8b-87dc-b123826f65bf" providerId="ADAL" clId="{6BD27A7E-D1CE-462A-B5AC-6B4D4D46619D}" dt="2022-08-03T17:58:00.547" v="64" actId="20577"/>
        <pc:sldMkLst>
          <pc:docMk/>
          <pc:sldMk cId="4071305681" sldId="258"/>
        </pc:sldMkLst>
        <pc:spChg chg="mod">
          <ac:chgData name="White, Whitney" userId="65f39021-2f1d-4d8b-87dc-b123826f65bf" providerId="ADAL" clId="{6BD27A7E-D1CE-462A-B5AC-6B4D4D46619D}" dt="2022-08-03T17:58:00.547" v="64" actId="20577"/>
          <ac:spMkLst>
            <pc:docMk/>
            <pc:sldMk cId="4071305681" sldId="258"/>
            <ac:spMk id="3" creationId="{392BE286-77A6-49DD-B15D-7E4718D52FE7}"/>
          </ac:spMkLst>
        </pc:spChg>
      </pc:sldChg>
      <pc:sldChg chg="modSp mod">
        <pc:chgData name="White, Whitney" userId="65f39021-2f1d-4d8b-87dc-b123826f65bf" providerId="ADAL" clId="{6BD27A7E-D1CE-462A-B5AC-6B4D4D46619D}" dt="2022-08-03T17:57:41.956" v="60" actId="20577"/>
        <pc:sldMkLst>
          <pc:docMk/>
          <pc:sldMk cId="2772527113" sldId="259"/>
        </pc:sldMkLst>
        <pc:spChg chg="mod">
          <ac:chgData name="White, Whitney" userId="65f39021-2f1d-4d8b-87dc-b123826f65bf" providerId="ADAL" clId="{6BD27A7E-D1CE-462A-B5AC-6B4D4D46619D}" dt="2022-08-03T17:57:41.956" v="60" actId="20577"/>
          <ac:spMkLst>
            <pc:docMk/>
            <pc:sldMk cId="2772527113" sldId="259"/>
            <ac:spMk id="3" creationId="{8CE08C7F-0286-423B-92F7-DEB89F31111A}"/>
          </ac:spMkLst>
        </pc:spChg>
      </pc:sldChg>
      <pc:sldChg chg="modSp mod">
        <pc:chgData name="White, Whitney" userId="65f39021-2f1d-4d8b-87dc-b123826f65bf" providerId="ADAL" clId="{6BD27A7E-D1CE-462A-B5AC-6B4D4D46619D}" dt="2022-08-03T18:01:30.944" v="255" actId="27636"/>
        <pc:sldMkLst>
          <pc:docMk/>
          <pc:sldMk cId="2147408764" sldId="260"/>
        </pc:sldMkLst>
        <pc:spChg chg="mod">
          <ac:chgData name="White, Whitney" userId="65f39021-2f1d-4d8b-87dc-b123826f65bf" providerId="ADAL" clId="{6BD27A7E-D1CE-462A-B5AC-6B4D4D46619D}" dt="2022-08-03T18:01:30.944" v="255" actId="27636"/>
          <ac:spMkLst>
            <pc:docMk/>
            <pc:sldMk cId="2147408764" sldId="260"/>
            <ac:spMk id="3" creationId="{49F2A5AF-3C0B-4968-A438-E435325199EA}"/>
          </ac:spMkLst>
        </pc:spChg>
      </pc:sldChg>
      <pc:sldChg chg="addSp delSp modSp mod">
        <pc:chgData name="White, Whitney" userId="65f39021-2f1d-4d8b-87dc-b123826f65bf" providerId="ADAL" clId="{6BD27A7E-D1CE-462A-B5AC-6B4D4D46619D}" dt="2022-08-03T17:58:21.987" v="68" actId="1076"/>
        <pc:sldMkLst>
          <pc:docMk/>
          <pc:sldMk cId="3054216349" sldId="261"/>
        </pc:sldMkLst>
        <pc:spChg chg="del">
          <ac:chgData name="White, Whitney" userId="65f39021-2f1d-4d8b-87dc-b123826f65bf" providerId="ADAL" clId="{6BD27A7E-D1CE-462A-B5AC-6B4D4D46619D}" dt="2022-08-03T17:58:11.826" v="65"/>
          <ac:spMkLst>
            <pc:docMk/>
            <pc:sldMk cId="3054216349" sldId="261"/>
            <ac:spMk id="3" creationId="{AE13FDB6-F093-4D9E-B14E-3D7DB894C34C}"/>
          </ac:spMkLst>
        </pc:spChg>
        <pc:graphicFrameChg chg="add mod modGraphic">
          <ac:chgData name="White, Whitney" userId="65f39021-2f1d-4d8b-87dc-b123826f65bf" providerId="ADAL" clId="{6BD27A7E-D1CE-462A-B5AC-6B4D4D46619D}" dt="2022-08-03T17:58:21.987" v="68" actId="1076"/>
          <ac:graphicFrameMkLst>
            <pc:docMk/>
            <pc:sldMk cId="3054216349" sldId="261"/>
            <ac:graphicFrameMk id="5" creationId="{33444D83-3E7E-4B4E-A0D0-0917349503AD}"/>
          </ac:graphicFrameMkLst>
        </pc:graphicFrameChg>
      </pc:sldChg>
      <pc:sldChg chg="del">
        <pc:chgData name="White, Whitney" userId="65f39021-2f1d-4d8b-87dc-b123826f65bf" providerId="ADAL" clId="{6BD27A7E-D1CE-462A-B5AC-6B4D4D46619D}" dt="2022-08-03T18:00:18.255" v="142" actId="47"/>
        <pc:sldMkLst>
          <pc:docMk/>
          <pc:sldMk cId="4170921578" sldId="262"/>
        </pc:sldMkLst>
      </pc:sldChg>
      <pc:sldChg chg="modSp mod">
        <pc:chgData name="White, Whitney" userId="65f39021-2f1d-4d8b-87dc-b123826f65bf" providerId="ADAL" clId="{6BD27A7E-D1CE-462A-B5AC-6B4D4D46619D}" dt="2022-08-03T17:59:36.240" v="141"/>
        <pc:sldMkLst>
          <pc:docMk/>
          <pc:sldMk cId="1163931679" sldId="263"/>
        </pc:sldMkLst>
        <pc:spChg chg="mod">
          <ac:chgData name="White, Whitney" userId="65f39021-2f1d-4d8b-87dc-b123826f65bf" providerId="ADAL" clId="{6BD27A7E-D1CE-462A-B5AC-6B4D4D46619D}" dt="2022-08-03T17:59:28" v="140" actId="20577"/>
          <ac:spMkLst>
            <pc:docMk/>
            <pc:sldMk cId="1163931679" sldId="263"/>
            <ac:spMk id="2" creationId="{531ECDB3-7F62-4124-A1E9-E48D699D2427}"/>
          </ac:spMkLst>
        </pc:spChg>
        <pc:spChg chg="mod">
          <ac:chgData name="White, Whitney" userId="65f39021-2f1d-4d8b-87dc-b123826f65bf" providerId="ADAL" clId="{6BD27A7E-D1CE-462A-B5AC-6B4D4D46619D}" dt="2022-08-03T17:59:36.240" v="141"/>
          <ac:spMkLst>
            <pc:docMk/>
            <pc:sldMk cId="1163931679" sldId="263"/>
            <ac:spMk id="3" creationId="{012C84E3-4C09-4253-8964-13B9C34E5E48}"/>
          </ac:spMkLst>
        </pc:spChg>
      </pc:sldChg>
      <pc:sldChg chg="modSp mod">
        <pc:chgData name="White, Whitney" userId="65f39021-2f1d-4d8b-87dc-b123826f65bf" providerId="ADAL" clId="{6BD27A7E-D1CE-462A-B5AC-6B4D4D46619D}" dt="2022-08-03T17:58:42.281" v="98"/>
        <pc:sldMkLst>
          <pc:docMk/>
          <pc:sldMk cId="3493109116" sldId="264"/>
        </pc:sldMkLst>
        <pc:spChg chg="mod">
          <ac:chgData name="White, Whitney" userId="65f39021-2f1d-4d8b-87dc-b123826f65bf" providerId="ADAL" clId="{6BD27A7E-D1CE-462A-B5AC-6B4D4D46619D}" dt="2022-08-03T17:58:33.490" v="97" actId="20577"/>
          <ac:spMkLst>
            <pc:docMk/>
            <pc:sldMk cId="3493109116" sldId="264"/>
            <ac:spMk id="2" creationId="{D7836664-70C0-47BA-9BFF-496A04EBBFDE}"/>
          </ac:spMkLst>
        </pc:spChg>
        <pc:spChg chg="mod">
          <ac:chgData name="White, Whitney" userId="65f39021-2f1d-4d8b-87dc-b123826f65bf" providerId="ADAL" clId="{6BD27A7E-D1CE-462A-B5AC-6B4D4D46619D}" dt="2022-08-03T17:58:42.281" v="98"/>
          <ac:spMkLst>
            <pc:docMk/>
            <pc:sldMk cId="3493109116" sldId="264"/>
            <ac:spMk id="3" creationId="{F64339F5-2F5D-46B5-A25D-C197D73747BD}"/>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she/her), Whitney" userId="65f39021-2f1d-4d8b-87dc-b123826f65bf" providerId="ADAL" clId="{D140CED7-2313-49B1-96FB-CCFF4F2A9BCF}"/>
    <pc:docChg chg="modSld">
      <pc:chgData name="White (she/her), Whitney" userId="65f39021-2f1d-4d8b-87dc-b123826f65bf" providerId="ADAL" clId="{D140CED7-2313-49B1-96FB-CCFF4F2A9BCF}" dt="2023-08-31T01:37:34.353" v="6" actId="20577"/>
      <pc:docMkLst>
        <pc:docMk/>
      </pc:docMkLst>
      <pc:sldChg chg="addSp modSp mod">
        <pc:chgData name="White (she/her), Whitney" userId="65f39021-2f1d-4d8b-87dc-b123826f65bf" providerId="ADAL" clId="{D140CED7-2313-49B1-96FB-CCFF4F2A9BCF}" dt="2023-08-31T01:37:27.165" v="2" actId="1076"/>
        <pc:sldMkLst>
          <pc:docMk/>
          <pc:sldMk cId="1482277026" sldId="256"/>
        </pc:sldMkLst>
        <pc:spChg chg="mod">
          <ac:chgData name="White (she/her), Whitney" userId="65f39021-2f1d-4d8b-87dc-b123826f65bf" providerId="ADAL" clId="{D140CED7-2313-49B1-96FB-CCFF4F2A9BCF}" dt="2023-08-31T01:37:27.165" v="2" actId="1076"/>
          <ac:spMkLst>
            <pc:docMk/>
            <pc:sldMk cId="1482277026" sldId="256"/>
            <ac:spMk id="2" creationId="{BFFCF5BD-F8FF-4A67-A8B6-EBB21E79279B}"/>
          </ac:spMkLst>
        </pc:spChg>
        <pc:spChg chg="add mod">
          <ac:chgData name="White (she/her), Whitney" userId="65f39021-2f1d-4d8b-87dc-b123826f65bf" providerId="ADAL" clId="{D140CED7-2313-49B1-96FB-CCFF4F2A9BCF}" dt="2023-08-31T01:37:24.188" v="1"/>
          <ac:spMkLst>
            <pc:docMk/>
            <pc:sldMk cId="1482277026" sldId="256"/>
            <ac:spMk id="4" creationId="{D21F5547-61A2-928B-13E2-468839AD19F3}"/>
          </ac:spMkLst>
        </pc:spChg>
      </pc:sldChg>
      <pc:sldChg chg="modSp mod">
        <pc:chgData name="White (she/her), Whitney" userId="65f39021-2f1d-4d8b-87dc-b123826f65bf" providerId="ADAL" clId="{D140CED7-2313-49B1-96FB-CCFF4F2A9BCF}" dt="2023-08-31T01:37:34.353" v="6" actId="20577"/>
        <pc:sldMkLst>
          <pc:docMk/>
          <pc:sldMk cId="2772527113" sldId="259"/>
        </pc:sldMkLst>
        <pc:spChg chg="mod">
          <ac:chgData name="White (she/her), Whitney" userId="65f39021-2f1d-4d8b-87dc-b123826f65bf" providerId="ADAL" clId="{D140CED7-2313-49B1-96FB-CCFF4F2A9BCF}" dt="2023-08-31T01:37:34.353" v="6" actId="20577"/>
          <ac:spMkLst>
            <pc:docMk/>
            <pc:sldMk cId="2772527113" sldId="259"/>
            <ac:spMk id="3" creationId="{8CE08C7F-0286-423B-92F7-DEB89F3111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2: Classroom Management| Lesson 2.11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Rolling Out Classroom Routines</a:t>
            </a:r>
          </a:p>
        </p:txBody>
      </p:sp>
      <p:sp>
        <p:nvSpPr>
          <p:cNvPr id="4" name="TextBox 3">
            <a:extLst>
              <a:ext uri="{FF2B5EF4-FFF2-40B4-BE49-F238E27FC236}">
                <a16:creationId xmlns:a16="http://schemas.microsoft.com/office/drawing/2014/main" id="{D21F5547-61A2-928B-13E2-468839AD19F3}"/>
              </a:ext>
            </a:extLst>
          </p:cNvPr>
          <p:cNvSpPr txBox="1"/>
          <p:nvPr/>
        </p:nvSpPr>
        <p:spPr>
          <a:xfrm>
            <a:off x="0" y="6421772"/>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dirty="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3C, 4C, 7A, 7E</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d</a:t>
            </a:r>
            <a:r>
              <a:rPr lang="en-US" sz="2800" dirty="0">
                <a:effectLst/>
                <a:latin typeface="Calibri" panose="020F0502020204030204" pitchFamily="34" charset="0"/>
                <a:ea typeface="Calibri" panose="020F0502020204030204" pitchFamily="34" charset="0"/>
                <a:cs typeface="Times New Roman" panose="02020603050405020304" pitchFamily="18" charset="0"/>
              </a:rPr>
              <a:t>evelop a set of classroom rules that meet the given success criteria</a:t>
            </a: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Times New Roman" panose="02020603050405020304" pitchFamily="18" charset="0"/>
              </a:rPr>
              <a:t>r</a:t>
            </a:r>
            <a:r>
              <a:rPr lang="en-US" sz="2800" dirty="0">
                <a:effectLst/>
                <a:latin typeface="Calibri" panose="020F0502020204030204" pitchFamily="34" charset="0"/>
                <a:ea typeface="Calibri" panose="020F0502020204030204" pitchFamily="34" charset="0"/>
                <a:cs typeface="Times New Roman" panose="02020603050405020304" pitchFamily="18" charset="0"/>
              </a:rPr>
              <a:t>oll out a set of classroom rules through explicit teaching and modeling that meet the given success criteria</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lnSpc>
                <a:spcPct val="107000"/>
              </a:lnSpc>
              <a:spcBef>
                <a:spcPts val="600"/>
              </a:spcBef>
              <a:spcAft>
                <a:spcPts val="600"/>
              </a:spcAft>
              <a:buNone/>
            </a:pPr>
            <a:r>
              <a:rPr lang="en-US"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Think back to Unit 1 and the lessons on rolling out systems and routines. Respond to the following questions based on what you remember from that unit: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600"/>
              </a:spcBef>
              <a:spcAft>
                <a:spcPts val="600"/>
              </a:spcAft>
              <a:buNone/>
            </a:pPr>
            <a:endParaRPr lang="en-US"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nSpc>
                <a:spcPct val="107000"/>
              </a:lnSpc>
              <a:spcBef>
                <a:spcPts val="600"/>
              </a:spcBef>
              <a:spcAft>
                <a:spcPts val="600"/>
              </a:spcAft>
              <a:buNone/>
            </a:pPr>
            <a:r>
              <a:rPr lang="en-US" sz="2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is the impact of an effective rollout on students?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solidFill>
                <a:srgbClr val="000000"/>
              </a:solidFill>
              <a:effectLst/>
              <a:latin typeface="Calibri" panose="020F0502020204030204" pitchFamily="34" charset="0"/>
              <a:ea typeface="Times New Roman" panose="02020603050405020304" pitchFamily="18" charset="0"/>
            </a:endParaRPr>
          </a:p>
          <a:p>
            <a:pPr marL="0" indent="0">
              <a:buNone/>
            </a:pPr>
            <a:r>
              <a:rPr lang="en-US" sz="2800" dirty="0">
                <a:solidFill>
                  <a:srgbClr val="000000"/>
                </a:solidFill>
                <a:effectLst/>
                <a:latin typeface="Calibri" panose="020F0502020204030204" pitchFamily="34" charset="0"/>
                <a:ea typeface="Times New Roman" panose="02020603050405020304" pitchFamily="18" charset="0"/>
              </a:rPr>
              <a:t>What are the criteria for an effective rollout?</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33444D83-3E7E-4B4E-A0D0-0917349503AD}"/>
              </a:ext>
            </a:extLst>
          </p:cNvPr>
          <p:cNvGraphicFramePr>
            <a:graphicFrameLocks noGrp="1"/>
          </p:cNvGraphicFramePr>
          <p:nvPr>
            <p:ph idx="1"/>
            <p:extLst>
              <p:ext uri="{D42A27DB-BD31-4B8C-83A1-F6EECF244321}">
                <p14:modId xmlns:p14="http://schemas.microsoft.com/office/powerpoint/2010/main" val="1899878743"/>
              </p:ext>
            </p:extLst>
          </p:nvPr>
        </p:nvGraphicFramePr>
        <p:xfrm>
          <a:off x="838200" y="2504661"/>
          <a:ext cx="10515600" cy="2227160"/>
        </p:xfrm>
        <a:graphic>
          <a:graphicData uri="http://schemas.openxmlformats.org/drawingml/2006/table">
            <a:tbl>
              <a:tblPr firstRow="1" firstCol="1" bandRow="1"/>
              <a:tblGrid>
                <a:gridCol w="2296217">
                  <a:extLst>
                    <a:ext uri="{9D8B030D-6E8A-4147-A177-3AD203B41FA5}">
                      <a16:colId xmlns:a16="http://schemas.microsoft.com/office/drawing/2014/main" val="3259358325"/>
                    </a:ext>
                  </a:extLst>
                </a:gridCol>
                <a:gridCol w="8219383">
                  <a:extLst>
                    <a:ext uri="{9D8B030D-6E8A-4147-A177-3AD203B41FA5}">
                      <a16:colId xmlns:a16="http://schemas.microsoft.com/office/drawing/2014/main" val="2494629170"/>
                    </a:ext>
                  </a:extLst>
                </a:gridCol>
              </a:tblGrid>
              <a:tr h="1113580">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Times New Roman" panose="02020603050405020304" pitchFamily="18" charset="0"/>
                        </a:rPr>
                        <a:t>Classroom Rules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Times New Roman" panose="02020603050405020304" pitchFamily="18" charset="0"/>
                        </a:rPr>
                        <a:t>Written expectations for behavior in a classroom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3887668"/>
                  </a:ext>
                </a:extLst>
              </a:tr>
              <a:tr h="1113580">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Times New Roman" panose="02020603050405020304" pitchFamily="18" charset="0"/>
                        </a:rPr>
                        <a:t>Rollout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Times New Roman" panose="02020603050405020304" pitchFamily="18" charset="0"/>
                        </a:rPr>
                        <a:t>The introduction of classroom systems and routines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2534262"/>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Guidelines of Effective Rules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Classroom rules are written expectations for behavior in a classroom.</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Rules are few, always apply, and are easily understood.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They must be explicitly taught and modeled</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They must be implemented in a way that is FIRM, FAIR, and CONSISTENT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Success Criteria: Rollout of Rules</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Clear, concise, and enthusiastic</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Starts with the why</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Models and describes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Pre-empt pitfalls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Calibri" panose="020F0502020204030204" pitchFamily="34" charset="0"/>
              </a:rPr>
              <a:t>Scan and give feedback</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07572"/>
            <a:ext cx="10611678" cy="4707698"/>
          </a:xfrm>
        </p:spPr>
        <p:txBody>
          <a:bodyPr>
            <a:normAutofit fontScale="32500" lnSpcReduction="20000"/>
          </a:bodyPr>
          <a:lstStyle/>
          <a:p>
            <a:pPr marL="0" marR="0" indent="0">
              <a:lnSpc>
                <a:spcPct val="107000"/>
              </a:lnSpc>
              <a:spcBef>
                <a:spcPts val="0"/>
              </a:spcBef>
              <a:spcAft>
                <a:spcPts val="800"/>
              </a:spcAft>
              <a:buNone/>
            </a:pPr>
            <a:r>
              <a:rPr lang="en-US" sz="6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Consider the following rollout speech: </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60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Class, we are going to talk about one of our most important classroom rules today: Be ready and prepared when the bell rings. Do you realize how much learning time can be lost at the beginning of class if you are not ready to go when the bell rings? Let’s do a little math. There are 180 days in a school year. Let’s say that it takes you three minutes a day to get yourselves together, pull out your pencils and notebooks, stop talking with your friends. Three minutes a day may not seem like a lot but over time that’s 9 hours of learning. More than a full day lost. So, get excited! I want everybody to be prepared when the bell rings. Let’s see. Who looks prepared? Mayra looks prepared. Samuel looks prepared. Maria looks prepared. Darius looks prepared. Asa looks prepared. </a:t>
            </a:r>
            <a:endParaRPr lang="en-US" sz="6000" i="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6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6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Which of the following criteria does this rollout speech meet? On your Exit Ticket, check any/all that apply and explain your decisions. Then rewrite the speech so it aligns with all success criteria.</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TotalTime>
  <Words>438</Words>
  <Application>Microsoft Office PowerPoint</Application>
  <PresentationFormat>Widescreen</PresentationFormat>
  <Paragraphs>42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Instructional Practices| Unit 2: Classroom Management| Lesson 2.11</vt:lpstr>
      <vt:lpstr>TEKS Standards &amp; Objectives</vt:lpstr>
      <vt:lpstr>Bellringer</vt:lpstr>
      <vt:lpstr>Vocabulary</vt:lpstr>
      <vt:lpstr>Guidelines of Effective Rules</vt:lpstr>
      <vt:lpstr>Success Criteria: Rollout of Rules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2.11: Rolling Out Classroom Routines</dc:title>
  <dc:subject>Lesson 2.11: Rolling Out Classroom Routines</dc:subject>
  <dc:creator>Texas Education Agency</dc:creator>
  <cp:lastModifiedBy>White (she/her), Whitney</cp:lastModifiedBy>
  <cp:revision>3</cp:revision>
  <dcterms:created xsi:type="dcterms:W3CDTF">2022-05-09T19:40:20Z</dcterms:created>
  <dcterms:modified xsi:type="dcterms:W3CDTF">2023-08-31T01:37:42Z</dcterms:modified>
</cp:coreProperties>
</file>
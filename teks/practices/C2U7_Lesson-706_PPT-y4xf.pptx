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58" r:id="rId4"/>
    <p:sldId id="261" r:id="rId5"/>
    <p:sldId id="262" r:id="rId6"/>
    <p:sldId id="263" r:id="rId7"/>
    <p:sldId id="264" r:id="rId8"/>
    <p:sldId id="265" r:id="rId9"/>
    <p:sldId id="266" r:id="rId10"/>
    <p:sldId id="267"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2"/>
            <p14:sldId id="263"/>
            <p14:sldId id="264"/>
            <p14:sldId id="265"/>
            <p14:sldId id="266"/>
            <p14:sldId id="267"/>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6DC2AF-04EA-44FB-A91E-2E8708ACAAEF}" v="13" dt="2023-01-17T05:16:11.967"/>
    <p1510:client id="{38F44297-F94C-4991-BC7E-AAD79838D019}" v="4" dt="2023-01-17T03:43:33.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2" autoAdjust="0"/>
    <p:restoredTop sz="94614" autoAdjust="0"/>
  </p:normalViewPr>
  <p:slideViewPr>
    <p:cSldViewPr snapToGrid="0">
      <p:cViewPr varScale="1">
        <p:scale>
          <a:sx n="108" d="100"/>
          <a:sy n="108" d="100"/>
        </p:scale>
        <p:origin x="5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docChgLst>
    <pc:chgData name="White (she/her), Whitney" userId="65f39021-2f1d-4d8b-87dc-b123826f65bf" providerId="ADAL" clId="{256DC2AF-04EA-44FB-A91E-2E8708ACAAEF}"/>
    <pc:docChg chg="undo custSel addSld modSld modSection">
      <pc:chgData name="White (she/her), Whitney" userId="65f39021-2f1d-4d8b-87dc-b123826f65bf" providerId="ADAL" clId="{256DC2AF-04EA-44FB-A91E-2E8708ACAAEF}" dt="2023-01-17T05:18:35.830" v="356" actId="403"/>
      <pc:docMkLst>
        <pc:docMk/>
      </pc:docMkLst>
      <pc:sldChg chg="modSp mod">
        <pc:chgData name="White (she/her), Whitney" userId="65f39021-2f1d-4d8b-87dc-b123826f65bf" providerId="ADAL" clId="{256DC2AF-04EA-44FB-A91E-2E8708ACAAEF}" dt="2023-01-17T05:05:43.382" v="46" actId="20577"/>
        <pc:sldMkLst>
          <pc:docMk/>
          <pc:sldMk cId="1482277026" sldId="256"/>
        </pc:sldMkLst>
        <pc:spChg chg="mod">
          <ac:chgData name="White (she/her), Whitney" userId="65f39021-2f1d-4d8b-87dc-b123826f65bf" providerId="ADAL" clId="{256DC2AF-04EA-44FB-A91E-2E8708ACAAEF}" dt="2023-01-17T05:05:43.382" v="46" actId="20577"/>
          <ac:spMkLst>
            <pc:docMk/>
            <pc:sldMk cId="1482277026" sldId="256"/>
            <ac:spMk id="2" creationId="{BFFCF5BD-F8FF-4A67-A8B6-EBB21E79279B}"/>
          </ac:spMkLst>
        </pc:spChg>
        <pc:spChg chg="mod">
          <ac:chgData name="White (she/her), Whitney" userId="65f39021-2f1d-4d8b-87dc-b123826f65bf" providerId="ADAL" clId="{256DC2AF-04EA-44FB-A91E-2E8708ACAAEF}" dt="2023-01-17T05:05:30.485" v="44" actId="20577"/>
          <ac:spMkLst>
            <pc:docMk/>
            <pc:sldMk cId="1482277026" sldId="256"/>
            <ac:spMk id="3" creationId="{E0FBD98F-3A67-498E-8174-652040DD7B60}"/>
          </ac:spMkLst>
        </pc:spChg>
      </pc:sldChg>
      <pc:sldChg chg="modSp mod">
        <pc:chgData name="White (she/her), Whitney" userId="65f39021-2f1d-4d8b-87dc-b123826f65bf" providerId="ADAL" clId="{256DC2AF-04EA-44FB-A91E-2E8708ACAAEF}" dt="2023-01-17T05:07:44.943" v="69" actId="403"/>
        <pc:sldMkLst>
          <pc:docMk/>
          <pc:sldMk cId="4071305681" sldId="258"/>
        </pc:sldMkLst>
        <pc:spChg chg="mod">
          <ac:chgData name="White (she/her), Whitney" userId="65f39021-2f1d-4d8b-87dc-b123826f65bf" providerId="ADAL" clId="{256DC2AF-04EA-44FB-A91E-2E8708ACAAEF}" dt="2023-01-17T05:07:44.943" v="69" actId="403"/>
          <ac:spMkLst>
            <pc:docMk/>
            <pc:sldMk cId="4071305681" sldId="258"/>
            <ac:spMk id="3" creationId="{392BE286-77A6-49DD-B15D-7E4718D52FE7}"/>
          </ac:spMkLst>
        </pc:spChg>
      </pc:sldChg>
      <pc:sldChg chg="modSp mod">
        <pc:chgData name="White (she/her), Whitney" userId="65f39021-2f1d-4d8b-87dc-b123826f65bf" providerId="ADAL" clId="{256DC2AF-04EA-44FB-A91E-2E8708ACAAEF}" dt="2023-01-17T05:06:31.220" v="59" actId="20577"/>
        <pc:sldMkLst>
          <pc:docMk/>
          <pc:sldMk cId="2772527113" sldId="259"/>
        </pc:sldMkLst>
        <pc:spChg chg="mod">
          <ac:chgData name="White (she/her), Whitney" userId="65f39021-2f1d-4d8b-87dc-b123826f65bf" providerId="ADAL" clId="{256DC2AF-04EA-44FB-A91E-2E8708ACAAEF}" dt="2023-01-17T05:06:31.220" v="59" actId="20577"/>
          <ac:spMkLst>
            <pc:docMk/>
            <pc:sldMk cId="2772527113" sldId="259"/>
            <ac:spMk id="3" creationId="{8CE08C7F-0286-423B-92F7-DEB89F31111A}"/>
          </ac:spMkLst>
        </pc:spChg>
      </pc:sldChg>
      <pc:sldChg chg="modSp mod">
        <pc:chgData name="White (she/her), Whitney" userId="65f39021-2f1d-4d8b-87dc-b123826f65bf" providerId="ADAL" clId="{256DC2AF-04EA-44FB-A91E-2E8708ACAAEF}" dt="2023-01-17T05:05:15.801" v="29" actId="255"/>
        <pc:sldMkLst>
          <pc:docMk/>
          <pc:sldMk cId="2147408764" sldId="260"/>
        </pc:sldMkLst>
        <pc:spChg chg="mod">
          <ac:chgData name="White (she/her), Whitney" userId="65f39021-2f1d-4d8b-87dc-b123826f65bf" providerId="ADAL" clId="{256DC2AF-04EA-44FB-A91E-2E8708ACAAEF}" dt="2023-01-17T05:05:15.801" v="29" actId="255"/>
          <ac:spMkLst>
            <pc:docMk/>
            <pc:sldMk cId="2147408764" sldId="260"/>
            <ac:spMk id="3" creationId="{49F2A5AF-3C0B-4968-A438-E435325199EA}"/>
          </ac:spMkLst>
        </pc:spChg>
      </pc:sldChg>
      <pc:sldChg chg="modSp mod">
        <pc:chgData name="White (she/her), Whitney" userId="65f39021-2f1d-4d8b-87dc-b123826f65bf" providerId="ADAL" clId="{256DC2AF-04EA-44FB-A91E-2E8708ACAAEF}" dt="2023-01-17T05:08:24.693" v="92" actId="2711"/>
        <pc:sldMkLst>
          <pc:docMk/>
          <pc:sldMk cId="3054216349" sldId="261"/>
        </pc:sldMkLst>
        <pc:spChg chg="mod">
          <ac:chgData name="White (she/her), Whitney" userId="65f39021-2f1d-4d8b-87dc-b123826f65bf" providerId="ADAL" clId="{256DC2AF-04EA-44FB-A91E-2E8708ACAAEF}" dt="2023-01-17T05:08:24.693" v="92" actId="2711"/>
          <ac:spMkLst>
            <pc:docMk/>
            <pc:sldMk cId="3054216349" sldId="261"/>
            <ac:spMk id="3" creationId="{AE13FDB6-F093-4D9E-B14E-3D7DB894C34C}"/>
          </ac:spMkLst>
        </pc:spChg>
      </pc:sldChg>
      <pc:sldChg chg="modSp new mod">
        <pc:chgData name="White (she/her), Whitney" userId="65f39021-2f1d-4d8b-87dc-b123826f65bf" providerId="ADAL" clId="{256DC2AF-04EA-44FB-A91E-2E8708ACAAEF}" dt="2023-01-17T05:10:23.019" v="182" actId="114"/>
        <pc:sldMkLst>
          <pc:docMk/>
          <pc:sldMk cId="684154830" sldId="262"/>
        </pc:sldMkLst>
        <pc:spChg chg="mod">
          <ac:chgData name="White (she/her), Whitney" userId="65f39021-2f1d-4d8b-87dc-b123826f65bf" providerId="ADAL" clId="{256DC2AF-04EA-44FB-A91E-2E8708ACAAEF}" dt="2023-01-17T05:09:35.534" v="125" actId="20577"/>
          <ac:spMkLst>
            <pc:docMk/>
            <pc:sldMk cId="684154830" sldId="262"/>
            <ac:spMk id="2" creationId="{E2D957E8-4120-45EC-AA9B-486EC0050F94}"/>
          </ac:spMkLst>
        </pc:spChg>
        <pc:spChg chg="mod">
          <ac:chgData name="White (she/her), Whitney" userId="65f39021-2f1d-4d8b-87dc-b123826f65bf" providerId="ADAL" clId="{256DC2AF-04EA-44FB-A91E-2E8708ACAAEF}" dt="2023-01-17T05:10:23.019" v="182" actId="114"/>
          <ac:spMkLst>
            <pc:docMk/>
            <pc:sldMk cId="684154830" sldId="262"/>
            <ac:spMk id="3" creationId="{49D255F0-531C-4340-A034-0E4D04CCDB1A}"/>
          </ac:spMkLst>
        </pc:spChg>
      </pc:sldChg>
      <pc:sldChg chg="modSp new mod modAnim">
        <pc:chgData name="White (she/her), Whitney" userId="65f39021-2f1d-4d8b-87dc-b123826f65bf" providerId="ADAL" clId="{256DC2AF-04EA-44FB-A91E-2E8708ACAAEF}" dt="2023-01-17T05:10:58.584" v="193"/>
        <pc:sldMkLst>
          <pc:docMk/>
          <pc:sldMk cId="1251164267" sldId="263"/>
        </pc:sldMkLst>
        <pc:spChg chg="mod">
          <ac:chgData name="White (she/her), Whitney" userId="65f39021-2f1d-4d8b-87dc-b123826f65bf" providerId="ADAL" clId="{256DC2AF-04EA-44FB-A91E-2E8708ACAAEF}" dt="2023-01-17T05:10:08.129" v="177" actId="20577"/>
          <ac:spMkLst>
            <pc:docMk/>
            <pc:sldMk cId="1251164267" sldId="263"/>
            <ac:spMk id="2" creationId="{58736035-E6CD-49F6-A3DD-C5A54D5E4FBB}"/>
          </ac:spMkLst>
        </pc:spChg>
        <pc:spChg chg="mod">
          <ac:chgData name="White (she/her), Whitney" userId="65f39021-2f1d-4d8b-87dc-b123826f65bf" providerId="ADAL" clId="{256DC2AF-04EA-44FB-A91E-2E8708ACAAEF}" dt="2023-01-17T05:10:47.006" v="190" actId="20577"/>
          <ac:spMkLst>
            <pc:docMk/>
            <pc:sldMk cId="1251164267" sldId="263"/>
            <ac:spMk id="3" creationId="{E9F44489-1534-4F9E-B5C5-13DAAC35793B}"/>
          </ac:spMkLst>
        </pc:spChg>
      </pc:sldChg>
      <pc:sldChg chg="addSp delSp modSp new mod modClrScheme chgLayout">
        <pc:chgData name="White (she/her), Whitney" userId="65f39021-2f1d-4d8b-87dc-b123826f65bf" providerId="ADAL" clId="{256DC2AF-04EA-44FB-A91E-2E8708ACAAEF}" dt="2023-01-17T05:12:24.355" v="209" actId="1076"/>
        <pc:sldMkLst>
          <pc:docMk/>
          <pc:sldMk cId="1939269176" sldId="264"/>
        </pc:sldMkLst>
        <pc:spChg chg="mod">
          <ac:chgData name="White (she/her), Whitney" userId="65f39021-2f1d-4d8b-87dc-b123826f65bf" providerId="ADAL" clId="{256DC2AF-04EA-44FB-A91E-2E8708ACAAEF}" dt="2023-01-17T05:12:10.590" v="206" actId="26606"/>
          <ac:spMkLst>
            <pc:docMk/>
            <pc:sldMk cId="1939269176" sldId="264"/>
            <ac:spMk id="2" creationId="{50FF0A02-BC76-4A13-A926-186EB1DD52A5}"/>
          </ac:spMkLst>
        </pc:spChg>
        <pc:spChg chg="add del mod">
          <ac:chgData name="White (she/her), Whitney" userId="65f39021-2f1d-4d8b-87dc-b123826f65bf" providerId="ADAL" clId="{256DC2AF-04EA-44FB-A91E-2E8708ACAAEF}" dt="2023-01-17T05:12:19.770" v="208" actId="21"/>
          <ac:spMkLst>
            <pc:docMk/>
            <pc:sldMk cId="1939269176" sldId="264"/>
            <ac:spMk id="3" creationId="{698E300B-25C3-486B-B931-4DDCE93BD58C}"/>
          </ac:spMkLst>
        </pc:spChg>
        <pc:spChg chg="mod">
          <ac:chgData name="White (she/her), Whitney" userId="65f39021-2f1d-4d8b-87dc-b123826f65bf" providerId="ADAL" clId="{256DC2AF-04EA-44FB-A91E-2E8708ACAAEF}" dt="2023-01-17T05:12:10.590" v="206" actId="26606"/>
          <ac:spMkLst>
            <pc:docMk/>
            <pc:sldMk cId="1939269176" sldId="264"/>
            <ac:spMk id="4" creationId="{B12BD4CC-758C-46AC-ACA2-41732B385548}"/>
          </ac:spMkLst>
        </pc:spChg>
        <pc:spChg chg="add del">
          <ac:chgData name="White (she/her), Whitney" userId="65f39021-2f1d-4d8b-87dc-b123826f65bf" providerId="ADAL" clId="{256DC2AF-04EA-44FB-A91E-2E8708ACAAEF}" dt="2023-01-17T05:12:07.413" v="205"/>
          <ac:spMkLst>
            <pc:docMk/>
            <pc:sldMk cId="1939269176" sldId="264"/>
            <ac:spMk id="6" creationId="{30C4C444-9E0C-4D48-B20F-C3381289DF95}"/>
          </ac:spMkLst>
        </pc:spChg>
        <pc:spChg chg="add">
          <ac:chgData name="White (she/her), Whitney" userId="65f39021-2f1d-4d8b-87dc-b123826f65bf" providerId="ADAL" clId="{256DC2AF-04EA-44FB-A91E-2E8708ACAAEF}" dt="2023-01-17T05:12:10.590" v="206" actId="26606"/>
          <ac:spMkLst>
            <pc:docMk/>
            <pc:sldMk cId="1939269176" sldId="264"/>
            <ac:spMk id="8" creationId="{30C4C444-9E0C-4D48-B20F-C3381289DF95}"/>
          </ac:spMkLst>
        </pc:spChg>
        <pc:graphicFrameChg chg="add del mod">
          <ac:chgData name="White (she/her), Whitney" userId="65f39021-2f1d-4d8b-87dc-b123826f65bf" providerId="ADAL" clId="{256DC2AF-04EA-44FB-A91E-2E8708ACAAEF}" dt="2023-01-17T05:12:07.413" v="205"/>
          <ac:graphicFrameMkLst>
            <pc:docMk/>
            <pc:sldMk cId="1939269176" sldId="264"/>
            <ac:graphicFrameMk id="5" creationId="{341B1D0C-A46F-4741-A849-459F5B7D9289}"/>
          </ac:graphicFrameMkLst>
        </pc:graphicFrameChg>
        <pc:graphicFrameChg chg="add mod">
          <ac:chgData name="White (she/her), Whitney" userId="65f39021-2f1d-4d8b-87dc-b123826f65bf" providerId="ADAL" clId="{256DC2AF-04EA-44FB-A91E-2E8708ACAAEF}" dt="2023-01-17T05:12:24.355" v="209" actId="1076"/>
          <ac:graphicFrameMkLst>
            <pc:docMk/>
            <pc:sldMk cId="1939269176" sldId="264"/>
            <ac:graphicFrameMk id="9" creationId="{341B1D0C-A46F-4741-A849-459F5B7D9289}"/>
          </ac:graphicFrameMkLst>
        </pc:graphicFrameChg>
      </pc:sldChg>
      <pc:sldChg chg="addSp delSp modSp new mod modClrScheme chgLayout">
        <pc:chgData name="White (she/her), Whitney" userId="65f39021-2f1d-4d8b-87dc-b123826f65bf" providerId="ADAL" clId="{256DC2AF-04EA-44FB-A91E-2E8708ACAAEF}" dt="2023-01-17T05:14:47.850" v="254" actId="14100"/>
        <pc:sldMkLst>
          <pc:docMk/>
          <pc:sldMk cId="1506997376" sldId="265"/>
        </pc:sldMkLst>
        <pc:spChg chg="mod ord">
          <ac:chgData name="White (she/her), Whitney" userId="65f39021-2f1d-4d8b-87dc-b123826f65bf" providerId="ADAL" clId="{256DC2AF-04EA-44FB-A91E-2E8708ACAAEF}" dt="2023-01-17T05:14:03.898" v="237" actId="26606"/>
          <ac:spMkLst>
            <pc:docMk/>
            <pc:sldMk cId="1506997376" sldId="265"/>
            <ac:spMk id="2" creationId="{6BAEF4DE-B494-49A9-96D5-4389F294AC77}"/>
          </ac:spMkLst>
        </pc:spChg>
        <pc:spChg chg="del mod ord">
          <ac:chgData name="White (she/her), Whitney" userId="65f39021-2f1d-4d8b-87dc-b123826f65bf" providerId="ADAL" clId="{256DC2AF-04EA-44FB-A91E-2E8708ACAAEF}" dt="2023-01-17T05:13:31.005" v="230" actId="700"/>
          <ac:spMkLst>
            <pc:docMk/>
            <pc:sldMk cId="1506997376" sldId="265"/>
            <ac:spMk id="3" creationId="{27F28BA7-464E-4047-A1C4-B5A01B7F057F}"/>
          </ac:spMkLst>
        </pc:spChg>
        <pc:spChg chg="del">
          <ac:chgData name="White (she/her), Whitney" userId="65f39021-2f1d-4d8b-87dc-b123826f65bf" providerId="ADAL" clId="{256DC2AF-04EA-44FB-A91E-2E8708ACAAEF}" dt="2023-01-17T05:13:31.005" v="230" actId="700"/>
          <ac:spMkLst>
            <pc:docMk/>
            <pc:sldMk cId="1506997376" sldId="265"/>
            <ac:spMk id="4" creationId="{D8B06D7A-305C-4D1A-AF67-3A3E593DD462}"/>
          </ac:spMkLst>
        </pc:spChg>
        <pc:spChg chg="mod ord">
          <ac:chgData name="White (she/her), Whitney" userId="65f39021-2f1d-4d8b-87dc-b123826f65bf" providerId="ADAL" clId="{256DC2AF-04EA-44FB-A91E-2E8708ACAAEF}" dt="2023-01-17T05:14:03.898" v="237" actId="26606"/>
          <ac:spMkLst>
            <pc:docMk/>
            <pc:sldMk cId="1506997376" sldId="265"/>
            <ac:spMk id="5" creationId="{6606D0DF-540B-42C4-8BE8-F3A84D0A0BFC}"/>
          </ac:spMkLst>
        </pc:spChg>
        <pc:spChg chg="add del mod ord">
          <ac:chgData name="White (she/her), Whitney" userId="65f39021-2f1d-4d8b-87dc-b123826f65bf" providerId="ADAL" clId="{256DC2AF-04EA-44FB-A91E-2E8708ACAAEF}" dt="2023-01-17T05:13:33.784" v="232"/>
          <ac:spMkLst>
            <pc:docMk/>
            <pc:sldMk cId="1506997376" sldId="265"/>
            <ac:spMk id="6" creationId="{40F9690C-8A91-4C5B-92DD-D14AF8F74052}"/>
          </ac:spMkLst>
        </pc:spChg>
        <pc:spChg chg="add mod">
          <ac:chgData name="White (she/her), Whitney" userId="65f39021-2f1d-4d8b-87dc-b123826f65bf" providerId="ADAL" clId="{256DC2AF-04EA-44FB-A91E-2E8708ACAAEF}" dt="2023-01-17T05:14:43.392" v="252" actId="1076"/>
          <ac:spMkLst>
            <pc:docMk/>
            <pc:sldMk cId="1506997376" sldId="265"/>
            <ac:spMk id="10" creationId="{8047DCE5-24BF-475F-8066-2D7B84898485}"/>
          </ac:spMkLst>
        </pc:spChg>
        <pc:spChg chg="add del mod">
          <ac:chgData name="White (she/her), Whitney" userId="65f39021-2f1d-4d8b-87dc-b123826f65bf" providerId="ADAL" clId="{256DC2AF-04EA-44FB-A91E-2E8708ACAAEF}" dt="2023-01-17T05:13:41.323" v="234" actId="26606"/>
          <ac:spMkLst>
            <pc:docMk/>
            <pc:sldMk cId="1506997376" sldId="265"/>
            <ac:spMk id="12" creationId="{77409AD9-1316-5F50-08C4-2F7FF692CA33}"/>
          </ac:spMkLst>
        </pc:spChg>
        <pc:picChg chg="add mod ord">
          <ac:chgData name="White (she/her), Whitney" userId="65f39021-2f1d-4d8b-87dc-b123826f65bf" providerId="ADAL" clId="{256DC2AF-04EA-44FB-A91E-2E8708ACAAEF}" dt="2023-01-17T05:14:47.850" v="254" actId="14100"/>
          <ac:picMkLst>
            <pc:docMk/>
            <pc:sldMk cId="1506997376" sldId="265"/>
            <ac:picMk id="7" creationId="{4508ABA1-754B-4B57-8935-F35B77F6DD4B}"/>
          </ac:picMkLst>
        </pc:picChg>
      </pc:sldChg>
      <pc:sldChg chg="addSp delSp modSp new mod modClrScheme chgLayout">
        <pc:chgData name="White (she/her), Whitney" userId="65f39021-2f1d-4d8b-87dc-b123826f65bf" providerId="ADAL" clId="{256DC2AF-04EA-44FB-A91E-2E8708ACAAEF}" dt="2023-01-17T05:16:50.041" v="282" actId="403"/>
        <pc:sldMkLst>
          <pc:docMk/>
          <pc:sldMk cId="3071278412" sldId="266"/>
        </pc:sldMkLst>
        <pc:spChg chg="del mod ord">
          <ac:chgData name="White (she/her), Whitney" userId="65f39021-2f1d-4d8b-87dc-b123826f65bf" providerId="ADAL" clId="{256DC2AF-04EA-44FB-A91E-2E8708ACAAEF}" dt="2023-01-17T05:15:46.613" v="256" actId="700"/>
          <ac:spMkLst>
            <pc:docMk/>
            <pc:sldMk cId="3071278412" sldId="266"/>
            <ac:spMk id="2" creationId="{078AD83A-23DA-4A79-8621-14F481CE3DCF}"/>
          </ac:spMkLst>
        </pc:spChg>
        <pc:spChg chg="mod ord">
          <ac:chgData name="White (she/her), Whitney" userId="65f39021-2f1d-4d8b-87dc-b123826f65bf" providerId="ADAL" clId="{256DC2AF-04EA-44FB-A91E-2E8708ACAAEF}" dt="2023-01-17T05:16:20.583" v="272" actId="26606"/>
          <ac:spMkLst>
            <pc:docMk/>
            <pc:sldMk cId="3071278412" sldId="266"/>
            <ac:spMk id="3" creationId="{90590093-5184-4560-A539-33E70EBB3A7B}"/>
          </ac:spMkLst>
        </pc:spChg>
        <pc:spChg chg="add mod ord">
          <ac:chgData name="White (she/her), Whitney" userId="65f39021-2f1d-4d8b-87dc-b123826f65bf" providerId="ADAL" clId="{256DC2AF-04EA-44FB-A91E-2E8708ACAAEF}" dt="2023-01-17T05:16:50.041" v="282" actId="403"/>
          <ac:spMkLst>
            <pc:docMk/>
            <pc:sldMk cId="3071278412" sldId="266"/>
            <ac:spMk id="4" creationId="{C243D7F0-F21B-4F92-9B83-5C31E7BBA7BE}"/>
          </ac:spMkLst>
        </pc:spChg>
        <pc:spChg chg="add del mod ord">
          <ac:chgData name="White (she/her), Whitney" userId="65f39021-2f1d-4d8b-87dc-b123826f65bf" providerId="ADAL" clId="{256DC2AF-04EA-44FB-A91E-2E8708ACAAEF}" dt="2023-01-17T05:16:11.967" v="271"/>
          <ac:spMkLst>
            <pc:docMk/>
            <pc:sldMk cId="3071278412" sldId="266"/>
            <ac:spMk id="5" creationId="{124CCB74-85DC-401A-B4E0-4AC3DCBAECA1}"/>
          </ac:spMkLst>
        </pc:spChg>
        <pc:spChg chg="add del">
          <ac:chgData name="White (she/her), Whitney" userId="65f39021-2f1d-4d8b-87dc-b123826f65bf" providerId="ADAL" clId="{256DC2AF-04EA-44FB-A91E-2E8708ACAAEF}" dt="2023-01-17T05:15:54.086" v="270"/>
          <ac:spMkLst>
            <pc:docMk/>
            <pc:sldMk cId="3071278412" sldId="266"/>
            <ac:spMk id="7" creationId="{E687616C-985A-43FC-9D4F-AFF00C35BDB1}"/>
          </ac:spMkLst>
        </pc:spChg>
        <pc:spChg chg="add mod">
          <ac:chgData name="White (she/her), Whitney" userId="65f39021-2f1d-4d8b-87dc-b123826f65bf" providerId="ADAL" clId="{256DC2AF-04EA-44FB-A91E-2E8708ACAAEF}" dt="2023-01-17T05:16:33.555" v="277" actId="403"/>
          <ac:spMkLst>
            <pc:docMk/>
            <pc:sldMk cId="3071278412" sldId="266"/>
            <ac:spMk id="9" creationId="{2D4146E8-E7EB-469C-8E26-2A093CB1680D}"/>
          </ac:spMkLst>
        </pc:spChg>
        <pc:graphicFrameChg chg="add del mod">
          <ac:chgData name="White (she/her), Whitney" userId="65f39021-2f1d-4d8b-87dc-b123826f65bf" providerId="ADAL" clId="{256DC2AF-04EA-44FB-A91E-2E8708ACAAEF}" dt="2023-01-17T05:15:54.086" v="270"/>
          <ac:graphicFrameMkLst>
            <pc:docMk/>
            <pc:sldMk cId="3071278412" sldId="266"/>
            <ac:graphicFrameMk id="6" creationId="{6D793524-FB09-4702-8687-0D3394908D7B}"/>
          </ac:graphicFrameMkLst>
        </pc:graphicFrameChg>
        <pc:graphicFrameChg chg="add mod ord modGraphic">
          <ac:chgData name="White (she/her), Whitney" userId="65f39021-2f1d-4d8b-87dc-b123826f65bf" providerId="ADAL" clId="{256DC2AF-04EA-44FB-A91E-2E8708ACAAEF}" dt="2023-01-17T05:16:41.680" v="278" actId="1076"/>
          <ac:graphicFrameMkLst>
            <pc:docMk/>
            <pc:sldMk cId="3071278412" sldId="266"/>
            <ac:graphicFrameMk id="8" creationId="{D40C8841-9EE3-4001-AE6B-F15F41684B0F}"/>
          </ac:graphicFrameMkLst>
        </pc:graphicFrameChg>
      </pc:sldChg>
      <pc:sldChg chg="addSp modSp new mod modClrScheme chgLayout">
        <pc:chgData name="White (she/her), Whitney" userId="65f39021-2f1d-4d8b-87dc-b123826f65bf" providerId="ADAL" clId="{256DC2AF-04EA-44FB-A91E-2E8708ACAAEF}" dt="2023-01-17T05:18:35.830" v="356" actId="403"/>
        <pc:sldMkLst>
          <pc:docMk/>
          <pc:sldMk cId="469064002" sldId="267"/>
        </pc:sldMkLst>
        <pc:spChg chg="mod ord">
          <ac:chgData name="White (she/her), Whitney" userId="65f39021-2f1d-4d8b-87dc-b123826f65bf" providerId="ADAL" clId="{256DC2AF-04EA-44FB-A91E-2E8708ACAAEF}" dt="2023-01-17T05:18:16.139" v="339" actId="700"/>
          <ac:spMkLst>
            <pc:docMk/>
            <pc:sldMk cId="469064002" sldId="267"/>
            <ac:spMk id="2" creationId="{8B10A0FE-6BE4-4D5F-A212-AE313D14D069}"/>
          </ac:spMkLst>
        </pc:spChg>
        <pc:spChg chg="mod ord">
          <ac:chgData name="White (she/her), Whitney" userId="65f39021-2f1d-4d8b-87dc-b123826f65bf" providerId="ADAL" clId="{256DC2AF-04EA-44FB-A91E-2E8708ACAAEF}" dt="2023-01-17T05:18:35.830" v="356" actId="403"/>
          <ac:spMkLst>
            <pc:docMk/>
            <pc:sldMk cId="469064002" sldId="267"/>
            <ac:spMk id="3" creationId="{09B536E0-4C0F-4F35-A6A6-FF92259B5647}"/>
          </ac:spMkLst>
        </pc:spChg>
        <pc:spChg chg="mod ord">
          <ac:chgData name="White (she/her), Whitney" userId="65f39021-2f1d-4d8b-87dc-b123826f65bf" providerId="ADAL" clId="{256DC2AF-04EA-44FB-A91E-2E8708ACAAEF}" dt="2023-01-17T05:18:16.139" v="339" actId="700"/>
          <ac:spMkLst>
            <pc:docMk/>
            <pc:sldMk cId="469064002" sldId="267"/>
            <ac:spMk id="4" creationId="{1438506A-4583-4B55-8CCD-F8623A4ADB38}"/>
          </ac:spMkLst>
        </pc:spChg>
        <pc:spChg chg="add mod ord">
          <ac:chgData name="White (she/her), Whitney" userId="65f39021-2f1d-4d8b-87dc-b123826f65bf" providerId="ADAL" clId="{256DC2AF-04EA-44FB-A91E-2E8708ACAAEF}" dt="2023-01-17T05:18:31.216" v="351" actId="27636"/>
          <ac:spMkLst>
            <pc:docMk/>
            <pc:sldMk cId="469064002" sldId="267"/>
            <ac:spMk id="5" creationId="{21811407-5EA4-425F-8A6D-1A406F382B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7: High Leverage Teaching Practices| Lesson 7.06</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Worked Examples</a:t>
            </a:r>
          </a:p>
        </p:txBody>
      </p:sp>
      <p:sp>
        <p:nvSpPr>
          <p:cNvPr id="4" name="TextBox 3">
            <a:extLst>
              <a:ext uri="{FF2B5EF4-FFF2-40B4-BE49-F238E27FC236}">
                <a16:creationId xmlns:a16="http://schemas.microsoft.com/office/drawing/2014/main" id="{5B8C99D3-F272-A7E4-4731-88C06A7C5B9D}"/>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 6D</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Describe worked examples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Compare and contrast worked examples and modeling as a strategy</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Define, practice, and reflect on strategies for providing worked examples for students</a:t>
            </a:r>
            <a:r>
              <a:rPr lang="en-US" dirty="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sz="3600" dirty="0">
                <a:effectLst/>
                <a:latin typeface="Calibri" panose="020F0502020204030204" pitchFamily="34" charset="0"/>
                <a:ea typeface="Calibri" panose="020F0502020204030204" pitchFamily="34" charset="0"/>
                <a:cs typeface="Times New Roman" panose="02020603050405020304" pitchFamily="18" charset="0"/>
              </a:rPr>
              <a:t>Describe each of the key practices in an effective model and explain why they help learning.</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normAutofit/>
          </a:bodyPr>
          <a:lstStyle/>
          <a:p>
            <a:pPr marL="0" indent="0">
              <a:buNone/>
            </a:pPr>
            <a:r>
              <a:rPr lang="en-US" dirty="0"/>
              <a:t>Worked Examples: </a:t>
            </a:r>
            <a:r>
              <a:rPr lang="en-US" dirty="0">
                <a:effectLst/>
                <a:ea typeface="Calibri" panose="020F0502020204030204" pitchFamily="34" charset="0"/>
              </a:rPr>
              <a:t>Step-by-step demonstrations of how to perform a task or solve a problem.</a:t>
            </a:r>
            <a:endParaRPr lang="en-US"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957E8-4120-45EC-AA9B-486EC0050F94}"/>
              </a:ext>
            </a:extLst>
          </p:cNvPr>
          <p:cNvSpPr>
            <a:spLocks noGrp="1"/>
          </p:cNvSpPr>
          <p:nvPr>
            <p:ph type="title"/>
          </p:nvPr>
        </p:nvSpPr>
        <p:spPr/>
        <p:txBody>
          <a:bodyPr/>
          <a:lstStyle/>
          <a:p>
            <a:r>
              <a:rPr lang="en-US" dirty="0"/>
              <a:t>Benefits of Worked Examples</a:t>
            </a:r>
          </a:p>
        </p:txBody>
      </p:sp>
      <p:sp>
        <p:nvSpPr>
          <p:cNvPr id="3" name="Content Placeholder 2">
            <a:extLst>
              <a:ext uri="{FF2B5EF4-FFF2-40B4-BE49-F238E27FC236}">
                <a16:creationId xmlns:a16="http://schemas.microsoft.com/office/drawing/2014/main" id="{49D255F0-531C-4340-A034-0E4D04CCDB1A}"/>
              </a:ext>
            </a:extLst>
          </p:cNvPr>
          <p:cNvSpPr>
            <a:spLocks noGrp="1"/>
          </p:cNvSpPr>
          <p:nvPr>
            <p:ph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Helpful when students have little to no prior knowledge of the skill to be learned - demonstrates the process to students step-by-step so students learn what they need to do and what success looks like.</a:t>
            </a:r>
          </a:p>
          <a:p>
            <a:pPr marL="342900" marR="0" lvl="0" indent="-342900">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They focus on the process rather than the answer.  This allows the brain to utilize all the power of the working memory to applying information, thus reducing the cognitive load.</a:t>
            </a:r>
          </a:p>
          <a:p>
            <a:endParaRPr lang="en-US" dirty="0"/>
          </a:p>
        </p:txBody>
      </p:sp>
      <p:sp>
        <p:nvSpPr>
          <p:cNvPr id="4" name="Slide Number Placeholder 3">
            <a:extLst>
              <a:ext uri="{FF2B5EF4-FFF2-40B4-BE49-F238E27FC236}">
                <a16:creationId xmlns:a16="http://schemas.microsoft.com/office/drawing/2014/main" id="{3CBC3842-A463-49D5-A82A-6303B6791C43}"/>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684154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36035-E6CD-49F6-A3DD-C5A54D5E4FBB}"/>
              </a:ext>
            </a:extLst>
          </p:cNvPr>
          <p:cNvSpPr>
            <a:spLocks noGrp="1"/>
          </p:cNvSpPr>
          <p:nvPr>
            <p:ph type="title"/>
          </p:nvPr>
        </p:nvSpPr>
        <p:spPr/>
        <p:txBody>
          <a:bodyPr/>
          <a:lstStyle/>
          <a:p>
            <a:r>
              <a:rPr lang="en-US" dirty="0"/>
              <a:t>Criteria for Effective Worked Examples	</a:t>
            </a:r>
          </a:p>
        </p:txBody>
      </p:sp>
      <p:sp>
        <p:nvSpPr>
          <p:cNvPr id="3" name="Content Placeholder 2">
            <a:extLst>
              <a:ext uri="{FF2B5EF4-FFF2-40B4-BE49-F238E27FC236}">
                <a16:creationId xmlns:a16="http://schemas.microsoft.com/office/drawing/2014/main" id="{E9F44489-1534-4F9E-B5C5-13DAAC35793B}"/>
              </a:ext>
            </a:extLst>
          </p:cNvPr>
          <p:cNvSpPr>
            <a:spLocks noGrp="1"/>
          </p:cNvSpPr>
          <p:nvPr>
            <p:ph idx="1"/>
          </p:nvPr>
        </p:nvSpPr>
        <p:spPr/>
        <p:txBody>
          <a:bodyPr>
            <a:normAutofit fontScale="92500" lnSpcReduction="10000"/>
          </a:bodyPr>
          <a:lstStyle/>
          <a:p>
            <a:pPr marL="342900" marR="0" lvl="0" indent="-342900">
              <a:spcBef>
                <a:spcPts val="0"/>
              </a:spcBef>
              <a:spcAft>
                <a:spcPts val="0"/>
              </a:spcAft>
              <a:buFont typeface="Symbol" panose="05050102010706020507" pitchFamily="18" charset="2"/>
              <a:buChar char=""/>
            </a:pPr>
            <a:r>
              <a:rPr lang="en-US" b="1" dirty="0">
                <a:effectLst/>
                <a:latin typeface="Calibri" panose="020F0502020204030204" pitchFamily="34" charset="0"/>
                <a:ea typeface="Calibri" panose="020F0502020204030204" pitchFamily="34" charset="0"/>
                <a:cs typeface="Times New Roman" panose="02020603050405020304" pitchFamily="18" charset="0"/>
              </a:rPr>
              <a:t>Focuses on the process: </a:t>
            </a:r>
            <a:r>
              <a:rPr lang="en-US" dirty="0">
                <a:effectLst/>
                <a:latin typeface="Calibri" panose="020F0502020204030204" pitchFamily="34" charset="0"/>
                <a:ea typeface="Calibri" panose="020F0502020204030204" pitchFamily="34" charset="0"/>
                <a:cs typeface="Times New Roman" panose="02020603050405020304" pitchFamily="18" charset="0"/>
              </a:rPr>
              <a:t>Removing the need to find a solution reduces cognitive load for students, especially when the information is new.</a:t>
            </a:r>
          </a:p>
          <a:p>
            <a:pPr marL="342900" marR="0" lvl="0" indent="-342900">
              <a:spcBef>
                <a:spcPts val="0"/>
              </a:spcBef>
              <a:spcAft>
                <a:spcPts val="0"/>
              </a:spcAft>
              <a:buFont typeface="Symbol" panose="05050102010706020507" pitchFamily="18" charset="2"/>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b="1" dirty="0">
                <a:effectLst/>
                <a:latin typeface="Calibri" panose="020F0502020204030204" pitchFamily="34" charset="0"/>
                <a:ea typeface="Calibri" panose="020F0502020204030204" pitchFamily="34" charset="0"/>
                <a:cs typeface="Times New Roman" panose="02020603050405020304" pitchFamily="18" charset="0"/>
              </a:rPr>
              <a:t>Provides steps and Rationale: </a:t>
            </a:r>
            <a:r>
              <a:rPr lang="en-US" dirty="0">
                <a:effectLst/>
                <a:latin typeface="Calibri" panose="020F0502020204030204" pitchFamily="34" charset="0"/>
                <a:ea typeface="Calibri" panose="020F0502020204030204" pitchFamily="34" charset="0"/>
                <a:cs typeface="Times New Roman" panose="02020603050405020304" pitchFamily="18" charset="0"/>
              </a:rPr>
              <a:t>Shows expert thinking and highlights key important details.  The rationale is important to highlight so students know not just what to do by why it is important to the process.</a:t>
            </a:r>
          </a:p>
          <a:p>
            <a:pPr marL="342900" marR="0" lvl="0" indent="-342900">
              <a:spcBef>
                <a:spcPts val="0"/>
              </a:spcBef>
              <a:spcAft>
                <a:spcPts val="0"/>
              </a:spcAft>
              <a:buFont typeface="Symbol" panose="05050102010706020507" pitchFamily="18" charset="2"/>
              <a:buChar char=""/>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pPr>
            <a:r>
              <a:rPr lang="en-US" b="1" dirty="0">
                <a:effectLst/>
                <a:latin typeface="Calibri" panose="020F0502020204030204" pitchFamily="34" charset="0"/>
                <a:ea typeface="Calibri" panose="020F0502020204030204" pitchFamily="34" charset="0"/>
                <a:cs typeface="Times New Roman" panose="02020603050405020304" pitchFamily="18" charset="0"/>
              </a:rPr>
              <a:t>Increases in complexity: </a:t>
            </a:r>
            <a:r>
              <a:rPr lang="en-US" dirty="0">
                <a:effectLst/>
                <a:latin typeface="Calibri" panose="020F0502020204030204" pitchFamily="34" charset="0"/>
                <a:ea typeface="Calibri" panose="020F0502020204030204" pitchFamily="34" charset="0"/>
                <a:cs typeface="Times New Roman" panose="02020603050405020304" pitchFamily="18" charset="0"/>
              </a:rPr>
              <a:t>Examples move from basic to more challenging.  This helps the learner to transition from using the example as a reference to mimic to thinking more deeply and understanding the process. It is important that all problems are appropriately challenging; challenging enough to push the students but not too much that they become frustrated with the process.</a:t>
            </a:r>
          </a:p>
          <a:p>
            <a:pPr marL="0" indent="0">
              <a:buNone/>
            </a:pPr>
            <a:endParaRPr lang="en-US" dirty="0"/>
          </a:p>
        </p:txBody>
      </p:sp>
      <p:sp>
        <p:nvSpPr>
          <p:cNvPr id="4" name="Slide Number Placeholder 3">
            <a:extLst>
              <a:ext uri="{FF2B5EF4-FFF2-40B4-BE49-F238E27FC236}">
                <a16:creationId xmlns:a16="http://schemas.microsoft.com/office/drawing/2014/main" id="{EFFEC621-FA8B-46A3-85C3-6BF7A08D68F4}"/>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25116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F0A02-BC76-4A13-A926-186EB1DD52A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latin typeface="+mj-lt"/>
                <a:ea typeface="+mj-ea"/>
                <a:cs typeface="+mj-cs"/>
              </a:rPr>
              <a:t>Example	</a:t>
            </a:r>
          </a:p>
        </p:txBody>
      </p:sp>
      <p:sp>
        <p:nvSpPr>
          <p:cNvPr id="8" name="Rectangle 1">
            <a:extLst>
              <a:ext uri="{FF2B5EF4-FFF2-40B4-BE49-F238E27FC236}">
                <a16:creationId xmlns:a16="http://schemas.microsoft.com/office/drawing/2014/main" id="{30C4C444-9E0C-4D48-B20F-C3381289DF95}"/>
              </a:ext>
            </a:extLst>
          </p:cNvPr>
          <p:cNvSpPr>
            <a:spLocks noChangeArrowheads="1"/>
          </p:cNvSpPr>
          <p:nvPr/>
        </p:nvSpPr>
        <p:spPr bwMode="auto">
          <a:xfrm>
            <a:off x="838200" y="1825625"/>
            <a:ext cx="5181600"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800" b="0" i="0" u="none" strike="noStrike" cap="none" normalizeH="0" baseline="0">
                <a:ln>
                  <a:noFill/>
                </a:ln>
                <a:effectLst/>
              </a:rPr>
              <a:t>Mr. Brooks, a high school algebra teacher is teaching students how to solve for an unknown variable.  He began by using the example below.  He walked the students through the example providing the explanations of each step listed.</a:t>
            </a:r>
          </a:p>
        </p:txBody>
      </p:sp>
      <p:sp>
        <p:nvSpPr>
          <p:cNvPr id="4" name="Slide Number Placeholder 3">
            <a:extLst>
              <a:ext uri="{FF2B5EF4-FFF2-40B4-BE49-F238E27FC236}">
                <a16:creationId xmlns:a16="http://schemas.microsoft.com/office/drawing/2014/main" id="{B12BD4CC-758C-46AC-ACA2-41732B38554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7</a:t>
            </a:fld>
            <a:endParaRPr lang="en-US"/>
          </a:p>
        </p:txBody>
      </p:sp>
      <p:graphicFrame>
        <p:nvGraphicFramePr>
          <p:cNvPr id="9" name="Content Placeholder 4">
            <a:extLst>
              <a:ext uri="{FF2B5EF4-FFF2-40B4-BE49-F238E27FC236}">
                <a16:creationId xmlns:a16="http://schemas.microsoft.com/office/drawing/2014/main" id="{341B1D0C-A46F-4741-A849-459F5B7D9289}"/>
              </a:ext>
            </a:extLst>
          </p:cNvPr>
          <p:cNvGraphicFramePr>
            <a:graphicFrameLocks noGrp="1"/>
          </p:cNvGraphicFramePr>
          <p:nvPr>
            <p:ph sz="half" idx="2"/>
            <p:extLst>
              <p:ext uri="{D42A27DB-BD31-4B8C-83A1-F6EECF244321}">
                <p14:modId xmlns:p14="http://schemas.microsoft.com/office/powerpoint/2010/main" val="4179298717"/>
              </p:ext>
            </p:extLst>
          </p:nvPr>
        </p:nvGraphicFramePr>
        <p:xfrm>
          <a:off x="6172199" y="1825625"/>
          <a:ext cx="5181601" cy="3823513"/>
        </p:xfrm>
        <a:graphic>
          <a:graphicData uri="http://schemas.openxmlformats.org/drawingml/2006/table">
            <a:tbl>
              <a:tblPr firstRow="1" firstCol="1" bandRow="1"/>
              <a:tblGrid>
                <a:gridCol w="2444870">
                  <a:extLst>
                    <a:ext uri="{9D8B030D-6E8A-4147-A177-3AD203B41FA5}">
                      <a16:colId xmlns:a16="http://schemas.microsoft.com/office/drawing/2014/main" val="2224189111"/>
                    </a:ext>
                  </a:extLst>
                </a:gridCol>
                <a:gridCol w="2736731">
                  <a:extLst>
                    <a:ext uri="{9D8B030D-6E8A-4147-A177-3AD203B41FA5}">
                      <a16:colId xmlns:a16="http://schemas.microsoft.com/office/drawing/2014/main" val="2976603999"/>
                    </a:ext>
                  </a:extLst>
                </a:gridCol>
              </a:tblGrid>
              <a:tr h="615174">
                <a:tc>
                  <a:txBody>
                    <a:bodyPr/>
                    <a:lstStyle/>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8x + 3 = 17 + x</a:t>
                      </a:r>
                      <a:endParaRPr lang="en-US" sz="2700" b="0" i="0" u="none" strike="noStrike">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The goal is to figure out what x must be.</a:t>
                      </a:r>
                      <a:endParaRPr lang="en-US" sz="2700" b="0" i="0" u="none" strike="noStrike">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022705"/>
                  </a:ext>
                </a:extLst>
              </a:tr>
              <a:tr h="1432865">
                <a:tc>
                  <a:txBody>
                    <a:bodyPr/>
                    <a:lstStyle/>
                    <a:p>
                      <a:pPr marL="0" marR="0" algn="l" fontAlgn="t">
                        <a:lnSpc>
                          <a:spcPct val="107000"/>
                        </a:lnSpc>
                        <a:spcBef>
                          <a:spcPts val="0"/>
                        </a:spcBef>
                        <a:spcAft>
                          <a:spcPts val="0"/>
                        </a:spcAft>
                      </a:pPr>
                      <a:r>
                        <a:rPr lang="en-US" sz="1700" b="0" i="0" u="none" strike="noStrike" dirty="0">
                          <a:effectLst/>
                          <a:latin typeface="Calibri" panose="020F0502020204030204" pitchFamily="34" charset="0"/>
                          <a:ea typeface="Calibri" panose="020F0502020204030204" pitchFamily="34" charset="0"/>
                          <a:cs typeface="Times New Roman" panose="02020603050405020304" pitchFamily="18" charset="0"/>
                        </a:rPr>
                        <a:t>8x + 3 – (x) = 17 + x – (x)</a:t>
                      </a:r>
                      <a:endParaRPr lang="en-US" sz="2700" b="0" i="0" u="none" strike="noStrike" dirty="0">
                        <a:effectLst/>
                        <a:latin typeface="Arial" panose="020B0604020202020204" pitchFamily="34" charset="0"/>
                      </a:endParaRPr>
                    </a:p>
                    <a:p>
                      <a:pPr marL="0" marR="0" algn="l" fontAlgn="t">
                        <a:lnSpc>
                          <a:spcPct val="107000"/>
                        </a:lnSpc>
                        <a:spcBef>
                          <a:spcPts val="0"/>
                        </a:spcBef>
                        <a:spcAft>
                          <a:spcPts val="0"/>
                        </a:spcAft>
                      </a:pPr>
                      <a:r>
                        <a:rPr lang="en-US" sz="1700" b="0" i="0" u="none" strike="noStrike" dirty="0">
                          <a:effectLst/>
                          <a:latin typeface="Calibri" panose="020F0502020204030204" pitchFamily="34" charset="0"/>
                          <a:ea typeface="Calibri" panose="020F0502020204030204" pitchFamily="34" charset="0"/>
                          <a:cs typeface="Times New Roman" panose="02020603050405020304" pitchFamily="18" charset="0"/>
                        </a:rPr>
                        <a:t>7x + 3 = 17</a:t>
                      </a:r>
                      <a:endParaRPr lang="en-US" sz="2700" b="0" i="0" u="none" strike="noStrike" dirty="0">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Subtract x from both sides to remove x from the right side. The goal is to get the x’s on only one side of the equation.</a:t>
                      </a:r>
                      <a:endParaRPr lang="en-US" sz="2700" b="0" i="0" u="none" strike="noStrike">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7690572"/>
                  </a:ext>
                </a:extLst>
              </a:tr>
              <a:tr h="1160300">
                <a:tc>
                  <a:txBody>
                    <a:bodyPr/>
                    <a:lstStyle/>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7x + 3 – (3) = 17 – (3)</a:t>
                      </a:r>
                      <a:endParaRPr lang="en-US" sz="2700" b="0" i="0" u="none" strike="noStrike">
                        <a:effectLst/>
                        <a:latin typeface="Arial" panose="020B0604020202020204" pitchFamily="34" charset="0"/>
                      </a:endParaRPr>
                    </a:p>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7x = 14</a:t>
                      </a:r>
                      <a:endParaRPr lang="en-US" sz="2700" b="0" i="0" u="none" strike="noStrike">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Subtract 3 from both sides to further isolate the x.  We need to get x by itself on one side of the equation.</a:t>
                      </a:r>
                      <a:endParaRPr lang="en-US" sz="2700" b="0" i="0" u="none" strike="noStrike">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3184645"/>
                  </a:ext>
                </a:extLst>
              </a:tr>
              <a:tr h="615174">
                <a:tc>
                  <a:txBody>
                    <a:bodyPr/>
                    <a:lstStyle/>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7x /7 = 14/7</a:t>
                      </a:r>
                      <a:endParaRPr lang="en-US" sz="2700" b="0" i="0" u="none" strike="noStrike">
                        <a:effectLst/>
                        <a:latin typeface="Arial" panose="020B0604020202020204" pitchFamily="34" charset="0"/>
                      </a:endParaRPr>
                    </a:p>
                    <a:p>
                      <a:pPr marL="0" marR="0" algn="l" fontAlgn="t">
                        <a:lnSpc>
                          <a:spcPct val="107000"/>
                        </a:lnSpc>
                        <a:spcBef>
                          <a:spcPts val="0"/>
                        </a:spcBef>
                        <a:spcAft>
                          <a:spcPts val="0"/>
                        </a:spcAft>
                      </a:pPr>
                      <a:r>
                        <a:rPr lang="en-US" sz="1700" b="0" i="0" u="none" strike="noStrike">
                          <a:effectLst/>
                          <a:latin typeface="Calibri" panose="020F0502020204030204" pitchFamily="34" charset="0"/>
                          <a:ea typeface="Calibri" panose="020F0502020204030204" pitchFamily="34" charset="0"/>
                          <a:cs typeface="Times New Roman" panose="02020603050405020304" pitchFamily="18" charset="0"/>
                        </a:rPr>
                        <a:t>X = 2</a:t>
                      </a:r>
                      <a:endParaRPr lang="en-US" sz="2700" b="0" i="0" u="none" strike="noStrike">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700" b="0" i="0" u="none" strike="noStrike" dirty="0">
                          <a:effectLst/>
                          <a:latin typeface="Calibri" panose="020F0502020204030204" pitchFamily="34" charset="0"/>
                          <a:ea typeface="Calibri" panose="020F0502020204030204" pitchFamily="34" charset="0"/>
                          <a:cs typeface="Times New Roman" panose="02020603050405020304" pitchFamily="18" charset="0"/>
                        </a:rPr>
                        <a:t>Divide both sides by 7 to solve for the value of x</a:t>
                      </a:r>
                      <a:endParaRPr lang="en-US" sz="2700" b="0" i="0" u="none" strike="noStrike" dirty="0">
                        <a:effectLst/>
                        <a:latin typeface="Arial" panose="020B0604020202020204" pitchFamily="34" charset="0"/>
                      </a:endParaRPr>
                    </a:p>
                  </a:txBody>
                  <a:tcPr marL="104201" marR="104201" marT="1447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1914542"/>
                  </a:ext>
                </a:extLst>
              </a:tr>
            </a:tbl>
          </a:graphicData>
        </a:graphic>
      </p:graphicFrame>
    </p:spTree>
    <p:extLst>
      <p:ext uri="{BB962C8B-B14F-4D97-AF65-F5344CB8AC3E}">
        <p14:creationId xmlns:p14="http://schemas.microsoft.com/office/powerpoint/2010/main" val="193926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EF4DE-B494-49A9-96D5-4389F294AC7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latin typeface="+mj-lt"/>
                <a:ea typeface="+mj-ea"/>
                <a:cs typeface="+mj-cs"/>
              </a:rPr>
              <a:t>Example (Continued)</a:t>
            </a:r>
          </a:p>
        </p:txBody>
      </p:sp>
      <p:sp>
        <p:nvSpPr>
          <p:cNvPr id="10" name="TextBox 9">
            <a:extLst>
              <a:ext uri="{FF2B5EF4-FFF2-40B4-BE49-F238E27FC236}">
                <a16:creationId xmlns:a16="http://schemas.microsoft.com/office/drawing/2014/main" id="{8047DCE5-24BF-475F-8066-2D7B84898485}"/>
              </a:ext>
            </a:extLst>
          </p:cNvPr>
          <p:cNvSpPr txBox="1"/>
          <p:nvPr/>
        </p:nvSpPr>
        <p:spPr>
          <a:xfrm>
            <a:off x="472440" y="1520825"/>
            <a:ext cx="5181600" cy="2279015"/>
          </a:xfrm>
          <a:prstGeom prst="rect">
            <a:avLst/>
          </a:prstGeom>
        </p:spPr>
        <p:txBody>
          <a:bodyPr vert="horz" lIns="91440" tIns="45720" rIns="91440" bIns="45720" rtlCol="0">
            <a:normAutofit lnSpcReduction="10000"/>
          </a:bodyPr>
          <a:lstStyle/>
          <a:p>
            <a:pPr marR="0">
              <a:lnSpc>
                <a:spcPct val="90000"/>
              </a:lnSpc>
              <a:spcBef>
                <a:spcPts val="0"/>
              </a:spcBef>
              <a:spcAft>
                <a:spcPts val="800"/>
              </a:spcAft>
            </a:pPr>
            <a:r>
              <a:rPr lang="en-US" sz="2800" dirty="0">
                <a:effectLst/>
              </a:rPr>
              <a:t>He then moved to a practice set where he walked the students through the examples below as a class before asking the students to solve the last problem independently.</a:t>
            </a:r>
          </a:p>
        </p:txBody>
      </p:sp>
      <p:pic>
        <p:nvPicPr>
          <p:cNvPr id="7" name="Content Placeholder 6" descr="A progressive problem in mathematics, showing how three students approached a math problem and asking the student to solve the problem to find the create thinking.">
            <a:extLst>
              <a:ext uri="{FF2B5EF4-FFF2-40B4-BE49-F238E27FC236}">
                <a16:creationId xmlns:a16="http://schemas.microsoft.com/office/drawing/2014/main" id="{4508ABA1-754B-4B57-8935-F35B77F6DD4B}"/>
              </a:ext>
            </a:extLst>
          </p:cNvPr>
          <p:cNvPicPr>
            <a:picLocks noGrp="1" noChangeAspect="1"/>
          </p:cNvPicPr>
          <p:nvPr>
            <p:ph sz="half" idx="2"/>
          </p:nvPr>
        </p:nvPicPr>
        <p:blipFill>
          <a:blip r:embed="rId2"/>
          <a:stretch>
            <a:fillRect/>
          </a:stretch>
        </p:blipFill>
        <p:spPr>
          <a:xfrm>
            <a:off x="2753359" y="3428999"/>
            <a:ext cx="7772401" cy="2992375"/>
          </a:xfrm>
          <a:prstGeom prst="rect">
            <a:avLst/>
          </a:prstGeom>
          <a:noFill/>
        </p:spPr>
      </p:pic>
      <p:sp>
        <p:nvSpPr>
          <p:cNvPr id="5" name="Slide Number Placeholder 4">
            <a:extLst>
              <a:ext uri="{FF2B5EF4-FFF2-40B4-BE49-F238E27FC236}">
                <a16:creationId xmlns:a16="http://schemas.microsoft.com/office/drawing/2014/main" id="{6606D0DF-540B-42C4-8BE8-F3A84D0A0BF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8</a:t>
            </a:fld>
            <a:endParaRPr lang="en-US"/>
          </a:p>
        </p:txBody>
      </p:sp>
    </p:spTree>
    <p:extLst>
      <p:ext uri="{BB962C8B-B14F-4D97-AF65-F5344CB8AC3E}">
        <p14:creationId xmlns:p14="http://schemas.microsoft.com/office/powerpoint/2010/main" val="1506997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43D7F0-F21B-4F92-9B83-5C31E7BBA7BE}"/>
              </a:ext>
            </a:extLst>
          </p:cNvPr>
          <p:cNvSpPr>
            <a:spLocks noGrp="1"/>
          </p:cNvSpPr>
          <p:nvPr>
            <p:ph type="title"/>
          </p:nvPr>
        </p:nvSpPr>
        <p:spPr>
          <a:xfrm>
            <a:off x="839788" y="457200"/>
            <a:ext cx="3932237" cy="751840"/>
          </a:xfrm>
        </p:spPr>
        <p:txBody>
          <a:bodyPr vert="horz" lIns="91440" tIns="45720" rIns="91440" bIns="45720" rtlCol="0" anchor="b">
            <a:normAutofit/>
          </a:bodyPr>
          <a:lstStyle/>
          <a:p>
            <a:r>
              <a:rPr lang="en-US" sz="4400" kern="1200" dirty="0">
                <a:latin typeface="+mj-lt"/>
                <a:ea typeface="+mj-ea"/>
                <a:cs typeface="+mj-cs"/>
              </a:rPr>
              <a:t>Non-Example</a:t>
            </a:r>
          </a:p>
        </p:txBody>
      </p:sp>
      <p:sp>
        <p:nvSpPr>
          <p:cNvPr id="9" name="Rectangle 2">
            <a:extLst>
              <a:ext uri="{FF2B5EF4-FFF2-40B4-BE49-F238E27FC236}">
                <a16:creationId xmlns:a16="http://schemas.microsoft.com/office/drawing/2014/main" id="{2D4146E8-E7EB-469C-8E26-2A093CB1680D}"/>
              </a:ext>
            </a:extLst>
          </p:cNvPr>
          <p:cNvSpPr>
            <a:spLocks noChangeArrowheads="1"/>
          </p:cNvSpPr>
          <p:nvPr/>
        </p:nvSpPr>
        <p:spPr bwMode="auto">
          <a:xfrm>
            <a:off x="839788" y="2057400"/>
            <a:ext cx="3932237" cy="381158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fontAlgn="base">
              <a:lnSpc>
                <a:spcPct val="90000"/>
              </a:lnSpc>
              <a:spcBef>
                <a:spcPts val="1000"/>
              </a:spcBef>
              <a:spcAft>
                <a:spcPct val="0"/>
              </a:spcAft>
              <a:buClrTx/>
              <a:buSzTx/>
              <a:tabLst/>
            </a:pPr>
            <a:r>
              <a:rPr kumimoji="0" lang="en-US" altLang="en-US" sz="2400" b="0" i="0" u="none" strike="noStrike" kern="1200" cap="none" normalizeH="0" baseline="0" dirty="0">
                <a:ln>
                  <a:noFill/>
                </a:ln>
                <a:effectLst/>
                <a:latin typeface="+mn-lt"/>
                <a:ea typeface="+mn-ea"/>
                <a:cs typeface="+mn-cs"/>
              </a:rPr>
              <a:t>Mr. Jones, a science teacher, is teaching students how to convert one unit of measure to another in the metric system.  The students are new to the concept of converting units.  He stared by demonstrating how to convert kilograms to grams using the problem below:</a:t>
            </a:r>
          </a:p>
        </p:txBody>
      </p:sp>
      <p:sp>
        <p:nvSpPr>
          <p:cNvPr id="3" name="Slide Number Placeholder 2">
            <a:extLst>
              <a:ext uri="{FF2B5EF4-FFF2-40B4-BE49-F238E27FC236}">
                <a16:creationId xmlns:a16="http://schemas.microsoft.com/office/drawing/2014/main" id="{90590093-5184-4560-A539-33E70EBB3A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9</a:t>
            </a:fld>
            <a:endParaRPr lang="en-US"/>
          </a:p>
        </p:txBody>
      </p:sp>
      <p:graphicFrame>
        <p:nvGraphicFramePr>
          <p:cNvPr id="8" name="Content Placeholder 7">
            <a:extLst>
              <a:ext uri="{FF2B5EF4-FFF2-40B4-BE49-F238E27FC236}">
                <a16:creationId xmlns:a16="http://schemas.microsoft.com/office/drawing/2014/main" id="{D40C8841-9EE3-4001-AE6B-F15F41684B0F}"/>
              </a:ext>
            </a:extLst>
          </p:cNvPr>
          <p:cNvGraphicFramePr>
            <a:graphicFrameLocks noGrp="1"/>
          </p:cNvGraphicFramePr>
          <p:nvPr>
            <p:ph idx="1"/>
            <p:extLst>
              <p:ext uri="{D42A27DB-BD31-4B8C-83A1-F6EECF244321}">
                <p14:modId xmlns:p14="http://schemas.microsoft.com/office/powerpoint/2010/main" val="2713340204"/>
              </p:ext>
            </p:extLst>
          </p:nvPr>
        </p:nvGraphicFramePr>
        <p:xfrm>
          <a:off x="5180011" y="2187265"/>
          <a:ext cx="6172201" cy="2860026"/>
        </p:xfrm>
        <a:graphic>
          <a:graphicData uri="http://schemas.openxmlformats.org/drawingml/2006/table">
            <a:tbl>
              <a:tblPr firstRow="1" firstCol="1" bandRow="1"/>
              <a:tblGrid>
                <a:gridCol w="2562779">
                  <a:extLst>
                    <a:ext uri="{9D8B030D-6E8A-4147-A177-3AD203B41FA5}">
                      <a16:colId xmlns:a16="http://schemas.microsoft.com/office/drawing/2014/main" val="3575080426"/>
                    </a:ext>
                  </a:extLst>
                </a:gridCol>
                <a:gridCol w="3609422">
                  <a:extLst>
                    <a:ext uri="{9D8B030D-6E8A-4147-A177-3AD203B41FA5}">
                      <a16:colId xmlns:a16="http://schemas.microsoft.com/office/drawing/2014/main" val="447196432"/>
                    </a:ext>
                  </a:extLst>
                </a:gridCol>
              </a:tblGrid>
              <a:tr h="953342">
                <a:tc>
                  <a:txBody>
                    <a:bodyPr/>
                    <a:lstStyle/>
                    <a:p>
                      <a:pPr marL="0" marR="0" algn="l" fontAlgn="t">
                        <a:lnSpc>
                          <a:spcPct val="107000"/>
                        </a:lnSpc>
                        <a:spcBef>
                          <a:spcPts val="0"/>
                        </a:spcBef>
                        <a:spcAft>
                          <a:spcPts val="0"/>
                        </a:spcAft>
                      </a:pPr>
                      <a:r>
                        <a:rPr lang="en-US" sz="2600" b="0" i="0" u="none" strike="noStrike">
                          <a:effectLst/>
                          <a:latin typeface="Calibri" panose="020F0502020204030204" pitchFamily="34" charset="0"/>
                          <a:ea typeface="Calibri" panose="020F0502020204030204" pitchFamily="34" charset="0"/>
                          <a:cs typeface="Times New Roman" panose="02020603050405020304" pitchFamily="18" charset="0"/>
                        </a:rPr>
                        <a:t>4.8 kilograms</a:t>
                      </a:r>
                      <a:endParaRPr lang="en-US" sz="4200" b="0" i="0" u="none" strike="noStrike">
                        <a:effectLst/>
                        <a:latin typeface="Arial" panose="020B0604020202020204" pitchFamily="34" charset="0"/>
                      </a:endParaRPr>
                    </a:p>
                  </a:txBody>
                  <a:tcPr marL="161482" marR="161482" marT="224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2600" b="0" i="0" u="none" strike="noStrike">
                          <a:effectLst/>
                          <a:latin typeface="Calibri" panose="020F0502020204030204" pitchFamily="34" charset="0"/>
                          <a:ea typeface="Calibri" panose="020F0502020204030204" pitchFamily="34" charset="0"/>
                          <a:cs typeface="Times New Roman" panose="02020603050405020304" pitchFamily="18" charset="0"/>
                        </a:rPr>
                        <a:t>The goal is to convert kilograms to grams</a:t>
                      </a:r>
                      <a:endParaRPr lang="en-US" sz="4200" b="0" i="0" u="none" strike="noStrike">
                        <a:effectLst/>
                        <a:latin typeface="Arial" panose="020B0604020202020204" pitchFamily="34" charset="0"/>
                      </a:endParaRPr>
                    </a:p>
                  </a:txBody>
                  <a:tcPr marL="161482" marR="161482" marT="224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7680198"/>
                  </a:ext>
                </a:extLst>
              </a:tr>
              <a:tr h="953342">
                <a:tc>
                  <a:txBody>
                    <a:bodyPr/>
                    <a:lstStyle/>
                    <a:p>
                      <a:pPr marL="0" marR="0" algn="l" fontAlgn="t">
                        <a:lnSpc>
                          <a:spcPct val="107000"/>
                        </a:lnSpc>
                        <a:spcBef>
                          <a:spcPts val="0"/>
                        </a:spcBef>
                        <a:spcAft>
                          <a:spcPts val="0"/>
                        </a:spcAft>
                      </a:pPr>
                      <a:r>
                        <a:rPr lang="en-US" sz="2600" b="0" i="0" u="sng" strike="noStrike">
                          <a:effectLst/>
                          <a:latin typeface="Calibri" panose="020F0502020204030204" pitchFamily="34" charset="0"/>
                          <a:ea typeface="Calibri" panose="020F0502020204030204" pitchFamily="34" charset="0"/>
                          <a:cs typeface="Times New Roman" panose="02020603050405020304" pitchFamily="18" charset="0"/>
                        </a:rPr>
                        <a:t>4.8 kg</a:t>
                      </a:r>
                      <a:r>
                        <a:rPr lang="en-US" sz="2600" b="0" i="0" u="none" strike="noStrike">
                          <a:effectLst/>
                          <a:latin typeface="Calibri" panose="020F0502020204030204" pitchFamily="34" charset="0"/>
                          <a:ea typeface="Calibri" panose="020F0502020204030204" pitchFamily="34" charset="0"/>
                          <a:cs typeface="Times New Roman" panose="02020603050405020304" pitchFamily="18" charset="0"/>
                        </a:rPr>
                        <a:t> x </a:t>
                      </a:r>
                      <a:r>
                        <a:rPr lang="en-US" sz="2600" b="0" i="0" u="sng" strike="noStrike">
                          <a:effectLst/>
                          <a:latin typeface="Calibri" panose="020F0502020204030204" pitchFamily="34" charset="0"/>
                          <a:ea typeface="Calibri" panose="020F0502020204030204" pitchFamily="34" charset="0"/>
                          <a:cs typeface="Times New Roman" panose="02020603050405020304" pitchFamily="18" charset="0"/>
                        </a:rPr>
                        <a:t>1000 g</a:t>
                      </a:r>
                      <a:endParaRPr lang="en-US" sz="4200" b="0" i="0" u="none" strike="noStrike">
                        <a:effectLst/>
                        <a:latin typeface="Arial" panose="020B0604020202020204" pitchFamily="34" charset="0"/>
                      </a:endParaRPr>
                    </a:p>
                    <a:p>
                      <a:pPr marL="0" marR="0" algn="l" fontAlgn="t">
                        <a:lnSpc>
                          <a:spcPct val="107000"/>
                        </a:lnSpc>
                        <a:spcBef>
                          <a:spcPts val="0"/>
                        </a:spcBef>
                        <a:spcAft>
                          <a:spcPts val="0"/>
                        </a:spcAft>
                      </a:pPr>
                      <a:r>
                        <a:rPr lang="en-US" sz="2600" b="0" i="0" u="none" strike="noStrike">
                          <a:effectLst/>
                          <a:latin typeface="Calibri" panose="020F0502020204030204" pitchFamily="34" charset="0"/>
                          <a:ea typeface="Calibri" panose="020F0502020204030204" pitchFamily="34" charset="0"/>
                          <a:cs typeface="Times New Roman" panose="02020603050405020304" pitchFamily="18" charset="0"/>
                        </a:rPr>
                        <a:t>   1            1 kg</a:t>
                      </a:r>
                      <a:endParaRPr lang="en-US" sz="4200" b="0" i="0" u="none" strike="noStrike">
                        <a:effectLst/>
                        <a:latin typeface="Arial" panose="020B0604020202020204" pitchFamily="34" charset="0"/>
                      </a:endParaRPr>
                    </a:p>
                  </a:txBody>
                  <a:tcPr marL="161482" marR="161482" marT="224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2600" b="0" i="0" u="none" strike="noStrike" dirty="0">
                          <a:effectLst/>
                          <a:latin typeface="Calibri" panose="020F0502020204030204" pitchFamily="34" charset="0"/>
                          <a:ea typeface="Calibri" panose="020F0502020204030204" pitchFamily="34" charset="0"/>
                          <a:cs typeface="Times New Roman" panose="02020603050405020304" pitchFamily="18" charset="0"/>
                        </a:rPr>
                        <a:t>To convert kg to grams multiply by 1000.</a:t>
                      </a:r>
                      <a:endParaRPr lang="en-US" sz="4200" b="0" i="0" u="none" strike="noStrike" dirty="0">
                        <a:effectLst/>
                        <a:latin typeface="Arial" panose="020B0604020202020204" pitchFamily="34" charset="0"/>
                      </a:endParaRPr>
                    </a:p>
                  </a:txBody>
                  <a:tcPr marL="161482" marR="161482" marT="224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016629"/>
                  </a:ext>
                </a:extLst>
              </a:tr>
              <a:tr h="953342">
                <a:tc>
                  <a:txBody>
                    <a:bodyPr/>
                    <a:lstStyle/>
                    <a:p>
                      <a:pPr marL="0" marR="0" algn="l" fontAlgn="t">
                        <a:lnSpc>
                          <a:spcPct val="107000"/>
                        </a:lnSpc>
                        <a:spcBef>
                          <a:spcPts val="0"/>
                        </a:spcBef>
                        <a:spcAft>
                          <a:spcPts val="0"/>
                        </a:spcAft>
                      </a:pPr>
                      <a:r>
                        <a:rPr lang="en-US" sz="2600" b="0" i="0" u="none" strike="noStrike">
                          <a:effectLst/>
                          <a:latin typeface="Calibri" panose="020F0502020204030204" pitchFamily="34" charset="0"/>
                          <a:ea typeface="Calibri" panose="020F0502020204030204" pitchFamily="34" charset="0"/>
                          <a:cs typeface="Times New Roman" panose="02020603050405020304" pitchFamily="18" charset="0"/>
                        </a:rPr>
                        <a:t>4.8 x 1000 = 4800</a:t>
                      </a:r>
                      <a:endParaRPr lang="en-US" sz="4200" b="0" i="0" u="none" strike="noStrike">
                        <a:effectLst/>
                        <a:latin typeface="Arial" panose="020B0604020202020204" pitchFamily="34" charset="0"/>
                      </a:endParaRPr>
                    </a:p>
                  </a:txBody>
                  <a:tcPr marL="161482" marR="161482" marT="224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2600" b="0" i="0" u="none" strike="noStrike" dirty="0">
                          <a:effectLst/>
                          <a:latin typeface="Calibri" panose="020F0502020204030204" pitchFamily="34" charset="0"/>
                          <a:ea typeface="Calibri" panose="020F0502020204030204" pitchFamily="34" charset="0"/>
                          <a:cs typeface="Times New Roman" panose="02020603050405020304" pitchFamily="18" charset="0"/>
                        </a:rPr>
                        <a:t>You get 4,800 g</a:t>
                      </a:r>
                      <a:endParaRPr lang="en-US" sz="4200" b="0" i="0" u="none" strike="noStrike" dirty="0">
                        <a:effectLst/>
                        <a:latin typeface="Arial" panose="020B0604020202020204" pitchFamily="34" charset="0"/>
                      </a:endParaRPr>
                    </a:p>
                  </a:txBody>
                  <a:tcPr marL="161482" marR="161482" marT="224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2244869"/>
                  </a:ext>
                </a:extLst>
              </a:tr>
            </a:tbl>
          </a:graphicData>
        </a:graphic>
      </p:graphicFrame>
    </p:spTree>
    <p:extLst>
      <p:ext uri="{BB962C8B-B14F-4D97-AF65-F5344CB8AC3E}">
        <p14:creationId xmlns:p14="http://schemas.microsoft.com/office/powerpoint/2010/main" val="3071278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0A0FE-6BE4-4D5F-A212-AE313D14D069}"/>
              </a:ext>
            </a:extLst>
          </p:cNvPr>
          <p:cNvSpPr>
            <a:spLocks noGrp="1"/>
          </p:cNvSpPr>
          <p:nvPr>
            <p:ph type="title"/>
          </p:nvPr>
        </p:nvSpPr>
        <p:spPr/>
        <p:txBody>
          <a:bodyPr/>
          <a:lstStyle/>
          <a:p>
            <a:r>
              <a:rPr lang="en-US" dirty="0"/>
              <a:t>Non-Example (Continued)</a:t>
            </a:r>
          </a:p>
        </p:txBody>
      </p:sp>
      <p:sp>
        <p:nvSpPr>
          <p:cNvPr id="3" name="Content Placeholder 2">
            <a:extLst>
              <a:ext uri="{FF2B5EF4-FFF2-40B4-BE49-F238E27FC236}">
                <a16:creationId xmlns:a16="http://schemas.microsoft.com/office/drawing/2014/main" id="{09B536E0-4C0F-4F35-A6A6-FF92259B5647}"/>
              </a:ext>
            </a:extLst>
          </p:cNvPr>
          <p:cNvSpPr>
            <a:spLocks noGrp="1"/>
          </p:cNvSpPr>
          <p:nvPr>
            <p:ph sz="half" idx="1"/>
          </p:nvPr>
        </p:nvSpPr>
        <p:spPr/>
        <p:txBody>
          <a:bodyPr>
            <a:normAutofit fontScale="77500" lnSpcReduction="20000"/>
          </a:bodyPr>
          <a:lstStyle/>
          <a:p>
            <a:pPr marL="0" marR="0" indent="0">
              <a:lnSpc>
                <a:spcPct val="107000"/>
              </a:lnSpc>
              <a:spcBef>
                <a:spcPts val="0"/>
              </a:spcBef>
              <a:spcAft>
                <a:spcPts val="800"/>
              </a:spcAft>
              <a:buNone/>
            </a:pPr>
            <a:r>
              <a:rPr lang="en-US" sz="4100" dirty="0">
                <a:effectLst/>
                <a:latin typeface="Calibri" panose="020F0502020204030204" pitchFamily="34" charset="0"/>
                <a:ea typeface="Calibri" panose="020F0502020204030204" pitchFamily="34" charset="0"/>
                <a:cs typeface="Times New Roman" panose="02020603050405020304" pitchFamily="18" charset="0"/>
              </a:rPr>
              <a:t>He then gave the students time to practice their conversions by completing the following practice problems:</a:t>
            </a:r>
          </a:p>
          <a:p>
            <a:endParaRPr lang="en-US" dirty="0"/>
          </a:p>
        </p:txBody>
      </p:sp>
      <p:sp>
        <p:nvSpPr>
          <p:cNvPr id="5" name="Content Placeholder 4">
            <a:extLst>
              <a:ext uri="{FF2B5EF4-FFF2-40B4-BE49-F238E27FC236}">
                <a16:creationId xmlns:a16="http://schemas.microsoft.com/office/drawing/2014/main" id="{21811407-5EA4-425F-8A6D-1A406F382B06}"/>
              </a:ext>
            </a:extLst>
          </p:cNvPr>
          <p:cNvSpPr>
            <a:spLocks noGrp="1"/>
          </p:cNvSpPr>
          <p:nvPr>
            <p:ph sz="half" idx="2"/>
          </p:nvPr>
        </p:nvSpPr>
        <p:spPr/>
        <p:txBody>
          <a:bodyPr>
            <a:normAutofit fontScale="77500" lnSpcReduction="20000"/>
          </a:bodyPr>
          <a:lstStyle/>
          <a:p>
            <a:pPr marL="0" marR="0" indent="0">
              <a:lnSpc>
                <a:spcPct val="107000"/>
              </a:lnSpc>
              <a:spcBef>
                <a:spcPts val="0"/>
              </a:spcBef>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Express the following mass in units of grams.</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5.89 kg = _______ 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3 kg = _______ 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0.18 kg = ______ 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4.20 kg = _______ g</a:t>
            </a:r>
          </a:p>
          <a:p>
            <a:pPr marL="342900" marR="0" lvl="0" indent="-342900">
              <a:lnSpc>
                <a:spcPct val="107000"/>
              </a:lnSpc>
              <a:spcBef>
                <a:spcPts val="0"/>
              </a:spcBef>
              <a:spcAft>
                <a:spcPts val="80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6.5 kg = ______ g</a:t>
            </a:r>
          </a:p>
          <a:p>
            <a:pPr marL="0" marR="0" lvl="0" indent="0">
              <a:lnSpc>
                <a:spcPct val="107000"/>
              </a:lnSpc>
              <a:spcBef>
                <a:spcPts val="0"/>
              </a:spcBef>
              <a:spcAft>
                <a:spcPts val="800"/>
              </a:spcAft>
              <a:buNone/>
            </a:pPr>
            <a:r>
              <a:rPr lang="en-US" sz="2800" dirty="0">
                <a:latin typeface="Calibri" panose="020F0502020204030204" pitchFamily="34" charset="0"/>
                <a:ea typeface="Calibri" panose="020F0502020204030204" pitchFamily="34" charset="0"/>
                <a:cs typeface="Times New Roman" panose="02020603050405020304" pitchFamily="18" charset="0"/>
              </a:rPr>
              <a:t>E</a:t>
            </a:r>
            <a:r>
              <a:rPr lang="en-US" sz="2800" dirty="0">
                <a:effectLst/>
                <a:latin typeface="Calibri" panose="020F0502020204030204" pitchFamily="34" charset="0"/>
                <a:ea typeface="Calibri" panose="020F0502020204030204" pitchFamily="34" charset="0"/>
                <a:cs typeface="Times New Roman" panose="02020603050405020304" pitchFamily="18" charset="0"/>
              </a:rPr>
              <a:t>xpress the following mass in units of kg.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12,240 g = _______ kg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15 g = _______ kg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565 g = _______ kg</a:t>
            </a:r>
          </a:p>
          <a:p>
            <a:pPr marL="342900" marR="0" lvl="0" indent="-34290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4,000 g = ______ kg</a:t>
            </a:r>
          </a:p>
          <a:p>
            <a:pPr marL="342900" marR="0" lvl="0" indent="-342900">
              <a:lnSpc>
                <a:spcPct val="107000"/>
              </a:lnSpc>
              <a:spcBef>
                <a:spcPts val="0"/>
              </a:spcBef>
              <a:spcAft>
                <a:spcPts val="800"/>
              </a:spcAft>
              <a:buFont typeface="+mj-lt"/>
              <a:buAutoNum type="arabicPeriod"/>
            </a:pPr>
            <a:r>
              <a:rPr lang="en-US" sz="2800" dirty="0">
                <a:effectLst/>
                <a:latin typeface="Calibri" panose="020F0502020204030204" pitchFamily="34" charset="0"/>
                <a:ea typeface="Calibri" panose="020F0502020204030204" pitchFamily="34" charset="0"/>
                <a:cs typeface="Times New Roman" panose="02020603050405020304" pitchFamily="18" charset="0"/>
              </a:rPr>
              <a:t>3, 920 g = ______kg</a:t>
            </a:r>
          </a:p>
          <a:p>
            <a:endParaRPr lang="en-US" dirty="0"/>
          </a:p>
        </p:txBody>
      </p:sp>
      <p:sp>
        <p:nvSpPr>
          <p:cNvPr id="4" name="Slide Number Placeholder 3">
            <a:extLst>
              <a:ext uri="{FF2B5EF4-FFF2-40B4-BE49-F238E27FC236}">
                <a16:creationId xmlns:a16="http://schemas.microsoft.com/office/drawing/2014/main" id="{1438506A-4583-4B55-8CCD-F8623A4ADB38}"/>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469064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lvl="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is a worked example?  How is it the same or different from the strategy of modeling?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Look at the scenario provided on your Exit Ticket for a worked example.  Does this worked example meet the criteria to be effective?  Provide evidence for your decision based on the chart of criteria.</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400"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52</TotalTime>
  <Words>764</Words>
  <Application>Microsoft Office PowerPoint</Application>
  <PresentationFormat>Widescreen</PresentationFormat>
  <Paragraphs>76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Symbol</vt:lpstr>
      <vt:lpstr>Office Theme</vt:lpstr>
      <vt:lpstr>Instructional Practices| Unit 7: High Leverage Teaching Practices| Lesson 7.06</vt:lpstr>
      <vt:lpstr>TEKS Standards &amp; Objectives</vt:lpstr>
      <vt:lpstr>Bellringer</vt:lpstr>
      <vt:lpstr>Vocabulary</vt:lpstr>
      <vt:lpstr>Benefits of Worked Examples</vt:lpstr>
      <vt:lpstr>Criteria for Effective Worked Examples </vt:lpstr>
      <vt:lpstr>Example </vt:lpstr>
      <vt:lpstr>Example (Continued)</vt:lpstr>
      <vt:lpstr>Non-Example</vt:lpstr>
      <vt:lpstr>Non-Example (Continued)</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Worked Examples</dc:title>
  <dc:subject>Worked Examples</dc:subject>
  <dc:creator>Texas Education Agency</dc:creator>
  <cp:lastModifiedBy>London White</cp:lastModifiedBy>
  <cp:revision>2</cp:revision>
  <dcterms:created xsi:type="dcterms:W3CDTF">2022-09-17T16:30:16Z</dcterms:created>
  <dcterms:modified xsi:type="dcterms:W3CDTF">2023-08-31T05:06:12Z</dcterms:modified>
</cp:coreProperties>
</file>
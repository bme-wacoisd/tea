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9" r:id="rId3"/>
    <p:sldId id="271" r:id="rId4"/>
    <p:sldId id="258" r:id="rId5"/>
    <p:sldId id="262" r:id="rId6"/>
    <p:sldId id="263" r:id="rId7"/>
    <p:sldId id="272" r:id="rId8"/>
    <p:sldId id="273" r:id="rId9"/>
    <p:sldId id="274" r:id="rId10"/>
    <p:sldId id="275"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71"/>
            <p14:sldId id="258"/>
            <p14:sldId id="262"/>
            <p14:sldId id="263"/>
            <p14:sldId id="272"/>
            <p14:sldId id="273"/>
            <p14:sldId id="274"/>
            <p14:sldId id="275"/>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490C0-EC31-4D5A-857D-B30248D704AD}" v="11" dt="2023-01-25T15:42:11.181"/>
    <p1510:client id="{590480D1-D213-43E9-96E8-8D9EE0D4E4AE}" v="3" dt="2023-01-25T16:09:48.576"/>
    <p1510:client id="{6450AAA8-EA99-4C15-97AF-8E52A6E06081}" v="8" dt="2023-01-26T06:03:29.374"/>
    <p1510:client id="{97A8789F-27EC-493A-B13E-DB853CC06DF7}" v="4" dt="2023-01-25T15:58:05.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2"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590480D1-D213-43E9-96E8-8D9EE0D4E4AE}"/>
    <pc:docChg chg="modSld">
      <pc:chgData name="White (she/her), Whitney" userId="65f39021-2f1d-4d8b-87dc-b123826f65bf" providerId="ADAL" clId="{590480D1-D213-43E9-96E8-8D9EE0D4E4AE}" dt="2023-01-25T16:06:28.426" v="1" actId="20577"/>
      <pc:docMkLst>
        <pc:docMk/>
      </pc:docMkLst>
      <pc:sldChg chg="modSp mod">
        <pc:chgData name="White (she/her), Whitney" userId="65f39021-2f1d-4d8b-87dc-b123826f65bf" providerId="ADAL" clId="{590480D1-D213-43E9-96E8-8D9EE0D4E4AE}" dt="2023-01-25T16:06:28.426" v="1" actId="20577"/>
        <pc:sldMkLst>
          <pc:docMk/>
          <pc:sldMk cId="1482277026" sldId="256"/>
        </pc:sldMkLst>
        <pc:spChg chg="mod">
          <ac:chgData name="White (she/her), Whitney" userId="65f39021-2f1d-4d8b-87dc-b123826f65bf" providerId="ADAL" clId="{590480D1-D213-43E9-96E8-8D9EE0D4E4AE}" dt="2023-01-25T16:06:25.208" v="0" actId="20577"/>
          <ac:spMkLst>
            <pc:docMk/>
            <pc:sldMk cId="1482277026" sldId="256"/>
            <ac:spMk id="2" creationId="{BFFCF5BD-F8FF-4A67-A8B6-EBB21E79279B}"/>
          </ac:spMkLst>
        </pc:spChg>
        <pc:spChg chg="mod">
          <ac:chgData name="White (she/her), Whitney" userId="65f39021-2f1d-4d8b-87dc-b123826f65bf" providerId="ADAL" clId="{590480D1-D213-43E9-96E8-8D9EE0D4E4AE}" dt="2023-01-25T16:06:28.426" v="1" actId="20577"/>
          <ac:spMkLst>
            <pc:docMk/>
            <pc:sldMk cId="1482277026" sldId="256"/>
            <ac:spMk id="3" creationId="{E0FBD98F-3A67-498E-8174-652040DD7B60}"/>
          </ac:spMkLst>
        </pc:spChg>
      </pc:sldChg>
    </pc:docChg>
  </pc:docChgLst>
  <pc:docChgLst>
    <pc:chgData name="White (she/her), Whitney" userId="65f39021-2f1d-4d8b-87dc-b123826f65bf" providerId="ADAL" clId="{7DC62D2F-EE24-4487-9929-02D1D00D3CE9}"/>
    <pc:docChg chg="custSel addSld modSld modSection">
      <pc:chgData name="White (she/her), Whitney" userId="65f39021-2f1d-4d8b-87dc-b123826f65bf" providerId="ADAL" clId="{7DC62D2F-EE24-4487-9929-02D1D00D3CE9}" dt="2023-01-17T18:31:53.332" v="185" actId="1076"/>
      <pc:docMkLst>
        <pc:docMk/>
      </pc:docMkLst>
      <pc:sldChg chg="modSp mod">
        <pc:chgData name="White (she/her), Whitney" userId="65f39021-2f1d-4d8b-87dc-b123826f65bf" providerId="ADAL" clId="{7DC62D2F-EE24-4487-9929-02D1D00D3CE9}" dt="2023-01-17T18:26:04.583" v="86" actId="20577"/>
        <pc:sldMkLst>
          <pc:docMk/>
          <pc:sldMk cId="1482277026" sldId="256"/>
        </pc:sldMkLst>
        <pc:spChg chg="mod">
          <ac:chgData name="White (she/her), Whitney" userId="65f39021-2f1d-4d8b-87dc-b123826f65bf" providerId="ADAL" clId="{7DC62D2F-EE24-4487-9929-02D1D00D3CE9}" dt="2023-01-17T18:26:04.583" v="86" actId="20577"/>
          <ac:spMkLst>
            <pc:docMk/>
            <pc:sldMk cId="1482277026" sldId="256"/>
            <ac:spMk id="2" creationId="{BFFCF5BD-F8FF-4A67-A8B6-EBB21E79279B}"/>
          </ac:spMkLst>
        </pc:spChg>
        <pc:spChg chg="mod">
          <ac:chgData name="White (she/her), Whitney" userId="65f39021-2f1d-4d8b-87dc-b123826f65bf" providerId="ADAL" clId="{7DC62D2F-EE24-4487-9929-02D1D00D3CE9}" dt="2023-01-17T18:25:34.332" v="46" actId="20577"/>
          <ac:spMkLst>
            <pc:docMk/>
            <pc:sldMk cId="1482277026" sldId="256"/>
            <ac:spMk id="3" creationId="{E0FBD98F-3A67-498E-8174-652040DD7B60}"/>
          </ac:spMkLst>
        </pc:spChg>
      </pc:sldChg>
      <pc:sldChg chg="modSp mod">
        <pc:chgData name="White (she/her), Whitney" userId="65f39021-2f1d-4d8b-87dc-b123826f65bf" providerId="ADAL" clId="{7DC62D2F-EE24-4487-9929-02D1D00D3CE9}" dt="2023-01-17T18:29:06.181" v="116" actId="403"/>
        <pc:sldMkLst>
          <pc:docMk/>
          <pc:sldMk cId="4071305681" sldId="258"/>
        </pc:sldMkLst>
        <pc:spChg chg="mod">
          <ac:chgData name="White (she/her), Whitney" userId="65f39021-2f1d-4d8b-87dc-b123826f65bf" providerId="ADAL" clId="{7DC62D2F-EE24-4487-9929-02D1D00D3CE9}" dt="2023-01-17T18:29:06.181" v="116" actId="403"/>
          <ac:spMkLst>
            <pc:docMk/>
            <pc:sldMk cId="4071305681" sldId="258"/>
            <ac:spMk id="3" creationId="{392BE286-77A6-49DD-B15D-7E4718D52FE7}"/>
          </ac:spMkLst>
        </pc:spChg>
      </pc:sldChg>
      <pc:sldChg chg="modSp mod">
        <pc:chgData name="White (she/her), Whitney" userId="65f39021-2f1d-4d8b-87dc-b123826f65bf" providerId="ADAL" clId="{7DC62D2F-EE24-4487-9929-02D1D00D3CE9}" dt="2023-01-17T18:27:35.195" v="106" actId="403"/>
        <pc:sldMkLst>
          <pc:docMk/>
          <pc:sldMk cId="2772527113" sldId="259"/>
        </pc:sldMkLst>
        <pc:spChg chg="mod">
          <ac:chgData name="White (she/her), Whitney" userId="65f39021-2f1d-4d8b-87dc-b123826f65bf" providerId="ADAL" clId="{7DC62D2F-EE24-4487-9929-02D1D00D3CE9}" dt="2023-01-17T18:27:35.195" v="106" actId="403"/>
          <ac:spMkLst>
            <pc:docMk/>
            <pc:sldMk cId="2772527113" sldId="259"/>
            <ac:spMk id="3" creationId="{8CE08C7F-0286-423B-92F7-DEB89F31111A}"/>
          </ac:spMkLst>
        </pc:spChg>
      </pc:sldChg>
      <pc:sldChg chg="modSp mod">
        <pc:chgData name="White (she/her), Whitney" userId="65f39021-2f1d-4d8b-87dc-b123826f65bf" providerId="ADAL" clId="{7DC62D2F-EE24-4487-9929-02D1D00D3CE9}" dt="2023-01-17T18:28:20.545" v="111" actId="403"/>
        <pc:sldMkLst>
          <pc:docMk/>
          <pc:sldMk cId="2147408764" sldId="260"/>
        </pc:sldMkLst>
        <pc:spChg chg="mod">
          <ac:chgData name="White (she/her), Whitney" userId="65f39021-2f1d-4d8b-87dc-b123826f65bf" providerId="ADAL" clId="{7DC62D2F-EE24-4487-9929-02D1D00D3CE9}" dt="2023-01-17T18:28:20.545" v="111" actId="403"/>
          <ac:spMkLst>
            <pc:docMk/>
            <pc:sldMk cId="2147408764" sldId="260"/>
            <ac:spMk id="3" creationId="{49F2A5AF-3C0B-4968-A438-E435325199EA}"/>
          </ac:spMkLst>
        </pc:spChg>
      </pc:sldChg>
      <pc:sldChg chg="modSp mod">
        <pc:chgData name="White (she/her), Whitney" userId="65f39021-2f1d-4d8b-87dc-b123826f65bf" providerId="ADAL" clId="{7DC62D2F-EE24-4487-9929-02D1D00D3CE9}" dt="2023-01-17T18:29:51.513" v="125" actId="403"/>
        <pc:sldMkLst>
          <pc:docMk/>
          <pc:sldMk cId="3054216349" sldId="261"/>
        </pc:sldMkLst>
        <pc:spChg chg="mod">
          <ac:chgData name="White (she/her), Whitney" userId="65f39021-2f1d-4d8b-87dc-b123826f65bf" providerId="ADAL" clId="{7DC62D2F-EE24-4487-9929-02D1D00D3CE9}" dt="2023-01-17T18:29:51.513" v="125" actId="403"/>
          <ac:spMkLst>
            <pc:docMk/>
            <pc:sldMk cId="3054216349" sldId="261"/>
            <ac:spMk id="3" creationId="{AE13FDB6-F093-4D9E-B14E-3D7DB894C34C}"/>
          </ac:spMkLst>
        </pc:spChg>
      </pc:sldChg>
      <pc:sldChg chg="modSp new mod">
        <pc:chgData name="White (she/her), Whitney" userId="65f39021-2f1d-4d8b-87dc-b123826f65bf" providerId="ADAL" clId="{7DC62D2F-EE24-4487-9929-02D1D00D3CE9}" dt="2023-01-17T18:30:49.902" v="142" actId="403"/>
        <pc:sldMkLst>
          <pc:docMk/>
          <pc:sldMk cId="258332572" sldId="262"/>
        </pc:sldMkLst>
        <pc:spChg chg="mod">
          <ac:chgData name="White (she/her), Whitney" userId="65f39021-2f1d-4d8b-87dc-b123826f65bf" providerId="ADAL" clId="{7DC62D2F-EE24-4487-9929-02D1D00D3CE9}" dt="2023-01-17T18:30:39.016" v="136" actId="20577"/>
          <ac:spMkLst>
            <pc:docMk/>
            <pc:sldMk cId="258332572" sldId="262"/>
            <ac:spMk id="2" creationId="{570D72F3-79E4-4001-9748-B7FC67079A57}"/>
          </ac:spMkLst>
        </pc:spChg>
        <pc:spChg chg="mod">
          <ac:chgData name="White (she/her), Whitney" userId="65f39021-2f1d-4d8b-87dc-b123826f65bf" providerId="ADAL" clId="{7DC62D2F-EE24-4487-9929-02D1D00D3CE9}" dt="2023-01-17T18:30:49.902" v="142" actId="403"/>
          <ac:spMkLst>
            <pc:docMk/>
            <pc:sldMk cId="258332572" sldId="262"/>
            <ac:spMk id="3" creationId="{0E82C669-9955-4209-B20C-3F3A754CDA3C}"/>
          </ac:spMkLst>
        </pc:spChg>
      </pc:sldChg>
      <pc:sldChg chg="addSp delSp modSp new mod">
        <pc:chgData name="White (she/her), Whitney" userId="65f39021-2f1d-4d8b-87dc-b123826f65bf" providerId="ADAL" clId="{7DC62D2F-EE24-4487-9929-02D1D00D3CE9}" dt="2023-01-17T18:31:53.332" v="185" actId="1076"/>
        <pc:sldMkLst>
          <pc:docMk/>
          <pc:sldMk cId="498985592" sldId="263"/>
        </pc:sldMkLst>
        <pc:spChg chg="mod">
          <ac:chgData name="White (she/her), Whitney" userId="65f39021-2f1d-4d8b-87dc-b123826f65bf" providerId="ADAL" clId="{7DC62D2F-EE24-4487-9929-02D1D00D3CE9}" dt="2023-01-17T18:31:53.332" v="185" actId="1076"/>
          <ac:spMkLst>
            <pc:docMk/>
            <pc:sldMk cId="498985592" sldId="263"/>
            <ac:spMk id="2" creationId="{67E8180B-6498-44E5-AD81-0674C51652BA}"/>
          </ac:spMkLst>
        </pc:spChg>
        <pc:spChg chg="del mod">
          <ac:chgData name="White (she/her), Whitney" userId="65f39021-2f1d-4d8b-87dc-b123826f65bf" providerId="ADAL" clId="{7DC62D2F-EE24-4487-9929-02D1D00D3CE9}" dt="2023-01-17T18:31:12.625" v="145"/>
          <ac:spMkLst>
            <pc:docMk/>
            <pc:sldMk cId="498985592" sldId="263"/>
            <ac:spMk id="3" creationId="{B5D47964-DA24-4793-B602-9850F1CB377F}"/>
          </ac:spMkLst>
        </pc:spChg>
        <pc:spChg chg="mod ord">
          <ac:chgData name="White (she/her), Whitney" userId="65f39021-2f1d-4d8b-87dc-b123826f65bf" providerId="ADAL" clId="{7DC62D2F-EE24-4487-9929-02D1D00D3CE9}" dt="2023-01-17T18:31:29.183" v="177" actId="26606"/>
          <ac:spMkLst>
            <pc:docMk/>
            <pc:sldMk cId="498985592" sldId="263"/>
            <ac:spMk id="4" creationId="{AE9B95AA-02D0-4645-A751-287261502606}"/>
          </ac:spMkLst>
        </pc:spChg>
        <pc:picChg chg="add mod">
          <ac:chgData name="White (she/her), Whitney" userId="65f39021-2f1d-4d8b-87dc-b123826f65bf" providerId="ADAL" clId="{7DC62D2F-EE24-4487-9929-02D1D00D3CE9}" dt="2023-01-17T18:31:47.521" v="184" actId="1076"/>
          <ac:picMkLst>
            <pc:docMk/>
            <pc:sldMk cId="498985592" sldId="263"/>
            <ac:picMk id="5" creationId="{63239C00-4576-4356-885C-80F8C6E20940}"/>
          </ac:picMkLst>
        </pc:picChg>
      </pc:sldChg>
    </pc:docChg>
  </pc:docChgLst>
  <pc:docChgLst>
    <pc:chgData name="White (she/her), Whitney" userId="65f39021-2f1d-4d8b-87dc-b123826f65bf" providerId="ADAL" clId="{2C5490C0-EC31-4D5A-857D-B30248D704AD}"/>
    <pc:docChg chg="undo custSel addSld delSld modSld modSection">
      <pc:chgData name="White (she/her), Whitney" userId="65f39021-2f1d-4d8b-87dc-b123826f65bf" providerId="ADAL" clId="{2C5490C0-EC31-4D5A-857D-B30248D704AD}" dt="2023-01-25T15:41:36.742" v="244" actId="20577"/>
      <pc:docMkLst>
        <pc:docMk/>
      </pc:docMkLst>
      <pc:sldChg chg="modSp mod">
        <pc:chgData name="White (she/her), Whitney" userId="65f39021-2f1d-4d8b-87dc-b123826f65bf" providerId="ADAL" clId="{2C5490C0-EC31-4D5A-857D-B30248D704AD}" dt="2023-01-25T15:18:55.560" v="33" actId="20577"/>
        <pc:sldMkLst>
          <pc:docMk/>
          <pc:sldMk cId="1482277026" sldId="256"/>
        </pc:sldMkLst>
        <pc:spChg chg="mod">
          <ac:chgData name="White (she/her), Whitney" userId="65f39021-2f1d-4d8b-87dc-b123826f65bf" providerId="ADAL" clId="{2C5490C0-EC31-4D5A-857D-B30248D704AD}" dt="2023-01-25T15:18:37.032" v="5" actId="20577"/>
          <ac:spMkLst>
            <pc:docMk/>
            <pc:sldMk cId="1482277026" sldId="256"/>
            <ac:spMk id="2" creationId="{BFFCF5BD-F8FF-4A67-A8B6-EBB21E79279B}"/>
          </ac:spMkLst>
        </pc:spChg>
        <pc:spChg chg="mod">
          <ac:chgData name="White (she/her), Whitney" userId="65f39021-2f1d-4d8b-87dc-b123826f65bf" providerId="ADAL" clId="{2C5490C0-EC31-4D5A-857D-B30248D704AD}" dt="2023-01-25T15:18:55.560" v="33" actId="20577"/>
          <ac:spMkLst>
            <pc:docMk/>
            <pc:sldMk cId="1482277026" sldId="256"/>
            <ac:spMk id="3" creationId="{E0FBD98F-3A67-498E-8174-652040DD7B60}"/>
          </ac:spMkLst>
        </pc:spChg>
      </pc:sldChg>
      <pc:sldChg chg="modSp mod">
        <pc:chgData name="White (she/her), Whitney" userId="65f39021-2f1d-4d8b-87dc-b123826f65bf" providerId="ADAL" clId="{2C5490C0-EC31-4D5A-857D-B30248D704AD}" dt="2023-01-25T15:21:20.149" v="59" actId="20577"/>
        <pc:sldMkLst>
          <pc:docMk/>
          <pc:sldMk cId="4071305681" sldId="258"/>
        </pc:sldMkLst>
        <pc:spChg chg="mod">
          <ac:chgData name="White (she/her), Whitney" userId="65f39021-2f1d-4d8b-87dc-b123826f65bf" providerId="ADAL" clId="{2C5490C0-EC31-4D5A-857D-B30248D704AD}" dt="2023-01-25T15:21:20.149" v="59" actId="20577"/>
          <ac:spMkLst>
            <pc:docMk/>
            <pc:sldMk cId="4071305681" sldId="258"/>
            <ac:spMk id="3" creationId="{392BE286-77A6-49DD-B15D-7E4718D52FE7}"/>
          </ac:spMkLst>
        </pc:spChg>
      </pc:sldChg>
      <pc:sldChg chg="modSp mod">
        <pc:chgData name="White (she/her), Whitney" userId="65f39021-2f1d-4d8b-87dc-b123826f65bf" providerId="ADAL" clId="{2C5490C0-EC31-4D5A-857D-B30248D704AD}" dt="2023-01-25T15:19:21.934" v="42" actId="255"/>
        <pc:sldMkLst>
          <pc:docMk/>
          <pc:sldMk cId="2772527113" sldId="259"/>
        </pc:sldMkLst>
        <pc:spChg chg="mod">
          <ac:chgData name="White (she/her), Whitney" userId="65f39021-2f1d-4d8b-87dc-b123826f65bf" providerId="ADAL" clId="{2C5490C0-EC31-4D5A-857D-B30248D704AD}" dt="2023-01-25T15:19:21.934" v="42" actId="255"/>
          <ac:spMkLst>
            <pc:docMk/>
            <pc:sldMk cId="2772527113" sldId="259"/>
            <ac:spMk id="3" creationId="{8CE08C7F-0286-423B-92F7-DEB89F31111A}"/>
          </ac:spMkLst>
        </pc:spChg>
      </pc:sldChg>
      <pc:sldChg chg="modSp mod">
        <pc:chgData name="White (she/her), Whitney" userId="65f39021-2f1d-4d8b-87dc-b123826f65bf" providerId="ADAL" clId="{2C5490C0-EC31-4D5A-857D-B30248D704AD}" dt="2023-01-25T15:41:36.742" v="244" actId="20577"/>
        <pc:sldMkLst>
          <pc:docMk/>
          <pc:sldMk cId="2147408764" sldId="260"/>
        </pc:sldMkLst>
        <pc:spChg chg="mod">
          <ac:chgData name="White (she/her), Whitney" userId="65f39021-2f1d-4d8b-87dc-b123826f65bf" providerId="ADAL" clId="{2C5490C0-EC31-4D5A-857D-B30248D704AD}" dt="2023-01-25T15:41:36.742" v="244" actId="20577"/>
          <ac:spMkLst>
            <pc:docMk/>
            <pc:sldMk cId="2147408764" sldId="260"/>
            <ac:spMk id="3" creationId="{49F2A5AF-3C0B-4968-A438-E435325199EA}"/>
          </ac:spMkLst>
        </pc:spChg>
      </pc:sldChg>
      <pc:sldChg chg="addSp delSp modSp mod">
        <pc:chgData name="White (she/her), Whitney" userId="65f39021-2f1d-4d8b-87dc-b123826f65bf" providerId="ADAL" clId="{2C5490C0-EC31-4D5A-857D-B30248D704AD}" dt="2023-01-25T15:25:43.300" v="71" actId="14100"/>
        <pc:sldMkLst>
          <pc:docMk/>
          <pc:sldMk cId="3054216349" sldId="261"/>
        </pc:sldMkLst>
        <pc:spChg chg="del mod">
          <ac:chgData name="White (she/her), Whitney" userId="65f39021-2f1d-4d8b-87dc-b123826f65bf" providerId="ADAL" clId="{2C5490C0-EC31-4D5A-857D-B30248D704AD}" dt="2023-01-25T15:25:15.998" v="61"/>
          <ac:spMkLst>
            <pc:docMk/>
            <pc:sldMk cId="3054216349" sldId="261"/>
            <ac:spMk id="3" creationId="{AE13FDB6-F093-4D9E-B14E-3D7DB894C34C}"/>
          </ac:spMkLst>
        </pc:spChg>
        <pc:graphicFrameChg chg="add mod modGraphic">
          <ac:chgData name="White (she/her), Whitney" userId="65f39021-2f1d-4d8b-87dc-b123826f65bf" providerId="ADAL" clId="{2C5490C0-EC31-4D5A-857D-B30248D704AD}" dt="2023-01-25T15:25:43.300" v="71" actId="14100"/>
          <ac:graphicFrameMkLst>
            <pc:docMk/>
            <pc:sldMk cId="3054216349" sldId="261"/>
            <ac:graphicFrameMk id="5" creationId="{A4957574-645A-47DA-BD7C-77BE31A01943}"/>
          </ac:graphicFrameMkLst>
        </pc:graphicFrameChg>
      </pc:sldChg>
      <pc:sldChg chg="addSp delSp modSp mod">
        <pc:chgData name="White (she/her), Whitney" userId="65f39021-2f1d-4d8b-87dc-b123826f65bf" providerId="ADAL" clId="{2C5490C0-EC31-4D5A-857D-B30248D704AD}" dt="2023-01-25T15:26:48.440" v="81" actId="1076"/>
        <pc:sldMkLst>
          <pc:docMk/>
          <pc:sldMk cId="258332572" sldId="262"/>
        </pc:sldMkLst>
        <pc:spChg chg="del mod">
          <ac:chgData name="White (she/her), Whitney" userId="65f39021-2f1d-4d8b-87dc-b123826f65bf" providerId="ADAL" clId="{2C5490C0-EC31-4D5A-857D-B30248D704AD}" dt="2023-01-25T15:26:46.398" v="80" actId="21"/>
          <ac:spMkLst>
            <pc:docMk/>
            <pc:sldMk cId="258332572" sldId="262"/>
            <ac:spMk id="2" creationId="{570D72F3-79E4-4001-9748-B7FC67079A57}"/>
          </ac:spMkLst>
        </pc:spChg>
        <pc:spChg chg="del mod">
          <ac:chgData name="White (she/her), Whitney" userId="65f39021-2f1d-4d8b-87dc-b123826f65bf" providerId="ADAL" clId="{2C5490C0-EC31-4D5A-857D-B30248D704AD}" dt="2023-01-25T15:26:14.533" v="73"/>
          <ac:spMkLst>
            <pc:docMk/>
            <pc:sldMk cId="258332572" sldId="262"/>
            <ac:spMk id="3" creationId="{0E82C669-9955-4209-B20C-3F3A754CDA3C}"/>
          </ac:spMkLst>
        </pc:spChg>
        <pc:picChg chg="add mod">
          <ac:chgData name="White (she/her), Whitney" userId="65f39021-2f1d-4d8b-87dc-b123826f65bf" providerId="ADAL" clId="{2C5490C0-EC31-4D5A-857D-B30248D704AD}" dt="2023-01-25T15:26:48.440" v="81" actId="1076"/>
          <ac:picMkLst>
            <pc:docMk/>
            <pc:sldMk cId="258332572" sldId="262"/>
            <ac:picMk id="5" creationId="{DC7D3B62-46B2-43FE-B87C-3AED60C836B8}"/>
          </ac:picMkLst>
        </pc:picChg>
      </pc:sldChg>
      <pc:sldChg chg="addSp delSp modSp mod">
        <pc:chgData name="White (she/her), Whitney" userId="65f39021-2f1d-4d8b-87dc-b123826f65bf" providerId="ADAL" clId="{2C5490C0-EC31-4D5A-857D-B30248D704AD}" dt="2023-01-25T15:28:56.060" v="133" actId="403"/>
        <pc:sldMkLst>
          <pc:docMk/>
          <pc:sldMk cId="498985592" sldId="263"/>
        </pc:sldMkLst>
        <pc:spChg chg="mod">
          <ac:chgData name="White (she/her), Whitney" userId="65f39021-2f1d-4d8b-87dc-b123826f65bf" providerId="ADAL" clId="{2C5490C0-EC31-4D5A-857D-B30248D704AD}" dt="2023-01-25T15:28:00.254" v="118" actId="1076"/>
          <ac:spMkLst>
            <pc:docMk/>
            <pc:sldMk cId="498985592" sldId="263"/>
            <ac:spMk id="2" creationId="{67E8180B-6498-44E5-AD81-0674C51652BA}"/>
          </ac:spMkLst>
        </pc:spChg>
        <pc:spChg chg="add del mod">
          <ac:chgData name="White (she/her), Whitney" userId="65f39021-2f1d-4d8b-87dc-b123826f65bf" providerId="ADAL" clId="{2C5490C0-EC31-4D5A-857D-B30248D704AD}" dt="2023-01-25T15:28:07.039" v="120"/>
          <ac:spMkLst>
            <pc:docMk/>
            <pc:sldMk cId="498985592" sldId="263"/>
            <ac:spMk id="6" creationId="{60CC13CC-9F80-4130-81D3-549F69C61675}"/>
          </ac:spMkLst>
        </pc:spChg>
        <pc:graphicFrameChg chg="add mod modGraphic">
          <ac:chgData name="White (she/her), Whitney" userId="65f39021-2f1d-4d8b-87dc-b123826f65bf" providerId="ADAL" clId="{2C5490C0-EC31-4D5A-857D-B30248D704AD}" dt="2023-01-25T15:28:56.060" v="133" actId="403"/>
          <ac:graphicFrameMkLst>
            <pc:docMk/>
            <pc:sldMk cId="498985592" sldId="263"/>
            <ac:graphicFrameMk id="7" creationId="{5FDD475B-C6CC-4B8A-BF1E-CC6CB3E6FF61}"/>
          </ac:graphicFrameMkLst>
        </pc:graphicFrameChg>
        <pc:picChg chg="del">
          <ac:chgData name="White (she/her), Whitney" userId="65f39021-2f1d-4d8b-87dc-b123826f65bf" providerId="ADAL" clId="{2C5490C0-EC31-4D5A-857D-B30248D704AD}" dt="2023-01-25T15:27:27.959" v="83" actId="21"/>
          <ac:picMkLst>
            <pc:docMk/>
            <pc:sldMk cId="498985592" sldId="263"/>
            <ac:picMk id="5" creationId="{63239C00-4576-4356-885C-80F8C6E20940}"/>
          </ac:picMkLst>
        </pc:picChg>
      </pc:sldChg>
      <pc:sldChg chg="modSp add mod">
        <pc:chgData name="White (she/her), Whitney" userId="65f39021-2f1d-4d8b-87dc-b123826f65bf" providerId="ADAL" clId="{2C5490C0-EC31-4D5A-857D-B30248D704AD}" dt="2023-01-25T15:29:21.296" v="136" actId="255"/>
        <pc:sldMkLst>
          <pc:docMk/>
          <pc:sldMk cId="2234076779" sldId="264"/>
        </pc:sldMkLst>
        <pc:graphicFrameChg chg="mod modGraphic">
          <ac:chgData name="White (she/her), Whitney" userId="65f39021-2f1d-4d8b-87dc-b123826f65bf" providerId="ADAL" clId="{2C5490C0-EC31-4D5A-857D-B30248D704AD}" dt="2023-01-25T15:29:21.296" v="136" actId="255"/>
          <ac:graphicFrameMkLst>
            <pc:docMk/>
            <pc:sldMk cId="2234076779" sldId="264"/>
            <ac:graphicFrameMk id="7" creationId="{5FDD475B-C6CC-4B8A-BF1E-CC6CB3E6FF61}"/>
          </ac:graphicFrameMkLst>
        </pc:graphicFrameChg>
      </pc:sldChg>
      <pc:sldChg chg="modSp add mod">
        <pc:chgData name="White (she/her), Whitney" userId="65f39021-2f1d-4d8b-87dc-b123826f65bf" providerId="ADAL" clId="{2C5490C0-EC31-4D5A-857D-B30248D704AD}" dt="2023-01-25T15:29:44.019" v="139" actId="255"/>
        <pc:sldMkLst>
          <pc:docMk/>
          <pc:sldMk cId="3746039917" sldId="265"/>
        </pc:sldMkLst>
        <pc:graphicFrameChg chg="mod modGraphic">
          <ac:chgData name="White (she/her), Whitney" userId="65f39021-2f1d-4d8b-87dc-b123826f65bf" providerId="ADAL" clId="{2C5490C0-EC31-4D5A-857D-B30248D704AD}" dt="2023-01-25T15:29:44.019" v="139" actId="255"/>
          <ac:graphicFrameMkLst>
            <pc:docMk/>
            <pc:sldMk cId="3746039917" sldId="265"/>
            <ac:graphicFrameMk id="7" creationId="{5FDD475B-C6CC-4B8A-BF1E-CC6CB3E6FF61}"/>
          </ac:graphicFrameMkLst>
        </pc:graphicFrameChg>
      </pc:sldChg>
      <pc:sldChg chg="modSp new mod">
        <pc:chgData name="White (she/her), Whitney" userId="65f39021-2f1d-4d8b-87dc-b123826f65bf" providerId="ADAL" clId="{2C5490C0-EC31-4D5A-857D-B30248D704AD}" dt="2023-01-25T15:33:05.023" v="200" actId="20577"/>
        <pc:sldMkLst>
          <pc:docMk/>
          <pc:sldMk cId="2877505278" sldId="266"/>
        </pc:sldMkLst>
        <pc:spChg chg="mod">
          <ac:chgData name="White (she/her), Whitney" userId="65f39021-2f1d-4d8b-87dc-b123826f65bf" providerId="ADAL" clId="{2C5490C0-EC31-4D5A-857D-B30248D704AD}" dt="2023-01-25T15:33:05.023" v="200" actId="20577"/>
          <ac:spMkLst>
            <pc:docMk/>
            <pc:sldMk cId="2877505278" sldId="266"/>
            <ac:spMk id="2" creationId="{CECF6631-6CAC-42C0-B2F9-C75B06FDDEA7}"/>
          </ac:spMkLst>
        </pc:spChg>
        <pc:spChg chg="mod">
          <ac:chgData name="White (she/her), Whitney" userId="65f39021-2f1d-4d8b-87dc-b123826f65bf" providerId="ADAL" clId="{2C5490C0-EC31-4D5A-857D-B30248D704AD}" dt="2023-01-25T15:30:19.617" v="167" actId="403"/>
          <ac:spMkLst>
            <pc:docMk/>
            <pc:sldMk cId="2877505278" sldId="266"/>
            <ac:spMk id="3" creationId="{A7B3D956-96C0-497F-85BA-4332DFF84C2F}"/>
          </ac:spMkLst>
        </pc:spChg>
      </pc:sldChg>
      <pc:sldChg chg="addSp delSp modSp new mod">
        <pc:chgData name="White (she/her), Whitney" userId="65f39021-2f1d-4d8b-87dc-b123826f65bf" providerId="ADAL" clId="{2C5490C0-EC31-4D5A-857D-B30248D704AD}" dt="2023-01-25T15:32:00.991" v="186" actId="1076"/>
        <pc:sldMkLst>
          <pc:docMk/>
          <pc:sldMk cId="3055683484" sldId="267"/>
        </pc:sldMkLst>
        <pc:spChg chg="mod">
          <ac:chgData name="White (she/her), Whitney" userId="65f39021-2f1d-4d8b-87dc-b123826f65bf" providerId="ADAL" clId="{2C5490C0-EC31-4D5A-857D-B30248D704AD}" dt="2023-01-25T15:31:42.562" v="181" actId="20577"/>
          <ac:spMkLst>
            <pc:docMk/>
            <pc:sldMk cId="3055683484" sldId="267"/>
            <ac:spMk id="2" creationId="{8B2EB68F-78A0-49ED-8653-187AD2088682}"/>
          </ac:spMkLst>
        </pc:spChg>
        <pc:spChg chg="del mod">
          <ac:chgData name="White (she/her), Whitney" userId="65f39021-2f1d-4d8b-87dc-b123826f65bf" providerId="ADAL" clId="{2C5490C0-EC31-4D5A-857D-B30248D704AD}" dt="2023-01-25T15:31:45.440" v="183"/>
          <ac:spMkLst>
            <pc:docMk/>
            <pc:sldMk cId="3055683484" sldId="267"/>
            <ac:spMk id="3" creationId="{E508AEE9-105F-4DAD-BFBB-1188A026AC9A}"/>
          </ac:spMkLst>
        </pc:spChg>
        <pc:picChg chg="add mod">
          <ac:chgData name="White (she/her), Whitney" userId="65f39021-2f1d-4d8b-87dc-b123826f65bf" providerId="ADAL" clId="{2C5490C0-EC31-4D5A-857D-B30248D704AD}" dt="2023-01-25T15:32:00.991" v="186" actId="1076"/>
          <ac:picMkLst>
            <pc:docMk/>
            <pc:sldMk cId="3055683484" sldId="267"/>
            <ac:picMk id="5" creationId="{A1B7D056-B3B7-4442-9111-1D7A6BD01157}"/>
          </ac:picMkLst>
        </pc:picChg>
      </pc:sldChg>
      <pc:sldChg chg="new del">
        <pc:chgData name="White (she/her), Whitney" userId="65f39021-2f1d-4d8b-87dc-b123826f65bf" providerId="ADAL" clId="{2C5490C0-EC31-4D5A-857D-B30248D704AD}" dt="2023-01-25T15:37:13.929" v="202" actId="2696"/>
        <pc:sldMkLst>
          <pc:docMk/>
          <pc:sldMk cId="3765266163" sldId="268"/>
        </pc:sldMkLst>
      </pc:sldChg>
    </pc:docChg>
  </pc:docChgLst>
  <pc:docChgLst>
    <pc:chgData name="White (she/her), Whitney" userId="65f39021-2f1d-4d8b-87dc-b123826f65bf" providerId="ADAL" clId="{6450AAA8-EA99-4C15-97AF-8E52A6E06081}"/>
    <pc:docChg chg="custSel addSld delSld modSld modSection">
      <pc:chgData name="White (she/her), Whitney" userId="65f39021-2f1d-4d8b-87dc-b123826f65bf" providerId="ADAL" clId="{6450AAA8-EA99-4C15-97AF-8E52A6E06081}" dt="2023-01-26T06:08:44.208" v="335" actId="27636"/>
      <pc:docMkLst>
        <pc:docMk/>
      </pc:docMkLst>
      <pc:sldChg chg="modSp mod">
        <pc:chgData name="White (she/her), Whitney" userId="65f39021-2f1d-4d8b-87dc-b123826f65bf" providerId="ADAL" clId="{6450AAA8-EA99-4C15-97AF-8E52A6E06081}" dt="2023-01-26T05:52:39.997" v="65" actId="27636"/>
        <pc:sldMkLst>
          <pc:docMk/>
          <pc:sldMk cId="1482277026" sldId="256"/>
        </pc:sldMkLst>
        <pc:spChg chg="mod">
          <ac:chgData name="White (she/her), Whitney" userId="65f39021-2f1d-4d8b-87dc-b123826f65bf" providerId="ADAL" clId="{6450AAA8-EA99-4C15-97AF-8E52A6E06081}" dt="2023-01-26T05:52:10.178" v="2" actId="20577"/>
          <ac:spMkLst>
            <pc:docMk/>
            <pc:sldMk cId="1482277026" sldId="256"/>
            <ac:spMk id="2" creationId="{BFFCF5BD-F8FF-4A67-A8B6-EBB21E79279B}"/>
          </ac:spMkLst>
        </pc:spChg>
        <pc:spChg chg="mod">
          <ac:chgData name="White (she/her), Whitney" userId="65f39021-2f1d-4d8b-87dc-b123826f65bf" providerId="ADAL" clId="{6450AAA8-EA99-4C15-97AF-8E52A6E06081}" dt="2023-01-26T05:52:39.997" v="65" actId="27636"/>
          <ac:spMkLst>
            <pc:docMk/>
            <pc:sldMk cId="1482277026" sldId="256"/>
            <ac:spMk id="3" creationId="{E0FBD98F-3A67-498E-8174-652040DD7B60}"/>
          </ac:spMkLst>
        </pc:spChg>
      </pc:sldChg>
      <pc:sldChg chg="modSp mod">
        <pc:chgData name="White (she/her), Whitney" userId="65f39021-2f1d-4d8b-87dc-b123826f65bf" providerId="ADAL" clId="{6450AAA8-EA99-4C15-97AF-8E52A6E06081}" dt="2023-01-26T05:58:35.215" v="105" actId="113"/>
        <pc:sldMkLst>
          <pc:docMk/>
          <pc:sldMk cId="4071305681" sldId="258"/>
        </pc:sldMkLst>
        <pc:spChg chg="mod">
          <ac:chgData name="White (she/her), Whitney" userId="65f39021-2f1d-4d8b-87dc-b123826f65bf" providerId="ADAL" clId="{6450AAA8-EA99-4C15-97AF-8E52A6E06081}" dt="2023-01-26T05:58:35.215" v="105" actId="113"/>
          <ac:spMkLst>
            <pc:docMk/>
            <pc:sldMk cId="4071305681" sldId="258"/>
            <ac:spMk id="3" creationId="{392BE286-77A6-49DD-B15D-7E4718D52FE7}"/>
          </ac:spMkLst>
        </pc:spChg>
      </pc:sldChg>
      <pc:sldChg chg="modSp mod">
        <pc:chgData name="White (she/her), Whitney" userId="65f39021-2f1d-4d8b-87dc-b123826f65bf" providerId="ADAL" clId="{6450AAA8-EA99-4C15-97AF-8E52A6E06081}" dt="2023-01-26T05:54:54.278" v="76" actId="20577"/>
        <pc:sldMkLst>
          <pc:docMk/>
          <pc:sldMk cId="2772527113" sldId="259"/>
        </pc:sldMkLst>
        <pc:spChg chg="mod">
          <ac:chgData name="White (she/her), Whitney" userId="65f39021-2f1d-4d8b-87dc-b123826f65bf" providerId="ADAL" clId="{6450AAA8-EA99-4C15-97AF-8E52A6E06081}" dt="2023-01-26T05:54:54.278" v="76" actId="20577"/>
          <ac:spMkLst>
            <pc:docMk/>
            <pc:sldMk cId="2772527113" sldId="259"/>
            <ac:spMk id="3" creationId="{8CE08C7F-0286-423B-92F7-DEB89F31111A}"/>
          </ac:spMkLst>
        </pc:spChg>
      </pc:sldChg>
      <pc:sldChg chg="modSp mod">
        <pc:chgData name="White (she/her), Whitney" userId="65f39021-2f1d-4d8b-87dc-b123826f65bf" providerId="ADAL" clId="{6450AAA8-EA99-4C15-97AF-8E52A6E06081}" dt="2023-01-26T06:08:44.208" v="335" actId="27636"/>
        <pc:sldMkLst>
          <pc:docMk/>
          <pc:sldMk cId="2147408764" sldId="260"/>
        </pc:sldMkLst>
        <pc:spChg chg="mod">
          <ac:chgData name="White (she/her), Whitney" userId="65f39021-2f1d-4d8b-87dc-b123826f65bf" providerId="ADAL" clId="{6450AAA8-EA99-4C15-97AF-8E52A6E06081}" dt="2023-01-26T06:08:44.208" v="335" actId="27636"/>
          <ac:spMkLst>
            <pc:docMk/>
            <pc:sldMk cId="2147408764" sldId="260"/>
            <ac:spMk id="3" creationId="{49F2A5AF-3C0B-4968-A438-E435325199EA}"/>
          </ac:spMkLst>
        </pc:spChg>
      </pc:sldChg>
      <pc:sldChg chg="addSp delSp modSp mod chgLayout">
        <pc:chgData name="White (she/her), Whitney" userId="65f39021-2f1d-4d8b-87dc-b123826f65bf" providerId="ADAL" clId="{6450AAA8-EA99-4C15-97AF-8E52A6E06081}" dt="2023-01-26T06:01:22.754" v="197" actId="20577"/>
        <pc:sldMkLst>
          <pc:docMk/>
          <pc:sldMk cId="258332572" sldId="262"/>
        </pc:sldMkLst>
        <pc:spChg chg="add mod ord">
          <ac:chgData name="White (she/her), Whitney" userId="65f39021-2f1d-4d8b-87dc-b123826f65bf" providerId="ADAL" clId="{6450AAA8-EA99-4C15-97AF-8E52A6E06081}" dt="2023-01-26T06:01:22.754" v="197" actId="20577"/>
          <ac:spMkLst>
            <pc:docMk/>
            <pc:sldMk cId="258332572" sldId="262"/>
            <ac:spMk id="2" creationId="{72E7EC67-E008-15AF-8A4A-ECC93AB27709}"/>
          </ac:spMkLst>
        </pc:spChg>
        <pc:spChg chg="mod ord">
          <ac:chgData name="White (she/her), Whitney" userId="65f39021-2f1d-4d8b-87dc-b123826f65bf" providerId="ADAL" clId="{6450AAA8-EA99-4C15-97AF-8E52A6E06081}" dt="2023-01-26T06:00:43.744" v="106" actId="700"/>
          <ac:spMkLst>
            <pc:docMk/>
            <pc:sldMk cId="258332572" sldId="262"/>
            <ac:spMk id="4" creationId="{A071A007-43B3-444C-A468-0BC1B73EE5D2}"/>
          </ac:spMkLst>
        </pc:spChg>
        <pc:spChg chg="add mod">
          <ac:chgData name="White (she/her), Whitney" userId="65f39021-2f1d-4d8b-87dc-b123826f65bf" providerId="ADAL" clId="{6450AAA8-EA99-4C15-97AF-8E52A6E06081}" dt="2023-01-26T06:01:08.030" v="148" actId="403"/>
          <ac:spMkLst>
            <pc:docMk/>
            <pc:sldMk cId="258332572" sldId="262"/>
            <ac:spMk id="6" creationId="{81EA6378-F0C9-C375-E14C-95208DC57F58}"/>
          </ac:spMkLst>
        </pc:spChg>
        <pc:picChg chg="del mod ord">
          <ac:chgData name="White (she/her), Whitney" userId="65f39021-2f1d-4d8b-87dc-b123826f65bf" providerId="ADAL" clId="{6450AAA8-EA99-4C15-97AF-8E52A6E06081}" dt="2023-01-26T06:00:46.585" v="107" actId="478"/>
          <ac:picMkLst>
            <pc:docMk/>
            <pc:sldMk cId="258332572" sldId="262"/>
            <ac:picMk id="5" creationId="{DC7D3B62-46B2-43FE-B87C-3AED60C836B8}"/>
          </ac:picMkLst>
        </pc:picChg>
      </pc:sldChg>
      <pc:sldChg chg="modSp mod">
        <pc:chgData name="White (she/her), Whitney" userId="65f39021-2f1d-4d8b-87dc-b123826f65bf" providerId="ADAL" clId="{6450AAA8-EA99-4C15-97AF-8E52A6E06081}" dt="2023-01-26T06:02:17.891" v="250" actId="255"/>
        <pc:sldMkLst>
          <pc:docMk/>
          <pc:sldMk cId="498985592" sldId="263"/>
        </pc:sldMkLst>
        <pc:spChg chg="mod">
          <ac:chgData name="White (she/her), Whitney" userId="65f39021-2f1d-4d8b-87dc-b123826f65bf" providerId="ADAL" clId="{6450AAA8-EA99-4C15-97AF-8E52A6E06081}" dt="2023-01-26T06:01:38.420" v="216" actId="20577"/>
          <ac:spMkLst>
            <pc:docMk/>
            <pc:sldMk cId="498985592" sldId="263"/>
            <ac:spMk id="2" creationId="{67E8180B-6498-44E5-AD81-0674C51652BA}"/>
          </ac:spMkLst>
        </pc:spChg>
        <pc:graphicFrameChg chg="mod modGraphic">
          <ac:chgData name="White (she/her), Whitney" userId="65f39021-2f1d-4d8b-87dc-b123826f65bf" providerId="ADAL" clId="{6450AAA8-EA99-4C15-97AF-8E52A6E06081}" dt="2023-01-26T06:02:17.891" v="250" actId="255"/>
          <ac:graphicFrameMkLst>
            <pc:docMk/>
            <pc:sldMk cId="498985592" sldId="263"/>
            <ac:graphicFrameMk id="7" creationId="{5FDD475B-C6CC-4B8A-BF1E-CC6CB3E6FF61}"/>
          </ac:graphicFrameMkLst>
        </pc:graphicFrameChg>
      </pc:sldChg>
      <pc:sldChg chg="del">
        <pc:chgData name="White (she/her), Whitney" userId="65f39021-2f1d-4d8b-87dc-b123826f65bf" providerId="ADAL" clId="{6450AAA8-EA99-4C15-97AF-8E52A6E06081}" dt="2023-01-26T06:02:26.133" v="251" actId="47"/>
        <pc:sldMkLst>
          <pc:docMk/>
          <pc:sldMk cId="4157156871" sldId="268"/>
        </pc:sldMkLst>
      </pc:sldChg>
      <pc:sldChg chg="del">
        <pc:chgData name="White (she/her), Whitney" userId="65f39021-2f1d-4d8b-87dc-b123826f65bf" providerId="ADAL" clId="{6450AAA8-EA99-4C15-97AF-8E52A6E06081}" dt="2023-01-26T06:02:26.133" v="251" actId="47"/>
        <pc:sldMkLst>
          <pc:docMk/>
          <pc:sldMk cId="818675080" sldId="269"/>
        </pc:sldMkLst>
      </pc:sldChg>
      <pc:sldChg chg="del">
        <pc:chgData name="White (she/her), Whitney" userId="65f39021-2f1d-4d8b-87dc-b123826f65bf" providerId="ADAL" clId="{6450AAA8-EA99-4C15-97AF-8E52A6E06081}" dt="2023-01-26T06:02:26.133" v="251" actId="47"/>
        <pc:sldMkLst>
          <pc:docMk/>
          <pc:sldMk cId="3968532148" sldId="270"/>
        </pc:sldMkLst>
      </pc:sldChg>
      <pc:sldChg chg="addSp delSp modSp new mod">
        <pc:chgData name="White (she/her), Whitney" userId="65f39021-2f1d-4d8b-87dc-b123826f65bf" providerId="ADAL" clId="{6450AAA8-EA99-4C15-97AF-8E52A6E06081}" dt="2023-01-26T05:58:01.359" v="99" actId="404"/>
        <pc:sldMkLst>
          <pc:docMk/>
          <pc:sldMk cId="143589004" sldId="271"/>
        </pc:sldMkLst>
        <pc:spChg chg="mod">
          <ac:chgData name="White (she/her), Whitney" userId="65f39021-2f1d-4d8b-87dc-b123826f65bf" providerId="ADAL" clId="{6450AAA8-EA99-4C15-97AF-8E52A6E06081}" dt="2023-01-26T05:57:41.314" v="88" actId="20577"/>
          <ac:spMkLst>
            <pc:docMk/>
            <pc:sldMk cId="143589004" sldId="271"/>
            <ac:spMk id="2" creationId="{7DAF8C3A-FB44-09B2-23EE-91CEE215C704}"/>
          </ac:spMkLst>
        </pc:spChg>
        <pc:spChg chg="del mod">
          <ac:chgData name="White (she/her), Whitney" userId="65f39021-2f1d-4d8b-87dc-b123826f65bf" providerId="ADAL" clId="{6450AAA8-EA99-4C15-97AF-8E52A6E06081}" dt="2023-01-26T05:57:48.486" v="90"/>
          <ac:spMkLst>
            <pc:docMk/>
            <pc:sldMk cId="143589004" sldId="271"/>
            <ac:spMk id="3" creationId="{83749D0B-9D81-12F5-39E5-A318BEAAAFE7}"/>
          </ac:spMkLst>
        </pc:spChg>
        <pc:graphicFrameChg chg="add mod modGraphic">
          <ac:chgData name="White (she/her), Whitney" userId="65f39021-2f1d-4d8b-87dc-b123826f65bf" providerId="ADAL" clId="{6450AAA8-EA99-4C15-97AF-8E52A6E06081}" dt="2023-01-26T05:58:01.359" v="99" actId="404"/>
          <ac:graphicFrameMkLst>
            <pc:docMk/>
            <pc:sldMk cId="143589004" sldId="271"/>
            <ac:graphicFrameMk id="5" creationId="{0A06A42E-D49D-D368-0C81-1FFD0E53F050}"/>
          </ac:graphicFrameMkLst>
        </pc:graphicFrameChg>
      </pc:sldChg>
      <pc:sldChg chg="modSp add mod">
        <pc:chgData name="White (she/her), Whitney" userId="65f39021-2f1d-4d8b-87dc-b123826f65bf" providerId="ADAL" clId="{6450AAA8-EA99-4C15-97AF-8E52A6E06081}" dt="2023-01-26T06:02:50.346" v="261" actId="255"/>
        <pc:sldMkLst>
          <pc:docMk/>
          <pc:sldMk cId="1534131745" sldId="272"/>
        </pc:sldMkLst>
        <pc:graphicFrameChg chg="mod modGraphic">
          <ac:chgData name="White (she/her), Whitney" userId="65f39021-2f1d-4d8b-87dc-b123826f65bf" providerId="ADAL" clId="{6450AAA8-EA99-4C15-97AF-8E52A6E06081}" dt="2023-01-26T06:02:50.346" v="261" actId="255"/>
          <ac:graphicFrameMkLst>
            <pc:docMk/>
            <pc:sldMk cId="1534131745" sldId="272"/>
            <ac:graphicFrameMk id="7" creationId="{5FDD475B-C6CC-4B8A-BF1E-CC6CB3E6FF61}"/>
          </ac:graphicFrameMkLst>
        </pc:graphicFrameChg>
      </pc:sldChg>
      <pc:sldChg chg="modSp add mod">
        <pc:chgData name="White (she/her), Whitney" userId="65f39021-2f1d-4d8b-87dc-b123826f65bf" providerId="ADAL" clId="{6450AAA8-EA99-4C15-97AF-8E52A6E06081}" dt="2023-01-26T06:03:15.366" v="268" actId="403"/>
        <pc:sldMkLst>
          <pc:docMk/>
          <pc:sldMk cId="1546037166" sldId="273"/>
        </pc:sldMkLst>
        <pc:graphicFrameChg chg="mod modGraphic">
          <ac:chgData name="White (she/her), Whitney" userId="65f39021-2f1d-4d8b-87dc-b123826f65bf" providerId="ADAL" clId="{6450AAA8-EA99-4C15-97AF-8E52A6E06081}" dt="2023-01-26T06:03:15.366" v="268" actId="403"/>
          <ac:graphicFrameMkLst>
            <pc:docMk/>
            <pc:sldMk cId="1546037166" sldId="273"/>
            <ac:graphicFrameMk id="7" creationId="{5FDD475B-C6CC-4B8A-BF1E-CC6CB3E6FF61}"/>
          </ac:graphicFrameMkLst>
        </pc:graphicFrameChg>
      </pc:sldChg>
      <pc:sldChg chg="modSp add mod">
        <pc:chgData name="White (she/her), Whitney" userId="65f39021-2f1d-4d8b-87dc-b123826f65bf" providerId="ADAL" clId="{6450AAA8-EA99-4C15-97AF-8E52A6E06081}" dt="2023-01-26T06:03:36.434" v="277" actId="255"/>
        <pc:sldMkLst>
          <pc:docMk/>
          <pc:sldMk cId="4257161071" sldId="274"/>
        </pc:sldMkLst>
        <pc:graphicFrameChg chg="mod modGraphic">
          <ac:chgData name="White (she/her), Whitney" userId="65f39021-2f1d-4d8b-87dc-b123826f65bf" providerId="ADAL" clId="{6450AAA8-EA99-4C15-97AF-8E52A6E06081}" dt="2023-01-26T06:03:36.434" v="277" actId="255"/>
          <ac:graphicFrameMkLst>
            <pc:docMk/>
            <pc:sldMk cId="4257161071" sldId="274"/>
            <ac:graphicFrameMk id="7" creationId="{5FDD475B-C6CC-4B8A-BF1E-CC6CB3E6FF61}"/>
          </ac:graphicFrameMkLst>
        </pc:graphicFrameChg>
      </pc:sldChg>
      <pc:sldChg chg="modSp new mod">
        <pc:chgData name="White (she/her), Whitney" userId="65f39021-2f1d-4d8b-87dc-b123826f65bf" providerId="ADAL" clId="{6450AAA8-EA99-4C15-97AF-8E52A6E06081}" dt="2023-01-26T06:05:22.072" v="326" actId="27636"/>
        <pc:sldMkLst>
          <pc:docMk/>
          <pc:sldMk cId="1211650597" sldId="275"/>
        </pc:sldMkLst>
        <pc:spChg chg="mod">
          <ac:chgData name="White (she/her), Whitney" userId="65f39021-2f1d-4d8b-87dc-b123826f65bf" providerId="ADAL" clId="{6450AAA8-EA99-4C15-97AF-8E52A6E06081}" dt="2023-01-26T06:04:41.993" v="304" actId="20577"/>
          <ac:spMkLst>
            <pc:docMk/>
            <pc:sldMk cId="1211650597" sldId="275"/>
            <ac:spMk id="2" creationId="{B1EB7D92-BE00-4523-F5E0-A32EEB03ED41}"/>
          </ac:spMkLst>
        </pc:spChg>
        <pc:spChg chg="mod">
          <ac:chgData name="White (she/her), Whitney" userId="65f39021-2f1d-4d8b-87dc-b123826f65bf" providerId="ADAL" clId="{6450AAA8-EA99-4C15-97AF-8E52A6E06081}" dt="2023-01-26T06:05:22.072" v="326" actId="27636"/>
          <ac:spMkLst>
            <pc:docMk/>
            <pc:sldMk cId="1211650597" sldId="275"/>
            <ac:spMk id="3" creationId="{26A62C15-DD25-FBF5-14C7-6C94C7C9E4BB}"/>
          </ac:spMkLst>
        </pc:spChg>
      </pc:sldChg>
    </pc:docChg>
  </pc:docChgLst>
  <pc:docChgLst>
    <pc:chgData name="White (she/her), Whitney" userId="65f39021-2f1d-4d8b-87dc-b123826f65bf" providerId="ADAL" clId="{97A8789F-27EC-493A-B13E-DB853CC06DF7}"/>
    <pc:docChg chg="undo custSel addSld delSld modSld modSection">
      <pc:chgData name="White (she/her), Whitney" userId="65f39021-2f1d-4d8b-87dc-b123826f65bf" providerId="ADAL" clId="{97A8789F-27EC-493A-B13E-DB853CC06DF7}" dt="2023-01-25T16:02:09.847" v="153" actId="255"/>
      <pc:docMkLst>
        <pc:docMk/>
      </pc:docMkLst>
      <pc:sldChg chg="modSp mod">
        <pc:chgData name="White (she/her), Whitney" userId="65f39021-2f1d-4d8b-87dc-b123826f65bf" providerId="ADAL" clId="{97A8789F-27EC-493A-B13E-DB853CC06DF7}" dt="2023-01-25T15:50:48.729" v="41" actId="20577"/>
        <pc:sldMkLst>
          <pc:docMk/>
          <pc:sldMk cId="1482277026" sldId="256"/>
        </pc:sldMkLst>
        <pc:spChg chg="mod">
          <ac:chgData name="White (she/her), Whitney" userId="65f39021-2f1d-4d8b-87dc-b123826f65bf" providerId="ADAL" clId="{97A8789F-27EC-493A-B13E-DB853CC06DF7}" dt="2023-01-25T15:50:48.729" v="41" actId="20577"/>
          <ac:spMkLst>
            <pc:docMk/>
            <pc:sldMk cId="1482277026" sldId="256"/>
            <ac:spMk id="2" creationId="{BFFCF5BD-F8FF-4A67-A8B6-EBB21E79279B}"/>
          </ac:spMkLst>
        </pc:spChg>
        <pc:spChg chg="mod">
          <ac:chgData name="White (she/her), Whitney" userId="65f39021-2f1d-4d8b-87dc-b123826f65bf" providerId="ADAL" clId="{97A8789F-27EC-493A-B13E-DB853CC06DF7}" dt="2023-01-25T15:50:46.145" v="39" actId="313"/>
          <ac:spMkLst>
            <pc:docMk/>
            <pc:sldMk cId="1482277026" sldId="256"/>
            <ac:spMk id="3" creationId="{E0FBD98F-3A67-498E-8174-652040DD7B60}"/>
          </ac:spMkLst>
        </pc:spChg>
      </pc:sldChg>
      <pc:sldChg chg="modSp mod">
        <pc:chgData name="White (she/her), Whitney" userId="65f39021-2f1d-4d8b-87dc-b123826f65bf" providerId="ADAL" clId="{97A8789F-27EC-493A-B13E-DB853CC06DF7}" dt="2023-01-25T15:55:39.745" v="55" actId="115"/>
        <pc:sldMkLst>
          <pc:docMk/>
          <pc:sldMk cId="4071305681" sldId="258"/>
        </pc:sldMkLst>
        <pc:spChg chg="mod">
          <ac:chgData name="White (she/her), Whitney" userId="65f39021-2f1d-4d8b-87dc-b123826f65bf" providerId="ADAL" clId="{97A8789F-27EC-493A-B13E-DB853CC06DF7}" dt="2023-01-25T15:55:39.745" v="55" actId="115"/>
          <ac:spMkLst>
            <pc:docMk/>
            <pc:sldMk cId="4071305681" sldId="258"/>
            <ac:spMk id="3" creationId="{392BE286-77A6-49DD-B15D-7E4718D52FE7}"/>
          </ac:spMkLst>
        </pc:spChg>
      </pc:sldChg>
      <pc:sldChg chg="modSp mod">
        <pc:chgData name="White (she/her), Whitney" userId="65f39021-2f1d-4d8b-87dc-b123826f65bf" providerId="ADAL" clId="{97A8789F-27EC-493A-B13E-DB853CC06DF7}" dt="2023-01-25T15:55:13.133" v="46" actId="255"/>
        <pc:sldMkLst>
          <pc:docMk/>
          <pc:sldMk cId="2772527113" sldId="259"/>
        </pc:sldMkLst>
        <pc:spChg chg="mod">
          <ac:chgData name="White (she/her), Whitney" userId="65f39021-2f1d-4d8b-87dc-b123826f65bf" providerId="ADAL" clId="{97A8789F-27EC-493A-B13E-DB853CC06DF7}" dt="2023-01-25T15:55:13.133" v="46" actId="255"/>
          <ac:spMkLst>
            <pc:docMk/>
            <pc:sldMk cId="2772527113" sldId="259"/>
            <ac:spMk id="3" creationId="{8CE08C7F-0286-423B-92F7-DEB89F31111A}"/>
          </ac:spMkLst>
        </pc:spChg>
      </pc:sldChg>
      <pc:sldChg chg="modSp mod">
        <pc:chgData name="White (she/her), Whitney" userId="65f39021-2f1d-4d8b-87dc-b123826f65bf" providerId="ADAL" clId="{97A8789F-27EC-493A-B13E-DB853CC06DF7}" dt="2023-01-25T16:02:09.847" v="153" actId="255"/>
        <pc:sldMkLst>
          <pc:docMk/>
          <pc:sldMk cId="2147408764" sldId="260"/>
        </pc:sldMkLst>
        <pc:spChg chg="mod">
          <ac:chgData name="White (she/her), Whitney" userId="65f39021-2f1d-4d8b-87dc-b123826f65bf" providerId="ADAL" clId="{97A8789F-27EC-493A-B13E-DB853CC06DF7}" dt="2023-01-25T16:02:09.847" v="153" actId="255"/>
          <ac:spMkLst>
            <pc:docMk/>
            <pc:sldMk cId="2147408764" sldId="260"/>
            <ac:spMk id="3" creationId="{49F2A5AF-3C0B-4968-A438-E435325199EA}"/>
          </ac:spMkLst>
        </pc:spChg>
      </pc:sldChg>
      <pc:sldChg chg="del">
        <pc:chgData name="White (she/her), Whitney" userId="65f39021-2f1d-4d8b-87dc-b123826f65bf" providerId="ADAL" clId="{97A8789F-27EC-493A-B13E-DB853CC06DF7}" dt="2023-01-25T15:56:07.346" v="56" actId="2696"/>
        <pc:sldMkLst>
          <pc:docMk/>
          <pc:sldMk cId="3054216349" sldId="261"/>
        </pc:sldMkLst>
      </pc:sldChg>
      <pc:sldChg chg="modSp mod">
        <pc:chgData name="White (she/her), Whitney" userId="65f39021-2f1d-4d8b-87dc-b123826f65bf" providerId="ADAL" clId="{97A8789F-27EC-493A-B13E-DB853CC06DF7}" dt="2023-01-25T15:57:06.140" v="127" actId="1076"/>
        <pc:sldMkLst>
          <pc:docMk/>
          <pc:sldMk cId="498985592" sldId="263"/>
        </pc:sldMkLst>
        <pc:spChg chg="mod">
          <ac:chgData name="White (she/her), Whitney" userId="65f39021-2f1d-4d8b-87dc-b123826f65bf" providerId="ADAL" clId="{97A8789F-27EC-493A-B13E-DB853CC06DF7}" dt="2023-01-25T15:56:37.477" v="91" actId="20577"/>
          <ac:spMkLst>
            <pc:docMk/>
            <pc:sldMk cId="498985592" sldId="263"/>
            <ac:spMk id="2" creationId="{67E8180B-6498-44E5-AD81-0674C51652BA}"/>
          </ac:spMkLst>
        </pc:spChg>
        <pc:graphicFrameChg chg="mod modGraphic">
          <ac:chgData name="White (she/her), Whitney" userId="65f39021-2f1d-4d8b-87dc-b123826f65bf" providerId="ADAL" clId="{97A8789F-27EC-493A-B13E-DB853CC06DF7}" dt="2023-01-25T15:57:06.140" v="127" actId="1076"/>
          <ac:graphicFrameMkLst>
            <pc:docMk/>
            <pc:sldMk cId="498985592" sldId="263"/>
            <ac:graphicFrameMk id="7" creationId="{5FDD475B-C6CC-4B8A-BF1E-CC6CB3E6FF61}"/>
          </ac:graphicFrameMkLst>
        </pc:graphicFrameChg>
      </pc:sldChg>
      <pc:sldChg chg="del">
        <pc:chgData name="White (she/her), Whitney" userId="65f39021-2f1d-4d8b-87dc-b123826f65bf" providerId="ADAL" clId="{97A8789F-27EC-493A-B13E-DB853CC06DF7}" dt="2023-01-25T15:57:09.888" v="128" actId="47"/>
        <pc:sldMkLst>
          <pc:docMk/>
          <pc:sldMk cId="2234076779" sldId="264"/>
        </pc:sldMkLst>
      </pc:sldChg>
      <pc:sldChg chg="del">
        <pc:chgData name="White (she/her), Whitney" userId="65f39021-2f1d-4d8b-87dc-b123826f65bf" providerId="ADAL" clId="{97A8789F-27EC-493A-B13E-DB853CC06DF7}" dt="2023-01-25T15:57:11.200" v="129" actId="47"/>
        <pc:sldMkLst>
          <pc:docMk/>
          <pc:sldMk cId="3746039917" sldId="265"/>
        </pc:sldMkLst>
      </pc:sldChg>
      <pc:sldChg chg="del">
        <pc:chgData name="White (she/her), Whitney" userId="65f39021-2f1d-4d8b-87dc-b123826f65bf" providerId="ADAL" clId="{97A8789F-27EC-493A-B13E-DB853CC06DF7}" dt="2023-01-25T16:01:47.111" v="141" actId="47"/>
        <pc:sldMkLst>
          <pc:docMk/>
          <pc:sldMk cId="2877505278" sldId="266"/>
        </pc:sldMkLst>
      </pc:sldChg>
      <pc:sldChg chg="del">
        <pc:chgData name="White (she/her), Whitney" userId="65f39021-2f1d-4d8b-87dc-b123826f65bf" providerId="ADAL" clId="{97A8789F-27EC-493A-B13E-DB853CC06DF7}" dt="2023-01-25T16:01:47.573" v="142" actId="47"/>
        <pc:sldMkLst>
          <pc:docMk/>
          <pc:sldMk cId="3055683484" sldId="267"/>
        </pc:sldMkLst>
      </pc:sldChg>
      <pc:sldChg chg="modSp add mod">
        <pc:chgData name="White (she/her), Whitney" userId="65f39021-2f1d-4d8b-87dc-b123826f65bf" providerId="ADAL" clId="{97A8789F-27EC-493A-B13E-DB853CC06DF7}" dt="2023-01-25T15:57:26.871" v="133" actId="255"/>
        <pc:sldMkLst>
          <pc:docMk/>
          <pc:sldMk cId="4157156871" sldId="268"/>
        </pc:sldMkLst>
        <pc:graphicFrameChg chg="mod modGraphic">
          <ac:chgData name="White (she/her), Whitney" userId="65f39021-2f1d-4d8b-87dc-b123826f65bf" providerId="ADAL" clId="{97A8789F-27EC-493A-B13E-DB853CC06DF7}" dt="2023-01-25T15:57:26.871" v="133" actId="255"/>
          <ac:graphicFrameMkLst>
            <pc:docMk/>
            <pc:sldMk cId="4157156871" sldId="268"/>
            <ac:graphicFrameMk id="7" creationId="{5FDD475B-C6CC-4B8A-BF1E-CC6CB3E6FF61}"/>
          </ac:graphicFrameMkLst>
        </pc:graphicFrameChg>
      </pc:sldChg>
      <pc:sldChg chg="modSp add mod">
        <pc:chgData name="White (she/her), Whitney" userId="65f39021-2f1d-4d8b-87dc-b123826f65bf" providerId="ADAL" clId="{97A8789F-27EC-493A-B13E-DB853CC06DF7}" dt="2023-01-25T15:57:52.991" v="135" actId="255"/>
        <pc:sldMkLst>
          <pc:docMk/>
          <pc:sldMk cId="818675080" sldId="269"/>
        </pc:sldMkLst>
        <pc:graphicFrameChg chg="mod modGraphic">
          <ac:chgData name="White (she/her), Whitney" userId="65f39021-2f1d-4d8b-87dc-b123826f65bf" providerId="ADAL" clId="{97A8789F-27EC-493A-B13E-DB853CC06DF7}" dt="2023-01-25T15:57:52.991" v="135" actId="255"/>
          <ac:graphicFrameMkLst>
            <pc:docMk/>
            <pc:sldMk cId="818675080" sldId="269"/>
            <ac:graphicFrameMk id="7" creationId="{5FDD475B-C6CC-4B8A-BF1E-CC6CB3E6FF61}"/>
          </ac:graphicFrameMkLst>
        </pc:graphicFrameChg>
      </pc:sldChg>
      <pc:sldChg chg="new del">
        <pc:chgData name="White (she/her), Whitney" userId="65f39021-2f1d-4d8b-87dc-b123826f65bf" providerId="ADAL" clId="{97A8789F-27EC-493A-B13E-DB853CC06DF7}" dt="2023-01-25T15:57:57.447" v="137" actId="680"/>
        <pc:sldMkLst>
          <pc:docMk/>
          <pc:sldMk cId="3626793949" sldId="270"/>
        </pc:sldMkLst>
      </pc:sldChg>
      <pc:sldChg chg="modSp add mod">
        <pc:chgData name="White (she/her), Whitney" userId="65f39021-2f1d-4d8b-87dc-b123826f65bf" providerId="ADAL" clId="{97A8789F-27EC-493A-B13E-DB853CC06DF7}" dt="2023-01-25T15:58:08.941" v="140" actId="255"/>
        <pc:sldMkLst>
          <pc:docMk/>
          <pc:sldMk cId="3968532148" sldId="270"/>
        </pc:sldMkLst>
        <pc:graphicFrameChg chg="mod modGraphic">
          <ac:chgData name="White (she/her), Whitney" userId="65f39021-2f1d-4d8b-87dc-b123826f65bf" providerId="ADAL" clId="{97A8789F-27EC-493A-B13E-DB853CC06DF7}" dt="2023-01-25T15:58:08.941" v="140" actId="255"/>
          <ac:graphicFrameMkLst>
            <pc:docMk/>
            <pc:sldMk cId="3968532148" sldId="270"/>
            <ac:graphicFrameMk id="7" creationId="{5FDD475B-C6CC-4B8A-BF1E-CC6CB3E6FF61}"/>
          </ac:graphicFrameMkLst>
        </pc:graphicFrame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evelopingchild.harvard.edu/resources/inbrief-executive-function-skills-for-life-and-learn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8: Planning for Diverse Learners| Lesson 8.13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Multiple Means of Action &amp; Expression | Executive Functions</a:t>
            </a:r>
          </a:p>
        </p:txBody>
      </p:sp>
      <p:sp>
        <p:nvSpPr>
          <p:cNvPr id="4" name="TextBox 3">
            <a:extLst>
              <a:ext uri="{FF2B5EF4-FFF2-40B4-BE49-F238E27FC236}">
                <a16:creationId xmlns:a16="http://schemas.microsoft.com/office/drawing/2014/main" id="{48BAC069-0C8A-1B97-1A34-47B8C90A5C45}"/>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7A, 7D, 10A, 10B</a:t>
            </a:r>
          </a:p>
          <a:p>
            <a:pPr marL="0" indent="0">
              <a:buNone/>
            </a:pPr>
            <a:endParaRPr lang="en-US" dirty="0"/>
          </a:p>
          <a:p>
            <a:pPr marL="0" indent="0">
              <a:buNone/>
            </a:pPr>
            <a:r>
              <a:rPr lang="en-US" dirty="0"/>
              <a:t>The student will:</a:t>
            </a:r>
          </a:p>
          <a:p>
            <a:pPr marL="342900" marR="0" lvl="0" indent="-342900" fontAlgn="base">
              <a:lnSpc>
                <a:spcPct val="107000"/>
              </a:lnSpc>
              <a:spcBef>
                <a:spcPts val="0"/>
              </a:spcBef>
              <a:spcAft>
                <a:spcPts val="80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cs typeface="Calibri" panose="020F0502020204030204" pitchFamily="34" charset="0"/>
              </a:rPr>
              <a:t>Define executive functions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80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cs typeface="Calibri" panose="020F0502020204030204" pitchFamily="34" charset="0"/>
              </a:rPr>
              <a:t>Practice and reflect on one-on-one student conferences to support executive functions</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fontAlgn="base">
              <a:lnSpc>
                <a:spcPct val="107000"/>
              </a:lnSpc>
              <a:spcBef>
                <a:spcPts val="0"/>
              </a:spcBef>
              <a:spcAft>
                <a:spcPts val="80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Identify strategies to support students in developing executive functions. </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F8C3A-FB44-09B2-23EE-91CEE215C704}"/>
              </a:ext>
            </a:extLst>
          </p:cNvPr>
          <p:cNvSpPr>
            <a:spLocks noGrp="1"/>
          </p:cNvSpPr>
          <p:nvPr>
            <p:ph type="title"/>
          </p:nvPr>
        </p:nvSpPr>
        <p:spPr/>
        <p:txBody>
          <a:bodyPr/>
          <a:lstStyle/>
          <a:p>
            <a:r>
              <a:rPr lang="en-US" dirty="0"/>
              <a:t>Vocabulary	</a:t>
            </a:r>
          </a:p>
        </p:txBody>
      </p:sp>
      <p:graphicFrame>
        <p:nvGraphicFramePr>
          <p:cNvPr id="5" name="Content Placeholder 4">
            <a:extLst>
              <a:ext uri="{FF2B5EF4-FFF2-40B4-BE49-F238E27FC236}">
                <a16:creationId xmlns:a16="http://schemas.microsoft.com/office/drawing/2014/main" id="{0A06A42E-D49D-D368-0C81-1FFD0E53F050}"/>
              </a:ext>
            </a:extLst>
          </p:cNvPr>
          <p:cNvGraphicFramePr>
            <a:graphicFrameLocks noGrp="1"/>
          </p:cNvGraphicFramePr>
          <p:nvPr>
            <p:ph idx="1"/>
            <p:extLst>
              <p:ext uri="{D42A27DB-BD31-4B8C-83A1-F6EECF244321}">
                <p14:modId xmlns:p14="http://schemas.microsoft.com/office/powerpoint/2010/main" val="1490926555"/>
              </p:ext>
            </p:extLst>
          </p:nvPr>
        </p:nvGraphicFramePr>
        <p:xfrm>
          <a:off x="838200" y="2107096"/>
          <a:ext cx="10515600" cy="2604530"/>
        </p:xfrm>
        <a:graphic>
          <a:graphicData uri="http://schemas.openxmlformats.org/drawingml/2006/table">
            <a:tbl>
              <a:tblPr firstRow="1" firstCol="1" bandRow="1"/>
              <a:tblGrid>
                <a:gridCol w="2297978">
                  <a:extLst>
                    <a:ext uri="{9D8B030D-6E8A-4147-A177-3AD203B41FA5}">
                      <a16:colId xmlns:a16="http://schemas.microsoft.com/office/drawing/2014/main" val="345466891"/>
                    </a:ext>
                  </a:extLst>
                </a:gridCol>
                <a:gridCol w="8217622">
                  <a:extLst>
                    <a:ext uri="{9D8B030D-6E8A-4147-A177-3AD203B41FA5}">
                      <a16:colId xmlns:a16="http://schemas.microsoft.com/office/drawing/2014/main" val="2839380951"/>
                    </a:ext>
                  </a:extLst>
                </a:gridCol>
              </a:tblGrid>
              <a:tr h="1447814">
                <a:tc>
                  <a:txBody>
                    <a:bodyPr/>
                    <a:lstStyle/>
                    <a:p>
                      <a:pPr marL="0" marR="0">
                        <a:lnSpc>
                          <a:spcPct val="107000"/>
                        </a:lnSpc>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Multiple Means of Action &amp; Expression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Offering options for ways students can interact with the instructional material, demonstrate their learning, and express what they know</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7373910"/>
                  </a:ext>
                </a:extLst>
              </a:tr>
              <a:tr h="707528">
                <a:tc>
                  <a:txBody>
                    <a:bodyPr/>
                    <a:lstStyle/>
                    <a:p>
                      <a:pPr marL="0" marR="0">
                        <a:lnSpc>
                          <a:spcPct val="107000"/>
                        </a:lnSpc>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Executive Functions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A set of cognitive processes and mental skills necessary for a learner to focus, remember, and manage multiple tasks successfully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1787052"/>
                  </a:ext>
                </a:extLst>
              </a:tr>
            </a:tbl>
          </a:graphicData>
        </a:graphic>
      </p:graphicFrame>
      <p:sp>
        <p:nvSpPr>
          <p:cNvPr id="4" name="Slide Number Placeholder 3">
            <a:extLst>
              <a:ext uri="{FF2B5EF4-FFF2-40B4-BE49-F238E27FC236}">
                <a16:creationId xmlns:a16="http://schemas.microsoft.com/office/drawing/2014/main" id="{5F301DE8-56CA-57CC-64D4-19EC108D5AD9}"/>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143589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Autofit/>
          </a:bodyPr>
          <a:lstStyle/>
          <a:p>
            <a:pPr marL="0" marR="0" indent="0">
              <a:lnSpc>
                <a:spcPct val="107000"/>
              </a:lnSpc>
              <a:spcBef>
                <a:spcPts val="600"/>
              </a:spcBef>
              <a:spcAft>
                <a:spcPts val="600"/>
              </a:spcAft>
              <a:buNone/>
            </a:pPr>
            <a:r>
              <a:rPr lang="en-US" b="1" dirty="0">
                <a:effectLst/>
                <a:latin typeface="Calibri" panose="020F0502020204030204" pitchFamily="34" charset="0"/>
                <a:ea typeface="Calibri" panose="020F0502020204030204" pitchFamily="34" charset="0"/>
                <a:cs typeface="Arial" panose="020B0604020202020204" pitchFamily="34" charset="0"/>
              </a:rPr>
              <a:t>Revisit the scenario from yesterday’s bellringer. </a:t>
            </a:r>
            <a:endParaRPr lang="en-US"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Ms. C. just finished a lesson on insects and assigns students a brochure to show what they learned. The brochure must include information and pictures. </a:t>
            </a: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One student in the class struggles with writing and although she learned a great deal about insects and can elaborately explain her learning, her teacher thinks she has a lack of knowledge and didn’t master the task because she struggled to create her brochure.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dirty="0">
                <a:solidFill>
                  <a:srgbClr val="000000"/>
                </a:solidFill>
                <a:effectLst/>
                <a:latin typeface="Calibri" panose="020F0502020204030204" pitchFamily="34" charset="0"/>
                <a:ea typeface="Calibri" panose="020F0502020204030204" pitchFamily="34" charset="0"/>
              </a:rPr>
              <a:t>How can the teacher use one-on-one conferencing to support this student?</a:t>
            </a:r>
            <a:endParaRPr lang="en-US" sz="4000"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7EC67-E008-15AF-8A4A-ECC93AB27709}"/>
              </a:ext>
            </a:extLst>
          </p:cNvPr>
          <p:cNvSpPr>
            <a:spLocks noGrp="1"/>
          </p:cNvSpPr>
          <p:nvPr>
            <p:ph type="title"/>
          </p:nvPr>
        </p:nvSpPr>
        <p:spPr/>
        <p:txBody>
          <a:bodyPr/>
          <a:lstStyle/>
          <a:p>
            <a:r>
              <a:rPr lang="en-US" dirty="0"/>
              <a:t>Video: Executive Function Skills for Life &amp; Learning	</a:t>
            </a:r>
          </a:p>
        </p:txBody>
      </p:sp>
      <p:sp>
        <p:nvSpPr>
          <p:cNvPr id="4" name="Slide Number Placeholder 3">
            <a:extLst>
              <a:ext uri="{FF2B5EF4-FFF2-40B4-BE49-F238E27FC236}">
                <a16:creationId xmlns:a16="http://schemas.microsoft.com/office/drawing/2014/main" id="{A071A007-43B3-444C-A468-0BC1B73EE5D2}"/>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
        <p:nvSpPr>
          <p:cNvPr id="6" name="Content Placeholder 5">
            <a:extLst>
              <a:ext uri="{FF2B5EF4-FFF2-40B4-BE49-F238E27FC236}">
                <a16:creationId xmlns:a16="http://schemas.microsoft.com/office/drawing/2014/main" id="{81EA6378-F0C9-C375-E14C-95208DC57F58}"/>
              </a:ext>
            </a:extLst>
          </p:cNvPr>
          <p:cNvSpPr>
            <a:spLocks noGrp="1"/>
          </p:cNvSpPr>
          <p:nvPr>
            <p:ph idx="1"/>
          </p:nvPr>
        </p:nvSpPr>
        <p:spPr/>
        <p:txBody>
          <a:bodyPr/>
          <a:lstStyle/>
          <a:p>
            <a:pPr marL="0" indent="0">
              <a:buNone/>
            </a:pPr>
            <a:r>
              <a:rPr lang="en-US"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2"/>
              </a:rPr>
              <a:t>https://developingchild.harvard.edu/resources/inbrief-executive-function-skills-for-life-and-learning/</a:t>
            </a:r>
            <a:r>
              <a:rPr lang="en-US" dirty="0">
                <a:effectLst/>
                <a:latin typeface="Calibri" panose="020F0502020204030204" pitchFamily="34" charset="0"/>
                <a:ea typeface="Calibri" panose="020F0502020204030204" pitchFamily="34" charset="0"/>
                <a:cs typeface="Arial" panose="020B0604020202020204" pitchFamily="34"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58332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180B-6498-44E5-AD81-0674C51652BA}"/>
              </a:ext>
            </a:extLst>
          </p:cNvPr>
          <p:cNvSpPr>
            <a:spLocks noGrp="1"/>
          </p:cNvSpPr>
          <p:nvPr>
            <p:ph type="title"/>
          </p:nvPr>
        </p:nvSpPr>
        <p:spPr>
          <a:xfrm>
            <a:off x="838200" y="320675"/>
            <a:ext cx="10515600" cy="1325563"/>
          </a:xfrm>
        </p:spPr>
        <p:txBody>
          <a:bodyPr anchor="ctr">
            <a:normAutofit/>
          </a:bodyPr>
          <a:lstStyle/>
          <a:p>
            <a:r>
              <a:rPr lang="en-US" dirty="0"/>
              <a:t>Guideline: Executive Functions</a:t>
            </a:r>
          </a:p>
        </p:txBody>
      </p:sp>
      <p:graphicFrame>
        <p:nvGraphicFramePr>
          <p:cNvPr id="7" name="Content Placeholder 6">
            <a:extLst>
              <a:ext uri="{FF2B5EF4-FFF2-40B4-BE49-F238E27FC236}">
                <a16:creationId xmlns:a16="http://schemas.microsoft.com/office/drawing/2014/main" id="{5FDD475B-C6CC-4B8A-BF1E-CC6CB3E6FF61}"/>
              </a:ext>
            </a:extLst>
          </p:cNvPr>
          <p:cNvGraphicFramePr>
            <a:graphicFrameLocks noGrp="1"/>
          </p:cNvGraphicFramePr>
          <p:nvPr>
            <p:ph idx="1"/>
            <p:extLst>
              <p:ext uri="{D42A27DB-BD31-4B8C-83A1-F6EECF244321}">
                <p14:modId xmlns:p14="http://schemas.microsoft.com/office/powerpoint/2010/main" val="2612747414"/>
              </p:ext>
            </p:extLst>
          </p:nvPr>
        </p:nvGraphicFramePr>
        <p:xfrm>
          <a:off x="1285409" y="1872854"/>
          <a:ext cx="8529710" cy="4303395"/>
        </p:xfrm>
        <a:graphic>
          <a:graphicData uri="http://schemas.openxmlformats.org/drawingml/2006/table">
            <a:tbl>
              <a:tblPr firstRow="1" firstCol="1" bandRow="1"/>
              <a:tblGrid>
                <a:gridCol w="2516712">
                  <a:extLst>
                    <a:ext uri="{9D8B030D-6E8A-4147-A177-3AD203B41FA5}">
                      <a16:colId xmlns:a16="http://schemas.microsoft.com/office/drawing/2014/main" val="2796544661"/>
                    </a:ext>
                  </a:extLst>
                </a:gridCol>
                <a:gridCol w="3005220">
                  <a:extLst>
                    <a:ext uri="{9D8B030D-6E8A-4147-A177-3AD203B41FA5}">
                      <a16:colId xmlns:a16="http://schemas.microsoft.com/office/drawing/2014/main" val="3357621136"/>
                    </a:ext>
                  </a:extLst>
                </a:gridCol>
                <a:gridCol w="3007778">
                  <a:extLst>
                    <a:ext uri="{9D8B030D-6E8A-4147-A177-3AD203B41FA5}">
                      <a16:colId xmlns:a16="http://schemas.microsoft.com/office/drawing/2014/main" val="407027584"/>
                    </a:ext>
                  </a:extLst>
                </a:gridCol>
              </a:tblGrid>
              <a:tr h="117862">
                <a:tc gridSpan="3">
                  <a:txBody>
                    <a:bodyPr/>
                    <a:lstStyle/>
                    <a:p>
                      <a:pPr marL="0" marR="0" indent="0" algn="ctr">
                        <a:spcBef>
                          <a:spcPts val="600"/>
                        </a:spcBef>
                        <a:spcAft>
                          <a:spcPts val="6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Executive Functions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7084112"/>
                  </a:ext>
                </a:extLst>
              </a:tr>
              <a:tr h="281949">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Guideline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Nonexamples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310895"/>
                  </a:ext>
                </a:extLst>
              </a:tr>
              <a:tr h="3101438">
                <a:tc>
                  <a:txBody>
                    <a:bodyPr/>
                    <a:lstStyle/>
                    <a:p>
                      <a:pPr marL="0" marR="0">
                        <a:lnSpc>
                          <a:spcPct val="107000"/>
                        </a:lnSpc>
                        <a:spcBef>
                          <a:spcPts val="0"/>
                        </a:spcBef>
                        <a:spcAft>
                          <a:spcPts val="0"/>
                        </a:spcAft>
                      </a:pPr>
                      <a:r>
                        <a:rPr lang="en-US" sz="2200">
                          <a:effectLst/>
                          <a:latin typeface="Calibri" panose="020F0502020204030204" pitchFamily="34" charset="0"/>
                          <a:ea typeface="Calibri" panose="020F0502020204030204" pitchFamily="34" charset="0"/>
                          <a:cs typeface="Arial" panose="020B0604020202020204" pitchFamily="34" charset="0"/>
                        </a:rPr>
                        <a:t>Support learners in setting challenging and authentic goals </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Provide prompts and scaffolds to estimate effort, resources, and difficulty</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Provide scaffolds, models, examples, and checklists.</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Post goals, objectives, and schedules in a visible location</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800"/>
                        </a:spcAft>
                        <a:buFont typeface="Symbol" panose="05050102010706020507" pitchFamily="18" charset="2"/>
                        <a:buChar char=""/>
                      </a:pPr>
                      <a:r>
                        <a:rPr lang="en-US" sz="2200" dirty="0">
                          <a:effectLst/>
                          <a:latin typeface="Calibri" panose="020F0502020204030204" pitchFamily="34" charset="0"/>
                          <a:ea typeface="Calibri" panose="020F0502020204030204" pitchFamily="34" charset="0"/>
                          <a:cs typeface="Arial" panose="020B0604020202020204" pitchFamily="34" charset="0"/>
                        </a:rPr>
                        <a:t>Provide all students with the same goal</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dirty="0">
                          <a:effectLst/>
                          <a:latin typeface="Calibri" panose="020F0502020204030204" pitchFamily="34" charset="0"/>
                          <a:ea typeface="Calibri" panose="020F0502020204030204" pitchFamily="34" charset="0"/>
                          <a:cs typeface="Arial" panose="020B0604020202020204" pitchFamily="34" charset="0"/>
                        </a:rPr>
                        <a:t>Reference objective at the beginning of class but do not post it for students to refer to later</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640811"/>
                  </a:ext>
                </a:extLst>
              </a:tr>
            </a:tbl>
          </a:graphicData>
        </a:graphic>
      </p:graphicFrame>
      <p:sp>
        <p:nvSpPr>
          <p:cNvPr id="4" name="Slide Number Placeholder 3">
            <a:extLst>
              <a:ext uri="{FF2B5EF4-FFF2-40B4-BE49-F238E27FC236}">
                <a16:creationId xmlns:a16="http://schemas.microsoft.com/office/drawing/2014/main" id="{AE9B95AA-02D0-4645-A751-28726150260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6</a:t>
            </a:fld>
            <a:endParaRPr lang="en-US"/>
          </a:p>
        </p:txBody>
      </p:sp>
    </p:spTree>
    <p:extLst>
      <p:ext uri="{BB962C8B-B14F-4D97-AF65-F5344CB8AC3E}">
        <p14:creationId xmlns:p14="http://schemas.microsoft.com/office/powerpoint/2010/main" val="498985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180B-6498-44E5-AD81-0674C51652BA}"/>
              </a:ext>
            </a:extLst>
          </p:cNvPr>
          <p:cNvSpPr>
            <a:spLocks noGrp="1"/>
          </p:cNvSpPr>
          <p:nvPr>
            <p:ph type="title"/>
          </p:nvPr>
        </p:nvSpPr>
        <p:spPr>
          <a:xfrm>
            <a:off x="838200" y="320675"/>
            <a:ext cx="10515600" cy="1325563"/>
          </a:xfrm>
        </p:spPr>
        <p:txBody>
          <a:bodyPr anchor="ctr">
            <a:normAutofit/>
          </a:bodyPr>
          <a:lstStyle/>
          <a:p>
            <a:r>
              <a:rPr lang="en-US" dirty="0"/>
              <a:t>Guideline: Executive Functions  </a:t>
            </a:r>
          </a:p>
        </p:txBody>
      </p:sp>
      <p:graphicFrame>
        <p:nvGraphicFramePr>
          <p:cNvPr id="7" name="Content Placeholder 6">
            <a:extLst>
              <a:ext uri="{FF2B5EF4-FFF2-40B4-BE49-F238E27FC236}">
                <a16:creationId xmlns:a16="http://schemas.microsoft.com/office/drawing/2014/main" id="{5FDD475B-C6CC-4B8A-BF1E-CC6CB3E6FF61}"/>
              </a:ext>
            </a:extLst>
          </p:cNvPr>
          <p:cNvGraphicFramePr>
            <a:graphicFrameLocks noGrp="1"/>
          </p:cNvGraphicFramePr>
          <p:nvPr>
            <p:ph idx="1"/>
            <p:extLst>
              <p:ext uri="{D42A27DB-BD31-4B8C-83A1-F6EECF244321}">
                <p14:modId xmlns:p14="http://schemas.microsoft.com/office/powerpoint/2010/main" val="869719682"/>
              </p:ext>
            </p:extLst>
          </p:nvPr>
        </p:nvGraphicFramePr>
        <p:xfrm>
          <a:off x="1285409" y="1872854"/>
          <a:ext cx="8529710" cy="4303395"/>
        </p:xfrm>
        <a:graphic>
          <a:graphicData uri="http://schemas.openxmlformats.org/drawingml/2006/table">
            <a:tbl>
              <a:tblPr firstRow="1" firstCol="1" bandRow="1"/>
              <a:tblGrid>
                <a:gridCol w="2516712">
                  <a:extLst>
                    <a:ext uri="{9D8B030D-6E8A-4147-A177-3AD203B41FA5}">
                      <a16:colId xmlns:a16="http://schemas.microsoft.com/office/drawing/2014/main" val="2796544661"/>
                    </a:ext>
                  </a:extLst>
                </a:gridCol>
                <a:gridCol w="3005220">
                  <a:extLst>
                    <a:ext uri="{9D8B030D-6E8A-4147-A177-3AD203B41FA5}">
                      <a16:colId xmlns:a16="http://schemas.microsoft.com/office/drawing/2014/main" val="3357621136"/>
                    </a:ext>
                  </a:extLst>
                </a:gridCol>
                <a:gridCol w="3007778">
                  <a:extLst>
                    <a:ext uri="{9D8B030D-6E8A-4147-A177-3AD203B41FA5}">
                      <a16:colId xmlns:a16="http://schemas.microsoft.com/office/drawing/2014/main" val="407027584"/>
                    </a:ext>
                  </a:extLst>
                </a:gridCol>
              </a:tblGrid>
              <a:tr h="117862">
                <a:tc gridSpan="3">
                  <a:txBody>
                    <a:bodyPr/>
                    <a:lstStyle/>
                    <a:p>
                      <a:pPr marL="0" marR="0" indent="0" algn="ctr">
                        <a:spcBef>
                          <a:spcPts val="600"/>
                        </a:spcBef>
                        <a:spcAft>
                          <a:spcPts val="6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Executive Functions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7084112"/>
                  </a:ext>
                </a:extLst>
              </a:tr>
              <a:tr h="281949">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Guideline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Nonexamples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310895"/>
                  </a:ext>
                </a:extLst>
              </a:tr>
              <a:tr h="3101438">
                <a:tc>
                  <a:txBody>
                    <a:bodyPr/>
                    <a:lstStyle/>
                    <a:p>
                      <a:pPr marL="0" marR="0">
                        <a:lnSpc>
                          <a:spcPct val="107000"/>
                        </a:lnSpc>
                        <a:spcBef>
                          <a:spcPts val="0"/>
                        </a:spcBef>
                        <a:spcAft>
                          <a:spcPts val="0"/>
                        </a:spcAft>
                      </a:pPr>
                      <a:r>
                        <a:rPr lang="en-US" sz="2200">
                          <a:effectLst/>
                          <a:latin typeface="Calibri" panose="020F0502020204030204" pitchFamily="34" charset="0"/>
                          <a:ea typeface="Calibri" panose="020F0502020204030204" pitchFamily="34" charset="0"/>
                          <a:cs typeface="Arial" panose="020B0604020202020204" pitchFamily="34" charset="0"/>
                        </a:rPr>
                        <a:t>Support learners in developing reasonable plans for reaching their goals </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Provide planning templates and checklists </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Provide coaches or mentors to model the planning process</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Guide students in breaking long-term goals into attainable short-term goals</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200" dirty="0">
                          <a:effectLst/>
                          <a:latin typeface="Calibri" panose="020F0502020204030204" pitchFamily="34" charset="0"/>
                          <a:ea typeface="Calibri" panose="020F0502020204030204" pitchFamily="34" charset="0"/>
                          <a:cs typeface="Arial" panose="020B0604020202020204" pitchFamily="34" charset="0"/>
                        </a:rPr>
                        <a:t>Ask students to write down their goals in a notebook but forget to return to them</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dirty="0">
                          <a:effectLst/>
                          <a:latin typeface="Calibri" panose="020F0502020204030204" pitchFamily="34" charset="0"/>
                          <a:ea typeface="Calibri" panose="020F0502020204030204" pitchFamily="34" charset="0"/>
                          <a:cs typeface="Arial" panose="020B0604020202020204" pitchFamily="34" charset="0"/>
                        </a:rPr>
                        <a:t>Require students to set goals at the beginning of the year without support for how to accomplish those goals</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640811"/>
                  </a:ext>
                </a:extLst>
              </a:tr>
            </a:tbl>
          </a:graphicData>
        </a:graphic>
      </p:graphicFrame>
      <p:sp>
        <p:nvSpPr>
          <p:cNvPr id="4" name="Slide Number Placeholder 3">
            <a:extLst>
              <a:ext uri="{FF2B5EF4-FFF2-40B4-BE49-F238E27FC236}">
                <a16:creationId xmlns:a16="http://schemas.microsoft.com/office/drawing/2014/main" id="{AE9B95AA-02D0-4645-A751-28726150260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7</a:t>
            </a:fld>
            <a:endParaRPr lang="en-US"/>
          </a:p>
        </p:txBody>
      </p:sp>
    </p:spTree>
    <p:extLst>
      <p:ext uri="{BB962C8B-B14F-4D97-AF65-F5344CB8AC3E}">
        <p14:creationId xmlns:p14="http://schemas.microsoft.com/office/powerpoint/2010/main" val="1534131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180B-6498-44E5-AD81-0674C51652BA}"/>
              </a:ext>
            </a:extLst>
          </p:cNvPr>
          <p:cNvSpPr>
            <a:spLocks noGrp="1"/>
          </p:cNvSpPr>
          <p:nvPr>
            <p:ph type="title"/>
          </p:nvPr>
        </p:nvSpPr>
        <p:spPr>
          <a:xfrm>
            <a:off x="838200" y="320675"/>
            <a:ext cx="10515600" cy="1325563"/>
          </a:xfrm>
        </p:spPr>
        <p:txBody>
          <a:bodyPr anchor="ctr">
            <a:normAutofit/>
          </a:bodyPr>
          <a:lstStyle/>
          <a:p>
            <a:r>
              <a:rPr lang="en-US" dirty="0"/>
              <a:t>Guideline: Executive Functions   </a:t>
            </a:r>
          </a:p>
        </p:txBody>
      </p:sp>
      <p:graphicFrame>
        <p:nvGraphicFramePr>
          <p:cNvPr id="7" name="Content Placeholder 6">
            <a:extLst>
              <a:ext uri="{FF2B5EF4-FFF2-40B4-BE49-F238E27FC236}">
                <a16:creationId xmlns:a16="http://schemas.microsoft.com/office/drawing/2014/main" id="{5FDD475B-C6CC-4B8A-BF1E-CC6CB3E6FF61}"/>
              </a:ext>
            </a:extLst>
          </p:cNvPr>
          <p:cNvGraphicFramePr>
            <a:graphicFrameLocks noGrp="1"/>
          </p:cNvGraphicFramePr>
          <p:nvPr>
            <p:ph idx="1"/>
            <p:extLst>
              <p:ext uri="{D42A27DB-BD31-4B8C-83A1-F6EECF244321}">
                <p14:modId xmlns:p14="http://schemas.microsoft.com/office/powerpoint/2010/main" val="1745265080"/>
              </p:ext>
            </p:extLst>
          </p:nvPr>
        </p:nvGraphicFramePr>
        <p:xfrm>
          <a:off x="1285409" y="1872854"/>
          <a:ext cx="8529710" cy="3844989"/>
        </p:xfrm>
        <a:graphic>
          <a:graphicData uri="http://schemas.openxmlformats.org/drawingml/2006/table">
            <a:tbl>
              <a:tblPr firstRow="1" firstCol="1" bandRow="1"/>
              <a:tblGrid>
                <a:gridCol w="2516712">
                  <a:extLst>
                    <a:ext uri="{9D8B030D-6E8A-4147-A177-3AD203B41FA5}">
                      <a16:colId xmlns:a16="http://schemas.microsoft.com/office/drawing/2014/main" val="2796544661"/>
                    </a:ext>
                  </a:extLst>
                </a:gridCol>
                <a:gridCol w="3005220">
                  <a:extLst>
                    <a:ext uri="{9D8B030D-6E8A-4147-A177-3AD203B41FA5}">
                      <a16:colId xmlns:a16="http://schemas.microsoft.com/office/drawing/2014/main" val="3357621136"/>
                    </a:ext>
                  </a:extLst>
                </a:gridCol>
                <a:gridCol w="3007778">
                  <a:extLst>
                    <a:ext uri="{9D8B030D-6E8A-4147-A177-3AD203B41FA5}">
                      <a16:colId xmlns:a16="http://schemas.microsoft.com/office/drawing/2014/main" val="407027584"/>
                    </a:ext>
                  </a:extLst>
                </a:gridCol>
              </a:tblGrid>
              <a:tr h="117862">
                <a:tc gridSpan="3">
                  <a:txBody>
                    <a:bodyPr/>
                    <a:lstStyle/>
                    <a:p>
                      <a:pPr marL="0" marR="0" indent="0" algn="ctr">
                        <a:spcBef>
                          <a:spcPts val="600"/>
                        </a:spcBef>
                        <a:spcAft>
                          <a:spcPts val="6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Executive Functions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7084112"/>
                  </a:ext>
                </a:extLst>
              </a:tr>
              <a:tr h="281949">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Guideline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Nonexamples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310895"/>
                  </a:ext>
                </a:extLst>
              </a:tr>
              <a:tr h="3101438">
                <a:tc>
                  <a:txBody>
                    <a:bodyPr/>
                    <a:lstStyle/>
                    <a:p>
                      <a:pPr marL="0" marR="0">
                        <a:lnSpc>
                          <a:spcPct val="107000"/>
                        </a:lnSpc>
                        <a:spcBef>
                          <a:spcPts val="0"/>
                        </a:spcBef>
                        <a:spcAft>
                          <a:spcPts val="0"/>
                        </a:spcAft>
                      </a:pPr>
                      <a:r>
                        <a:rPr lang="en-US" sz="2400">
                          <a:effectLst/>
                          <a:latin typeface="Calibri" panose="020F0502020204030204" pitchFamily="34" charset="0"/>
                          <a:ea typeface="Calibri" panose="020F0502020204030204" pitchFamily="34" charset="0"/>
                          <a:cs typeface="Arial" panose="020B0604020202020204" pitchFamily="34" charset="0"/>
                        </a:rPr>
                        <a:t>Provide flexible tools and processes to support organization and memory</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Provide graphic organizers and templates for organizing information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Provide checklists and guides for notetaking</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Ask students to take notes on a blank piece of paper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Ask students to read a text without providing supports for capturing main ideas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640811"/>
                  </a:ext>
                </a:extLst>
              </a:tr>
            </a:tbl>
          </a:graphicData>
        </a:graphic>
      </p:graphicFrame>
      <p:sp>
        <p:nvSpPr>
          <p:cNvPr id="4" name="Slide Number Placeholder 3">
            <a:extLst>
              <a:ext uri="{FF2B5EF4-FFF2-40B4-BE49-F238E27FC236}">
                <a16:creationId xmlns:a16="http://schemas.microsoft.com/office/drawing/2014/main" id="{AE9B95AA-02D0-4645-A751-28726150260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8</a:t>
            </a:fld>
            <a:endParaRPr lang="en-US"/>
          </a:p>
        </p:txBody>
      </p:sp>
    </p:spTree>
    <p:extLst>
      <p:ext uri="{BB962C8B-B14F-4D97-AF65-F5344CB8AC3E}">
        <p14:creationId xmlns:p14="http://schemas.microsoft.com/office/powerpoint/2010/main" val="1546037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180B-6498-44E5-AD81-0674C51652BA}"/>
              </a:ext>
            </a:extLst>
          </p:cNvPr>
          <p:cNvSpPr>
            <a:spLocks noGrp="1"/>
          </p:cNvSpPr>
          <p:nvPr>
            <p:ph type="title"/>
          </p:nvPr>
        </p:nvSpPr>
        <p:spPr>
          <a:xfrm>
            <a:off x="838200" y="320675"/>
            <a:ext cx="10515600" cy="1325563"/>
          </a:xfrm>
        </p:spPr>
        <p:txBody>
          <a:bodyPr anchor="ctr">
            <a:normAutofit/>
          </a:bodyPr>
          <a:lstStyle/>
          <a:p>
            <a:r>
              <a:rPr lang="en-US" dirty="0"/>
              <a:t>Guideline: Executive Functions </a:t>
            </a:r>
          </a:p>
        </p:txBody>
      </p:sp>
      <p:graphicFrame>
        <p:nvGraphicFramePr>
          <p:cNvPr id="7" name="Content Placeholder 6">
            <a:extLst>
              <a:ext uri="{FF2B5EF4-FFF2-40B4-BE49-F238E27FC236}">
                <a16:creationId xmlns:a16="http://schemas.microsoft.com/office/drawing/2014/main" id="{5FDD475B-C6CC-4B8A-BF1E-CC6CB3E6FF61}"/>
              </a:ext>
            </a:extLst>
          </p:cNvPr>
          <p:cNvGraphicFramePr>
            <a:graphicFrameLocks noGrp="1"/>
          </p:cNvGraphicFramePr>
          <p:nvPr>
            <p:ph idx="1"/>
            <p:extLst>
              <p:ext uri="{D42A27DB-BD31-4B8C-83A1-F6EECF244321}">
                <p14:modId xmlns:p14="http://schemas.microsoft.com/office/powerpoint/2010/main" val="2009662758"/>
              </p:ext>
            </p:extLst>
          </p:nvPr>
        </p:nvGraphicFramePr>
        <p:xfrm>
          <a:off x="1285409" y="1872854"/>
          <a:ext cx="8529710" cy="4303395"/>
        </p:xfrm>
        <a:graphic>
          <a:graphicData uri="http://schemas.openxmlformats.org/drawingml/2006/table">
            <a:tbl>
              <a:tblPr firstRow="1" firstCol="1" bandRow="1"/>
              <a:tblGrid>
                <a:gridCol w="2516712">
                  <a:extLst>
                    <a:ext uri="{9D8B030D-6E8A-4147-A177-3AD203B41FA5}">
                      <a16:colId xmlns:a16="http://schemas.microsoft.com/office/drawing/2014/main" val="2796544661"/>
                    </a:ext>
                  </a:extLst>
                </a:gridCol>
                <a:gridCol w="3005220">
                  <a:extLst>
                    <a:ext uri="{9D8B030D-6E8A-4147-A177-3AD203B41FA5}">
                      <a16:colId xmlns:a16="http://schemas.microsoft.com/office/drawing/2014/main" val="3357621136"/>
                    </a:ext>
                  </a:extLst>
                </a:gridCol>
                <a:gridCol w="3007778">
                  <a:extLst>
                    <a:ext uri="{9D8B030D-6E8A-4147-A177-3AD203B41FA5}">
                      <a16:colId xmlns:a16="http://schemas.microsoft.com/office/drawing/2014/main" val="407027584"/>
                    </a:ext>
                  </a:extLst>
                </a:gridCol>
              </a:tblGrid>
              <a:tr h="117862">
                <a:tc gridSpan="3">
                  <a:txBody>
                    <a:bodyPr/>
                    <a:lstStyle/>
                    <a:p>
                      <a:pPr marL="0" marR="0" indent="0" algn="ctr">
                        <a:spcBef>
                          <a:spcPts val="600"/>
                        </a:spcBef>
                        <a:spcAft>
                          <a:spcPts val="6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Executive Functions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7084112"/>
                  </a:ext>
                </a:extLst>
              </a:tr>
              <a:tr h="281949">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Guideline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Nonexamples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310895"/>
                  </a:ext>
                </a:extLst>
              </a:tr>
              <a:tr h="3101438">
                <a:tc>
                  <a:txBody>
                    <a:bodyPr/>
                    <a:lstStyle/>
                    <a:p>
                      <a:pPr marL="0" marR="0">
                        <a:lnSpc>
                          <a:spcPct val="107000"/>
                        </a:lnSpc>
                        <a:spcBef>
                          <a:spcPts val="0"/>
                        </a:spcBef>
                        <a:spcAft>
                          <a:spcPts val="0"/>
                        </a:spcAft>
                      </a:pPr>
                      <a:r>
                        <a:rPr lang="en-US" sz="2200">
                          <a:effectLst/>
                          <a:latin typeface="Calibri" panose="020F0502020204030204" pitchFamily="34" charset="0"/>
                          <a:ea typeface="Calibri" panose="020F0502020204030204" pitchFamily="34" charset="0"/>
                          <a:cs typeface="Arial" panose="020B0604020202020204" pitchFamily="34" charset="0"/>
                        </a:rPr>
                        <a:t>Support learners in analyzing their growth over time and built on it </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Provide specific, timely, and actionable feedback </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Ask questions to prompt self-assessment and reflection</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a:effectLst/>
                          <a:latin typeface="Calibri" panose="020F0502020204030204" pitchFamily="34" charset="0"/>
                          <a:ea typeface="Calibri" panose="020F0502020204030204" pitchFamily="34" charset="0"/>
                          <a:cs typeface="Arial" panose="020B0604020202020204" pitchFamily="34" charset="0"/>
                        </a:rPr>
                        <a:t>Use work samples that show a student’s progress over time</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200" dirty="0">
                          <a:effectLst/>
                          <a:latin typeface="Calibri" panose="020F0502020204030204" pitchFamily="34" charset="0"/>
                          <a:ea typeface="Calibri" panose="020F0502020204030204" pitchFamily="34" charset="0"/>
                          <a:cs typeface="Arial" panose="020B0604020202020204" pitchFamily="34" charset="0"/>
                        </a:rPr>
                        <a:t>Provide a progress report in the middle of the quarter</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200" dirty="0">
                          <a:effectLst/>
                          <a:latin typeface="Calibri" panose="020F0502020204030204" pitchFamily="34" charset="0"/>
                          <a:ea typeface="Calibri" panose="020F0502020204030204" pitchFamily="34" charset="0"/>
                          <a:cs typeface="Arial" panose="020B0604020202020204" pitchFamily="34" charset="0"/>
                        </a:rPr>
                        <a:t>Ask students to track grades in gradebook</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640811"/>
                  </a:ext>
                </a:extLst>
              </a:tr>
            </a:tbl>
          </a:graphicData>
        </a:graphic>
      </p:graphicFrame>
      <p:sp>
        <p:nvSpPr>
          <p:cNvPr id="4" name="Slide Number Placeholder 3">
            <a:extLst>
              <a:ext uri="{FF2B5EF4-FFF2-40B4-BE49-F238E27FC236}">
                <a16:creationId xmlns:a16="http://schemas.microsoft.com/office/drawing/2014/main" id="{AE9B95AA-02D0-4645-A751-28726150260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9</a:t>
            </a:fld>
            <a:endParaRPr lang="en-US"/>
          </a:p>
        </p:txBody>
      </p:sp>
    </p:spTree>
    <p:extLst>
      <p:ext uri="{BB962C8B-B14F-4D97-AF65-F5344CB8AC3E}">
        <p14:creationId xmlns:p14="http://schemas.microsoft.com/office/powerpoint/2010/main" val="4257161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B7D92-BE00-4523-F5E0-A32EEB03ED41}"/>
              </a:ext>
            </a:extLst>
          </p:cNvPr>
          <p:cNvSpPr>
            <a:spLocks noGrp="1"/>
          </p:cNvSpPr>
          <p:nvPr>
            <p:ph type="title"/>
          </p:nvPr>
        </p:nvSpPr>
        <p:spPr/>
        <p:txBody>
          <a:bodyPr/>
          <a:lstStyle/>
          <a:p>
            <a:r>
              <a:rPr lang="en-US" dirty="0"/>
              <a:t>One-on-One Conferences</a:t>
            </a:r>
          </a:p>
        </p:txBody>
      </p:sp>
      <p:sp>
        <p:nvSpPr>
          <p:cNvPr id="3" name="Content Placeholder 2">
            <a:extLst>
              <a:ext uri="{FF2B5EF4-FFF2-40B4-BE49-F238E27FC236}">
                <a16:creationId xmlns:a16="http://schemas.microsoft.com/office/drawing/2014/main" id="{26A62C15-DD25-FBF5-14C7-6C94C7C9E4BB}"/>
              </a:ext>
            </a:extLst>
          </p:cNvPr>
          <p:cNvSpPr>
            <a:spLocks noGrp="1"/>
          </p:cNvSpPr>
          <p:nvPr>
            <p:ph idx="1"/>
          </p:nvPr>
        </p:nvSpPr>
        <p:spPr/>
        <p:txBody>
          <a:bodyPr>
            <a:normAutofit/>
          </a:bodyPr>
          <a:lstStyle/>
          <a:p>
            <a:pPr>
              <a:lnSpc>
                <a:spcPct val="107000"/>
              </a:lnSpc>
              <a:spcBef>
                <a:spcPts val="0"/>
              </a:spcBef>
              <a:spcAft>
                <a:spcPts val="600"/>
              </a:spcAft>
            </a:pPr>
            <a:r>
              <a:rPr lang="en-US" dirty="0">
                <a:effectLst/>
                <a:latin typeface="Calibri" panose="020F0502020204030204" pitchFamily="34" charset="0"/>
                <a:ea typeface="Calibri" panose="020F0502020204030204" pitchFamily="34" charset="0"/>
                <a:cs typeface="Arial" panose="020B0604020202020204" pitchFamily="34" charset="0"/>
              </a:rPr>
              <a:t>Are brief</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600"/>
              </a:spcAft>
            </a:pPr>
            <a:r>
              <a:rPr lang="en-US" dirty="0">
                <a:effectLst/>
                <a:latin typeface="Calibri" panose="020F0502020204030204" pitchFamily="34" charset="0"/>
                <a:ea typeface="Calibri" panose="020F0502020204030204" pitchFamily="34" charset="0"/>
                <a:cs typeface="Arial" panose="020B0604020202020204" pitchFamily="34" charset="0"/>
              </a:rPr>
              <a:t>Include attention to the students’ emotions about learning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dirty="0">
                <a:effectLst/>
                <a:latin typeface="Calibri" panose="020F0502020204030204" pitchFamily="34" charset="0"/>
                <a:ea typeface="Calibri" panose="020F0502020204030204" pitchFamily="34" charset="0"/>
                <a:cs typeface="Arial" panose="020B0604020202020204" pitchFamily="34" charset="0"/>
              </a:rPr>
              <a:t>Provide scaffolded opportunity for student reflection on their own learning progress</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dirty="0">
                <a:effectLst/>
                <a:latin typeface="Calibri" panose="020F0502020204030204" pitchFamily="34" charset="0"/>
                <a:ea typeface="Calibri" panose="020F0502020204030204" pitchFamily="34" charset="0"/>
                <a:cs typeface="Arial" panose="020B0604020202020204" pitchFamily="34" charset="0"/>
              </a:rPr>
              <a:t>Focus on the student’s strengths and opportunities for growth</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dirty="0">
                <a:effectLst/>
                <a:latin typeface="Calibri" panose="020F0502020204030204" pitchFamily="34" charset="0"/>
                <a:ea typeface="Calibri" panose="020F0502020204030204" pitchFamily="34" charset="0"/>
                <a:cs typeface="Arial" panose="020B0604020202020204" pitchFamily="34" charset="0"/>
              </a:rPr>
              <a:t>Include goal-setting</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dirty="0">
                <a:effectLst/>
                <a:latin typeface="Calibri" panose="020F0502020204030204" pitchFamily="34" charset="0"/>
                <a:ea typeface="Calibri" panose="020F0502020204030204" pitchFamily="34" charset="0"/>
                <a:cs typeface="Arial" panose="020B0604020202020204" pitchFamily="34" charset="0"/>
              </a:rPr>
              <a:t>End with next steps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A65168E2-92E7-6EE9-8AFB-667106DA23D9}"/>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1211650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sz="2200" dirty="0">
                <a:effectLst/>
                <a:latin typeface="Calibri" panose="020F0502020204030204" pitchFamily="34" charset="0"/>
                <a:ea typeface="Calibri" panose="020F0502020204030204" pitchFamily="34" charset="0"/>
                <a:cs typeface="Arial" panose="020B0604020202020204" pitchFamily="34" charset="0"/>
              </a:rPr>
              <a:t>Read the following scenario and determine how Mr. K could more effectively engage in one-on-one conferences with students by using the guidelines for executive functions.</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200" dirty="0">
                <a:effectLst/>
                <a:latin typeface="Calibri" panose="020F0502020204030204" pitchFamily="34" charset="0"/>
                <a:ea typeface="Calibri" panose="020F0502020204030204" pitchFamily="34" charset="0"/>
                <a:cs typeface="Arial" panose="020B0604020202020204" pitchFamily="34" charset="0"/>
              </a:rPr>
              <a:t> </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200" dirty="0">
                <a:effectLst/>
                <a:latin typeface="Calibri" panose="020F0502020204030204" pitchFamily="34" charset="0"/>
                <a:ea typeface="Calibri" panose="020F0502020204030204" pitchFamily="34" charset="0"/>
                <a:cs typeface="Arial" panose="020B0604020202020204" pitchFamily="34" charset="0"/>
              </a:rPr>
              <a:t>Mr. K. is using student conferences before a math test. While students engage in practice activities related to the content that will be on the test, Mr. K. calls each student to the front of the room for individual conferences. He begins the conference by sharing the student’s quiz grades from the four quizzes given throughout the unit. He asks the student to point out their lowest quiz grade and then reviews the topics assessed by the quiz. He asks the student two write down the list of topics and then asks them what they will need to study before the test.</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94</TotalTime>
  <Words>712</Words>
  <Application>Microsoft Office PowerPoint</Application>
  <PresentationFormat>Widescreen</PresentationFormat>
  <Paragraphs>85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Symbol</vt:lpstr>
      <vt:lpstr>Office Theme</vt:lpstr>
      <vt:lpstr>Instructional Practices| Unit 8: Planning for Diverse Learners| Lesson 8.13</vt:lpstr>
      <vt:lpstr>TEKS Standards &amp; Objectives</vt:lpstr>
      <vt:lpstr>Vocabulary </vt:lpstr>
      <vt:lpstr>Bellringer</vt:lpstr>
      <vt:lpstr>Video: Executive Function Skills for Life &amp; Learning </vt:lpstr>
      <vt:lpstr>Guideline: Executive Functions</vt:lpstr>
      <vt:lpstr>Guideline: Executive Functions  </vt:lpstr>
      <vt:lpstr>Guideline: Executive Functions   </vt:lpstr>
      <vt:lpstr>Guideline: Executive Functions </vt:lpstr>
      <vt:lpstr>One-on-One Conferences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8.13:Multiple Means of Action &amp; Expression | Executive Functions</dc:title>
  <dc:subject>Lesson 8.13:Multiple Means of Action &amp; Expression | Executive Functions</dc:subject>
  <dc:creator>Texas Education Agency</dc:creator>
  <cp:lastModifiedBy>London White</cp:lastModifiedBy>
  <cp:revision>2</cp:revision>
  <dcterms:created xsi:type="dcterms:W3CDTF">2022-09-17T16:30:16Z</dcterms:created>
  <dcterms:modified xsi:type="dcterms:W3CDTF">2023-08-31T05:22:40Z</dcterms:modified>
</cp:coreProperties>
</file>
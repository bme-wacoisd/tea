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9" r:id="rId3"/>
    <p:sldId id="258"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E68592-862E-47EA-86DD-8631A5A4FBCC}" v="3" dt="2022-10-10T02:06:51.4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F0E68592-862E-47EA-86DD-8631A5A4FBCC}"/>
    <pc:docChg chg="modSld">
      <pc:chgData name="White (she/her), Whitney" userId="65f39021-2f1d-4d8b-87dc-b123826f65bf" providerId="ADAL" clId="{F0E68592-862E-47EA-86DD-8631A5A4FBCC}" dt="2022-10-10T02:06:36.755" v="24" actId="20577"/>
      <pc:docMkLst>
        <pc:docMk/>
      </pc:docMkLst>
      <pc:sldChg chg="modSp mod">
        <pc:chgData name="White (she/her), Whitney" userId="65f39021-2f1d-4d8b-87dc-b123826f65bf" providerId="ADAL" clId="{F0E68592-862E-47EA-86DD-8631A5A4FBCC}" dt="2022-10-10T02:06:36.755" v="24" actId="20577"/>
        <pc:sldMkLst>
          <pc:docMk/>
          <pc:sldMk cId="1482277026" sldId="256"/>
        </pc:sldMkLst>
        <pc:spChg chg="mod">
          <ac:chgData name="White (she/her), Whitney" userId="65f39021-2f1d-4d8b-87dc-b123826f65bf" providerId="ADAL" clId="{F0E68592-862E-47EA-86DD-8631A5A4FBCC}" dt="2022-10-10T02:06:36.755" v="24" actId="20577"/>
          <ac:spMkLst>
            <pc:docMk/>
            <pc:sldMk cId="1482277026" sldId="256"/>
            <ac:spMk id="3" creationId="{E0FBD98F-3A67-498E-8174-652040DD7B60}"/>
          </ac:spMkLst>
        </pc:spChg>
      </pc:sldChg>
    </pc:docChg>
  </pc:docChgLst>
  <pc:docChgLst>
    <pc:chgData name="White (she/her), Whitney" userId="65f39021-2f1d-4d8b-87dc-b123826f65bf" providerId="ADAL" clId="{6D8D41A9-35DA-4768-81E9-ACB7CD1D466F}"/>
    <pc:docChg chg="undo custSel delSld modSld">
      <pc:chgData name="White (she/her), Whitney" userId="65f39021-2f1d-4d8b-87dc-b123826f65bf" providerId="ADAL" clId="{6D8D41A9-35DA-4768-81E9-ACB7CD1D466F}" dt="2022-10-10T01:51:23.970" v="49" actId="2696"/>
      <pc:docMkLst>
        <pc:docMk/>
      </pc:docMkLst>
      <pc:sldChg chg="modSp mod">
        <pc:chgData name="White (she/her), Whitney" userId="65f39021-2f1d-4d8b-87dc-b123826f65bf" providerId="ADAL" clId="{6D8D41A9-35DA-4768-81E9-ACB7CD1D466F}" dt="2022-10-10T01:51:04.478" v="45" actId="403"/>
        <pc:sldMkLst>
          <pc:docMk/>
          <pc:sldMk cId="4071305681" sldId="258"/>
        </pc:sldMkLst>
        <pc:spChg chg="mod">
          <ac:chgData name="White (she/her), Whitney" userId="65f39021-2f1d-4d8b-87dc-b123826f65bf" providerId="ADAL" clId="{6D8D41A9-35DA-4768-81E9-ACB7CD1D466F}" dt="2022-10-10T01:51:04.478" v="45" actId="403"/>
          <ac:spMkLst>
            <pc:docMk/>
            <pc:sldMk cId="4071305681" sldId="258"/>
            <ac:spMk id="3" creationId="{392BE286-77A6-49DD-B15D-7E4718D52FE7}"/>
          </ac:spMkLst>
        </pc:spChg>
      </pc:sldChg>
      <pc:sldChg chg="modSp mod">
        <pc:chgData name="White (she/her), Whitney" userId="65f39021-2f1d-4d8b-87dc-b123826f65bf" providerId="ADAL" clId="{6D8D41A9-35DA-4768-81E9-ACB7CD1D466F}" dt="2022-10-10T01:50:30.287" v="35" actId="2711"/>
        <pc:sldMkLst>
          <pc:docMk/>
          <pc:sldMk cId="2772527113" sldId="259"/>
        </pc:sldMkLst>
        <pc:spChg chg="mod">
          <ac:chgData name="White (she/her), Whitney" userId="65f39021-2f1d-4d8b-87dc-b123826f65bf" providerId="ADAL" clId="{6D8D41A9-35DA-4768-81E9-ACB7CD1D466F}" dt="2022-10-10T01:50:30.287" v="35" actId="2711"/>
          <ac:spMkLst>
            <pc:docMk/>
            <pc:sldMk cId="2772527113" sldId="259"/>
            <ac:spMk id="3" creationId="{8CE08C7F-0286-423B-92F7-DEB89F31111A}"/>
          </ac:spMkLst>
        </pc:spChg>
      </pc:sldChg>
      <pc:sldChg chg="modSp mod">
        <pc:chgData name="White (she/her), Whitney" userId="65f39021-2f1d-4d8b-87dc-b123826f65bf" providerId="ADAL" clId="{6D8D41A9-35DA-4768-81E9-ACB7CD1D466F}" dt="2022-10-10T01:41:17.098" v="17" actId="27636"/>
        <pc:sldMkLst>
          <pc:docMk/>
          <pc:sldMk cId="2147408764" sldId="260"/>
        </pc:sldMkLst>
        <pc:spChg chg="mod">
          <ac:chgData name="White (she/her), Whitney" userId="65f39021-2f1d-4d8b-87dc-b123826f65bf" providerId="ADAL" clId="{6D8D41A9-35DA-4768-81E9-ACB7CD1D466F}" dt="2022-10-10T01:41:17.098" v="17" actId="27636"/>
          <ac:spMkLst>
            <pc:docMk/>
            <pc:sldMk cId="2147408764" sldId="260"/>
            <ac:spMk id="3" creationId="{49F2A5AF-3C0B-4968-A438-E435325199EA}"/>
          </ac:spMkLst>
        </pc:spChg>
      </pc:sldChg>
      <pc:sldChg chg="del">
        <pc:chgData name="White (she/her), Whitney" userId="65f39021-2f1d-4d8b-87dc-b123826f65bf" providerId="ADAL" clId="{6D8D41A9-35DA-4768-81E9-ACB7CD1D466F}" dt="2022-10-10T01:51:10.582" v="46" actId="2696"/>
        <pc:sldMkLst>
          <pc:docMk/>
          <pc:sldMk cId="3054216349" sldId="261"/>
        </pc:sldMkLst>
      </pc:sldChg>
      <pc:sldChg chg="del">
        <pc:chgData name="White (she/her), Whitney" userId="65f39021-2f1d-4d8b-87dc-b123826f65bf" providerId="ADAL" clId="{6D8D41A9-35DA-4768-81E9-ACB7CD1D466F}" dt="2022-10-10T01:51:23.970" v="49" actId="2696"/>
        <pc:sldMkLst>
          <pc:docMk/>
          <pc:sldMk cId="4170921578" sldId="262"/>
        </pc:sldMkLst>
      </pc:sldChg>
      <pc:sldChg chg="del">
        <pc:chgData name="White (she/her), Whitney" userId="65f39021-2f1d-4d8b-87dc-b123826f65bf" providerId="ADAL" clId="{6D8D41A9-35DA-4768-81E9-ACB7CD1D466F}" dt="2022-10-10T01:51:22.223" v="48" actId="2696"/>
        <pc:sldMkLst>
          <pc:docMk/>
          <pc:sldMk cId="1163931679" sldId="263"/>
        </pc:sldMkLst>
      </pc:sldChg>
      <pc:sldChg chg="del">
        <pc:chgData name="White (she/her), Whitney" userId="65f39021-2f1d-4d8b-87dc-b123826f65bf" providerId="ADAL" clId="{6D8D41A9-35DA-4768-81E9-ACB7CD1D466F}" dt="2022-10-10T01:51:20.341" v="47" actId="2696"/>
        <pc:sldMkLst>
          <pc:docMk/>
          <pc:sldMk cId="3493109116"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5: Planning For and With Assessment | Lesson 5.08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Practice with Questioning</a:t>
            </a:r>
          </a:p>
        </p:txBody>
      </p:sp>
      <p:sp>
        <p:nvSpPr>
          <p:cNvPr id="4" name="TextBox 3">
            <a:extLst>
              <a:ext uri="{FF2B5EF4-FFF2-40B4-BE49-F238E27FC236}">
                <a16:creationId xmlns:a16="http://schemas.microsoft.com/office/drawing/2014/main" id="{7002C7B2-5890-2860-9561-D9EF60EF3424}"/>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6D</a:t>
            </a:r>
          </a:p>
          <a:p>
            <a:pPr marL="0" indent="0">
              <a:buNone/>
            </a:pPr>
            <a:endParaRPr lang="en-US" dirty="0"/>
          </a:p>
          <a:p>
            <a:pPr marL="0" indent="0">
              <a:buNone/>
            </a:pPr>
            <a:r>
              <a:rPr lang="en-US" dirty="0"/>
              <a:t>The student will:</a:t>
            </a:r>
          </a:p>
          <a:p>
            <a:r>
              <a:rPr lang="en-US" dirty="0">
                <a:effectLst/>
                <a:ea typeface="Calibri" panose="020F0502020204030204" pitchFamily="34" charset="0"/>
              </a:rPr>
              <a:t>Practice and evaluate question delivery and response</a:t>
            </a:r>
            <a:endParaRPr lang="en-US" sz="4000" dirty="0"/>
          </a:p>
          <a:p>
            <a:pPr marL="0" indent="0">
              <a:buNone/>
            </a:pP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Calibri" panose="020F0502020204030204" pitchFamily="34" charset="0"/>
              </a:rPr>
              <a:t>Students are learning about the impact of weather on land changes in their science class. As a part of the unit, the engaged in an experiment to test the strength of each. The objective of this lesson was to compare two rock materials to determine which would be more impacted by weather.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600"/>
              </a:spcBef>
              <a:spcAft>
                <a:spcPts val="600"/>
              </a:spcAft>
              <a:buNone/>
            </a:pPr>
            <a:r>
              <a:rPr lang="en-US" dirty="0">
                <a:effectLst/>
                <a:latin typeface="Calibri" panose="020F0502020204030204" pitchFamily="34" charset="0"/>
                <a:ea typeface="Calibri" panose="020F0502020204030204" pitchFamily="34" charset="0"/>
                <a:cs typeface="Calibri" panose="020F0502020204030204" pitchFamily="34" charset="0"/>
              </a:rPr>
              <a:t>Number each question below to show the best overall progression to build understanding.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effectLst/>
                <a:latin typeface="Calibri" panose="020F0502020204030204" pitchFamily="34" charset="0"/>
                <a:ea typeface="Calibri" panose="020F0502020204030204" pitchFamily="34" charset="0"/>
              </a:rPr>
              <a:t>Using the question and anticipated response below, create additional questions to “stretch it.”</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sz="2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Reflect on your experience in the role play – including your strengths and opportunities for growth.</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2000" dirty="0">
                <a:effectLst/>
                <a:latin typeface="Calibri" panose="020F0502020204030204" pitchFamily="34" charset="0"/>
                <a:ea typeface="Calibri" panose="020F0502020204030204" pitchFamily="34" charset="0"/>
                <a:cs typeface="Calibri" panose="020F0502020204030204" pitchFamily="34" charset="0"/>
              </a:rPr>
              <a:t>Based on feedback from your peers and your own self-assessment, what did you do well during the role play?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spcAft>
                <a:spcPts val="80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2000" dirty="0">
                <a:effectLst/>
                <a:latin typeface="Calibri" panose="020F0502020204030204" pitchFamily="34" charset="0"/>
                <a:ea typeface="Calibri" panose="020F0502020204030204" pitchFamily="34" charset="0"/>
                <a:cs typeface="Calibri" panose="020F0502020204030204" pitchFamily="34" charset="0"/>
              </a:rPr>
              <a:t>Based on feedback from your peers and your own self-assessment, what are your opportunities for improvement?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0"/>
              </a:spcBef>
            </a:pPr>
            <a:r>
              <a:rPr lang="en-US" sz="2000" dirty="0">
                <a:effectLst/>
                <a:latin typeface="Calibri" panose="020F0502020204030204" pitchFamily="34" charset="0"/>
                <a:ea typeface="Calibri" panose="020F0502020204030204" pitchFamily="34" charset="0"/>
                <a:cs typeface="Calibri" panose="020F0502020204030204" pitchFamily="34" charset="0"/>
              </a:rPr>
              <a:t>What did you find easiest and hardest about delivering and responding to questions?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13</TotalTime>
  <Words>214</Words>
  <Application>Microsoft Office PowerPoint</Application>
  <PresentationFormat>Widescreen</PresentationFormat>
  <Paragraphs>23</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Instructional Practices| Unit 5: Planning For and With Assessment | Lesson 5.08</vt:lpstr>
      <vt:lpstr>TEKS Standards &amp; Objectives</vt:lpstr>
      <vt:lpstr>Bellringer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5.08: Practice with Questioning</dc:title>
  <dc:subject>Lesson 5.08: Practice with Questioning</dc:subject>
  <dc:creator>Texas Education Agency</dc:creator>
  <cp:lastModifiedBy>London White</cp:lastModifiedBy>
  <cp:revision>2</cp:revision>
  <dcterms:created xsi:type="dcterms:W3CDTF">2022-09-18T22:49:21Z</dcterms:created>
  <dcterms:modified xsi:type="dcterms:W3CDTF">2023-08-31T04:13:42Z</dcterms:modified>
</cp:coreProperties>
</file>
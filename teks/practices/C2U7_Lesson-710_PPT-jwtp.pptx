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58" r:id="rId4"/>
    <p:sldId id="261" r:id="rId5"/>
    <p:sldId id="262" r:id="rId6"/>
    <p:sldId id="263" r:id="rId7"/>
    <p:sldId id="264" r:id="rId8"/>
    <p:sldId id="265" r:id="rId9"/>
    <p:sldId id="266" r:id="rId10"/>
    <p:sldId id="267" r:id="rId11"/>
    <p:sldId id="268" r:id="rId12"/>
    <p:sldId id="269" r:id="rId13"/>
    <p:sldId id="270"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4"/>
            <p14:sldId id="265"/>
            <p14:sldId id="266"/>
            <p14:sldId id="267"/>
            <p14:sldId id="268"/>
            <p14:sldId id="269"/>
            <p14:sldId id="270"/>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44297-F94C-4991-BC7E-AAD79838D019}" v="4" dt="2023-01-17T03:43:33.969"/>
    <p1510:client id="{A7F9F5C0-4A52-4033-90DF-F8554618868F}" v="30" dt="2023-01-17T06:24:22.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2"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A7F9F5C0-4A52-4033-90DF-F8554618868F}"/>
    <pc:docChg chg="undo custSel addSld modSld modSection">
      <pc:chgData name="White (she/her), Whitney" userId="65f39021-2f1d-4d8b-87dc-b123826f65bf" providerId="ADAL" clId="{A7F9F5C0-4A52-4033-90DF-F8554618868F}" dt="2023-01-17T06:24:29.425" v="475" actId="255"/>
      <pc:docMkLst>
        <pc:docMk/>
      </pc:docMkLst>
      <pc:sldChg chg="modSp mod">
        <pc:chgData name="White (she/her), Whitney" userId="65f39021-2f1d-4d8b-87dc-b123826f65bf" providerId="ADAL" clId="{A7F9F5C0-4A52-4033-90DF-F8554618868F}" dt="2023-01-17T06:08:12.261" v="69" actId="20577"/>
        <pc:sldMkLst>
          <pc:docMk/>
          <pc:sldMk cId="1482277026" sldId="256"/>
        </pc:sldMkLst>
        <pc:spChg chg="mod">
          <ac:chgData name="White (she/her), Whitney" userId="65f39021-2f1d-4d8b-87dc-b123826f65bf" providerId="ADAL" clId="{A7F9F5C0-4A52-4033-90DF-F8554618868F}" dt="2023-01-17T06:08:12.261" v="69" actId="20577"/>
          <ac:spMkLst>
            <pc:docMk/>
            <pc:sldMk cId="1482277026" sldId="256"/>
            <ac:spMk id="2" creationId="{BFFCF5BD-F8FF-4A67-A8B6-EBB21E79279B}"/>
          </ac:spMkLst>
        </pc:spChg>
        <pc:spChg chg="mod">
          <ac:chgData name="White (she/her), Whitney" userId="65f39021-2f1d-4d8b-87dc-b123826f65bf" providerId="ADAL" clId="{A7F9F5C0-4A52-4033-90DF-F8554618868F}" dt="2023-01-17T06:08:05.875" v="65" actId="14100"/>
          <ac:spMkLst>
            <pc:docMk/>
            <pc:sldMk cId="1482277026" sldId="256"/>
            <ac:spMk id="3" creationId="{E0FBD98F-3A67-498E-8174-652040DD7B60}"/>
          </ac:spMkLst>
        </pc:spChg>
      </pc:sldChg>
      <pc:sldChg chg="modSp mod">
        <pc:chgData name="White (she/her), Whitney" userId="65f39021-2f1d-4d8b-87dc-b123826f65bf" providerId="ADAL" clId="{A7F9F5C0-4A52-4033-90DF-F8554618868F}" dt="2023-01-17T06:09:28.321" v="88" actId="20577"/>
        <pc:sldMkLst>
          <pc:docMk/>
          <pc:sldMk cId="4071305681" sldId="258"/>
        </pc:sldMkLst>
        <pc:spChg chg="mod">
          <ac:chgData name="White (she/her), Whitney" userId="65f39021-2f1d-4d8b-87dc-b123826f65bf" providerId="ADAL" clId="{A7F9F5C0-4A52-4033-90DF-F8554618868F}" dt="2023-01-17T06:09:28.321" v="88" actId="20577"/>
          <ac:spMkLst>
            <pc:docMk/>
            <pc:sldMk cId="4071305681" sldId="258"/>
            <ac:spMk id="3" creationId="{392BE286-77A6-49DD-B15D-7E4718D52FE7}"/>
          </ac:spMkLst>
        </pc:spChg>
      </pc:sldChg>
      <pc:sldChg chg="modSp mod">
        <pc:chgData name="White (she/her), Whitney" userId="65f39021-2f1d-4d8b-87dc-b123826f65bf" providerId="ADAL" clId="{A7F9F5C0-4A52-4033-90DF-F8554618868F}" dt="2023-01-17T06:08:53.416" v="81" actId="255"/>
        <pc:sldMkLst>
          <pc:docMk/>
          <pc:sldMk cId="2772527113" sldId="259"/>
        </pc:sldMkLst>
        <pc:spChg chg="mod">
          <ac:chgData name="White (she/her), Whitney" userId="65f39021-2f1d-4d8b-87dc-b123826f65bf" providerId="ADAL" clId="{A7F9F5C0-4A52-4033-90DF-F8554618868F}" dt="2023-01-17T06:08:53.416" v="81" actId="255"/>
          <ac:spMkLst>
            <pc:docMk/>
            <pc:sldMk cId="2772527113" sldId="259"/>
            <ac:spMk id="3" creationId="{8CE08C7F-0286-423B-92F7-DEB89F31111A}"/>
          </ac:spMkLst>
        </pc:spChg>
      </pc:sldChg>
      <pc:sldChg chg="addSp modSp mod modClrScheme chgLayout">
        <pc:chgData name="White (she/her), Whitney" userId="65f39021-2f1d-4d8b-87dc-b123826f65bf" providerId="ADAL" clId="{A7F9F5C0-4A52-4033-90DF-F8554618868F}" dt="2023-01-17T06:07:22.352" v="62" actId="1076"/>
        <pc:sldMkLst>
          <pc:docMk/>
          <pc:sldMk cId="2147408764" sldId="260"/>
        </pc:sldMkLst>
        <pc:spChg chg="mod">
          <ac:chgData name="White (she/her), Whitney" userId="65f39021-2f1d-4d8b-87dc-b123826f65bf" providerId="ADAL" clId="{A7F9F5C0-4A52-4033-90DF-F8554618868F}" dt="2023-01-17T06:07:16.197" v="58" actId="26606"/>
          <ac:spMkLst>
            <pc:docMk/>
            <pc:sldMk cId="2147408764" sldId="260"/>
            <ac:spMk id="2" creationId="{9AFB837C-3E07-4129-B371-9F5CA97D5605}"/>
          </ac:spMkLst>
        </pc:spChg>
        <pc:spChg chg="mod ord">
          <ac:chgData name="White (she/her), Whitney" userId="65f39021-2f1d-4d8b-87dc-b123826f65bf" providerId="ADAL" clId="{A7F9F5C0-4A52-4033-90DF-F8554618868F}" dt="2023-01-17T06:07:16.201" v="59" actId="26606"/>
          <ac:spMkLst>
            <pc:docMk/>
            <pc:sldMk cId="2147408764" sldId="260"/>
            <ac:spMk id="3" creationId="{49F2A5AF-3C0B-4968-A438-E435325199EA}"/>
          </ac:spMkLst>
        </pc:spChg>
        <pc:spChg chg="mod ord">
          <ac:chgData name="White (she/her), Whitney" userId="65f39021-2f1d-4d8b-87dc-b123826f65bf" providerId="ADAL" clId="{A7F9F5C0-4A52-4033-90DF-F8554618868F}" dt="2023-01-17T06:07:16.197" v="58" actId="26606"/>
          <ac:spMkLst>
            <pc:docMk/>
            <pc:sldMk cId="2147408764" sldId="260"/>
            <ac:spMk id="4" creationId="{00210221-3F4A-4187-A674-5BB2A5218FDE}"/>
          </ac:spMkLst>
        </pc:spChg>
        <pc:picChg chg="add mod">
          <ac:chgData name="White (she/her), Whitney" userId="65f39021-2f1d-4d8b-87dc-b123826f65bf" providerId="ADAL" clId="{A7F9F5C0-4A52-4033-90DF-F8554618868F}" dt="2023-01-17T06:07:22.352" v="62" actId="1076"/>
          <ac:picMkLst>
            <pc:docMk/>
            <pc:sldMk cId="2147408764" sldId="260"/>
            <ac:picMk id="5" creationId="{49A9187E-C685-45EE-A76F-9E3CF39F2151}"/>
          </ac:picMkLst>
        </pc:picChg>
      </pc:sldChg>
      <pc:sldChg chg="addSp delSp modSp mod">
        <pc:chgData name="White (she/her), Whitney" userId="65f39021-2f1d-4d8b-87dc-b123826f65bf" providerId="ADAL" clId="{A7F9F5C0-4A52-4033-90DF-F8554618868F}" dt="2023-01-17T06:10:13.091" v="103" actId="113"/>
        <pc:sldMkLst>
          <pc:docMk/>
          <pc:sldMk cId="3054216349" sldId="261"/>
        </pc:sldMkLst>
        <pc:spChg chg="del mod">
          <ac:chgData name="White (she/her), Whitney" userId="65f39021-2f1d-4d8b-87dc-b123826f65bf" providerId="ADAL" clId="{A7F9F5C0-4A52-4033-90DF-F8554618868F}" dt="2023-01-17T06:09:50.594" v="91"/>
          <ac:spMkLst>
            <pc:docMk/>
            <pc:sldMk cId="3054216349" sldId="261"/>
            <ac:spMk id="3" creationId="{AE13FDB6-F093-4D9E-B14E-3D7DB894C34C}"/>
          </ac:spMkLst>
        </pc:spChg>
        <pc:graphicFrameChg chg="add mod modGraphic">
          <ac:chgData name="White (she/her), Whitney" userId="65f39021-2f1d-4d8b-87dc-b123826f65bf" providerId="ADAL" clId="{A7F9F5C0-4A52-4033-90DF-F8554618868F}" dt="2023-01-17T06:10:13.091" v="103" actId="113"/>
          <ac:graphicFrameMkLst>
            <pc:docMk/>
            <pc:sldMk cId="3054216349" sldId="261"/>
            <ac:graphicFrameMk id="5" creationId="{96E45E08-331A-453A-B2CD-2BC861B6E62F}"/>
          </ac:graphicFrameMkLst>
        </pc:graphicFrameChg>
      </pc:sldChg>
      <pc:sldChg chg="modSp new mod modAnim">
        <pc:chgData name="White (she/her), Whitney" userId="65f39021-2f1d-4d8b-87dc-b123826f65bf" providerId="ADAL" clId="{A7F9F5C0-4A52-4033-90DF-F8554618868F}" dt="2023-01-17T06:11:28.446" v="120"/>
        <pc:sldMkLst>
          <pc:docMk/>
          <pc:sldMk cId="2990667006" sldId="262"/>
        </pc:sldMkLst>
        <pc:spChg chg="mod">
          <ac:chgData name="White (she/her), Whitney" userId="65f39021-2f1d-4d8b-87dc-b123826f65bf" providerId="ADAL" clId="{A7F9F5C0-4A52-4033-90DF-F8554618868F}" dt="2023-01-17T06:11:11.102" v="111" actId="20577"/>
          <ac:spMkLst>
            <pc:docMk/>
            <pc:sldMk cId="2990667006" sldId="262"/>
            <ac:spMk id="2" creationId="{0F3F8EF9-8A49-468F-A115-5C22CB03253E}"/>
          </ac:spMkLst>
        </pc:spChg>
        <pc:spChg chg="mod">
          <ac:chgData name="White (she/her), Whitney" userId="65f39021-2f1d-4d8b-87dc-b123826f65bf" providerId="ADAL" clId="{A7F9F5C0-4A52-4033-90DF-F8554618868F}" dt="2023-01-17T06:11:21.253" v="117" actId="403"/>
          <ac:spMkLst>
            <pc:docMk/>
            <pc:sldMk cId="2990667006" sldId="262"/>
            <ac:spMk id="3" creationId="{3922878A-776B-44EA-AD3E-A736B3C50649}"/>
          </ac:spMkLst>
        </pc:spChg>
      </pc:sldChg>
      <pc:sldChg chg="addSp delSp modSp new mod">
        <pc:chgData name="White (she/her), Whitney" userId="65f39021-2f1d-4d8b-87dc-b123826f65bf" providerId="ADAL" clId="{A7F9F5C0-4A52-4033-90DF-F8554618868F}" dt="2023-01-17T06:16:01.045" v="299" actId="1076"/>
        <pc:sldMkLst>
          <pc:docMk/>
          <pc:sldMk cId="2871607333" sldId="263"/>
        </pc:sldMkLst>
        <pc:spChg chg="mod">
          <ac:chgData name="White (she/her), Whitney" userId="65f39021-2f1d-4d8b-87dc-b123826f65bf" providerId="ADAL" clId="{A7F9F5C0-4A52-4033-90DF-F8554618868F}" dt="2023-01-17T06:13:33.200" v="152" actId="20577"/>
          <ac:spMkLst>
            <pc:docMk/>
            <pc:sldMk cId="2871607333" sldId="263"/>
            <ac:spMk id="2" creationId="{1B05FBBD-76B8-4ECA-8EDA-8E9B4DB50E62}"/>
          </ac:spMkLst>
        </pc:spChg>
        <pc:spChg chg="del mod">
          <ac:chgData name="White (she/her), Whitney" userId="65f39021-2f1d-4d8b-87dc-b123826f65bf" providerId="ADAL" clId="{A7F9F5C0-4A52-4033-90DF-F8554618868F}" dt="2023-01-17T06:13:48.193" v="154" actId="3680"/>
          <ac:spMkLst>
            <pc:docMk/>
            <pc:sldMk cId="2871607333" sldId="263"/>
            <ac:spMk id="3" creationId="{7777B459-CAF7-4D12-B5E4-B044CD30B2C5}"/>
          </ac:spMkLst>
        </pc:spChg>
        <pc:graphicFrameChg chg="add mod ord modGraphic">
          <ac:chgData name="White (she/her), Whitney" userId="65f39021-2f1d-4d8b-87dc-b123826f65bf" providerId="ADAL" clId="{A7F9F5C0-4A52-4033-90DF-F8554618868F}" dt="2023-01-17T06:16:01.045" v="299" actId="1076"/>
          <ac:graphicFrameMkLst>
            <pc:docMk/>
            <pc:sldMk cId="2871607333" sldId="263"/>
            <ac:graphicFrameMk id="5" creationId="{BF5B1EAA-FCEF-46B7-97DC-90998C1E408D}"/>
          </ac:graphicFrameMkLst>
        </pc:graphicFrameChg>
      </pc:sldChg>
      <pc:sldChg chg="modSp add mod">
        <pc:chgData name="White (she/her), Whitney" userId="65f39021-2f1d-4d8b-87dc-b123826f65bf" providerId="ADAL" clId="{A7F9F5C0-4A52-4033-90DF-F8554618868F}" dt="2023-01-17T06:17:07.549" v="323" actId="12"/>
        <pc:sldMkLst>
          <pc:docMk/>
          <pc:sldMk cId="1474373421" sldId="264"/>
        </pc:sldMkLst>
        <pc:spChg chg="mod">
          <ac:chgData name="White (she/her), Whitney" userId="65f39021-2f1d-4d8b-87dc-b123826f65bf" providerId="ADAL" clId="{A7F9F5C0-4A52-4033-90DF-F8554618868F}" dt="2023-01-17T06:16:20.082" v="318" actId="20577"/>
          <ac:spMkLst>
            <pc:docMk/>
            <pc:sldMk cId="1474373421" sldId="264"/>
            <ac:spMk id="2" creationId="{1B05FBBD-76B8-4ECA-8EDA-8E9B4DB50E62}"/>
          </ac:spMkLst>
        </pc:spChg>
        <pc:graphicFrameChg chg="mod modGraphic">
          <ac:chgData name="White (she/her), Whitney" userId="65f39021-2f1d-4d8b-87dc-b123826f65bf" providerId="ADAL" clId="{A7F9F5C0-4A52-4033-90DF-F8554618868F}" dt="2023-01-17T06:17:07.549" v="323" actId="12"/>
          <ac:graphicFrameMkLst>
            <pc:docMk/>
            <pc:sldMk cId="1474373421" sldId="264"/>
            <ac:graphicFrameMk id="5" creationId="{BF5B1EAA-FCEF-46B7-97DC-90998C1E408D}"/>
          </ac:graphicFrameMkLst>
        </pc:graphicFrameChg>
      </pc:sldChg>
      <pc:sldChg chg="modSp add mod">
        <pc:chgData name="White (she/her), Whitney" userId="65f39021-2f1d-4d8b-87dc-b123826f65bf" providerId="ADAL" clId="{A7F9F5C0-4A52-4033-90DF-F8554618868F}" dt="2023-01-17T06:18:03.274" v="347" actId="12"/>
        <pc:sldMkLst>
          <pc:docMk/>
          <pc:sldMk cId="116150775" sldId="265"/>
        </pc:sldMkLst>
        <pc:spChg chg="mod">
          <ac:chgData name="White (she/her), Whitney" userId="65f39021-2f1d-4d8b-87dc-b123826f65bf" providerId="ADAL" clId="{A7F9F5C0-4A52-4033-90DF-F8554618868F}" dt="2023-01-17T06:17:18.026" v="334" actId="20577"/>
          <ac:spMkLst>
            <pc:docMk/>
            <pc:sldMk cId="116150775" sldId="265"/>
            <ac:spMk id="2" creationId="{1B05FBBD-76B8-4ECA-8EDA-8E9B4DB50E62}"/>
          </ac:spMkLst>
        </pc:spChg>
        <pc:graphicFrameChg chg="mod modGraphic">
          <ac:chgData name="White (she/her), Whitney" userId="65f39021-2f1d-4d8b-87dc-b123826f65bf" providerId="ADAL" clId="{A7F9F5C0-4A52-4033-90DF-F8554618868F}" dt="2023-01-17T06:18:03.274" v="347" actId="12"/>
          <ac:graphicFrameMkLst>
            <pc:docMk/>
            <pc:sldMk cId="116150775" sldId="265"/>
            <ac:graphicFrameMk id="5" creationId="{BF5B1EAA-FCEF-46B7-97DC-90998C1E408D}"/>
          </ac:graphicFrameMkLst>
        </pc:graphicFrameChg>
      </pc:sldChg>
      <pc:sldChg chg="modSp add mod">
        <pc:chgData name="White (she/her), Whitney" userId="65f39021-2f1d-4d8b-87dc-b123826f65bf" providerId="ADAL" clId="{A7F9F5C0-4A52-4033-90DF-F8554618868F}" dt="2023-01-17T06:19:21.839" v="377" actId="14734"/>
        <pc:sldMkLst>
          <pc:docMk/>
          <pc:sldMk cId="1534119287" sldId="266"/>
        </pc:sldMkLst>
        <pc:spChg chg="mod">
          <ac:chgData name="White (she/her), Whitney" userId="65f39021-2f1d-4d8b-87dc-b123826f65bf" providerId="ADAL" clId="{A7F9F5C0-4A52-4033-90DF-F8554618868F}" dt="2023-01-17T06:18:22.927" v="356" actId="20577"/>
          <ac:spMkLst>
            <pc:docMk/>
            <pc:sldMk cId="1534119287" sldId="266"/>
            <ac:spMk id="2" creationId="{1B05FBBD-76B8-4ECA-8EDA-8E9B4DB50E62}"/>
          </ac:spMkLst>
        </pc:spChg>
        <pc:graphicFrameChg chg="mod modGraphic">
          <ac:chgData name="White (she/her), Whitney" userId="65f39021-2f1d-4d8b-87dc-b123826f65bf" providerId="ADAL" clId="{A7F9F5C0-4A52-4033-90DF-F8554618868F}" dt="2023-01-17T06:19:21.839" v="377" actId="14734"/>
          <ac:graphicFrameMkLst>
            <pc:docMk/>
            <pc:sldMk cId="1534119287" sldId="266"/>
            <ac:graphicFrameMk id="5" creationId="{BF5B1EAA-FCEF-46B7-97DC-90998C1E408D}"/>
          </ac:graphicFrameMkLst>
        </pc:graphicFrameChg>
      </pc:sldChg>
      <pc:sldChg chg="addSp delSp modSp new mod">
        <pc:chgData name="White (she/her), Whitney" userId="65f39021-2f1d-4d8b-87dc-b123826f65bf" providerId="ADAL" clId="{A7F9F5C0-4A52-4033-90DF-F8554618868F}" dt="2023-01-17T06:23:37.576" v="462" actId="14100"/>
        <pc:sldMkLst>
          <pc:docMk/>
          <pc:sldMk cId="3842600377" sldId="267"/>
        </pc:sldMkLst>
        <pc:spChg chg="mod">
          <ac:chgData name="White (she/her), Whitney" userId="65f39021-2f1d-4d8b-87dc-b123826f65bf" providerId="ADAL" clId="{A7F9F5C0-4A52-4033-90DF-F8554618868F}" dt="2023-01-17T06:21:31.819" v="433" actId="20577"/>
          <ac:spMkLst>
            <pc:docMk/>
            <pc:sldMk cId="3842600377" sldId="267"/>
            <ac:spMk id="2" creationId="{E077BAA8-D2F3-4D52-8D28-949DDAD13603}"/>
          </ac:spMkLst>
        </pc:spChg>
        <pc:spChg chg="add del mod">
          <ac:chgData name="White (she/her), Whitney" userId="65f39021-2f1d-4d8b-87dc-b123826f65bf" providerId="ADAL" clId="{A7F9F5C0-4A52-4033-90DF-F8554618868F}" dt="2023-01-17T06:20:37.597" v="382"/>
          <ac:spMkLst>
            <pc:docMk/>
            <pc:sldMk cId="3842600377" sldId="267"/>
            <ac:spMk id="3" creationId="{EA43004D-C1D7-4609-A79E-4C31BEE8ACF3}"/>
          </ac:spMkLst>
        </pc:spChg>
        <pc:graphicFrameChg chg="add del mod">
          <ac:chgData name="White (she/her), Whitney" userId="65f39021-2f1d-4d8b-87dc-b123826f65bf" providerId="ADAL" clId="{A7F9F5C0-4A52-4033-90DF-F8554618868F}" dt="2023-01-17T06:20:35.493" v="381"/>
          <ac:graphicFrameMkLst>
            <pc:docMk/>
            <pc:sldMk cId="3842600377" sldId="267"/>
            <ac:graphicFrameMk id="5" creationId="{944128C6-8CE1-4740-9F62-30732CD668F8}"/>
          </ac:graphicFrameMkLst>
        </pc:graphicFrameChg>
        <pc:graphicFrameChg chg="add mod modGraphic">
          <ac:chgData name="White (she/her), Whitney" userId="65f39021-2f1d-4d8b-87dc-b123826f65bf" providerId="ADAL" clId="{A7F9F5C0-4A52-4033-90DF-F8554618868F}" dt="2023-01-17T06:23:37.576" v="462" actId="14100"/>
          <ac:graphicFrameMkLst>
            <pc:docMk/>
            <pc:sldMk cId="3842600377" sldId="267"/>
            <ac:graphicFrameMk id="6" creationId="{37EB8113-B206-4E45-BF5D-398EFBDC6CBD}"/>
          </ac:graphicFrameMkLst>
        </pc:graphicFrameChg>
      </pc:sldChg>
      <pc:sldChg chg="modSp add mod">
        <pc:chgData name="White (she/her), Whitney" userId="65f39021-2f1d-4d8b-87dc-b123826f65bf" providerId="ADAL" clId="{A7F9F5C0-4A52-4033-90DF-F8554618868F}" dt="2023-01-17T06:23:18.568" v="460" actId="14100"/>
        <pc:sldMkLst>
          <pc:docMk/>
          <pc:sldMk cId="1385550647" sldId="268"/>
        </pc:sldMkLst>
        <pc:graphicFrameChg chg="mod modGraphic">
          <ac:chgData name="White (she/her), Whitney" userId="65f39021-2f1d-4d8b-87dc-b123826f65bf" providerId="ADAL" clId="{A7F9F5C0-4A52-4033-90DF-F8554618868F}" dt="2023-01-17T06:23:18.568" v="460" actId="14100"/>
          <ac:graphicFrameMkLst>
            <pc:docMk/>
            <pc:sldMk cId="1385550647" sldId="268"/>
            <ac:graphicFrameMk id="6" creationId="{37EB8113-B206-4E45-BF5D-398EFBDC6CBD}"/>
          </ac:graphicFrameMkLst>
        </pc:graphicFrameChg>
      </pc:sldChg>
      <pc:sldChg chg="modSp add mod">
        <pc:chgData name="White (she/her), Whitney" userId="65f39021-2f1d-4d8b-87dc-b123826f65bf" providerId="ADAL" clId="{A7F9F5C0-4A52-4033-90DF-F8554618868F}" dt="2023-01-17T06:24:03.222" v="472" actId="14100"/>
        <pc:sldMkLst>
          <pc:docMk/>
          <pc:sldMk cId="2366009170" sldId="269"/>
        </pc:sldMkLst>
        <pc:graphicFrameChg chg="mod modGraphic">
          <ac:chgData name="White (she/her), Whitney" userId="65f39021-2f1d-4d8b-87dc-b123826f65bf" providerId="ADAL" clId="{A7F9F5C0-4A52-4033-90DF-F8554618868F}" dt="2023-01-17T06:24:03.222" v="472" actId="14100"/>
          <ac:graphicFrameMkLst>
            <pc:docMk/>
            <pc:sldMk cId="2366009170" sldId="269"/>
            <ac:graphicFrameMk id="6" creationId="{37EB8113-B206-4E45-BF5D-398EFBDC6CBD}"/>
          </ac:graphicFrameMkLst>
        </pc:graphicFrameChg>
      </pc:sldChg>
      <pc:sldChg chg="modSp add mod">
        <pc:chgData name="White (she/her), Whitney" userId="65f39021-2f1d-4d8b-87dc-b123826f65bf" providerId="ADAL" clId="{A7F9F5C0-4A52-4033-90DF-F8554618868F}" dt="2023-01-17T06:24:29.425" v="475" actId="255"/>
        <pc:sldMkLst>
          <pc:docMk/>
          <pc:sldMk cId="366797565" sldId="270"/>
        </pc:sldMkLst>
        <pc:graphicFrameChg chg="mod modGraphic">
          <ac:chgData name="White (she/her), Whitney" userId="65f39021-2f1d-4d8b-87dc-b123826f65bf" providerId="ADAL" clId="{A7F9F5C0-4A52-4033-90DF-F8554618868F}" dt="2023-01-17T06:24:29.425" v="475" actId="255"/>
          <ac:graphicFrameMkLst>
            <pc:docMk/>
            <pc:sldMk cId="366797565" sldId="270"/>
            <ac:graphicFrameMk id="6" creationId="{37EB8113-B206-4E45-BF5D-398EFBDC6CBD}"/>
          </ac:graphicFrameMkLst>
        </pc:graphicFrame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84360"/>
            <a:ext cx="9144000" cy="370300"/>
          </a:xfrm>
        </p:spPr>
        <p:txBody>
          <a:bodyPr>
            <a:normAutofit/>
          </a:bodyPr>
          <a:lstStyle/>
          <a:p>
            <a:pPr algn="l"/>
            <a:r>
              <a:rPr lang="en-US" sz="1800" dirty="0"/>
              <a:t>Instructional Practices| Unit 7: High Leverage Teaching Practices| Lesson 7.10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96231" cy="2574131"/>
          </a:xfrm>
        </p:spPr>
        <p:txBody>
          <a:bodyPr>
            <a:noAutofit/>
          </a:bodyPr>
          <a:lstStyle/>
          <a:p>
            <a:r>
              <a:rPr lang="en-US" sz="6000" dirty="0">
                <a:effectLst/>
                <a:latin typeface="Calibri" panose="020F0502020204030204" pitchFamily="34" charset="0"/>
                <a:ea typeface="Calibri" panose="020F0502020204030204" pitchFamily="34" charset="0"/>
                <a:cs typeface="Arial" panose="020B0604020202020204" pitchFamily="34" charset="0"/>
              </a:rPr>
              <a:t>Questioning | Engaging Students in the Questioning Process</a:t>
            </a:r>
            <a:endParaRPr lang="en-US" sz="6000" dirty="0"/>
          </a:p>
        </p:txBody>
      </p:sp>
      <p:sp>
        <p:nvSpPr>
          <p:cNvPr id="4" name="TextBox 3">
            <a:extLst>
              <a:ext uri="{FF2B5EF4-FFF2-40B4-BE49-F238E27FC236}">
                <a16:creationId xmlns:a16="http://schemas.microsoft.com/office/drawing/2014/main" id="{145633B9-364C-F0D1-2C0C-E2F815A6E855}"/>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14E</a:t>
            </a: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Explain why it is important for students to generate questions in the classroom</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Arial" panose="020B0604020202020204" pitchFamily="34" charset="0"/>
              </a:rPr>
              <a:t>Identify, practice, and reflect on strategies for supporting students in developing questions in the classroom</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Studies have shown that 4-year-olds ask as many as 200-300 questions a day.  Between the ages of 2-5, kids ask on average 40,000 questions! </a:t>
            </a:r>
          </a:p>
          <a:p>
            <a:pPr marL="0" indent="0">
              <a:buNone/>
            </a:pPr>
            <a:r>
              <a:rPr lang="en-US" dirty="0">
                <a:effectLst/>
                <a:latin typeface="Calibri" panose="020F0502020204030204" pitchFamily="34" charset="0"/>
                <a:ea typeface="Calibri" panose="020F0502020204030204" pitchFamily="34" charset="0"/>
              </a:rPr>
              <a:t>Why do you think it is important for students to ask questions?</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96E45E08-331A-453A-B2CD-2BC861B6E62F}"/>
              </a:ext>
            </a:extLst>
          </p:cNvPr>
          <p:cNvGraphicFramePr>
            <a:graphicFrameLocks noGrp="1"/>
          </p:cNvGraphicFramePr>
          <p:nvPr>
            <p:ph idx="1"/>
            <p:extLst>
              <p:ext uri="{D42A27DB-BD31-4B8C-83A1-F6EECF244321}">
                <p14:modId xmlns:p14="http://schemas.microsoft.com/office/powerpoint/2010/main" val="3916951116"/>
              </p:ext>
            </p:extLst>
          </p:nvPr>
        </p:nvGraphicFramePr>
        <p:xfrm>
          <a:off x="838200" y="1651794"/>
          <a:ext cx="10668000" cy="4743450"/>
        </p:xfrm>
        <a:graphic>
          <a:graphicData uri="http://schemas.openxmlformats.org/drawingml/2006/table">
            <a:tbl>
              <a:tblPr firstRow="1" firstCol="1" bandRow="1"/>
              <a:tblGrid>
                <a:gridCol w="2331282">
                  <a:extLst>
                    <a:ext uri="{9D8B030D-6E8A-4147-A177-3AD203B41FA5}">
                      <a16:colId xmlns:a16="http://schemas.microsoft.com/office/drawing/2014/main" val="734177699"/>
                    </a:ext>
                  </a:extLst>
                </a:gridCol>
                <a:gridCol w="8336718">
                  <a:extLst>
                    <a:ext uri="{9D8B030D-6E8A-4147-A177-3AD203B41FA5}">
                      <a16:colId xmlns:a16="http://schemas.microsoft.com/office/drawing/2014/main" val="1957273012"/>
                    </a:ext>
                  </a:extLst>
                </a:gridCol>
              </a:tblGrid>
              <a:tr h="97155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Student Generated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Questions developed by students to help demonstrate their understanding of the content being taught and direct their own learning to understanding more about the content.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1686186"/>
                  </a:ext>
                </a:extLst>
              </a:tr>
              <a:tr h="485775">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Question-Answer-Relationship (QAR)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 strategy to help students understand the relationship between a question and its answer.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2649114"/>
                  </a:ext>
                </a:extLst>
              </a:tr>
              <a:tr h="485775">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Right There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Explicit questions whose answers can be found in the text. Often the words used in the question are the same words found in the text.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2508386"/>
                  </a:ext>
                </a:extLst>
              </a:tr>
              <a:tr h="485775">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Think and Search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Explicit questions whose answers are gathered from several parts of the text and put together to make meaning.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0146289"/>
                  </a:ext>
                </a:extLst>
              </a:tr>
              <a:tr h="97155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Author and 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The answer to the question cannot be found directly in the text. The learner must combine information provided in the text with their own prior knowledge to create a response.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1418561"/>
                  </a:ext>
                </a:extLst>
              </a:tr>
              <a:tr h="971550">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On My Own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The answer to the question cannot be found directly in the text. </a:t>
                      </a:r>
                      <a:r>
                        <a:rPr lang="en-US" sz="2000" dirty="0">
                          <a:effectLst/>
                          <a:latin typeface="Calibri" panose="020F0502020204030204" pitchFamily="34" charset="0"/>
                          <a:ea typeface="Calibri" panose="020F0502020204030204" pitchFamily="34" charset="0"/>
                          <a:cs typeface="Calibri" panose="020F0502020204030204" pitchFamily="34" charset="0"/>
                        </a:rPr>
                        <a:t>These questions require the learner to use their background or prior knowledge to answer the question.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326674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8EF9-8A49-468F-A115-5C22CB03253E}"/>
              </a:ext>
            </a:extLst>
          </p:cNvPr>
          <p:cNvSpPr>
            <a:spLocks noGrp="1"/>
          </p:cNvSpPr>
          <p:nvPr>
            <p:ph type="title"/>
          </p:nvPr>
        </p:nvSpPr>
        <p:spPr/>
        <p:txBody>
          <a:bodyPr>
            <a:noAutofit/>
          </a:bodyPr>
          <a:lstStyle/>
          <a:p>
            <a:br>
              <a:rPr lang="en-US" dirty="0">
                <a:effectLst/>
                <a:ea typeface="Calibri" panose="020F0502020204030204" pitchFamily="34" charset="0"/>
                <a:cs typeface="Arial" panose="020B0604020202020204" pitchFamily="34" charset="0"/>
              </a:rPr>
            </a:br>
            <a:r>
              <a:rPr lang="en-US" dirty="0">
                <a:effectLst/>
                <a:ea typeface="Calibri" panose="020F0502020204030204" pitchFamily="34" charset="0"/>
                <a:cs typeface="Arial" panose="020B0604020202020204" pitchFamily="34" charset="0"/>
              </a:rPr>
              <a:t>A teacher can help students develop questions by:</a:t>
            </a:r>
            <a:br>
              <a:rPr lang="en-US" dirty="0">
                <a:effectLst/>
                <a:ea typeface="Calibri" panose="020F050202020403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3922878A-776B-44EA-AD3E-A736B3C50649}"/>
              </a:ext>
            </a:extLst>
          </p:cNvPr>
          <p:cNvSpPr>
            <a:spLocks noGrp="1"/>
          </p:cNvSpPr>
          <p:nvPr>
            <p:ph idx="1"/>
          </p:nvPr>
        </p:nvSpPr>
        <p:spPr/>
        <p:txBody>
          <a:bodyPr/>
          <a:lstStyle/>
          <a:p>
            <a:pPr marL="342900" marR="0" lvl="0" indent="-342900">
              <a:spcBef>
                <a:spcPts val="0"/>
              </a:spcBef>
              <a:spcAft>
                <a:spcPts val="0"/>
              </a:spcAft>
              <a:buFont typeface="Symbol" panose="05050102010706020507" pitchFamily="18" charset="2"/>
              <a:buChar char=""/>
            </a:pPr>
            <a:r>
              <a:rPr lang="en-US" sz="3600" i="1" dirty="0">
                <a:effectLst/>
                <a:latin typeface="Calibri" panose="020F0502020204030204" pitchFamily="34" charset="0"/>
                <a:ea typeface="Calibri" panose="020F0502020204030204" pitchFamily="34" charset="0"/>
                <a:cs typeface="Arial" panose="020B0604020202020204" pitchFamily="34" charset="0"/>
              </a:rPr>
              <a:t>Modeling explicitly how to ask good questions</a:t>
            </a: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US" sz="3600" i="1" dirty="0">
                <a:effectLst/>
                <a:latin typeface="Calibri" panose="020F0502020204030204" pitchFamily="34" charset="0"/>
                <a:ea typeface="Calibri" panose="020F0502020204030204" pitchFamily="34" charset="0"/>
                <a:cs typeface="Arial" panose="020B0604020202020204" pitchFamily="34" charset="0"/>
              </a:rPr>
              <a:t>Providing structured ways for students to ask questions</a:t>
            </a: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600"/>
              </a:spcAft>
              <a:buFont typeface="Symbol" panose="05050102010706020507" pitchFamily="18" charset="2"/>
              <a:buChar char=""/>
            </a:pPr>
            <a:r>
              <a:rPr lang="en-US" sz="3600" i="1" dirty="0">
                <a:effectLst/>
                <a:latin typeface="Calibri" panose="020F0502020204030204" pitchFamily="34" charset="0"/>
                <a:ea typeface="Calibri" panose="020F0502020204030204" pitchFamily="34" charset="0"/>
                <a:cs typeface="Arial" panose="020B0604020202020204" pitchFamily="34" charset="0"/>
              </a:rPr>
              <a:t>Setting expectations that asking questions is the norm in the classroom. </a:t>
            </a:r>
            <a:endParaRPr lang="en-US" sz="36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C59EFB35-B0CC-4273-9E94-33F1E1F28C72}"/>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99066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FBBD-76B8-4ECA-8EDA-8E9B4DB50E62}"/>
              </a:ext>
            </a:extLst>
          </p:cNvPr>
          <p:cNvSpPr>
            <a:spLocks noGrp="1"/>
          </p:cNvSpPr>
          <p:nvPr>
            <p:ph type="title"/>
          </p:nvPr>
        </p:nvSpPr>
        <p:spPr/>
        <p:txBody>
          <a:bodyPr/>
          <a:lstStyle/>
          <a:p>
            <a:r>
              <a:rPr lang="en-US" dirty="0"/>
              <a:t>Right There Questions</a:t>
            </a:r>
          </a:p>
        </p:txBody>
      </p:sp>
      <p:graphicFrame>
        <p:nvGraphicFramePr>
          <p:cNvPr id="5" name="Table 5">
            <a:extLst>
              <a:ext uri="{FF2B5EF4-FFF2-40B4-BE49-F238E27FC236}">
                <a16:creationId xmlns:a16="http://schemas.microsoft.com/office/drawing/2014/main" id="{BF5B1EAA-FCEF-46B7-97DC-90998C1E408D}"/>
              </a:ext>
            </a:extLst>
          </p:cNvPr>
          <p:cNvGraphicFramePr>
            <a:graphicFrameLocks noGrp="1"/>
          </p:cNvGraphicFramePr>
          <p:nvPr>
            <p:ph idx="1"/>
            <p:extLst>
              <p:ext uri="{D42A27DB-BD31-4B8C-83A1-F6EECF244321}">
                <p14:modId xmlns:p14="http://schemas.microsoft.com/office/powerpoint/2010/main" val="26238026"/>
              </p:ext>
            </p:extLst>
          </p:nvPr>
        </p:nvGraphicFramePr>
        <p:xfrm>
          <a:off x="838200" y="2187575"/>
          <a:ext cx="10515600" cy="3215640"/>
        </p:xfrm>
        <a:graphic>
          <a:graphicData uri="http://schemas.openxmlformats.org/drawingml/2006/table">
            <a:tbl>
              <a:tblPr firstRow="1" bandRow="1">
                <a:tableStyleId>{5940675A-B579-460E-94D1-54222C63F5DA}</a:tableStyleId>
              </a:tblPr>
              <a:tblGrid>
                <a:gridCol w="2400300">
                  <a:extLst>
                    <a:ext uri="{9D8B030D-6E8A-4147-A177-3AD203B41FA5}">
                      <a16:colId xmlns:a16="http://schemas.microsoft.com/office/drawing/2014/main" val="3512584327"/>
                    </a:ext>
                  </a:extLst>
                </a:gridCol>
                <a:gridCol w="8115300">
                  <a:extLst>
                    <a:ext uri="{9D8B030D-6E8A-4147-A177-3AD203B41FA5}">
                      <a16:colId xmlns:a16="http://schemas.microsoft.com/office/drawing/2014/main" val="1219259672"/>
                    </a:ext>
                  </a:extLst>
                </a:gridCol>
              </a:tblGrid>
              <a:tr h="370840">
                <a:tc>
                  <a:txBody>
                    <a:bodyPr/>
                    <a:lstStyle/>
                    <a:p>
                      <a:r>
                        <a:rPr lang="en-US" dirty="0"/>
                        <a:t>Definition</a:t>
                      </a:r>
                    </a:p>
                  </a:txBody>
                  <a:tcPr/>
                </a:tc>
                <a:tc>
                  <a:txBody>
                    <a:bodyPr/>
                    <a:lstStyle/>
                    <a:p>
                      <a:r>
                        <a:rPr lang="en-US" sz="1800" i="0" kern="1200" dirty="0">
                          <a:solidFill>
                            <a:schemeClr val="tx1"/>
                          </a:solidFill>
                          <a:effectLst/>
                          <a:latin typeface="+mn-lt"/>
                          <a:ea typeface="+mn-ea"/>
                          <a:cs typeface="+mn-cs"/>
                        </a:rPr>
                        <a:t>Explicit questions whose answers can be found in the text. Often the words used in the question are the same words found in the text.</a:t>
                      </a:r>
                      <a:endParaRPr lang="en-US" i="0" dirty="0"/>
                    </a:p>
                  </a:txBody>
                  <a:tcPr/>
                </a:tc>
                <a:extLst>
                  <a:ext uri="{0D108BD9-81ED-4DB2-BD59-A6C34878D82A}">
                    <a16:rowId xmlns:a16="http://schemas.microsoft.com/office/drawing/2014/main" val="1962331293"/>
                  </a:ext>
                </a:extLst>
              </a:tr>
              <a:tr h="370840">
                <a:tc>
                  <a:txBody>
                    <a:bodyPr/>
                    <a:lstStyle/>
                    <a:p>
                      <a:r>
                        <a:rPr lang="en-US" dirty="0"/>
                        <a:t>Question Starts With</a:t>
                      </a:r>
                    </a:p>
                  </a:txBody>
                  <a:tcPr/>
                </a:tc>
                <a:tc>
                  <a:txBody>
                    <a:bodyPr/>
                    <a:lstStyle/>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Who</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What</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When</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Where</a:t>
                      </a:r>
                    </a:p>
                    <a:p>
                      <a:pPr marL="285750" indent="-285750">
                        <a:buFont typeface="Arial" panose="020B0604020202020204" pitchFamily="34" charset="0"/>
                        <a:buChar char="•"/>
                      </a:pPr>
                      <a:r>
                        <a:rPr lang="en-US" sz="1800" i="0" kern="1200" dirty="0">
                          <a:solidFill>
                            <a:schemeClr val="tx1"/>
                          </a:solidFill>
                          <a:effectLst/>
                          <a:latin typeface="+mn-lt"/>
                          <a:ea typeface="+mn-ea"/>
                          <a:cs typeface="+mn-cs"/>
                        </a:rPr>
                        <a:t>How</a:t>
                      </a:r>
                      <a:endParaRPr lang="en-US" i="0" dirty="0"/>
                    </a:p>
                  </a:txBody>
                  <a:tcPr/>
                </a:tc>
                <a:extLst>
                  <a:ext uri="{0D108BD9-81ED-4DB2-BD59-A6C34878D82A}">
                    <a16:rowId xmlns:a16="http://schemas.microsoft.com/office/drawing/2014/main" val="3678490559"/>
                  </a:ext>
                </a:extLst>
              </a:tr>
              <a:tr h="370840">
                <a:tc>
                  <a:txBody>
                    <a:bodyPr/>
                    <a:lstStyle/>
                    <a:p>
                      <a:r>
                        <a:rPr lang="en-US" dirty="0"/>
                        <a:t>Example</a:t>
                      </a:r>
                    </a:p>
                  </a:txBody>
                  <a:tcPr/>
                </a:tc>
                <a:tc>
                  <a:txBody>
                    <a:bodyPr/>
                    <a:lstStyle/>
                    <a:p>
                      <a:r>
                        <a:rPr lang="en-US" sz="1800" i="0" kern="1200" dirty="0">
                          <a:solidFill>
                            <a:schemeClr val="tx1"/>
                          </a:solidFill>
                          <a:effectLst/>
                          <a:latin typeface="+mn-lt"/>
                          <a:ea typeface="+mn-ea"/>
                          <a:cs typeface="+mn-cs"/>
                        </a:rPr>
                        <a:t>Where did the story take place?</a:t>
                      </a:r>
                      <a:endParaRPr lang="en-US" i="0" dirty="0"/>
                    </a:p>
                  </a:txBody>
                  <a:tcPr/>
                </a:tc>
                <a:extLst>
                  <a:ext uri="{0D108BD9-81ED-4DB2-BD59-A6C34878D82A}">
                    <a16:rowId xmlns:a16="http://schemas.microsoft.com/office/drawing/2014/main" val="2147736196"/>
                  </a:ext>
                </a:extLst>
              </a:tr>
              <a:tr h="370840">
                <a:tc>
                  <a:txBody>
                    <a:bodyPr/>
                    <a:lstStyle/>
                    <a:p>
                      <a:r>
                        <a:rPr lang="en-US" dirty="0"/>
                        <a:t>High or Low Level</a:t>
                      </a:r>
                    </a:p>
                  </a:txBody>
                  <a:tcPr/>
                </a:tc>
                <a:tc>
                  <a:txBody>
                    <a:bodyPr/>
                    <a:lstStyle/>
                    <a:p>
                      <a:r>
                        <a:rPr lang="en-US" i="0" dirty="0"/>
                        <a:t>Low Level</a:t>
                      </a:r>
                    </a:p>
                  </a:txBody>
                  <a:tcPr/>
                </a:tc>
                <a:extLst>
                  <a:ext uri="{0D108BD9-81ED-4DB2-BD59-A6C34878D82A}">
                    <a16:rowId xmlns:a16="http://schemas.microsoft.com/office/drawing/2014/main" val="2636867988"/>
                  </a:ext>
                </a:extLst>
              </a:tr>
              <a:tr h="370840">
                <a:tc>
                  <a:txBody>
                    <a:bodyPr/>
                    <a:lstStyle/>
                    <a:p>
                      <a:r>
                        <a:rPr lang="en-US" dirty="0"/>
                        <a:t>Open or Closed</a:t>
                      </a:r>
                    </a:p>
                  </a:txBody>
                  <a:tcPr/>
                </a:tc>
                <a:tc>
                  <a:txBody>
                    <a:bodyPr/>
                    <a:lstStyle/>
                    <a:p>
                      <a:r>
                        <a:rPr lang="en-US" i="0" dirty="0"/>
                        <a:t>Closed</a:t>
                      </a:r>
                    </a:p>
                  </a:txBody>
                  <a:tcPr/>
                </a:tc>
                <a:extLst>
                  <a:ext uri="{0D108BD9-81ED-4DB2-BD59-A6C34878D82A}">
                    <a16:rowId xmlns:a16="http://schemas.microsoft.com/office/drawing/2014/main" val="1097026086"/>
                  </a:ext>
                </a:extLst>
              </a:tr>
            </a:tbl>
          </a:graphicData>
        </a:graphic>
      </p:graphicFrame>
      <p:sp>
        <p:nvSpPr>
          <p:cNvPr id="4" name="Slide Number Placeholder 3">
            <a:extLst>
              <a:ext uri="{FF2B5EF4-FFF2-40B4-BE49-F238E27FC236}">
                <a16:creationId xmlns:a16="http://schemas.microsoft.com/office/drawing/2014/main" id="{ECDF45CB-BC14-4422-A906-8B6E43D4E436}"/>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871607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FBBD-76B8-4ECA-8EDA-8E9B4DB50E62}"/>
              </a:ext>
            </a:extLst>
          </p:cNvPr>
          <p:cNvSpPr>
            <a:spLocks noGrp="1"/>
          </p:cNvSpPr>
          <p:nvPr>
            <p:ph type="title"/>
          </p:nvPr>
        </p:nvSpPr>
        <p:spPr/>
        <p:txBody>
          <a:bodyPr/>
          <a:lstStyle/>
          <a:p>
            <a:r>
              <a:rPr lang="en-US" dirty="0"/>
              <a:t>Think and Search</a:t>
            </a:r>
          </a:p>
        </p:txBody>
      </p:sp>
      <p:graphicFrame>
        <p:nvGraphicFramePr>
          <p:cNvPr id="5" name="Table 5">
            <a:extLst>
              <a:ext uri="{FF2B5EF4-FFF2-40B4-BE49-F238E27FC236}">
                <a16:creationId xmlns:a16="http://schemas.microsoft.com/office/drawing/2014/main" id="{BF5B1EAA-FCEF-46B7-97DC-90998C1E408D}"/>
              </a:ext>
            </a:extLst>
          </p:cNvPr>
          <p:cNvGraphicFramePr>
            <a:graphicFrameLocks noGrp="1"/>
          </p:cNvGraphicFramePr>
          <p:nvPr>
            <p:ph idx="1"/>
            <p:extLst>
              <p:ext uri="{D42A27DB-BD31-4B8C-83A1-F6EECF244321}">
                <p14:modId xmlns:p14="http://schemas.microsoft.com/office/powerpoint/2010/main" val="2122242278"/>
              </p:ext>
            </p:extLst>
          </p:nvPr>
        </p:nvGraphicFramePr>
        <p:xfrm>
          <a:off x="838200" y="2187575"/>
          <a:ext cx="10515600" cy="3215640"/>
        </p:xfrm>
        <a:graphic>
          <a:graphicData uri="http://schemas.openxmlformats.org/drawingml/2006/table">
            <a:tbl>
              <a:tblPr firstRow="1" bandRow="1">
                <a:tableStyleId>{5940675A-B579-460E-94D1-54222C63F5DA}</a:tableStyleId>
              </a:tblPr>
              <a:tblGrid>
                <a:gridCol w="2400300">
                  <a:extLst>
                    <a:ext uri="{9D8B030D-6E8A-4147-A177-3AD203B41FA5}">
                      <a16:colId xmlns:a16="http://schemas.microsoft.com/office/drawing/2014/main" val="3512584327"/>
                    </a:ext>
                  </a:extLst>
                </a:gridCol>
                <a:gridCol w="8115300">
                  <a:extLst>
                    <a:ext uri="{9D8B030D-6E8A-4147-A177-3AD203B41FA5}">
                      <a16:colId xmlns:a16="http://schemas.microsoft.com/office/drawing/2014/main" val="1219259672"/>
                    </a:ext>
                  </a:extLst>
                </a:gridCol>
              </a:tblGrid>
              <a:tr h="370840">
                <a:tc>
                  <a:txBody>
                    <a:bodyPr/>
                    <a:lstStyle/>
                    <a:p>
                      <a:r>
                        <a:rPr lang="en-US" dirty="0"/>
                        <a:t>Definition</a:t>
                      </a:r>
                    </a:p>
                  </a:txBody>
                  <a:tcPr/>
                </a:tc>
                <a:tc>
                  <a:txBody>
                    <a:bodyPr/>
                    <a:lstStyle/>
                    <a:p>
                      <a:r>
                        <a:rPr lang="en-US" sz="1800" i="0" kern="1200" dirty="0">
                          <a:solidFill>
                            <a:schemeClr val="tx1"/>
                          </a:solidFill>
                          <a:effectLst/>
                          <a:latin typeface="+mn-lt"/>
                          <a:ea typeface="+mn-ea"/>
                          <a:cs typeface="+mn-cs"/>
                        </a:rPr>
                        <a:t>Explicit questions whose answers are gathered from several parts of the text and put together to make meaning.</a:t>
                      </a:r>
                      <a:endParaRPr lang="en-US" i="0" dirty="0"/>
                    </a:p>
                  </a:txBody>
                  <a:tcPr/>
                </a:tc>
                <a:extLst>
                  <a:ext uri="{0D108BD9-81ED-4DB2-BD59-A6C34878D82A}">
                    <a16:rowId xmlns:a16="http://schemas.microsoft.com/office/drawing/2014/main" val="1962331293"/>
                  </a:ext>
                </a:extLst>
              </a:tr>
              <a:tr h="370840">
                <a:tc>
                  <a:txBody>
                    <a:bodyPr/>
                    <a:lstStyle/>
                    <a:p>
                      <a:r>
                        <a:rPr lang="en-US" dirty="0"/>
                        <a:t>Question Starts With</a:t>
                      </a:r>
                    </a:p>
                  </a:txBody>
                  <a:tcPr/>
                </a:tc>
                <a:tc>
                  <a:txBody>
                    <a:bodyPr/>
                    <a:lstStyle/>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How did…?</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Summarize</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Describe</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Compare</a:t>
                      </a:r>
                    </a:p>
                    <a:p>
                      <a:pPr marL="285750" indent="-285750">
                        <a:buFont typeface="Arial" panose="020B0604020202020204" pitchFamily="34" charset="0"/>
                        <a:buChar char="•"/>
                      </a:pPr>
                      <a:r>
                        <a:rPr lang="en-US" sz="1800" i="0" kern="1200" dirty="0">
                          <a:solidFill>
                            <a:schemeClr val="tx1"/>
                          </a:solidFill>
                          <a:effectLst/>
                          <a:latin typeface="+mn-lt"/>
                          <a:ea typeface="+mn-ea"/>
                          <a:cs typeface="+mn-cs"/>
                        </a:rPr>
                        <a:t>What caused…?</a:t>
                      </a:r>
                      <a:endParaRPr lang="en-US" i="0" dirty="0"/>
                    </a:p>
                  </a:txBody>
                  <a:tcPr/>
                </a:tc>
                <a:extLst>
                  <a:ext uri="{0D108BD9-81ED-4DB2-BD59-A6C34878D82A}">
                    <a16:rowId xmlns:a16="http://schemas.microsoft.com/office/drawing/2014/main" val="3678490559"/>
                  </a:ext>
                </a:extLst>
              </a:tr>
              <a:tr h="370840">
                <a:tc>
                  <a:txBody>
                    <a:bodyPr/>
                    <a:lstStyle/>
                    <a:p>
                      <a:r>
                        <a:rPr lang="en-US" dirty="0"/>
                        <a:t>Example</a:t>
                      </a:r>
                    </a:p>
                  </a:txBody>
                  <a:tcPr/>
                </a:tc>
                <a:tc>
                  <a:txBody>
                    <a:bodyPr/>
                    <a:lstStyle/>
                    <a:p>
                      <a:r>
                        <a:rPr lang="en-US" sz="1800" i="0" kern="1200" dirty="0">
                          <a:solidFill>
                            <a:schemeClr val="tx1"/>
                          </a:solidFill>
                          <a:effectLst/>
                          <a:latin typeface="+mn-lt"/>
                          <a:ea typeface="+mn-ea"/>
                          <a:cs typeface="+mn-cs"/>
                        </a:rPr>
                        <a:t>Why was Baby Bear upset?</a:t>
                      </a:r>
                      <a:endParaRPr lang="en-US" i="0" dirty="0"/>
                    </a:p>
                  </a:txBody>
                  <a:tcPr/>
                </a:tc>
                <a:extLst>
                  <a:ext uri="{0D108BD9-81ED-4DB2-BD59-A6C34878D82A}">
                    <a16:rowId xmlns:a16="http://schemas.microsoft.com/office/drawing/2014/main" val="2147736196"/>
                  </a:ext>
                </a:extLst>
              </a:tr>
              <a:tr h="370840">
                <a:tc>
                  <a:txBody>
                    <a:bodyPr/>
                    <a:lstStyle/>
                    <a:p>
                      <a:r>
                        <a:rPr lang="en-US" dirty="0"/>
                        <a:t>High or Low Level</a:t>
                      </a:r>
                    </a:p>
                  </a:txBody>
                  <a:tcPr/>
                </a:tc>
                <a:tc>
                  <a:txBody>
                    <a:bodyPr/>
                    <a:lstStyle/>
                    <a:p>
                      <a:r>
                        <a:rPr lang="en-US" i="0" dirty="0"/>
                        <a:t>Low Level</a:t>
                      </a:r>
                    </a:p>
                  </a:txBody>
                  <a:tcPr/>
                </a:tc>
                <a:extLst>
                  <a:ext uri="{0D108BD9-81ED-4DB2-BD59-A6C34878D82A}">
                    <a16:rowId xmlns:a16="http://schemas.microsoft.com/office/drawing/2014/main" val="2636867988"/>
                  </a:ext>
                </a:extLst>
              </a:tr>
              <a:tr h="370840">
                <a:tc>
                  <a:txBody>
                    <a:bodyPr/>
                    <a:lstStyle/>
                    <a:p>
                      <a:r>
                        <a:rPr lang="en-US" dirty="0"/>
                        <a:t>Open or Closed</a:t>
                      </a:r>
                    </a:p>
                  </a:txBody>
                  <a:tcPr/>
                </a:tc>
                <a:tc>
                  <a:txBody>
                    <a:bodyPr/>
                    <a:lstStyle/>
                    <a:p>
                      <a:r>
                        <a:rPr lang="en-US" i="0" dirty="0"/>
                        <a:t>Closed</a:t>
                      </a:r>
                    </a:p>
                  </a:txBody>
                  <a:tcPr/>
                </a:tc>
                <a:extLst>
                  <a:ext uri="{0D108BD9-81ED-4DB2-BD59-A6C34878D82A}">
                    <a16:rowId xmlns:a16="http://schemas.microsoft.com/office/drawing/2014/main" val="1097026086"/>
                  </a:ext>
                </a:extLst>
              </a:tr>
            </a:tbl>
          </a:graphicData>
        </a:graphic>
      </p:graphicFrame>
      <p:sp>
        <p:nvSpPr>
          <p:cNvPr id="4" name="Slide Number Placeholder 3">
            <a:extLst>
              <a:ext uri="{FF2B5EF4-FFF2-40B4-BE49-F238E27FC236}">
                <a16:creationId xmlns:a16="http://schemas.microsoft.com/office/drawing/2014/main" id="{ECDF45CB-BC14-4422-A906-8B6E43D4E436}"/>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474373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FBBD-76B8-4ECA-8EDA-8E9B4DB50E62}"/>
              </a:ext>
            </a:extLst>
          </p:cNvPr>
          <p:cNvSpPr>
            <a:spLocks noGrp="1"/>
          </p:cNvSpPr>
          <p:nvPr>
            <p:ph type="title"/>
          </p:nvPr>
        </p:nvSpPr>
        <p:spPr/>
        <p:txBody>
          <a:bodyPr/>
          <a:lstStyle/>
          <a:p>
            <a:r>
              <a:rPr lang="en-US" dirty="0"/>
              <a:t>Author &amp; Me</a:t>
            </a:r>
          </a:p>
        </p:txBody>
      </p:sp>
      <p:graphicFrame>
        <p:nvGraphicFramePr>
          <p:cNvPr id="5" name="Table 5">
            <a:extLst>
              <a:ext uri="{FF2B5EF4-FFF2-40B4-BE49-F238E27FC236}">
                <a16:creationId xmlns:a16="http://schemas.microsoft.com/office/drawing/2014/main" id="{BF5B1EAA-FCEF-46B7-97DC-90998C1E408D}"/>
              </a:ext>
            </a:extLst>
          </p:cNvPr>
          <p:cNvGraphicFramePr>
            <a:graphicFrameLocks noGrp="1"/>
          </p:cNvGraphicFramePr>
          <p:nvPr>
            <p:ph idx="1"/>
            <p:extLst>
              <p:ext uri="{D42A27DB-BD31-4B8C-83A1-F6EECF244321}">
                <p14:modId xmlns:p14="http://schemas.microsoft.com/office/powerpoint/2010/main" val="2215462205"/>
              </p:ext>
            </p:extLst>
          </p:nvPr>
        </p:nvGraphicFramePr>
        <p:xfrm>
          <a:off x="838200" y="2187575"/>
          <a:ext cx="10515600" cy="2941320"/>
        </p:xfrm>
        <a:graphic>
          <a:graphicData uri="http://schemas.openxmlformats.org/drawingml/2006/table">
            <a:tbl>
              <a:tblPr firstRow="1" bandRow="1">
                <a:tableStyleId>{5940675A-B579-460E-94D1-54222C63F5DA}</a:tableStyleId>
              </a:tblPr>
              <a:tblGrid>
                <a:gridCol w="2400300">
                  <a:extLst>
                    <a:ext uri="{9D8B030D-6E8A-4147-A177-3AD203B41FA5}">
                      <a16:colId xmlns:a16="http://schemas.microsoft.com/office/drawing/2014/main" val="3512584327"/>
                    </a:ext>
                  </a:extLst>
                </a:gridCol>
                <a:gridCol w="8115300">
                  <a:extLst>
                    <a:ext uri="{9D8B030D-6E8A-4147-A177-3AD203B41FA5}">
                      <a16:colId xmlns:a16="http://schemas.microsoft.com/office/drawing/2014/main" val="1219259672"/>
                    </a:ext>
                  </a:extLst>
                </a:gridCol>
              </a:tblGrid>
              <a:tr h="370840">
                <a:tc>
                  <a:txBody>
                    <a:bodyPr/>
                    <a:lstStyle/>
                    <a:p>
                      <a:r>
                        <a:rPr lang="en-US" dirty="0"/>
                        <a:t>Definition</a:t>
                      </a:r>
                    </a:p>
                  </a:txBody>
                  <a:tcPr/>
                </a:tc>
                <a:tc>
                  <a:txBody>
                    <a:bodyPr/>
                    <a:lstStyle/>
                    <a:p>
                      <a:r>
                        <a:rPr lang="en-US" sz="1800" i="0" kern="1200" dirty="0">
                          <a:solidFill>
                            <a:schemeClr val="tx1"/>
                          </a:solidFill>
                          <a:effectLst/>
                          <a:latin typeface="+mn-lt"/>
                          <a:ea typeface="+mn-ea"/>
                          <a:cs typeface="+mn-cs"/>
                        </a:rPr>
                        <a:t>The answer to the question cannot be found directly in the text. The learner must combine information provided in the text with their own prior knowledge to create a response.</a:t>
                      </a:r>
                      <a:endParaRPr lang="en-US" i="0" dirty="0"/>
                    </a:p>
                  </a:txBody>
                  <a:tcPr/>
                </a:tc>
                <a:extLst>
                  <a:ext uri="{0D108BD9-81ED-4DB2-BD59-A6C34878D82A}">
                    <a16:rowId xmlns:a16="http://schemas.microsoft.com/office/drawing/2014/main" val="1962331293"/>
                  </a:ext>
                </a:extLst>
              </a:tr>
              <a:tr h="370840">
                <a:tc>
                  <a:txBody>
                    <a:bodyPr/>
                    <a:lstStyle/>
                    <a:p>
                      <a:r>
                        <a:rPr lang="en-US" dirty="0"/>
                        <a:t>Question Starts With</a:t>
                      </a:r>
                    </a:p>
                  </a:txBody>
                  <a:tcPr/>
                </a:tc>
                <a:tc>
                  <a:txBody>
                    <a:bodyPr/>
                    <a:lstStyle/>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Predict what will happen</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Why did the author…?</a:t>
                      </a:r>
                    </a:p>
                    <a:p>
                      <a:pPr marL="285750" indent="-285750">
                        <a:buFont typeface="Arial" panose="020B0604020202020204" pitchFamily="34" charset="0"/>
                        <a:buChar char="•"/>
                      </a:pPr>
                      <a:r>
                        <a:rPr lang="en-US" sz="1800" i="0" kern="1200" dirty="0">
                          <a:solidFill>
                            <a:schemeClr val="tx1"/>
                          </a:solidFill>
                          <a:effectLst/>
                          <a:latin typeface="+mn-lt"/>
                          <a:ea typeface="+mn-ea"/>
                          <a:cs typeface="+mn-cs"/>
                        </a:rPr>
                        <a:t>What is the main idea?</a:t>
                      </a:r>
                      <a:endParaRPr lang="en-US" i="0" dirty="0"/>
                    </a:p>
                  </a:txBody>
                  <a:tcPr/>
                </a:tc>
                <a:extLst>
                  <a:ext uri="{0D108BD9-81ED-4DB2-BD59-A6C34878D82A}">
                    <a16:rowId xmlns:a16="http://schemas.microsoft.com/office/drawing/2014/main" val="3678490559"/>
                  </a:ext>
                </a:extLst>
              </a:tr>
              <a:tr h="370840">
                <a:tc>
                  <a:txBody>
                    <a:bodyPr/>
                    <a:lstStyle/>
                    <a:p>
                      <a:r>
                        <a:rPr lang="en-US" dirty="0"/>
                        <a:t>Example</a:t>
                      </a:r>
                    </a:p>
                  </a:txBody>
                  <a:tcPr/>
                </a:tc>
                <a:tc>
                  <a:txBody>
                    <a:bodyPr/>
                    <a:lstStyle/>
                    <a:p>
                      <a:r>
                        <a:rPr lang="en-US" sz="1800" i="0" kern="1200" dirty="0">
                          <a:solidFill>
                            <a:schemeClr val="tx1"/>
                          </a:solidFill>
                          <a:effectLst/>
                          <a:latin typeface="+mn-lt"/>
                          <a:ea typeface="+mn-ea"/>
                          <a:cs typeface="+mn-cs"/>
                        </a:rPr>
                        <a:t>What kind of person is Goldilocks? </a:t>
                      </a:r>
                      <a:endParaRPr lang="en-US" i="0" dirty="0"/>
                    </a:p>
                  </a:txBody>
                  <a:tcPr/>
                </a:tc>
                <a:extLst>
                  <a:ext uri="{0D108BD9-81ED-4DB2-BD59-A6C34878D82A}">
                    <a16:rowId xmlns:a16="http://schemas.microsoft.com/office/drawing/2014/main" val="2147736196"/>
                  </a:ext>
                </a:extLst>
              </a:tr>
              <a:tr h="370840">
                <a:tc>
                  <a:txBody>
                    <a:bodyPr/>
                    <a:lstStyle/>
                    <a:p>
                      <a:r>
                        <a:rPr lang="en-US" dirty="0"/>
                        <a:t>High or Low Level</a:t>
                      </a:r>
                    </a:p>
                  </a:txBody>
                  <a:tcPr/>
                </a:tc>
                <a:tc>
                  <a:txBody>
                    <a:bodyPr/>
                    <a:lstStyle/>
                    <a:p>
                      <a:r>
                        <a:rPr lang="en-US" i="0" dirty="0"/>
                        <a:t>High Level</a:t>
                      </a:r>
                    </a:p>
                  </a:txBody>
                  <a:tcPr/>
                </a:tc>
                <a:extLst>
                  <a:ext uri="{0D108BD9-81ED-4DB2-BD59-A6C34878D82A}">
                    <a16:rowId xmlns:a16="http://schemas.microsoft.com/office/drawing/2014/main" val="2636867988"/>
                  </a:ext>
                </a:extLst>
              </a:tr>
              <a:tr h="370840">
                <a:tc>
                  <a:txBody>
                    <a:bodyPr/>
                    <a:lstStyle/>
                    <a:p>
                      <a:r>
                        <a:rPr lang="en-US" dirty="0"/>
                        <a:t>Open or Closed</a:t>
                      </a:r>
                    </a:p>
                  </a:txBody>
                  <a:tcPr/>
                </a:tc>
                <a:tc>
                  <a:txBody>
                    <a:bodyPr/>
                    <a:lstStyle/>
                    <a:p>
                      <a:r>
                        <a:rPr lang="en-US" i="0" dirty="0"/>
                        <a:t>Open</a:t>
                      </a:r>
                    </a:p>
                  </a:txBody>
                  <a:tcPr/>
                </a:tc>
                <a:extLst>
                  <a:ext uri="{0D108BD9-81ED-4DB2-BD59-A6C34878D82A}">
                    <a16:rowId xmlns:a16="http://schemas.microsoft.com/office/drawing/2014/main" val="1097026086"/>
                  </a:ext>
                </a:extLst>
              </a:tr>
            </a:tbl>
          </a:graphicData>
        </a:graphic>
      </p:graphicFrame>
      <p:sp>
        <p:nvSpPr>
          <p:cNvPr id="4" name="Slide Number Placeholder 3">
            <a:extLst>
              <a:ext uri="{FF2B5EF4-FFF2-40B4-BE49-F238E27FC236}">
                <a16:creationId xmlns:a16="http://schemas.microsoft.com/office/drawing/2014/main" id="{ECDF45CB-BC14-4422-A906-8B6E43D4E436}"/>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16150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FBBD-76B8-4ECA-8EDA-8E9B4DB50E62}"/>
              </a:ext>
            </a:extLst>
          </p:cNvPr>
          <p:cNvSpPr>
            <a:spLocks noGrp="1"/>
          </p:cNvSpPr>
          <p:nvPr>
            <p:ph type="title"/>
          </p:nvPr>
        </p:nvSpPr>
        <p:spPr/>
        <p:txBody>
          <a:bodyPr/>
          <a:lstStyle/>
          <a:p>
            <a:r>
              <a:rPr lang="en-US" dirty="0"/>
              <a:t>On My Own</a:t>
            </a:r>
          </a:p>
        </p:txBody>
      </p:sp>
      <p:graphicFrame>
        <p:nvGraphicFramePr>
          <p:cNvPr id="5" name="Table 5">
            <a:extLst>
              <a:ext uri="{FF2B5EF4-FFF2-40B4-BE49-F238E27FC236}">
                <a16:creationId xmlns:a16="http://schemas.microsoft.com/office/drawing/2014/main" id="{BF5B1EAA-FCEF-46B7-97DC-90998C1E408D}"/>
              </a:ext>
            </a:extLst>
          </p:cNvPr>
          <p:cNvGraphicFramePr>
            <a:graphicFrameLocks noGrp="1"/>
          </p:cNvGraphicFramePr>
          <p:nvPr>
            <p:ph idx="1"/>
            <p:extLst>
              <p:ext uri="{D42A27DB-BD31-4B8C-83A1-F6EECF244321}">
                <p14:modId xmlns:p14="http://schemas.microsoft.com/office/powerpoint/2010/main" val="3602216836"/>
              </p:ext>
            </p:extLst>
          </p:nvPr>
        </p:nvGraphicFramePr>
        <p:xfrm>
          <a:off x="838200" y="2187575"/>
          <a:ext cx="10515600" cy="3210560"/>
        </p:xfrm>
        <a:graphic>
          <a:graphicData uri="http://schemas.openxmlformats.org/drawingml/2006/table">
            <a:tbl>
              <a:tblPr firstRow="1" bandRow="1">
                <a:tableStyleId>{5940675A-B579-460E-94D1-54222C63F5DA}</a:tableStyleId>
              </a:tblPr>
              <a:tblGrid>
                <a:gridCol w="2324100">
                  <a:extLst>
                    <a:ext uri="{9D8B030D-6E8A-4147-A177-3AD203B41FA5}">
                      <a16:colId xmlns:a16="http://schemas.microsoft.com/office/drawing/2014/main" val="3512584327"/>
                    </a:ext>
                  </a:extLst>
                </a:gridCol>
                <a:gridCol w="8191500">
                  <a:extLst>
                    <a:ext uri="{9D8B030D-6E8A-4147-A177-3AD203B41FA5}">
                      <a16:colId xmlns:a16="http://schemas.microsoft.com/office/drawing/2014/main" val="1219259672"/>
                    </a:ext>
                  </a:extLst>
                </a:gridCol>
              </a:tblGrid>
              <a:tr h="370840">
                <a:tc>
                  <a:txBody>
                    <a:bodyPr/>
                    <a:lstStyle/>
                    <a:p>
                      <a:r>
                        <a:rPr lang="en-US" i="0" dirty="0">
                          <a:solidFill>
                            <a:schemeClr val="tx1"/>
                          </a:solidFill>
                        </a:rPr>
                        <a:t>Definition</a:t>
                      </a:r>
                    </a:p>
                  </a:txBody>
                  <a:tcPr/>
                </a:tc>
                <a:tc>
                  <a:txBody>
                    <a:bodyPr/>
                    <a:lstStyle/>
                    <a:p>
                      <a:r>
                        <a:rPr lang="en-US" sz="1800" i="0" kern="1200" dirty="0">
                          <a:solidFill>
                            <a:schemeClr val="tx1"/>
                          </a:solidFill>
                          <a:effectLst/>
                          <a:latin typeface="+mn-lt"/>
                          <a:ea typeface="+mn-ea"/>
                          <a:cs typeface="+mn-cs"/>
                        </a:rPr>
                        <a:t>The answer to the question cannot be found directly in the text. These questions require the learner to use their background or prior knowledge to answer the question.</a:t>
                      </a:r>
                      <a:endParaRPr lang="en-US" i="0" dirty="0">
                        <a:solidFill>
                          <a:schemeClr val="tx1"/>
                        </a:solidFill>
                      </a:endParaRPr>
                    </a:p>
                  </a:txBody>
                  <a:tcPr/>
                </a:tc>
                <a:extLst>
                  <a:ext uri="{0D108BD9-81ED-4DB2-BD59-A6C34878D82A}">
                    <a16:rowId xmlns:a16="http://schemas.microsoft.com/office/drawing/2014/main" val="1962331293"/>
                  </a:ext>
                </a:extLst>
              </a:tr>
              <a:tr h="370840">
                <a:tc>
                  <a:txBody>
                    <a:bodyPr/>
                    <a:lstStyle/>
                    <a:p>
                      <a:r>
                        <a:rPr lang="en-US" i="0" dirty="0">
                          <a:solidFill>
                            <a:schemeClr val="tx1"/>
                          </a:solidFill>
                        </a:rPr>
                        <a:t>Question Starts With</a:t>
                      </a:r>
                    </a:p>
                  </a:txBody>
                  <a:tcPr/>
                </a:tc>
                <a:tc>
                  <a:txBody>
                    <a:bodyPr/>
                    <a:lstStyle/>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What is your opinion about…?</a:t>
                      </a:r>
                    </a:p>
                    <a:p>
                      <a:pPr marL="285750" lvl="0" indent="-285750">
                        <a:buFont typeface="Arial" panose="020B0604020202020204" pitchFamily="34" charset="0"/>
                        <a:buChar char="•"/>
                      </a:pPr>
                      <a:r>
                        <a:rPr lang="en-US" sz="1800" i="0" kern="1200" dirty="0">
                          <a:solidFill>
                            <a:schemeClr val="tx1"/>
                          </a:solidFill>
                          <a:effectLst/>
                          <a:latin typeface="+mn-lt"/>
                          <a:ea typeface="+mn-ea"/>
                          <a:cs typeface="+mn-cs"/>
                        </a:rPr>
                        <a:t>How would you feel…?</a:t>
                      </a:r>
                    </a:p>
                    <a:p>
                      <a:pPr marL="285750" indent="-285750">
                        <a:buFont typeface="Arial" panose="020B0604020202020204" pitchFamily="34" charset="0"/>
                        <a:buChar char="•"/>
                      </a:pPr>
                      <a:r>
                        <a:rPr lang="en-US" sz="1800" i="0" kern="1200" dirty="0">
                          <a:solidFill>
                            <a:schemeClr val="tx1"/>
                          </a:solidFill>
                          <a:effectLst/>
                          <a:latin typeface="+mn-lt"/>
                          <a:ea typeface="+mn-ea"/>
                          <a:cs typeface="+mn-cs"/>
                        </a:rPr>
                        <a:t>What would you do…?</a:t>
                      </a:r>
                      <a:endParaRPr lang="en-US" i="0" dirty="0">
                        <a:solidFill>
                          <a:schemeClr val="tx1"/>
                        </a:solidFill>
                      </a:endParaRPr>
                    </a:p>
                  </a:txBody>
                  <a:tcPr/>
                </a:tc>
                <a:extLst>
                  <a:ext uri="{0D108BD9-81ED-4DB2-BD59-A6C34878D82A}">
                    <a16:rowId xmlns:a16="http://schemas.microsoft.com/office/drawing/2014/main" val="3678490559"/>
                  </a:ext>
                </a:extLst>
              </a:tr>
              <a:tr h="370840">
                <a:tc>
                  <a:txBody>
                    <a:bodyPr/>
                    <a:lstStyle/>
                    <a:p>
                      <a:r>
                        <a:rPr lang="en-US" i="0" dirty="0">
                          <a:solidFill>
                            <a:schemeClr val="tx1"/>
                          </a:solidFill>
                        </a:rPr>
                        <a:t>Example</a:t>
                      </a:r>
                    </a:p>
                  </a:txBody>
                  <a:tcPr/>
                </a:tc>
                <a:tc>
                  <a:txBody>
                    <a:bodyPr/>
                    <a:lstStyle/>
                    <a:p>
                      <a:r>
                        <a:rPr lang="en-US" sz="1800" i="0" kern="1200" dirty="0">
                          <a:solidFill>
                            <a:schemeClr val="tx1"/>
                          </a:solidFill>
                          <a:effectLst/>
                          <a:latin typeface="+mn-lt"/>
                          <a:ea typeface="+mn-ea"/>
                          <a:cs typeface="+mn-cs"/>
                        </a:rPr>
                        <a:t>Goldilocks sat in Baby Bear’s chair and broke it. Write about a time you broke or damaged something that did not belong to you. </a:t>
                      </a:r>
                      <a:endParaRPr lang="en-US" i="0" dirty="0">
                        <a:solidFill>
                          <a:schemeClr val="tx1"/>
                        </a:solidFill>
                      </a:endParaRPr>
                    </a:p>
                  </a:txBody>
                  <a:tcPr/>
                </a:tc>
                <a:extLst>
                  <a:ext uri="{0D108BD9-81ED-4DB2-BD59-A6C34878D82A}">
                    <a16:rowId xmlns:a16="http://schemas.microsoft.com/office/drawing/2014/main" val="2147736196"/>
                  </a:ext>
                </a:extLst>
              </a:tr>
              <a:tr h="370840">
                <a:tc>
                  <a:txBody>
                    <a:bodyPr/>
                    <a:lstStyle/>
                    <a:p>
                      <a:r>
                        <a:rPr lang="en-US" i="0" dirty="0">
                          <a:solidFill>
                            <a:schemeClr val="tx1"/>
                          </a:solidFill>
                        </a:rPr>
                        <a:t>High or Low Level</a:t>
                      </a:r>
                    </a:p>
                  </a:txBody>
                  <a:tcPr/>
                </a:tc>
                <a:tc>
                  <a:txBody>
                    <a:bodyPr/>
                    <a:lstStyle/>
                    <a:p>
                      <a:r>
                        <a:rPr lang="en-US" i="0" dirty="0">
                          <a:solidFill>
                            <a:schemeClr val="tx1"/>
                          </a:solidFill>
                        </a:rPr>
                        <a:t>High Level</a:t>
                      </a:r>
                    </a:p>
                  </a:txBody>
                  <a:tcPr/>
                </a:tc>
                <a:extLst>
                  <a:ext uri="{0D108BD9-81ED-4DB2-BD59-A6C34878D82A}">
                    <a16:rowId xmlns:a16="http://schemas.microsoft.com/office/drawing/2014/main" val="2636867988"/>
                  </a:ext>
                </a:extLst>
              </a:tr>
              <a:tr h="370840">
                <a:tc>
                  <a:txBody>
                    <a:bodyPr/>
                    <a:lstStyle/>
                    <a:p>
                      <a:r>
                        <a:rPr lang="en-US" i="0" dirty="0">
                          <a:solidFill>
                            <a:schemeClr val="tx1"/>
                          </a:solidFill>
                        </a:rPr>
                        <a:t>Open or Closed</a:t>
                      </a:r>
                    </a:p>
                  </a:txBody>
                  <a:tcPr/>
                </a:tc>
                <a:tc>
                  <a:txBody>
                    <a:bodyPr/>
                    <a:lstStyle/>
                    <a:p>
                      <a:r>
                        <a:rPr lang="en-US" i="0" dirty="0">
                          <a:solidFill>
                            <a:schemeClr val="tx1"/>
                          </a:solidFill>
                        </a:rPr>
                        <a:t>Open</a:t>
                      </a:r>
                    </a:p>
                  </a:txBody>
                  <a:tcPr/>
                </a:tc>
                <a:extLst>
                  <a:ext uri="{0D108BD9-81ED-4DB2-BD59-A6C34878D82A}">
                    <a16:rowId xmlns:a16="http://schemas.microsoft.com/office/drawing/2014/main" val="1097026086"/>
                  </a:ext>
                </a:extLst>
              </a:tr>
            </a:tbl>
          </a:graphicData>
        </a:graphic>
      </p:graphicFrame>
      <p:sp>
        <p:nvSpPr>
          <p:cNvPr id="4" name="Slide Number Placeholder 3">
            <a:extLst>
              <a:ext uri="{FF2B5EF4-FFF2-40B4-BE49-F238E27FC236}">
                <a16:creationId xmlns:a16="http://schemas.microsoft.com/office/drawing/2014/main" id="{ECDF45CB-BC14-4422-A906-8B6E43D4E436}"/>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534119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BAA8-D2F3-4D52-8D28-949DDAD13603}"/>
              </a:ext>
            </a:extLst>
          </p:cNvPr>
          <p:cNvSpPr>
            <a:spLocks noGrp="1"/>
          </p:cNvSpPr>
          <p:nvPr>
            <p:ph type="title"/>
          </p:nvPr>
        </p:nvSpPr>
        <p:spPr/>
        <p:txBody>
          <a:bodyPr/>
          <a:lstStyle/>
          <a:p>
            <a:r>
              <a:rPr lang="en-US" dirty="0"/>
              <a:t>Roly-Poly Pill Bugs</a:t>
            </a:r>
          </a:p>
        </p:txBody>
      </p:sp>
      <p:graphicFrame>
        <p:nvGraphicFramePr>
          <p:cNvPr id="6" name="Content Placeholder 5">
            <a:extLst>
              <a:ext uri="{FF2B5EF4-FFF2-40B4-BE49-F238E27FC236}">
                <a16:creationId xmlns:a16="http://schemas.microsoft.com/office/drawing/2014/main" id="{37EB8113-B206-4E45-BF5D-398EFBDC6CBD}"/>
              </a:ext>
            </a:extLst>
          </p:cNvPr>
          <p:cNvGraphicFramePr>
            <a:graphicFrameLocks noGrp="1"/>
          </p:cNvGraphicFramePr>
          <p:nvPr>
            <p:ph idx="1"/>
            <p:extLst>
              <p:ext uri="{D42A27DB-BD31-4B8C-83A1-F6EECF244321}">
                <p14:modId xmlns:p14="http://schemas.microsoft.com/office/powerpoint/2010/main" val="929127664"/>
              </p:ext>
            </p:extLst>
          </p:nvPr>
        </p:nvGraphicFramePr>
        <p:xfrm>
          <a:off x="552449" y="2219324"/>
          <a:ext cx="10868025" cy="3295651"/>
        </p:xfrm>
        <a:graphic>
          <a:graphicData uri="http://schemas.openxmlformats.org/drawingml/2006/table">
            <a:tbl>
              <a:tblPr firstRow="1" firstCol="1" bandRow="1"/>
              <a:tblGrid>
                <a:gridCol w="3050387">
                  <a:extLst>
                    <a:ext uri="{9D8B030D-6E8A-4147-A177-3AD203B41FA5}">
                      <a16:colId xmlns:a16="http://schemas.microsoft.com/office/drawing/2014/main" val="2137741899"/>
                    </a:ext>
                  </a:extLst>
                </a:gridCol>
                <a:gridCol w="2945201">
                  <a:extLst>
                    <a:ext uri="{9D8B030D-6E8A-4147-A177-3AD203B41FA5}">
                      <a16:colId xmlns:a16="http://schemas.microsoft.com/office/drawing/2014/main" val="1802155860"/>
                    </a:ext>
                  </a:extLst>
                </a:gridCol>
                <a:gridCol w="4872437">
                  <a:extLst>
                    <a:ext uri="{9D8B030D-6E8A-4147-A177-3AD203B41FA5}">
                      <a16:colId xmlns:a16="http://schemas.microsoft.com/office/drawing/2014/main" val="2310894817"/>
                    </a:ext>
                  </a:extLst>
                </a:gridCol>
              </a:tblGrid>
              <a:tr h="1043697">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Question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Type of Question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Reasoning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1709171"/>
                  </a:ext>
                </a:extLst>
              </a:tr>
              <a:tr h="2251954">
                <a:tc>
                  <a:txBody>
                    <a:bodyPr/>
                    <a:lstStyle/>
                    <a:p>
                      <a:pPr marL="0" marR="0" indent="0">
                        <a:spcBef>
                          <a:spcPts val="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Why are pill bugs nicknamed “roly-poly”?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Right there</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The answer can be found directly in the text.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185378"/>
                  </a:ext>
                </a:extLst>
              </a:tr>
            </a:tbl>
          </a:graphicData>
        </a:graphic>
      </p:graphicFrame>
      <p:sp>
        <p:nvSpPr>
          <p:cNvPr id="4" name="Slide Number Placeholder 3">
            <a:extLst>
              <a:ext uri="{FF2B5EF4-FFF2-40B4-BE49-F238E27FC236}">
                <a16:creationId xmlns:a16="http://schemas.microsoft.com/office/drawing/2014/main" id="{53DD33DB-0BB4-4974-841E-86C4AA389519}"/>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3842600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BAA8-D2F3-4D52-8D28-949DDAD13603}"/>
              </a:ext>
            </a:extLst>
          </p:cNvPr>
          <p:cNvSpPr>
            <a:spLocks noGrp="1"/>
          </p:cNvSpPr>
          <p:nvPr>
            <p:ph type="title"/>
          </p:nvPr>
        </p:nvSpPr>
        <p:spPr/>
        <p:txBody>
          <a:bodyPr/>
          <a:lstStyle/>
          <a:p>
            <a:r>
              <a:rPr lang="en-US" dirty="0"/>
              <a:t>Roly-Poly Pill Bugs    </a:t>
            </a:r>
          </a:p>
        </p:txBody>
      </p:sp>
      <p:graphicFrame>
        <p:nvGraphicFramePr>
          <p:cNvPr id="6" name="Content Placeholder 5">
            <a:extLst>
              <a:ext uri="{FF2B5EF4-FFF2-40B4-BE49-F238E27FC236}">
                <a16:creationId xmlns:a16="http://schemas.microsoft.com/office/drawing/2014/main" id="{37EB8113-B206-4E45-BF5D-398EFBDC6CBD}"/>
              </a:ext>
            </a:extLst>
          </p:cNvPr>
          <p:cNvGraphicFramePr>
            <a:graphicFrameLocks noGrp="1"/>
          </p:cNvGraphicFramePr>
          <p:nvPr>
            <p:ph idx="1"/>
            <p:extLst>
              <p:ext uri="{D42A27DB-BD31-4B8C-83A1-F6EECF244321}">
                <p14:modId xmlns:p14="http://schemas.microsoft.com/office/powerpoint/2010/main" val="2238350444"/>
              </p:ext>
            </p:extLst>
          </p:nvPr>
        </p:nvGraphicFramePr>
        <p:xfrm>
          <a:off x="409574" y="1914987"/>
          <a:ext cx="11115675" cy="4266738"/>
        </p:xfrm>
        <a:graphic>
          <a:graphicData uri="http://schemas.openxmlformats.org/drawingml/2006/table">
            <a:tbl>
              <a:tblPr firstRow="1" firstCol="1" bandRow="1"/>
              <a:tblGrid>
                <a:gridCol w="3145662">
                  <a:extLst>
                    <a:ext uri="{9D8B030D-6E8A-4147-A177-3AD203B41FA5}">
                      <a16:colId xmlns:a16="http://schemas.microsoft.com/office/drawing/2014/main" val="2137741899"/>
                    </a:ext>
                  </a:extLst>
                </a:gridCol>
                <a:gridCol w="3002606">
                  <a:extLst>
                    <a:ext uri="{9D8B030D-6E8A-4147-A177-3AD203B41FA5}">
                      <a16:colId xmlns:a16="http://schemas.microsoft.com/office/drawing/2014/main" val="1802155860"/>
                    </a:ext>
                  </a:extLst>
                </a:gridCol>
                <a:gridCol w="4967407">
                  <a:extLst>
                    <a:ext uri="{9D8B030D-6E8A-4147-A177-3AD203B41FA5}">
                      <a16:colId xmlns:a16="http://schemas.microsoft.com/office/drawing/2014/main" val="2310894817"/>
                    </a:ext>
                  </a:extLst>
                </a:gridCol>
              </a:tblGrid>
              <a:tr h="1074594">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Question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Type of Question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Reasoning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1709171"/>
                  </a:ext>
                </a:extLst>
              </a:tr>
              <a:tr h="3192144">
                <a:tc>
                  <a:txBody>
                    <a:bodyPr/>
                    <a:lstStyle/>
                    <a:p>
                      <a:pPr marL="0" marR="0" indent="0">
                        <a:spcBef>
                          <a:spcPts val="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Which statement from the article is an opinion?</a:t>
                      </a:r>
                    </a:p>
                    <a:p>
                      <a:pPr marL="0" marR="0" indent="0">
                        <a:spcBef>
                          <a:spcPts val="600"/>
                        </a:spcBef>
                        <a:spcAft>
                          <a:spcPts val="0"/>
                        </a:spcAft>
                      </a:pPr>
                      <a:r>
                        <a:rPr lang="en-US" sz="1800" dirty="0">
                          <a:effectLst/>
                          <a:latin typeface="Calibri" panose="020F0502020204030204" pitchFamily="34" charset="0"/>
                          <a:ea typeface="Calibri" panose="020F0502020204030204" pitchFamily="34" charset="0"/>
                          <a:cs typeface="Arial" panose="020B0604020202020204" pitchFamily="34" charset="0"/>
                        </a:rPr>
                        <a:t>a. This bug is scared of you, not the other way around.</a:t>
                      </a:r>
                    </a:p>
                    <a:p>
                      <a:pPr marL="0" marR="0" indent="0">
                        <a:spcBef>
                          <a:spcPts val="600"/>
                        </a:spcBef>
                        <a:spcAft>
                          <a:spcPts val="0"/>
                        </a:spcAft>
                      </a:pPr>
                      <a:r>
                        <a:rPr lang="en-US" sz="1800" dirty="0">
                          <a:effectLst/>
                          <a:latin typeface="Calibri" panose="020F0502020204030204" pitchFamily="34" charset="0"/>
                          <a:ea typeface="Calibri" panose="020F0502020204030204" pitchFamily="34" charset="0"/>
                          <a:cs typeface="Arial" panose="020B0604020202020204" pitchFamily="34" charset="0"/>
                        </a:rPr>
                        <a:t>b. A pill bug molts about five times until it is full-grown.</a:t>
                      </a:r>
                    </a:p>
                    <a:p>
                      <a:pPr marL="0" marR="0" indent="0">
                        <a:spcBef>
                          <a:spcPts val="600"/>
                        </a:spcBef>
                        <a:spcAft>
                          <a:spcPts val="0"/>
                        </a:spcAft>
                      </a:pPr>
                      <a:r>
                        <a:rPr lang="en-US" sz="1800" dirty="0">
                          <a:effectLst/>
                          <a:latin typeface="Calibri" panose="020F0502020204030204" pitchFamily="34" charset="0"/>
                          <a:ea typeface="Calibri" panose="020F0502020204030204" pitchFamily="34" charset="0"/>
                          <a:cs typeface="Arial" panose="020B0604020202020204" pitchFamily="34" charset="0"/>
                        </a:rPr>
                        <a:t>c. Pill bugs aren't just nice bugs; they are interesting ones.</a:t>
                      </a:r>
                    </a:p>
                    <a:p>
                      <a:pPr marL="0" marR="0" indent="0">
                        <a:spcBef>
                          <a:spcPts val="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d. One of their favorite hang-outs is under damp flower pots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On My Own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The answer cannot be found directly in the text. Students must use their own prior knowledge to answer the question.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185378"/>
                  </a:ext>
                </a:extLst>
              </a:tr>
            </a:tbl>
          </a:graphicData>
        </a:graphic>
      </p:graphicFrame>
      <p:sp>
        <p:nvSpPr>
          <p:cNvPr id="4" name="Slide Number Placeholder 3">
            <a:extLst>
              <a:ext uri="{FF2B5EF4-FFF2-40B4-BE49-F238E27FC236}">
                <a16:creationId xmlns:a16="http://schemas.microsoft.com/office/drawing/2014/main" id="{53DD33DB-0BB4-4974-841E-86C4AA389519}"/>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1385550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BAA8-D2F3-4D52-8D28-949DDAD13603}"/>
              </a:ext>
            </a:extLst>
          </p:cNvPr>
          <p:cNvSpPr>
            <a:spLocks noGrp="1"/>
          </p:cNvSpPr>
          <p:nvPr>
            <p:ph type="title"/>
          </p:nvPr>
        </p:nvSpPr>
        <p:spPr/>
        <p:txBody>
          <a:bodyPr/>
          <a:lstStyle/>
          <a:p>
            <a:r>
              <a:rPr lang="en-US" dirty="0"/>
              <a:t>Roly-Poly Pill Bugs </a:t>
            </a:r>
          </a:p>
        </p:txBody>
      </p:sp>
      <p:graphicFrame>
        <p:nvGraphicFramePr>
          <p:cNvPr id="6" name="Content Placeholder 5">
            <a:extLst>
              <a:ext uri="{FF2B5EF4-FFF2-40B4-BE49-F238E27FC236}">
                <a16:creationId xmlns:a16="http://schemas.microsoft.com/office/drawing/2014/main" id="{37EB8113-B206-4E45-BF5D-398EFBDC6CBD}"/>
              </a:ext>
            </a:extLst>
          </p:cNvPr>
          <p:cNvGraphicFramePr>
            <a:graphicFrameLocks noGrp="1"/>
          </p:cNvGraphicFramePr>
          <p:nvPr>
            <p:ph idx="1"/>
            <p:extLst>
              <p:ext uri="{D42A27DB-BD31-4B8C-83A1-F6EECF244321}">
                <p14:modId xmlns:p14="http://schemas.microsoft.com/office/powerpoint/2010/main" val="2148742897"/>
              </p:ext>
            </p:extLst>
          </p:nvPr>
        </p:nvGraphicFramePr>
        <p:xfrm>
          <a:off x="409574" y="1914987"/>
          <a:ext cx="11115675" cy="3304713"/>
        </p:xfrm>
        <a:graphic>
          <a:graphicData uri="http://schemas.openxmlformats.org/drawingml/2006/table">
            <a:tbl>
              <a:tblPr firstRow="1" firstCol="1" bandRow="1"/>
              <a:tblGrid>
                <a:gridCol w="3145662">
                  <a:extLst>
                    <a:ext uri="{9D8B030D-6E8A-4147-A177-3AD203B41FA5}">
                      <a16:colId xmlns:a16="http://schemas.microsoft.com/office/drawing/2014/main" val="2137741899"/>
                    </a:ext>
                  </a:extLst>
                </a:gridCol>
                <a:gridCol w="3002606">
                  <a:extLst>
                    <a:ext uri="{9D8B030D-6E8A-4147-A177-3AD203B41FA5}">
                      <a16:colId xmlns:a16="http://schemas.microsoft.com/office/drawing/2014/main" val="1802155860"/>
                    </a:ext>
                  </a:extLst>
                </a:gridCol>
                <a:gridCol w="4967407">
                  <a:extLst>
                    <a:ext uri="{9D8B030D-6E8A-4147-A177-3AD203B41FA5}">
                      <a16:colId xmlns:a16="http://schemas.microsoft.com/office/drawing/2014/main" val="2310894817"/>
                    </a:ext>
                  </a:extLst>
                </a:gridCol>
              </a:tblGrid>
              <a:tr h="832304">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Question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Type of Question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Reasoning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1709171"/>
                  </a:ext>
                </a:extLst>
              </a:tr>
              <a:tr h="2472409">
                <a:tc>
                  <a:txBody>
                    <a:bodyPr/>
                    <a:lstStyle/>
                    <a:p>
                      <a:pPr marL="0" marR="0" indent="0">
                        <a:spcBef>
                          <a:spcPts val="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In what ways is the pill bug similar to other creatures?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a:solidFill>
                            <a:srgbClr val="008000"/>
                          </a:solidFill>
                          <a:effectLst/>
                          <a:latin typeface="Calibri" panose="020F0502020204030204" pitchFamily="34" charset="0"/>
                          <a:ea typeface="Calibri" panose="020F0502020204030204" pitchFamily="34" charset="0"/>
                          <a:cs typeface="Arial" panose="020B0604020202020204" pitchFamily="34" charset="0"/>
                        </a:rPr>
                        <a:t>Think and Search</a:t>
                      </a:r>
                      <a:endParaRPr lang="en-US" sz="2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The answers are found directly in the text but are gathered from several parts of the text and put together to make meaning.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185378"/>
                  </a:ext>
                </a:extLst>
              </a:tr>
            </a:tbl>
          </a:graphicData>
        </a:graphic>
      </p:graphicFrame>
      <p:sp>
        <p:nvSpPr>
          <p:cNvPr id="4" name="Slide Number Placeholder 3">
            <a:extLst>
              <a:ext uri="{FF2B5EF4-FFF2-40B4-BE49-F238E27FC236}">
                <a16:creationId xmlns:a16="http://schemas.microsoft.com/office/drawing/2014/main" id="{53DD33DB-0BB4-4974-841E-86C4AA389519}"/>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Tree>
    <p:extLst>
      <p:ext uri="{BB962C8B-B14F-4D97-AF65-F5344CB8AC3E}">
        <p14:creationId xmlns:p14="http://schemas.microsoft.com/office/powerpoint/2010/main" val="2366009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BAA8-D2F3-4D52-8D28-949DDAD13603}"/>
              </a:ext>
            </a:extLst>
          </p:cNvPr>
          <p:cNvSpPr>
            <a:spLocks noGrp="1"/>
          </p:cNvSpPr>
          <p:nvPr>
            <p:ph type="title"/>
          </p:nvPr>
        </p:nvSpPr>
        <p:spPr/>
        <p:txBody>
          <a:bodyPr/>
          <a:lstStyle/>
          <a:p>
            <a:r>
              <a:rPr lang="en-US" dirty="0"/>
              <a:t>Roly-Poly Pill Bugs  </a:t>
            </a:r>
          </a:p>
        </p:txBody>
      </p:sp>
      <p:graphicFrame>
        <p:nvGraphicFramePr>
          <p:cNvPr id="6" name="Content Placeholder 5">
            <a:extLst>
              <a:ext uri="{FF2B5EF4-FFF2-40B4-BE49-F238E27FC236}">
                <a16:creationId xmlns:a16="http://schemas.microsoft.com/office/drawing/2014/main" id="{37EB8113-B206-4E45-BF5D-398EFBDC6CBD}"/>
              </a:ext>
            </a:extLst>
          </p:cNvPr>
          <p:cNvGraphicFramePr>
            <a:graphicFrameLocks noGrp="1"/>
          </p:cNvGraphicFramePr>
          <p:nvPr>
            <p:ph idx="1"/>
            <p:extLst>
              <p:ext uri="{D42A27DB-BD31-4B8C-83A1-F6EECF244321}">
                <p14:modId xmlns:p14="http://schemas.microsoft.com/office/powerpoint/2010/main" val="2915691723"/>
              </p:ext>
            </p:extLst>
          </p:nvPr>
        </p:nvGraphicFramePr>
        <p:xfrm>
          <a:off x="409574" y="1914987"/>
          <a:ext cx="11115675" cy="4246064"/>
        </p:xfrm>
        <a:graphic>
          <a:graphicData uri="http://schemas.openxmlformats.org/drawingml/2006/table">
            <a:tbl>
              <a:tblPr firstRow="1" firstCol="1" bandRow="1"/>
              <a:tblGrid>
                <a:gridCol w="3145662">
                  <a:extLst>
                    <a:ext uri="{9D8B030D-6E8A-4147-A177-3AD203B41FA5}">
                      <a16:colId xmlns:a16="http://schemas.microsoft.com/office/drawing/2014/main" val="2137741899"/>
                    </a:ext>
                  </a:extLst>
                </a:gridCol>
                <a:gridCol w="3002606">
                  <a:extLst>
                    <a:ext uri="{9D8B030D-6E8A-4147-A177-3AD203B41FA5}">
                      <a16:colId xmlns:a16="http://schemas.microsoft.com/office/drawing/2014/main" val="1802155860"/>
                    </a:ext>
                  </a:extLst>
                </a:gridCol>
                <a:gridCol w="4967407">
                  <a:extLst>
                    <a:ext uri="{9D8B030D-6E8A-4147-A177-3AD203B41FA5}">
                      <a16:colId xmlns:a16="http://schemas.microsoft.com/office/drawing/2014/main" val="2310894817"/>
                    </a:ext>
                  </a:extLst>
                </a:gridCol>
              </a:tblGrid>
              <a:tr h="832304">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Question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Type of Question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spcBef>
                          <a:spcPts val="0"/>
                        </a:spcBef>
                        <a:spcAft>
                          <a:spcPts val="600"/>
                        </a:spcAft>
                      </a:pPr>
                      <a:r>
                        <a:rPr lang="en-US" sz="2800" b="1" dirty="0">
                          <a:effectLst/>
                          <a:latin typeface="Calibri" panose="020F0502020204030204" pitchFamily="34" charset="0"/>
                          <a:ea typeface="Calibri" panose="020F0502020204030204" pitchFamily="34" charset="0"/>
                          <a:cs typeface="Arial" panose="020B0604020202020204" pitchFamily="34" charset="0"/>
                        </a:rPr>
                        <a:t>Reasoning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1709171"/>
                  </a:ext>
                </a:extLst>
              </a:tr>
              <a:tr h="2472409">
                <a:tc>
                  <a:txBody>
                    <a:bodyPr/>
                    <a:lstStyle/>
                    <a:p>
                      <a:pPr marL="0" marR="0" indent="0">
                        <a:spcBef>
                          <a:spcPts val="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Where would you be least likely to find a pill bug?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Arial" panose="020B0604020202020204" pitchFamily="34" charset="0"/>
                        </a:rPr>
                        <a:t>Author and Me</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2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These questions are based on information provided in the text, but the student is required to relate it to their own experience. Although the answer does not lie directly in the text, the student must have read it to answer the question.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185378"/>
                  </a:ext>
                </a:extLst>
              </a:tr>
            </a:tbl>
          </a:graphicData>
        </a:graphic>
      </p:graphicFrame>
      <p:sp>
        <p:nvSpPr>
          <p:cNvPr id="4" name="Slide Number Placeholder 3">
            <a:extLst>
              <a:ext uri="{FF2B5EF4-FFF2-40B4-BE49-F238E27FC236}">
                <a16:creationId xmlns:a16="http://schemas.microsoft.com/office/drawing/2014/main" id="{53DD33DB-0BB4-4974-841E-86C4AA389519}"/>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366797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365125"/>
            <a:ext cx="10515600" cy="1325563"/>
          </a:xfrm>
        </p:spPr>
        <p:txBody>
          <a:bodyPr anchor="ctr">
            <a:normAutofit/>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sz="half" idx="1"/>
          </p:nvPr>
        </p:nvSpPr>
        <p:spPr>
          <a:xfrm>
            <a:off x="838200" y="1825625"/>
            <a:ext cx="5181600" cy="4351338"/>
          </a:xfrm>
        </p:spPr>
        <p:txBody>
          <a:bodyPr>
            <a:normAutofit/>
          </a:bodyPr>
          <a:lstStyle/>
          <a:p>
            <a:pPr marL="514350" marR="0" indent="-514350">
              <a:spcBef>
                <a:spcPts val="600"/>
              </a:spcBef>
              <a:spcAft>
                <a:spcPts val="600"/>
              </a:spcAft>
              <a:buFont typeface="+mj-lt"/>
              <a:buAutoNum type="arabicPeriod"/>
            </a:pPr>
            <a:r>
              <a:rPr lang="en-US" sz="2600">
                <a:effectLst/>
              </a:rPr>
              <a:t>Read the following passage and examine the corresponding questions to determine if each question is Right There, Think and Search, Author and Me or On My Own. (See graphic organizer </a:t>
            </a:r>
            <a:r>
              <a:rPr lang="en-US" sz="2600"/>
              <a:t>on Exit Ticket)</a:t>
            </a:r>
            <a:endParaRPr lang="en-US" sz="2600">
              <a:effectLst/>
            </a:endParaRPr>
          </a:p>
          <a:p>
            <a:pPr marL="514350" indent="-514350">
              <a:spcBef>
                <a:spcPts val="600"/>
              </a:spcBef>
              <a:spcAft>
                <a:spcPts val="600"/>
              </a:spcAft>
              <a:buFont typeface="+mj-lt"/>
              <a:buAutoNum type="arabicPeriod"/>
            </a:pPr>
            <a:r>
              <a:rPr lang="en-US" sz="2600">
                <a:effectLst/>
              </a:rPr>
              <a:t>How did the QAR strategy help you to develop deeper questions?  </a:t>
            </a:r>
          </a:p>
          <a:p>
            <a:pPr marL="0" marR="0" indent="0">
              <a:spcBef>
                <a:spcPts val="600"/>
              </a:spcBef>
              <a:spcAft>
                <a:spcPts val="600"/>
              </a:spcAft>
              <a:buNone/>
            </a:pPr>
            <a:endParaRPr lang="en-US" sz="2600">
              <a:effectLst/>
            </a:endParaRPr>
          </a:p>
        </p:txBody>
      </p:sp>
      <p:pic>
        <p:nvPicPr>
          <p:cNvPr id="5" name="Picture 4" descr="A short story, The Rhyme Game by Guy Belleranti">
            <a:extLst>
              <a:ext uri="{FF2B5EF4-FFF2-40B4-BE49-F238E27FC236}">
                <a16:creationId xmlns:a16="http://schemas.microsoft.com/office/drawing/2014/main" id="{49A9187E-C685-45EE-A76F-9E3CF39F2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1637" y="823663"/>
            <a:ext cx="4467643" cy="5532687"/>
          </a:xfrm>
          <a:prstGeom prst="rect">
            <a:avLst/>
          </a:prstGeom>
          <a:noFill/>
        </p:spPr>
      </p:pic>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14</a:t>
            </a:fld>
            <a:endParaRPr lang="en-US"/>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53</TotalTime>
  <Words>903</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Symbol</vt:lpstr>
      <vt:lpstr>Office Theme</vt:lpstr>
      <vt:lpstr>Instructional Practices| Unit 7: High Leverage Teaching Practices| Lesson 7.10</vt:lpstr>
      <vt:lpstr>TEKS Standards &amp; Objectives</vt:lpstr>
      <vt:lpstr>Bellringer</vt:lpstr>
      <vt:lpstr>Vocabulary</vt:lpstr>
      <vt:lpstr> A teacher can help students develop questions by: </vt:lpstr>
      <vt:lpstr>Right There Questions</vt:lpstr>
      <vt:lpstr>Think and Search</vt:lpstr>
      <vt:lpstr>Author &amp; Me</vt:lpstr>
      <vt:lpstr>On My Own</vt:lpstr>
      <vt:lpstr>Roly-Poly Pill Bugs</vt:lpstr>
      <vt:lpstr>Roly-Poly Pill Bugs    </vt:lpstr>
      <vt:lpstr>Roly-Poly Pill Bugs </vt:lpstr>
      <vt:lpstr>Roly-Poly Pill Bugs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Questioning | Engaging Students in the Questioning Process</dc:title>
  <dc:subject>Questioning | Engaging Students in the Questioning Process</dc:subject>
  <dc:creator>Texas Education Agency</dc:creator>
  <cp:lastModifiedBy>London White</cp:lastModifiedBy>
  <cp:revision>2</cp:revision>
  <dcterms:created xsi:type="dcterms:W3CDTF">2022-09-17T16:30:16Z</dcterms:created>
  <dcterms:modified xsi:type="dcterms:W3CDTF">2023-08-31T05:01:35Z</dcterms:modified>
</cp:coreProperties>
</file>
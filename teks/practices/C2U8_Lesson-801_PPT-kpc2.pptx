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44297-F94C-4991-BC7E-AAD79838D019}" v="4" dt="2023-01-17T03:43:33.969"/>
    <p1510:client id="{7DC62D2F-EE24-4487-9929-02D1D00D3CE9}" v="4" dt="2023-01-17T18:31:12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eBmyttcfU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40025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Intro to Universal Design for Learning | Part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EBF9CC-CBF1-15ED-8A50-6B418A6004EC}"/>
              </a:ext>
            </a:extLst>
          </p:cNvPr>
          <p:cNvSpPr txBox="1"/>
          <p:nvPr/>
        </p:nvSpPr>
        <p:spPr>
          <a:xfrm>
            <a:off x="0" y="6410325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Define Universal Design for Learning and explain its purpose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coach of a high-school girls’ basketball team is buying shoes for the team. Since the average shoe size of a 16-year-old is a women’s 8.5, she buys everyone the same size. Provide three reasons why this isn’t a good idea.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Universal Design for Learning (UDL): An educational framework to guide the development of flexible learning environments that can accommodate individual learning differences through engagement, representation, and expression. UDL minimizes barriers and maximizes learning for all students.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72F3-79E4-4001-9748-B7FC6707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Ted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C669-9955-4209-B20C-3F3A754C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The Myth of Average: Todd Rose at TEDx Sonoma County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8257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Universal Design for Learning</a:t>
            </a:r>
          </a:p>
        </p:txBody>
      </p:sp>
      <p:pic>
        <p:nvPicPr>
          <p:cNvPr id="5" name="Content Placeholder 4" descr="A graphic describing the three keys for providing a Universal Design for Learning guidelines: Providing Multiple Means of Engagement, Providing Multiple Means of  Representation, and Providing Multiple Means of Action and Expression.&#10;&#10;Accessible through udlguidelines.cast.org">
            <a:extLst>
              <a:ext uri="{FF2B5EF4-FFF2-40B4-BE49-F238E27FC236}">
                <a16:creationId xmlns:a16="http://schemas.microsoft.com/office/drawing/2014/main" id="{63239C00-4576-4356-885C-80F8C6E20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864" y="1245870"/>
            <a:ext cx="6746272" cy="532955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is the impact of designing for the average?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of the following are instructional practices can teachers use to provide a flexible learning environment?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does it mean to “design to the edges”?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68</TotalTime>
  <Words>216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Instructional Practices| Unit 8: Planning for Diverse Learners| Lesson 8.01</vt:lpstr>
      <vt:lpstr>TEKS Standards &amp; Objectives</vt:lpstr>
      <vt:lpstr>Bellringer</vt:lpstr>
      <vt:lpstr>Vocabulary</vt:lpstr>
      <vt:lpstr>Ted Talk</vt:lpstr>
      <vt:lpstr>Universal Design for Learning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8.01: Intro to Universal Design for Learning | Part I</dc:title>
  <dc:subject>Lesson 8.01: Intro to Universal Design for Learning | Part I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2023-08-31T05:46:40Z</dcterms:modified>
</cp:coreProperties>
</file>
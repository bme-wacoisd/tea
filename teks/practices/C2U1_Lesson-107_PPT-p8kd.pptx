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1" r:id="rId5"/>
    <p:sldId id="264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30B48F-E489-44C3-B8FF-02B9E965B776}" v="1" dt="2023-08-31T01:05:20.8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5D30B48F-E489-44C3-B8FF-02B9E965B776}"/>
    <pc:docChg chg="modSld">
      <pc:chgData name="White (she/her), Whitney" userId="65f39021-2f1d-4d8b-87dc-b123826f65bf" providerId="ADAL" clId="{5D30B48F-E489-44C3-B8FF-02B9E965B776}" dt="2023-08-31T01:05:23.491" v="2" actId="1076"/>
      <pc:docMkLst>
        <pc:docMk/>
      </pc:docMkLst>
      <pc:sldChg chg="addSp modSp mod">
        <pc:chgData name="White (she/her), Whitney" userId="65f39021-2f1d-4d8b-87dc-b123826f65bf" providerId="ADAL" clId="{5D30B48F-E489-44C3-B8FF-02B9E965B776}" dt="2023-08-31T01:05:23.491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5D30B48F-E489-44C3-B8FF-02B9E965B776}" dt="2023-08-31T01:05:19.560" v="0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5D30B48F-E489-44C3-B8FF-02B9E965B776}" dt="2023-08-31T01:05:23.491" v="2" actId="1076"/>
          <ac:spMkLst>
            <pc:docMk/>
            <pc:sldMk cId="1482277026" sldId="256"/>
            <ac:spMk id="4" creationId="{A610A711-2A62-2C90-4A75-BE6E85B2B245}"/>
          </ac:spMkLst>
        </pc:spChg>
      </pc:sldChg>
    </pc:docChg>
  </pc:docChgLst>
  <pc:docChgLst>
    <pc:chgData name="White, Whitney" userId="65f39021-2f1d-4d8b-87dc-b123826f65bf" providerId="ADAL" clId="{6A531146-25B0-4F02-8BD4-70B760CBD788}"/>
    <pc:docChg chg="custSel modSld">
      <pc:chgData name="White, Whitney" userId="65f39021-2f1d-4d8b-87dc-b123826f65bf" providerId="ADAL" clId="{6A531146-25B0-4F02-8BD4-70B760CBD788}" dt="2022-07-28T02:43:23.884" v="111" actId="20577"/>
      <pc:docMkLst>
        <pc:docMk/>
      </pc:docMkLst>
      <pc:sldChg chg="modSp mod">
        <pc:chgData name="White, Whitney" userId="65f39021-2f1d-4d8b-87dc-b123826f65bf" providerId="ADAL" clId="{6A531146-25B0-4F02-8BD4-70B760CBD788}" dt="2022-07-28T02:43:23.884" v="11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6A531146-25B0-4F02-8BD4-70B760CBD788}" dt="2022-07-28T02:43:23.884" v="11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919BD030-7EC5-4010-B778-63E0CF5A1422}"/>
    <pc:docChg chg="custSel delSld modSld">
      <pc:chgData name="White, Whitney" userId="65f39021-2f1d-4d8b-87dc-b123826f65bf" providerId="ADAL" clId="{919BD030-7EC5-4010-B778-63E0CF5A1422}" dt="2022-07-29T04:41:00.567" v="623" actId="20577"/>
      <pc:docMkLst>
        <pc:docMk/>
      </pc:docMkLst>
      <pc:sldChg chg="modSp mod">
        <pc:chgData name="White, Whitney" userId="65f39021-2f1d-4d8b-87dc-b123826f65bf" providerId="ADAL" clId="{919BD030-7EC5-4010-B778-63E0CF5A1422}" dt="2022-07-29T04:41:00.567" v="623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919BD030-7EC5-4010-B778-63E0CF5A1422}" dt="2022-07-29T04:41:00.567" v="62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919BD030-7EC5-4010-B778-63E0CF5A1422}" dt="2022-07-29T04:40:54.943" v="619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919BD030-7EC5-4010-B778-63E0CF5A1422}" dt="2022-07-29T04:36:45.490" v="26" actId="403"/>
        <pc:sldMkLst>
          <pc:docMk/>
          <pc:sldMk cId="4071305681" sldId="258"/>
        </pc:sldMkLst>
        <pc:spChg chg="mod">
          <ac:chgData name="White, Whitney" userId="65f39021-2f1d-4d8b-87dc-b123826f65bf" providerId="ADAL" clId="{919BD030-7EC5-4010-B778-63E0CF5A1422}" dt="2022-07-29T04:36:45.490" v="26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919BD030-7EC5-4010-B778-63E0CF5A1422}" dt="2022-07-29T04:36:21.767" v="22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919BD030-7EC5-4010-B778-63E0CF5A1422}" dt="2022-07-29T04:36:21.767" v="22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919BD030-7EC5-4010-B778-63E0CF5A1422}" dt="2022-07-29T04:40:40.027" v="591" actId="403"/>
        <pc:sldMkLst>
          <pc:docMk/>
          <pc:sldMk cId="2147408764" sldId="260"/>
        </pc:sldMkLst>
        <pc:spChg chg="mod">
          <ac:chgData name="White, Whitney" userId="65f39021-2f1d-4d8b-87dc-b123826f65bf" providerId="ADAL" clId="{919BD030-7EC5-4010-B778-63E0CF5A1422}" dt="2022-07-29T04:40:40.027" v="591" actId="403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919BD030-7EC5-4010-B778-63E0CF5A1422}" dt="2022-07-29T04:38:12.743" v="408" actId="313"/>
        <pc:sldMkLst>
          <pc:docMk/>
          <pc:sldMk cId="3054216349" sldId="261"/>
        </pc:sldMkLst>
        <pc:spChg chg="mod">
          <ac:chgData name="White, Whitney" userId="65f39021-2f1d-4d8b-87dc-b123826f65bf" providerId="ADAL" clId="{919BD030-7EC5-4010-B778-63E0CF5A1422}" dt="2022-07-29T04:38:12.743" v="408" actId="313"/>
          <ac:spMkLst>
            <pc:docMk/>
            <pc:sldMk cId="3054216349" sldId="261"/>
            <ac:spMk id="3" creationId="{AE13FDB6-F093-4D9E-B14E-3D7DB894C34C}"/>
          </ac:spMkLst>
        </pc:spChg>
      </pc:sldChg>
      <pc:sldChg chg="del">
        <pc:chgData name="White, Whitney" userId="65f39021-2f1d-4d8b-87dc-b123826f65bf" providerId="ADAL" clId="{919BD030-7EC5-4010-B778-63E0CF5A1422}" dt="2022-07-29T04:40:35.015" v="588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919BD030-7EC5-4010-B778-63E0CF5A1422}" dt="2022-07-29T04:40:34.414" v="587" actId="47"/>
        <pc:sldMkLst>
          <pc:docMk/>
          <pc:sldMk cId="1163931679" sldId="263"/>
        </pc:sldMkLst>
      </pc:sldChg>
      <pc:sldChg chg="modSp mod modAnim">
        <pc:chgData name="White, Whitney" userId="65f39021-2f1d-4d8b-87dc-b123826f65bf" providerId="ADAL" clId="{919BD030-7EC5-4010-B778-63E0CF5A1422}" dt="2022-07-29T04:40:04.094" v="585"/>
        <pc:sldMkLst>
          <pc:docMk/>
          <pc:sldMk cId="3493109116" sldId="264"/>
        </pc:sldMkLst>
        <pc:spChg chg="mod">
          <ac:chgData name="White, Whitney" userId="65f39021-2f1d-4d8b-87dc-b123826f65bf" providerId="ADAL" clId="{919BD030-7EC5-4010-B778-63E0CF5A1422}" dt="2022-07-29T04:38:43.624" v="449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919BD030-7EC5-4010-B778-63E0CF5A1422}" dt="2022-07-29T04:39:19.918" v="576" actId="313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9861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 | Unit 1: Building an Effective Classroom | Classroom Culture| </a:t>
            </a:r>
            <a:r>
              <a:rPr lang="en-US" sz="1800"/>
              <a:t>Lesson 1.07</a:t>
            </a:r>
            <a:endParaRPr lang="en-US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Designing Effective Routines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10A711-2A62-2C90-4A75-BE6E85B2B245}"/>
              </a:ext>
            </a:extLst>
          </p:cNvPr>
          <p:cNvSpPr txBox="1"/>
          <p:nvPr/>
        </p:nvSpPr>
        <p:spPr>
          <a:xfrm>
            <a:off x="0" y="6430161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7A, 7C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 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dentify elements of classroom routines that lead to a safe and effective learning environment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dentify and describe classroom systems and routines necessary for effective instruction and learning 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What kinds of routines do you envision for your own future classroom? 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Engineer Efficiency: Create a process that decreases the amount of effort needed to complete a task.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Double Planned: A plan that includes all details about what a teacher and students will do.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Minimally Narrated: Using the fewest number of words possible while maintaining clarity.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Three Criteria for Effective Routines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Effective routines must be: </a:t>
            </a:r>
          </a:p>
          <a:p>
            <a:pPr marL="514350" indent="-514350">
              <a:buAutoNum type="arabicParenR"/>
            </a:pPr>
            <a:r>
              <a:rPr lang="en-US" dirty="0"/>
              <a:t>Simple</a:t>
            </a:r>
          </a:p>
          <a:p>
            <a:pPr marL="514350" indent="-514350">
              <a:buAutoNum type="arabicParenR"/>
            </a:pPr>
            <a:r>
              <a:rPr lang="en-US" dirty="0"/>
              <a:t>Well planned (double planned)</a:t>
            </a:r>
          </a:p>
          <a:p>
            <a:pPr marL="514350" indent="-514350">
              <a:buAutoNum type="arabicParenR"/>
            </a:pPr>
            <a:r>
              <a:rPr lang="en-US" dirty="0"/>
              <a:t>Minimally narrated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are the three key criteria for designing routines? How does each help create a safe and effective classroom environment by “engineering efficiency”?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191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Symbol</vt:lpstr>
      <vt:lpstr>Office Theme</vt:lpstr>
      <vt:lpstr>Instructional Practices | Unit 1: Building an Effective Classroom | Classroom Culture| Lesson 1.07</vt:lpstr>
      <vt:lpstr>TEKS Standards &amp; Objectives</vt:lpstr>
      <vt:lpstr>Bellringer</vt:lpstr>
      <vt:lpstr>Vocabulary</vt:lpstr>
      <vt:lpstr>Three Criteria for Effective Routines  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1.07: Designing Effective Routines</dc:title>
  <dc:subject>Lesson 1.07: Designing Effective Routines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2023-08-31T01:05:30Z</dcterms:modified>
</cp:coreProperties>
</file>
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9" r:id="rId3"/>
    <p:sldId id="258" r:id="rId4"/>
    <p:sldId id="261" r:id="rId5"/>
    <p:sldId id="262" r:id="rId6"/>
    <p:sldId id="263" r:id="rId7"/>
    <p:sldId id="264" r:id="rId8"/>
    <p:sldId id="265" r:id="rId9"/>
    <p:sldId id="267" r:id="rId10"/>
    <p:sldId id="266" r:id="rId11"/>
    <p:sldId id="268" r:id="rId12"/>
    <p:sldId id="269" r:id="rId13"/>
    <p:sldId id="260"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 id="{E000ABC9-E9F5-430F-B087-F09C6DF407C1}">
          <p14:sldIdLst>
            <p14:sldId id="256"/>
            <p14:sldId id="259"/>
            <p14:sldId id="258"/>
            <p14:sldId id="261"/>
            <p14:sldId id="262"/>
            <p14:sldId id="263"/>
            <p14:sldId id="264"/>
            <p14:sldId id="265"/>
            <p14:sldId id="267"/>
            <p14:sldId id="266"/>
            <p14:sldId id="268"/>
            <p14:sldId id="26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8F44297-F94C-4991-BC7E-AAD79838D019}" v="4" dt="2023-01-17T03:43:33.969"/>
    <p1510:client id="{F4820A36-6386-483D-8AD3-40039E5E2A7C}" v="86" dt="2023-01-17T06:04:53.6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2" autoAdjust="0"/>
    <p:restoredTop sz="94660"/>
  </p:normalViewPr>
  <p:slideViewPr>
    <p:cSldViewPr snapToGrid="0">
      <p:cViewPr varScale="1">
        <p:scale>
          <a:sx n="114" d="100"/>
          <a:sy n="114" d="100"/>
        </p:scale>
        <p:origin x="270"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F4820A36-6386-483D-8AD3-40039E5E2A7C}"/>
    <pc:docChg chg="undo redo custSel addSld delSld modSld sldOrd modSection">
      <pc:chgData name="White (she/her), Whitney" userId="65f39021-2f1d-4d8b-87dc-b123826f65bf" providerId="ADAL" clId="{F4820A36-6386-483D-8AD3-40039E5E2A7C}" dt="2023-01-17T06:04:53.686" v="800" actId="20577"/>
      <pc:docMkLst>
        <pc:docMk/>
      </pc:docMkLst>
      <pc:sldChg chg="modSp mod">
        <pc:chgData name="White (she/her), Whitney" userId="65f39021-2f1d-4d8b-87dc-b123826f65bf" providerId="ADAL" clId="{F4820A36-6386-483D-8AD3-40039E5E2A7C}" dt="2023-01-17T05:40:31.004" v="117" actId="20577"/>
        <pc:sldMkLst>
          <pc:docMk/>
          <pc:sldMk cId="1482277026" sldId="256"/>
        </pc:sldMkLst>
        <pc:spChg chg="mod">
          <ac:chgData name="White (she/her), Whitney" userId="65f39021-2f1d-4d8b-87dc-b123826f65bf" providerId="ADAL" clId="{F4820A36-6386-483D-8AD3-40039E5E2A7C}" dt="2023-01-17T05:38:56.100" v="1" actId="20577"/>
          <ac:spMkLst>
            <pc:docMk/>
            <pc:sldMk cId="1482277026" sldId="256"/>
            <ac:spMk id="2" creationId="{BFFCF5BD-F8FF-4A67-A8B6-EBB21E79279B}"/>
          </ac:spMkLst>
        </pc:spChg>
        <pc:spChg chg="mod">
          <ac:chgData name="White (she/her), Whitney" userId="65f39021-2f1d-4d8b-87dc-b123826f65bf" providerId="ADAL" clId="{F4820A36-6386-483D-8AD3-40039E5E2A7C}" dt="2023-01-17T05:40:31.004" v="117" actId="20577"/>
          <ac:spMkLst>
            <pc:docMk/>
            <pc:sldMk cId="1482277026" sldId="256"/>
            <ac:spMk id="3" creationId="{E0FBD98F-3A67-498E-8174-652040DD7B60}"/>
          </ac:spMkLst>
        </pc:spChg>
      </pc:sldChg>
      <pc:sldChg chg="modSp mod">
        <pc:chgData name="White (she/her), Whitney" userId="65f39021-2f1d-4d8b-87dc-b123826f65bf" providerId="ADAL" clId="{F4820A36-6386-483D-8AD3-40039E5E2A7C}" dt="2023-01-17T05:42:25.878" v="138" actId="255"/>
        <pc:sldMkLst>
          <pc:docMk/>
          <pc:sldMk cId="4071305681" sldId="258"/>
        </pc:sldMkLst>
        <pc:spChg chg="mod">
          <ac:chgData name="White (she/her), Whitney" userId="65f39021-2f1d-4d8b-87dc-b123826f65bf" providerId="ADAL" clId="{F4820A36-6386-483D-8AD3-40039E5E2A7C}" dt="2023-01-17T05:42:25.878" v="138" actId="255"/>
          <ac:spMkLst>
            <pc:docMk/>
            <pc:sldMk cId="4071305681" sldId="258"/>
            <ac:spMk id="3" creationId="{392BE286-77A6-49DD-B15D-7E4718D52FE7}"/>
          </ac:spMkLst>
        </pc:spChg>
      </pc:sldChg>
      <pc:sldChg chg="modSp mod">
        <pc:chgData name="White (she/her), Whitney" userId="65f39021-2f1d-4d8b-87dc-b123826f65bf" providerId="ADAL" clId="{F4820A36-6386-483D-8AD3-40039E5E2A7C}" dt="2023-01-17T05:41:58.877" v="133" actId="255"/>
        <pc:sldMkLst>
          <pc:docMk/>
          <pc:sldMk cId="2772527113" sldId="259"/>
        </pc:sldMkLst>
        <pc:spChg chg="mod">
          <ac:chgData name="White (she/her), Whitney" userId="65f39021-2f1d-4d8b-87dc-b123826f65bf" providerId="ADAL" clId="{F4820A36-6386-483D-8AD3-40039E5E2A7C}" dt="2023-01-17T05:41:58.877" v="133" actId="255"/>
          <ac:spMkLst>
            <pc:docMk/>
            <pc:sldMk cId="2772527113" sldId="259"/>
            <ac:spMk id="3" creationId="{8CE08C7F-0286-423B-92F7-DEB89F31111A}"/>
          </ac:spMkLst>
        </pc:spChg>
      </pc:sldChg>
      <pc:sldChg chg="modSp mod">
        <pc:chgData name="White (she/her), Whitney" userId="65f39021-2f1d-4d8b-87dc-b123826f65bf" providerId="ADAL" clId="{F4820A36-6386-483D-8AD3-40039E5E2A7C}" dt="2023-01-17T05:39:32.088" v="35" actId="20577"/>
        <pc:sldMkLst>
          <pc:docMk/>
          <pc:sldMk cId="2147408764" sldId="260"/>
        </pc:sldMkLst>
        <pc:spChg chg="mod">
          <ac:chgData name="White (she/her), Whitney" userId="65f39021-2f1d-4d8b-87dc-b123826f65bf" providerId="ADAL" clId="{F4820A36-6386-483D-8AD3-40039E5E2A7C}" dt="2023-01-17T05:39:32.088" v="35" actId="20577"/>
          <ac:spMkLst>
            <pc:docMk/>
            <pc:sldMk cId="2147408764" sldId="260"/>
            <ac:spMk id="3" creationId="{49F2A5AF-3C0B-4968-A438-E435325199EA}"/>
          </ac:spMkLst>
        </pc:spChg>
      </pc:sldChg>
      <pc:sldChg chg="addSp delSp modSp mod">
        <pc:chgData name="White (she/her), Whitney" userId="65f39021-2f1d-4d8b-87dc-b123826f65bf" providerId="ADAL" clId="{F4820A36-6386-483D-8AD3-40039E5E2A7C}" dt="2023-01-17T05:43:08.982" v="149" actId="1076"/>
        <pc:sldMkLst>
          <pc:docMk/>
          <pc:sldMk cId="3054216349" sldId="261"/>
        </pc:sldMkLst>
        <pc:spChg chg="del mod">
          <ac:chgData name="White (she/her), Whitney" userId="65f39021-2f1d-4d8b-87dc-b123826f65bf" providerId="ADAL" clId="{F4820A36-6386-483D-8AD3-40039E5E2A7C}" dt="2023-01-17T05:42:52.305" v="140"/>
          <ac:spMkLst>
            <pc:docMk/>
            <pc:sldMk cId="3054216349" sldId="261"/>
            <ac:spMk id="3" creationId="{AE13FDB6-F093-4D9E-B14E-3D7DB894C34C}"/>
          </ac:spMkLst>
        </pc:spChg>
        <pc:graphicFrameChg chg="add mod modGraphic">
          <ac:chgData name="White (she/her), Whitney" userId="65f39021-2f1d-4d8b-87dc-b123826f65bf" providerId="ADAL" clId="{F4820A36-6386-483D-8AD3-40039E5E2A7C}" dt="2023-01-17T05:43:08.982" v="149" actId="1076"/>
          <ac:graphicFrameMkLst>
            <pc:docMk/>
            <pc:sldMk cId="3054216349" sldId="261"/>
            <ac:graphicFrameMk id="5" creationId="{B1CB61B5-D94A-46C9-8CBD-A8631A9E3547}"/>
          </ac:graphicFrameMkLst>
        </pc:graphicFrameChg>
      </pc:sldChg>
      <pc:sldChg chg="modSp new mod">
        <pc:chgData name="White (she/her), Whitney" userId="65f39021-2f1d-4d8b-87dc-b123826f65bf" providerId="ADAL" clId="{F4820A36-6386-483D-8AD3-40039E5E2A7C}" dt="2023-01-17T05:44:08.128" v="292" actId="20577"/>
        <pc:sldMkLst>
          <pc:docMk/>
          <pc:sldMk cId="3047311961" sldId="262"/>
        </pc:sldMkLst>
        <pc:spChg chg="mod">
          <ac:chgData name="White (she/her), Whitney" userId="65f39021-2f1d-4d8b-87dc-b123826f65bf" providerId="ADAL" clId="{F4820A36-6386-483D-8AD3-40039E5E2A7C}" dt="2023-01-17T05:44:08.128" v="292" actId="20577"/>
          <ac:spMkLst>
            <pc:docMk/>
            <pc:sldMk cId="3047311961" sldId="262"/>
            <ac:spMk id="2" creationId="{6FAD1778-3603-46AE-B8F0-6CC24A115A56}"/>
          </ac:spMkLst>
        </pc:spChg>
        <pc:spChg chg="mod">
          <ac:chgData name="White (she/her), Whitney" userId="65f39021-2f1d-4d8b-87dc-b123826f65bf" providerId="ADAL" clId="{F4820A36-6386-483D-8AD3-40039E5E2A7C}" dt="2023-01-17T05:43:42.010" v="156" actId="403"/>
          <ac:spMkLst>
            <pc:docMk/>
            <pc:sldMk cId="3047311961" sldId="262"/>
            <ac:spMk id="3" creationId="{49212E06-52FE-4347-845B-061E20139569}"/>
          </ac:spMkLst>
        </pc:spChg>
      </pc:sldChg>
      <pc:sldChg chg="addSp delSp modSp new mod">
        <pc:chgData name="White (she/her), Whitney" userId="65f39021-2f1d-4d8b-87dc-b123826f65bf" providerId="ADAL" clId="{F4820A36-6386-483D-8AD3-40039E5E2A7C}" dt="2023-01-17T05:44:37.274" v="314" actId="26606"/>
        <pc:sldMkLst>
          <pc:docMk/>
          <pc:sldMk cId="2704876303" sldId="263"/>
        </pc:sldMkLst>
        <pc:spChg chg="mod">
          <ac:chgData name="White (she/her), Whitney" userId="65f39021-2f1d-4d8b-87dc-b123826f65bf" providerId="ADAL" clId="{F4820A36-6386-483D-8AD3-40039E5E2A7C}" dt="2023-01-17T05:44:37.274" v="314" actId="26606"/>
          <ac:spMkLst>
            <pc:docMk/>
            <pc:sldMk cId="2704876303" sldId="263"/>
            <ac:spMk id="2" creationId="{8375E1A6-3B9E-40E8-8F48-3B9AD8536B8D}"/>
          </ac:spMkLst>
        </pc:spChg>
        <pc:spChg chg="del mod">
          <ac:chgData name="White (she/her), Whitney" userId="65f39021-2f1d-4d8b-87dc-b123826f65bf" providerId="ADAL" clId="{F4820A36-6386-483D-8AD3-40039E5E2A7C}" dt="2023-01-17T05:44:34.420" v="312"/>
          <ac:spMkLst>
            <pc:docMk/>
            <pc:sldMk cId="2704876303" sldId="263"/>
            <ac:spMk id="3" creationId="{4529B2D9-9FC8-46E0-8B91-10951D6599A7}"/>
          </ac:spMkLst>
        </pc:spChg>
        <pc:spChg chg="mod ord">
          <ac:chgData name="White (she/her), Whitney" userId="65f39021-2f1d-4d8b-87dc-b123826f65bf" providerId="ADAL" clId="{F4820A36-6386-483D-8AD3-40039E5E2A7C}" dt="2023-01-17T05:44:37.274" v="314" actId="26606"/>
          <ac:spMkLst>
            <pc:docMk/>
            <pc:sldMk cId="2704876303" sldId="263"/>
            <ac:spMk id="4" creationId="{82035DDB-CDB6-42A6-A621-3734320CFEF1}"/>
          </ac:spMkLst>
        </pc:spChg>
        <pc:picChg chg="add mod">
          <ac:chgData name="White (she/her), Whitney" userId="65f39021-2f1d-4d8b-87dc-b123826f65bf" providerId="ADAL" clId="{F4820A36-6386-483D-8AD3-40039E5E2A7C}" dt="2023-01-17T05:44:37.274" v="314" actId="26606"/>
          <ac:picMkLst>
            <pc:docMk/>
            <pc:sldMk cId="2704876303" sldId="263"/>
            <ac:picMk id="5" creationId="{FCAA4267-D1BD-428D-80B7-DBBB0ABECA30}"/>
          </ac:picMkLst>
        </pc:picChg>
      </pc:sldChg>
      <pc:sldChg chg="addSp delSp modSp new mod">
        <pc:chgData name="White (she/her), Whitney" userId="65f39021-2f1d-4d8b-87dc-b123826f65bf" providerId="ADAL" clId="{F4820A36-6386-483D-8AD3-40039E5E2A7C}" dt="2023-01-17T05:52:27.405" v="484" actId="12"/>
        <pc:sldMkLst>
          <pc:docMk/>
          <pc:sldMk cId="1088149528" sldId="264"/>
        </pc:sldMkLst>
        <pc:spChg chg="mod">
          <ac:chgData name="White (she/her), Whitney" userId="65f39021-2f1d-4d8b-87dc-b123826f65bf" providerId="ADAL" clId="{F4820A36-6386-483D-8AD3-40039E5E2A7C}" dt="2023-01-17T05:45:39.393" v="347" actId="33524"/>
          <ac:spMkLst>
            <pc:docMk/>
            <pc:sldMk cId="1088149528" sldId="264"/>
            <ac:spMk id="2" creationId="{8FA23B53-1A3B-4A6E-937F-609C1BF3094C}"/>
          </ac:spMkLst>
        </pc:spChg>
        <pc:spChg chg="add del">
          <ac:chgData name="White (she/her), Whitney" userId="65f39021-2f1d-4d8b-87dc-b123826f65bf" providerId="ADAL" clId="{F4820A36-6386-483D-8AD3-40039E5E2A7C}" dt="2023-01-17T05:45:57.324" v="348" actId="3680"/>
          <ac:spMkLst>
            <pc:docMk/>
            <pc:sldMk cId="1088149528" sldId="264"/>
            <ac:spMk id="3" creationId="{7C92D340-2991-497D-B860-1004D10B3186}"/>
          </ac:spMkLst>
        </pc:spChg>
        <pc:graphicFrameChg chg="add del mod modGraphic">
          <ac:chgData name="White (she/her), Whitney" userId="65f39021-2f1d-4d8b-87dc-b123826f65bf" providerId="ADAL" clId="{F4820A36-6386-483D-8AD3-40039E5E2A7C}" dt="2023-01-17T05:45:37.242" v="345"/>
          <ac:graphicFrameMkLst>
            <pc:docMk/>
            <pc:sldMk cId="1088149528" sldId="264"/>
            <ac:graphicFrameMk id="5" creationId="{CFBD4406-A7A7-4BFC-A4B2-2422A8F0443A}"/>
          </ac:graphicFrameMkLst>
        </pc:graphicFrameChg>
        <pc:graphicFrameChg chg="add mod ord modGraphic">
          <ac:chgData name="White (she/her), Whitney" userId="65f39021-2f1d-4d8b-87dc-b123826f65bf" providerId="ADAL" clId="{F4820A36-6386-483D-8AD3-40039E5E2A7C}" dt="2023-01-17T05:52:27.405" v="484" actId="12"/>
          <ac:graphicFrameMkLst>
            <pc:docMk/>
            <pc:sldMk cId="1088149528" sldId="264"/>
            <ac:graphicFrameMk id="6" creationId="{2DDBE261-9108-46AB-AF53-4F0E8EA19826}"/>
          </ac:graphicFrameMkLst>
        </pc:graphicFrameChg>
      </pc:sldChg>
      <pc:sldChg chg="modSp add mod">
        <pc:chgData name="White (she/her), Whitney" userId="65f39021-2f1d-4d8b-87dc-b123826f65bf" providerId="ADAL" clId="{F4820A36-6386-483D-8AD3-40039E5E2A7C}" dt="2023-01-17T05:52:10.594" v="480" actId="12"/>
        <pc:sldMkLst>
          <pc:docMk/>
          <pc:sldMk cId="239021379" sldId="265"/>
        </pc:sldMkLst>
        <pc:spChg chg="mod">
          <ac:chgData name="White (she/her), Whitney" userId="65f39021-2f1d-4d8b-87dc-b123826f65bf" providerId="ADAL" clId="{F4820A36-6386-483D-8AD3-40039E5E2A7C}" dt="2023-01-17T05:50:41.742" v="465" actId="20577"/>
          <ac:spMkLst>
            <pc:docMk/>
            <pc:sldMk cId="239021379" sldId="265"/>
            <ac:spMk id="2" creationId="{8FA23B53-1A3B-4A6E-937F-609C1BF3094C}"/>
          </ac:spMkLst>
        </pc:spChg>
        <pc:graphicFrameChg chg="mod modGraphic">
          <ac:chgData name="White (she/her), Whitney" userId="65f39021-2f1d-4d8b-87dc-b123826f65bf" providerId="ADAL" clId="{F4820A36-6386-483D-8AD3-40039E5E2A7C}" dt="2023-01-17T05:52:10.594" v="480" actId="12"/>
          <ac:graphicFrameMkLst>
            <pc:docMk/>
            <pc:sldMk cId="239021379" sldId="265"/>
            <ac:graphicFrameMk id="6" creationId="{2DDBE261-9108-46AB-AF53-4F0E8EA19826}"/>
          </ac:graphicFrameMkLst>
        </pc:graphicFrameChg>
      </pc:sldChg>
      <pc:sldChg chg="modSp add del mod">
        <pc:chgData name="White (she/her), Whitney" userId="65f39021-2f1d-4d8b-87dc-b123826f65bf" providerId="ADAL" clId="{F4820A36-6386-483D-8AD3-40039E5E2A7C}" dt="2023-01-17T05:50:21.946" v="450" actId="47"/>
        <pc:sldMkLst>
          <pc:docMk/>
          <pc:sldMk cId="2149232834" sldId="265"/>
        </pc:sldMkLst>
        <pc:spChg chg="mod">
          <ac:chgData name="White (she/her), Whitney" userId="65f39021-2f1d-4d8b-87dc-b123826f65bf" providerId="ADAL" clId="{F4820A36-6386-483D-8AD3-40039E5E2A7C}" dt="2023-01-17T05:48:06.409" v="434" actId="20577"/>
          <ac:spMkLst>
            <pc:docMk/>
            <pc:sldMk cId="2149232834" sldId="265"/>
            <ac:spMk id="2" creationId="{8FA23B53-1A3B-4A6E-937F-609C1BF3094C}"/>
          </ac:spMkLst>
        </pc:spChg>
      </pc:sldChg>
      <pc:sldChg chg="modSp add mod">
        <pc:chgData name="White (she/her), Whitney" userId="65f39021-2f1d-4d8b-87dc-b123826f65bf" providerId="ADAL" clId="{F4820A36-6386-483D-8AD3-40039E5E2A7C}" dt="2023-01-17T05:56:06.552" v="526" actId="12"/>
        <pc:sldMkLst>
          <pc:docMk/>
          <pc:sldMk cId="1447974573" sldId="266"/>
        </pc:sldMkLst>
        <pc:spChg chg="mod">
          <ac:chgData name="White (she/her), Whitney" userId="65f39021-2f1d-4d8b-87dc-b123826f65bf" providerId="ADAL" clId="{F4820A36-6386-483D-8AD3-40039E5E2A7C}" dt="2023-01-17T05:54:54.389" v="517" actId="20577"/>
          <ac:spMkLst>
            <pc:docMk/>
            <pc:sldMk cId="1447974573" sldId="266"/>
            <ac:spMk id="2" creationId="{8FA23B53-1A3B-4A6E-937F-609C1BF3094C}"/>
          </ac:spMkLst>
        </pc:spChg>
        <pc:graphicFrameChg chg="mod modGraphic">
          <ac:chgData name="White (she/her), Whitney" userId="65f39021-2f1d-4d8b-87dc-b123826f65bf" providerId="ADAL" clId="{F4820A36-6386-483D-8AD3-40039E5E2A7C}" dt="2023-01-17T05:56:06.552" v="526" actId="12"/>
          <ac:graphicFrameMkLst>
            <pc:docMk/>
            <pc:sldMk cId="1447974573" sldId="266"/>
            <ac:graphicFrameMk id="6" creationId="{2DDBE261-9108-46AB-AF53-4F0E8EA19826}"/>
          </ac:graphicFrameMkLst>
        </pc:graphicFrameChg>
      </pc:sldChg>
      <pc:sldChg chg="add del">
        <pc:chgData name="White (she/her), Whitney" userId="65f39021-2f1d-4d8b-87dc-b123826f65bf" providerId="ADAL" clId="{F4820A36-6386-483D-8AD3-40039E5E2A7C}" dt="2023-01-17T05:50:22.729" v="451" actId="47"/>
        <pc:sldMkLst>
          <pc:docMk/>
          <pc:sldMk cId="3646687354" sldId="266"/>
        </pc:sldMkLst>
      </pc:sldChg>
      <pc:sldChg chg="modSp add mod ord">
        <pc:chgData name="White (she/her), Whitney" userId="65f39021-2f1d-4d8b-87dc-b123826f65bf" providerId="ADAL" clId="{F4820A36-6386-483D-8AD3-40039E5E2A7C}" dt="2023-01-17T05:54:36.054" v="513" actId="12"/>
        <pc:sldMkLst>
          <pc:docMk/>
          <pc:sldMk cId="2764036873" sldId="267"/>
        </pc:sldMkLst>
        <pc:spChg chg="mod">
          <ac:chgData name="White (she/her), Whitney" userId="65f39021-2f1d-4d8b-87dc-b123826f65bf" providerId="ADAL" clId="{F4820A36-6386-483D-8AD3-40039E5E2A7C}" dt="2023-01-17T05:53:11.025" v="492" actId="20577"/>
          <ac:spMkLst>
            <pc:docMk/>
            <pc:sldMk cId="2764036873" sldId="267"/>
            <ac:spMk id="2" creationId="{8FA23B53-1A3B-4A6E-937F-609C1BF3094C}"/>
          </ac:spMkLst>
        </pc:spChg>
        <pc:graphicFrameChg chg="mod modGraphic">
          <ac:chgData name="White (she/her), Whitney" userId="65f39021-2f1d-4d8b-87dc-b123826f65bf" providerId="ADAL" clId="{F4820A36-6386-483D-8AD3-40039E5E2A7C}" dt="2023-01-17T05:54:36.054" v="513" actId="12"/>
          <ac:graphicFrameMkLst>
            <pc:docMk/>
            <pc:sldMk cId="2764036873" sldId="267"/>
            <ac:graphicFrameMk id="6" creationId="{2DDBE261-9108-46AB-AF53-4F0E8EA19826}"/>
          </ac:graphicFrameMkLst>
        </pc:graphicFrameChg>
      </pc:sldChg>
      <pc:sldChg chg="add del">
        <pc:chgData name="White (she/her), Whitney" userId="65f39021-2f1d-4d8b-87dc-b123826f65bf" providerId="ADAL" clId="{F4820A36-6386-483D-8AD3-40039E5E2A7C}" dt="2023-01-17T05:50:23.519" v="452" actId="47"/>
        <pc:sldMkLst>
          <pc:docMk/>
          <pc:sldMk cId="4178521094" sldId="267"/>
        </pc:sldMkLst>
      </pc:sldChg>
      <pc:sldChg chg="modSp new mod">
        <pc:chgData name="White (she/her), Whitney" userId="65f39021-2f1d-4d8b-87dc-b123826f65bf" providerId="ADAL" clId="{F4820A36-6386-483D-8AD3-40039E5E2A7C}" dt="2023-01-17T06:01:59.536" v="688" actId="114"/>
        <pc:sldMkLst>
          <pc:docMk/>
          <pc:sldMk cId="570920475" sldId="268"/>
        </pc:sldMkLst>
        <pc:spChg chg="mod">
          <ac:chgData name="White (she/her), Whitney" userId="65f39021-2f1d-4d8b-87dc-b123826f65bf" providerId="ADAL" clId="{F4820A36-6386-483D-8AD3-40039E5E2A7C}" dt="2023-01-17T05:56:50.271" v="547" actId="20577"/>
          <ac:spMkLst>
            <pc:docMk/>
            <pc:sldMk cId="570920475" sldId="268"/>
            <ac:spMk id="2" creationId="{2CEA11CF-62CB-44F9-9423-E711872CF8D6}"/>
          </ac:spMkLst>
        </pc:spChg>
        <pc:spChg chg="mod">
          <ac:chgData name="White (she/her), Whitney" userId="65f39021-2f1d-4d8b-87dc-b123826f65bf" providerId="ADAL" clId="{F4820A36-6386-483D-8AD3-40039E5E2A7C}" dt="2023-01-17T06:01:59.536" v="688" actId="114"/>
          <ac:spMkLst>
            <pc:docMk/>
            <pc:sldMk cId="570920475" sldId="268"/>
            <ac:spMk id="3" creationId="{CE97D1DC-B2CF-4B3C-85A4-D7045E6E4869}"/>
          </ac:spMkLst>
        </pc:spChg>
      </pc:sldChg>
      <pc:sldChg chg="modSp new mod modAnim">
        <pc:chgData name="White (she/her), Whitney" userId="65f39021-2f1d-4d8b-87dc-b123826f65bf" providerId="ADAL" clId="{F4820A36-6386-483D-8AD3-40039E5E2A7C}" dt="2023-01-17T06:04:53.686" v="800" actId="20577"/>
        <pc:sldMkLst>
          <pc:docMk/>
          <pc:sldMk cId="815466008" sldId="269"/>
        </pc:sldMkLst>
        <pc:spChg chg="mod">
          <ac:chgData name="White (she/her), Whitney" userId="65f39021-2f1d-4d8b-87dc-b123826f65bf" providerId="ADAL" clId="{F4820A36-6386-483D-8AD3-40039E5E2A7C}" dt="2023-01-17T06:04:53.686" v="800" actId="20577"/>
          <ac:spMkLst>
            <pc:docMk/>
            <pc:sldMk cId="815466008" sldId="269"/>
            <ac:spMk id="2" creationId="{2CC1B632-84E5-450F-8357-4EDA30029B36}"/>
          </ac:spMkLst>
        </pc:spChg>
        <pc:spChg chg="mod">
          <ac:chgData name="White (she/her), Whitney" userId="65f39021-2f1d-4d8b-87dc-b123826f65bf" providerId="ADAL" clId="{F4820A36-6386-483D-8AD3-40039E5E2A7C}" dt="2023-01-17T06:04:40.325" v="762" actId="20577"/>
          <ac:spMkLst>
            <pc:docMk/>
            <pc:sldMk cId="815466008" sldId="269"/>
            <ac:spMk id="3" creationId="{76D2B594-56BC-40FD-974E-172481ECDDDC}"/>
          </ac:spMkLst>
        </pc:spChg>
      </pc:sldChg>
    </pc:docChg>
  </pc:docChgLst>
  <pc:docChgLst>
    <pc:chgData name="White (she/her), Whitney" userId="65f39021-2f1d-4d8b-87dc-b123826f65bf" providerId="ADAL" clId="{38F44297-F94C-4991-BC7E-AAD79838D019}"/>
    <pc:docChg chg="custSel delSld modSld modSection">
      <pc:chgData name="White (she/her), Whitney" userId="65f39021-2f1d-4d8b-87dc-b123826f65bf" providerId="ADAL" clId="{38F44297-F94C-4991-BC7E-AAD79838D019}" dt="2023-01-17T03:44:30.772" v="117" actId="20577"/>
      <pc:docMkLst>
        <pc:docMk/>
      </pc:docMkLst>
      <pc:sldChg chg="modSp mod">
        <pc:chgData name="White (she/her), Whitney" userId="65f39021-2f1d-4d8b-87dc-b123826f65bf" providerId="ADAL" clId="{38F44297-F94C-4991-BC7E-AAD79838D019}" dt="2023-01-17T03:44:30.772" v="117" actId="20577"/>
        <pc:sldMkLst>
          <pc:docMk/>
          <pc:sldMk cId="1482277026" sldId="256"/>
        </pc:sldMkLst>
        <pc:spChg chg="mod">
          <ac:chgData name="White (she/her), Whitney" userId="65f39021-2f1d-4d8b-87dc-b123826f65bf" providerId="ADAL" clId="{38F44297-F94C-4991-BC7E-AAD79838D019}" dt="2023-01-17T03:44:30.772" v="117" actId="20577"/>
          <ac:spMkLst>
            <pc:docMk/>
            <pc:sldMk cId="1482277026" sldId="256"/>
            <ac:spMk id="2" creationId="{BFFCF5BD-F8FF-4A67-A8B6-EBB21E79279B}"/>
          </ac:spMkLst>
        </pc:spChg>
        <pc:spChg chg="mod">
          <ac:chgData name="White (she/her), Whitney" userId="65f39021-2f1d-4d8b-87dc-b123826f65bf" providerId="ADAL" clId="{38F44297-F94C-4991-BC7E-AAD79838D019}" dt="2023-01-17T03:43:15.507" v="113" actId="20577"/>
          <ac:spMkLst>
            <pc:docMk/>
            <pc:sldMk cId="1482277026" sldId="256"/>
            <ac:spMk id="3" creationId="{E0FBD98F-3A67-498E-8174-652040DD7B60}"/>
          </ac:spMkLst>
        </pc:spChg>
      </pc:sldChg>
      <pc:sldChg chg="del">
        <pc:chgData name="White (she/her), Whitney" userId="65f39021-2f1d-4d8b-87dc-b123826f65bf" providerId="ADAL" clId="{38F44297-F94C-4991-BC7E-AAD79838D019}" dt="2023-01-17T03:43:47.911" v="116" actId="47"/>
        <pc:sldMkLst>
          <pc:docMk/>
          <pc:sldMk cId="1163931679" sldId="263"/>
        </pc:sldMkLst>
      </pc:sldChg>
      <pc:sldChg chg="del">
        <pc:chgData name="White (she/her), Whitney" userId="65f39021-2f1d-4d8b-87dc-b123826f65bf" providerId="ADAL" clId="{38F44297-F94C-4991-BC7E-AAD79838D019}" dt="2023-01-17T03:43:40.476" v="114" actId="47"/>
        <pc:sldMkLst>
          <pc:docMk/>
          <pc:sldMk cId="3493109116" sldId="264"/>
        </pc:sldMkLst>
      </pc:sldChg>
      <pc:sldChg chg="del">
        <pc:chgData name="White (she/her), Whitney" userId="65f39021-2f1d-4d8b-87dc-b123826f65bf" providerId="ADAL" clId="{38F44297-F94C-4991-BC7E-AAD79838D019}" dt="2023-01-17T03:43:45.323" v="115" actId="47"/>
        <pc:sldMkLst>
          <pc:docMk/>
          <pc:sldMk cId="2571717539"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7: High Leverage Teaching Practices| Lesson 7.09</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fontScale="92500" lnSpcReduction="10000"/>
          </a:bodyPr>
          <a:lstStyle/>
          <a:p>
            <a:r>
              <a:rPr lang="en-US" sz="6000" dirty="0"/>
              <a:t>Questioning | Using Questioning Strategies to Support Student Learning</a:t>
            </a:r>
          </a:p>
        </p:txBody>
      </p:sp>
      <p:sp>
        <p:nvSpPr>
          <p:cNvPr id="4" name="TextBox 3">
            <a:extLst>
              <a:ext uri="{FF2B5EF4-FFF2-40B4-BE49-F238E27FC236}">
                <a16:creationId xmlns:a16="http://schemas.microsoft.com/office/drawing/2014/main" id="{F0624302-BDAC-09BD-3D9D-8A685F4FAAD2}"/>
              </a:ext>
            </a:extLst>
          </p:cNvPr>
          <p:cNvSpPr txBox="1"/>
          <p:nvPr/>
        </p:nvSpPr>
        <p:spPr>
          <a:xfrm>
            <a:off x="0" y="6438550"/>
            <a:ext cx="11814494" cy="338554"/>
          </a:xfrm>
          <a:prstGeom prst="rect">
            <a:avLst/>
          </a:prstGeom>
          <a:noFill/>
        </p:spPr>
        <p:txBody>
          <a:bodyPr wrap="square">
            <a:spAutoFit/>
          </a:body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3B, 14F</a:t>
            </a:r>
          </a:p>
          <a:p>
            <a:pPr marL="0" indent="0">
              <a:buNone/>
            </a:pPr>
            <a:endParaRPr lang="en-US" dirty="0"/>
          </a:p>
          <a:p>
            <a:pPr marL="0" indent="0">
              <a:buNone/>
            </a:pPr>
            <a:r>
              <a:rPr lang="en-US" dirty="0"/>
              <a:t>The student will:</a:t>
            </a:r>
          </a:p>
          <a:p>
            <a:pPr marL="342900" marR="0" lvl="0" indent="-342900">
              <a:spcBef>
                <a:spcPts val="600"/>
              </a:spcBef>
              <a:spcAft>
                <a:spcPts val="60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Times New Roman" panose="02020603050405020304" pitchFamily="18" charset="0"/>
              </a:rPr>
              <a:t>Identify the different types of questions teachers can ask with their purpose in the classroom</a:t>
            </a:r>
          </a:p>
          <a:p>
            <a:pPr marL="342900" marR="0" lvl="0" indent="-342900">
              <a:spcBef>
                <a:spcPts val="600"/>
              </a:spcBef>
              <a:spcAft>
                <a:spcPts val="60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Arial" panose="020B0604020202020204" pitchFamily="34" charset="0"/>
              </a:rPr>
              <a:t>Analyze questions from a lesson for evidence of high-quality questioning strategies</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342900" marR="0" lvl="0" indent="-342900">
              <a:spcBef>
                <a:spcPts val="600"/>
              </a:spcBef>
              <a:spcAft>
                <a:spcPts val="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What do you remember about the characteristics of effective questions? </a:t>
            </a:r>
          </a:p>
          <a:p>
            <a:pPr marL="342900" marR="0" lvl="0" indent="-342900">
              <a:spcBef>
                <a:spcPts val="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How does the use of meaningful questions lead to cognitive engagement and student understanding?</a:t>
            </a:r>
          </a:p>
          <a:p>
            <a:pPr marL="342900" marR="0" lvl="0" indent="-342900">
              <a:spcBef>
                <a:spcPts val="0"/>
              </a:spcBef>
              <a:spcAft>
                <a:spcPts val="600"/>
              </a:spcAft>
              <a:buFont typeface="+mj-lt"/>
              <a:buAutoNum type="arabicPeriod"/>
            </a:pPr>
            <a:r>
              <a:rPr lang="en-US" dirty="0">
                <a:effectLst/>
                <a:latin typeface="Calibri" panose="020F0502020204030204" pitchFamily="34" charset="0"/>
                <a:ea typeface="Calibri" panose="020F0502020204030204" pitchFamily="34" charset="0"/>
                <a:cs typeface="Arial" panose="020B0604020202020204" pitchFamily="34" charset="0"/>
              </a:rPr>
              <a:t>How do teachers use questioning to inform their instruction? </a:t>
            </a:r>
            <a:endParaRPr lang="en-US" dirty="0">
              <a:highlight>
                <a:srgbClr val="FFFF00"/>
              </a:highlight>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B1CB61B5-D94A-46C9-8CBD-A8631A9E3547}"/>
              </a:ext>
            </a:extLst>
          </p:cNvPr>
          <p:cNvGraphicFramePr>
            <a:graphicFrameLocks noGrp="1"/>
          </p:cNvGraphicFramePr>
          <p:nvPr>
            <p:ph idx="1"/>
            <p:extLst>
              <p:ext uri="{D42A27DB-BD31-4B8C-83A1-F6EECF244321}">
                <p14:modId xmlns:p14="http://schemas.microsoft.com/office/powerpoint/2010/main" val="4124286022"/>
              </p:ext>
            </p:extLst>
          </p:nvPr>
        </p:nvGraphicFramePr>
        <p:xfrm>
          <a:off x="561975" y="2066924"/>
          <a:ext cx="10791825" cy="3575685"/>
        </p:xfrm>
        <a:graphic>
          <a:graphicData uri="http://schemas.openxmlformats.org/drawingml/2006/table">
            <a:tbl>
              <a:tblPr firstRow="1" firstCol="1" bandRow="1"/>
              <a:tblGrid>
                <a:gridCol w="2358342">
                  <a:extLst>
                    <a:ext uri="{9D8B030D-6E8A-4147-A177-3AD203B41FA5}">
                      <a16:colId xmlns:a16="http://schemas.microsoft.com/office/drawing/2014/main" val="3533729886"/>
                    </a:ext>
                  </a:extLst>
                </a:gridCol>
                <a:gridCol w="8433483">
                  <a:extLst>
                    <a:ext uri="{9D8B030D-6E8A-4147-A177-3AD203B41FA5}">
                      <a16:colId xmlns:a16="http://schemas.microsoft.com/office/drawing/2014/main" val="1337522550"/>
                    </a:ext>
                  </a:extLst>
                </a:gridCol>
              </a:tblGrid>
              <a:tr h="649605">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Bloom’s Taxonomy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A model used to classify thinking into levels of rigor.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45079724"/>
                  </a:ext>
                </a:extLst>
              </a:tr>
              <a:tr h="649605">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Lower-Level Questions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Questions that require students to recall or restate information that is relatively easy to give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4847837"/>
                  </a:ext>
                </a:extLst>
              </a:tr>
              <a:tr h="649605">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Higher-Level Questions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Questions that require students to think deeply and critically about a topic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3387060"/>
                  </a:ext>
                </a:extLst>
              </a:tr>
              <a:tr h="649605">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Closed Questions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Questions that have a limited number of acceptable answers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8866746"/>
                  </a:ext>
                </a:extLst>
              </a:tr>
              <a:tr h="649605">
                <a:tc>
                  <a:txBody>
                    <a:bodyPr/>
                    <a:lstStyle/>
                    <a:p>
                      <a:pPr marL="0" marR="0">
                        <a:spcBef>
                          <a:spcPts val="600"/>
                        </a:spcBef>
                        <a:spcAft>
                          <a:spcPts val="600"/>
                        </a:spcAft>
                      </a:pPr>
                      <a:r>
                        <a:rPr lang="en-US" sz="2400">
                          <a:effectLst/>
                          <a:latin typeface="Calibri" panose="020F0502020204030204" pitchFamily="34" charset="0"/>
                          <a:ea typeface="Calibri" panose="020F0502020204030204" pitchFamily="34" charset="0"/>
                          <a:cs typeface="Arial" panose="020B0604020202020204" pitchFamily="34" charset="0"/>
                        </a:rPr>
                        <a:t>Open Questions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Arial" panose="020B0604020202020204" pitchFamily="34" charset="0"/>
                        </a:rPr>
                        <a:t>Questions that have many acceptable answers and that promote deeper thinking and building of connections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94197853"/>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D1778-3603-46AE-B8F0-6CC24A115A56}"/>
              </a:ext>
            </a:extLst>
          </p:cNvPr>
          <p:cNvSpPr>
            <a:spLocks noGrp="1"/>
          </p:cNvSpPr>
          <p:nvPr>
            <p:ph type="title"/>
          </p:nvPr>
        </p:nvSpPr>
        <p:spPr/>
        <p:txBody>
          <a:bodyPr/>
          <a:lstStyle/>
          <a:p>
            <a:r>
              <a:rPr lang="en-US" dirty="0"/>
              <a:t>Why Questioning is Important</a:t>
            </a:r>
          </a:p>
        </p:txBody>
      </p:sp>
      <p:sp>
        <p:nvSpPr>
          <p:cNvPr id="3" name="Content Placeholder 2">
            <a:extLst>
              <a:ext uri="{FF2B5EF4-FFF2-40B4-BE49-F238E27FC236}">
                <a16:creationId xmlns:a16="http://schemas.microsoft.com/office/drawing/2014/main" id="{49212E06-52FE-4347-845B-061E20139569}"/>
              </a:ext>
            </a:extLst>
          </p:cNvPr>
          <p:cNvSpPr>
            <a:spLocks noGrp="1"/>
          </p:cNvSpPr>
          <p:nvPr>
            <p:ph idx="1"/>
          </p:nvPr>
        </p:nvSpPr>
        <p:spPr/>
        <p:txBody>
          <a:bodyPr/>
          <a:lstStyle/>
          <a:p>
            <a:pPr marL="342900" marR="0" lvl="0" indent="-342900">
              <a:spcBef>
                <a:spcPts val="600"/>
              </a:spcBef>
              <a:spcAft>
                <a:spcPts val="0"/>
              </a:spcAft>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Arial" panose="020B0604020202020204" pitchFamily="34" charset="0"/>
              </a:rPr>
              <a:t>Encourages extended student response </a:t>
            </a:r>
          </a:p>
          <a:p>
            <a:pPr marL="342900" marR="0" lvl="0" indent="-342900">
              <a:spcBef>
                <a:spcPts val="0"/>
              </a:spcBef>
              <a:spcAft>
                <a:spcPts val="0"/>
              </a:spcAft>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Arial" panose="020B0604020202020204" pitchFamily="34" charset="0"/>
              </a:rPr>
              <a:t>Engages students in effective class discussions</a:t>
            </a:r>
          </a:p>
          <a:p>
            <a:pPr marL="342900" marR="0" lvl="0" indent="-342900">
              <a:spcBef>
                <a:spcPts val="0"/>
              </a:spcBef>
              <a:spcAft>
                <a:spcPts val="0"/>
              </a:spcAft>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Arial" panose="020B0604020202020204" pitchFamily="34" charset="0"/>
              </a:rPr>
              <a:t>Fosters student involvement</a:t>
            </a:r>
          </a:p>
          <a:p>
            <a:pPr marL="342900" marR="0" lvl="0" indent="-342900">
              <a:spcBef>
                <a:spcPts val="0"/>
              </a:spcBef>
              <a:spcAft>
                <a:spcPts val="0"/>
              </a:spcAft>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Arial" panose="020B0604020202020204" pitchFamily="34" charset="0"/>
              </a:rPr>
              <a:t>Facilitates a positive, active learning environment</a:t>
            </a:r>
          </a:p>
          <a:p>
            <a:pPr marL="342900" marR="0" lvl="0" indent="-342900">
              <a:spcBef>
                <a:spcPts val="0"/>
              </a:spcBef>
              <a:spcAft>
                <a:spcPts val="0"/>
              </a:spcAft>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Arial" panose="020B0604020202020204" pitchFamily="34" charset="0"/>
              </a:rPr>
              <a:t>Helps teachers to challenge students and learn more about how they think. </a:t>
            </a:r>
          </a:p>
          <a:p>
            <a:pPr marL="342900" marR="0" lvl="0" indent="-342900">
              <a:spcBef>
                <a:spcPts val="0"/>
              </a:spcBef>
              <a:spcAft>
                <a:spcPts val="600"/>
              </a:spcAft>
              <a:buFont typeface="Symbol" panose="05050102010706020507" pitchFamily="18" charset="2"/>
              <a:buChar char=""/>
            </a:pPr>
            <a:r>
              <a:rPr lang="en-US" sz="3200" dirty="0">
                <a:effectLst/>
                <a:latin typeface="Calibri" panose="020F0502020204030204" pitchFamily="34" charset="0"/>
                <a:ea typeface="Calibri" panose="020F0502020204030204" pitchFamily="34" charset="0"/>
                <a:cs typeface="Arial" panose="020B0604020202020204" pitchFamily="34" charset="0"/>
              </a:rPr>
              <a:t>Helps teachers to understand what students know/don’t know</a:t>
            </a:r>
          </a:p>
          <a:p>
            <a:pPr marL="0" indent="0">
              <a:buNone/>
            </a:pPr>
            <a:endParaRPr lang="en-US" dirty="0"/>
          </a:p>
        </p:txBody>
      </p:sp>
      <p:sp>
        <p:nvSpPr>
          <p:cNvPr id="4" name="Slide Number Placeholder 3">
            <a:extLst>
              <a:ext uri="{FF2B5EF4-FFF2-40B4-BE49-F238E27FC236}">
                <a16:creationId xmlns:a16="http://schemas.microsoft.com/office/drawing/2014/main" id="{61091900-CE35-469F-BA30-0C27BEFF1CF7}"/>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047311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5E1A6-3B9E-40E8-8F48-3B9AD8536B8D}"/>
              </a:ext>
            </a:extLst>
          </p:cNvPr>
          <p:cNvSpPr>
            <a:spLocks noGrp="1"/>
          </p:cNvSpPr>
          <p:nvPr>
            <p:ph type="title"/>
          </p:nvPr>
        </p:nvSpPr>
        <p:spPr>
          <a:xfrm>
            <a:off x="838200" y="365125"/>
            <a:ext cx="10515600" cy="1325563"/>
          </a:xfrm>
        </p:spPr>
        <p:txBody>
          <a:bodyPr anchor="ctr">
            <a:normAutofit/>
          </a:bodyPr>
          <a:lstStyle/>
          <a:p>
            <a:r>
              <a:rPr lang="en-US" dirty="0"/>
              <a:t>Bloom’s Taxonomy</a:t>
            </a:r>
          </a:p>
        </p:txBody>
      </p:sp>
      <p:pic>
        <p:nvPicPr>
          <p:cNvPr id="5" name="Content Placeholder 4" descr="Bloom's Taxonomy">
            <a:extLst>
              <a:ext uri="{FF2B5EF4-FFF2-40B4-BE49-F238E27FC236}">
                <a16:creationId xmlns:a16="http://schemas.microsoft.com/office/drawing/2014/main" id="{FCAA4267-D1BD-428D-80B7-DBBB0ABECA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2228144" y="1825625"/>
            <a:ext cx="7735712" cy="4351338"/>
          </a:xfrm>
          <a:prstGeom prst="rect">
            <a:avLst/>
          </a:prstGeom>
          <a:noFill/>
          <a:ln>
            <a:noFill/>
          </a:ln>
        </p:spPr>
      </p:pic>
      <p:sp>
        <p:nvSpPr>
          <p:cNvPr id="4" name="Slide Number Placeholder 3">
            <a:extLst>
              <a:ext uri="{FF2B5EF4-FFF2-40B4-BE49-F238E27FC236}">
                <a16:creationId xmlns:a16="http://schemas.microsoft.com/office/drawing/2014/main" id="{82035DDB-CDB6-42A6-A621-3734320CFEF1}"/>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E2D56C8B-F564-4051-AFED-A78F1C6A2F0E}" type="slidenum">
              <a:rPr lang="en-US" smtClean="0"/>
              <a:pPr>
                <a:spcAft>
                  <a:spcPts val="600"/>
                </a:spcAft>
              </a:pPr>
              <a:t>6</a:t>
            </a:fld>
            <a:endParaRPr lang="en-US"/>
          </a:p>
        </p:txBody>
      </p:sp>
    </p:spTree>
    <p:extLst>
      <p:ext uri="{BB962C8B-B14F-4D97-AF65-F5344CB8AC3E}">
        <p14:creationId xmlns:p14="http://schemas.microsoft.com/office/powerpoint/2010/main" val="27048763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3B53-1A3B-4A6E-937F-609C1BF3094C}"/>
              </a:ext>
            </a:extLst>
          </p:cNvPr>
          <p:cNvSpPr>
            <a:spLocks noGrp="1"/>
          </p:cNvSpPr>
          <p:nvPr>
            <p:ph type="title"/>
          </p:nvPr>
        </p:nvSpPr>
        <p:spPr/>
        <p:txBody>
          <a:bodyPr/>
          <a:lstStyle/>
          <a:p>
            <a:r>
              <a:rPr lang="en-US" dirty="0"/>
              <a:t>Lower-Level Questions</a:t>
            </a:r>
          </a:p>
        </p:txBody>
      </p:sp>
      <p:graphicFrame>
        <p:nvGraphicFramePr>
          <p:cNvPr id="6" name="Table 6">
            <a:extLst>
              <a:ext uri="{FF2B5EF4-FFF2-40B4-BE49-F238E27FC236}">
                <a16:creationId xmlns:a16="http://schemas.microsoft.com/office/drawing/2014/main" id="{2DDBE261-9108-46AB-AF53-4F0E8EA19826}"/>
              </a:ext>
            </a:extLst>
          </p:cNvPr>
          <p:cNvGraphicFramePr>
            <a:graphicFrameLocks noGrp="1"/>
          </p:cNvGraphicFramePr>
          <p:nvPr>
            <p:ph idx="1"/>
            <p:extLst>
              <p:ext uri="{D42A27DB-BD31-4B8C-83A1-F6EECF244321}">
                <p14:modId xmlns:p14="http://schemas.microsoft.com/office/powerpoint/2010/main" val="2879439585"/>
              </p:ext>
            </p:extLst>
          </p:nvPr>
        </p:nvGraphicFramePr>
        <p:xfrm>
          <a:off x="838200" y="1690688"/>
          <a:ext cx="10515600" cy="3749040"/>
        </p:xfrm>
        <a:graphic>
          <a:graphicData uri="http://schemas.openxmlformats.org/drawingml/2006/table">
            <a:tbl>
              <a:tblPr firstRow="1" bandRow="1">
                <a:tableStyleId>{5940675A-B579-460E-94D1-54222C63F5DA}</a:tableStyleId>
              </a:tblPr>
              <a:tblGrid>
                <a:gridCol w="1905000">
                  <a:extLst>
                    <a:ext uri="{9D8B030D-6E8A-4147-A177-3AD203B41FA5}">
                      <a16:colId xmlns:a16="http://schemas.microsoft.com/office/drawing/2014/main" val="2712573834"/>
                    </a:ext>
                  </a:extLst>
                </a:gridCol>
                <a:gridCol w="8610600">
                  <a:extLst>
                    <a:ext uri="{9D8B030D-6E8A-4147-A177-3AD203B41FA5}">
                      <a16:colId xmlns:a16="http://schemas.microsoft.com/office/drawing/2014/main" val="2950716703"/>
                    </a:ext>
                  </a:extLst>
                </a:gridCol>
              </a:tblGrid>
              <a:tr h="227965">
                <a:tc gridSpan="2">
                  <a:txBody>
                    <a:bodyPr/>
                    <a:lstStyle/>
                    <a:p>
                      <a:pPr algn="ctr"/>
                      <a:r>
                        <a:rPr lang="en-US" sz="1800" i="1" kern="1200" dirty="0">
                          <a:solidFill>
                            <a:schemeClr val="tx1"/>
                          </a:solidFill>
                          <a:effectLst/>
                          <a:latin typeface="+mn-lt"/>
                          <a:ea typeface="+mn-ea"/>
                          <a:cs typeface="+mn-cs"/>
                        </a:rPr>
                        <a:t>Questions that require students to recall or restate information that is relatively easy to give</a:t>
                      </a:r>
                      <a:endParaRPr lang="en-US" b="1" dirty="0"/>
                    </a:p>
                  </a:txBody>
                  <a:tcPr>
                    <a:solidFill>
                      <a:schemeClr val="bg1">
                        <a:lumMod val="85000"/>
                      </a:schemeClr>
                    </a:solidFill>
                  </a:tcPr>
                </a:tc>
                <a:tc hMerge="1">
                  <a:txBody>
                    <a:bodyPr/>
                    <a:lstStyle/>
                    <a:p>
                      <a:endParaRPr lang="en-US" dirty="0"/>
                    </a:p>
                  </a:txBody>
                  <a:tcPr/>
                </a:tc>
                <a:extLst>
                  <a:ext uri="{0D108BD9-81ED-4DB2-BD59-A6C34878D82A}">
                    <a16:rowId xmlns:a16="http://schemas.microsoft.com/office/drawing/2014/main" val="3732280447"/>
                  </a:ext>
                </a:extLst>
              </a:tr>
              <a:tr h="185420">
                <a:tc>
                  <a:txBody>
                    <a:bodyPr/>
                    <a:lstStyle/>
                    <a:p>
                      <a:pPr algn="ctr"/>
                      <a:r>
                        <a:rPr lang="en-US" b="1" dirty="0"/>
                        <a:t>Level of Blooms</a:t>
                      </a:r>
                    </a:p>
                  </a:txBody>
                  <a:tcPr>
                    <a:solidFill>
                      <a:schemeClr val="bg1">
                        <a:lumMod val="85000"/>
                      </a:schemeClr>
                    </a:solidFill>
                  </a:tcPr>
                </a:tc>
                <a:tc>
                  <a:txBody>
                    <a:bodyPr/>
                    <a:lstStyle/>
                    <a:p>
                      <a:r>
                        <a:rPr lang="en-US" sz="1800" kern="1200" dirty="0">
                          <a:solidFill>
                            <a:schemeClr val="tx1"/>
                          </a:solidFill>
                          <a:effectLst/>
                          <a:latin typeface="+mn-lt"/>
                          <a:ea typeface="+mn-ea"/>
                          <a:cs typeface="+mn-cs"/>
                        </a:rPr>
                        <a:t>Remember, Understand, Apply</a:t>
                      </a:r>
                      <a:endParaRPr lang="en-US" dirty="0"/>
                    </a:p>
                  </a:txBody>
                  <a:tcPr/>
                </a:tc>
                <a:extLst>
                  <a:ext uri="{0D108BD9-81ED-4DB2-BD59-A6C34878D82A}">
                    <a16:rowId xmlns:a16="http://schemas.microsoft.com/office/drawing/2014/main" val="5755475"/>
                  </a:ext>
                </a:extLst>
              </a:tr>
              <a:tr h="370840">
                <a:tc>
                  <a:txBody>
                    <a:bodyPr/>
                    <a:lstStyle/>
                    <a:p>
                      <a:pPr algn="ctr"/>
                      <a:r>
                        <a:rPr lang="en-US" b="1" dirty="0"/>
                        <a:t>Purpose</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Review or summarize content</a:t>
                      </a: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Assess comprehension</a:t>
                      </a: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Check student understanding</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Determine student strengths &amp; weaknesses</a:t>
                      </a:r>
                      <a:endParaRPr lang="en-US" dirty="0"/>
                    </a:p>
                  </a:txBody>
                  <a:tcPr/>
                </a:tc>
                <a:extLst>
                  <a:ext uri="{0D108BD9-81ED-4DB2-BD59-A6C34878D82A}">
                    <a16:rowId xmlns:a16="http://schemas.microsoft.com/office/drawing/2014/main" val="3594284138"/>
                  </a:ext>
                </a:extLst>
              </a:tr>
              <a:tr h="370840">
                <a:tc>
                  <a:txBody>
                    <a:bodyPr/>
                    <a:lstStyle/>
                    <a:p>
                      <a:pPr algn="ctr"/>
                      <a:r>
                        <a:rPr lang="en-US" b="1" dirty="0"/>
                        <a:t>Examples</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Define theme.</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What are the three branches of government?</a:t>
                      </a:r>
                      <a:endParaRPr lang="en-US" dirty="0"/>
                    </a:p>
                  </a:txBody>
                  <a:tcPr/>
                </a:tc>
                <a:extLst>
                  <a:ext uri="{0D108BD9-81ED-4DB2-BD59-A6C34878D82A}">
                    <a16:rowId xmlns:a16="http://schemas.microsoft.com/office/drawing/2014/main" val="3851171432"/>
                  </a:ext>
                </a:extLst>
              </a:tr>
              <a:tr h="370840">
                <a:tc>
                  <a:txBody>
                    <a:bodyPr/>
                    <a:lstStyle/>
                    <a:p>
                      <a:pPr algn="ctr"/>
                      <a:r>
                        <a:rPr lang="en-US" b="1" dirty="0"/>
                        <a:t>Non-Examples</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What second theme could be added to this story, and how would you change the story to support the additional theme?</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What is the function of each of the three branches of government and how do they compare? </a:t>
                      </a:r>
                      <a:endParaRPr lang="en-US" dirty="0"/>
                    </a:p>
                  </a:txBody>
                  <a:tcPr/>
                </a:tc>
                <a:extLst>
                  <a:ext uri="{0D108BD9-81ED-4DB2-BD59-A6C34878D82A}">
                    <a16:rowId xmlns:a16="http://schemas.microsoft.com/office/drawing/2014/main" val="1337669959"/>
                  </a:ext>
                </a:extLst>
              </a:tr>
            </a:tbl>
          </a:graphicData>
        </a:graphic>
      </p:graphicFrame>
      <p:sp>
        <p:nvSpPr>
          <p:cNvPr id="4" name="Slide Number Placeholder 3">
            <a:extLst>
              <a:ext uri="{FF2B5EF4-FFF2-40B4-BE49-F238E27FC236}">
                <a16:creationId xmlns:a16="http://schemas.microsoft.com/office/drawing/2014/main" id="{4A10974C-D7D1-4A78-A618-63FA8A765970}"/>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10881495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3B53-1A3B-4A6E-937F-609C1BF3094C}"/>
              </a:ext>
            </a:extLst>
          </p:cNvPr>
          <p:cNvSpPr>
            <a:spLocks noGrp="1"/>
          </p:cNvSpPr>
          <p:nvPr>
            <p:ph type="title"/>
          </p:nvPr>
        </p:nvSpPr>
        <p:spPr/>
        <p:txBody>
          <a:bodyPr/>
          <a:lstStyle/>
          <a:p>
            <a:r>
              <a:rPr lang="en-US" dirty="0"/>
              <a:t>Higher-Level Questions</a:t>
            </a:r>
          </a:p>
        </p:txBody>
      </p:sp>
      <p:graphicFrame>
        <p:nvGraphicFramePr>
          <p:cNvPr id="6" name="Table 6">
            <a:extLst>
              <a:ext uri="{FF2B5EF4-FFF2-40B4-BE49-F238E27FC236}">
                <a16:creationId xmlns:a16="http://schemas.microsoft.com/office/drawing/2014/main" id="{2DDBE261-9108-46AB-AF53-4F0E8EA19826}"/>
              </a:ext>
            </a:extLst>
          </p:cNvPr>
          <p:cNvGraphicFramePr>
            <a:graphicFrameLocks noGrp="1"/>
          </p:cNvGraphicFramePr>
          <p:nvPr>
            <p:ph idx="1"/>
            <p:extLst>
              <p:ext uri="{D42A27DB-BD31-4B8C-83A1-F6EECF244321}">
                <p14:modId xmlns:p14="http://schemas.microsoft.com/office/powerpoint/2010/main" val="1278627916"/>
              </p:ext>
            </p:extLst>
          </p:nvPr>
        </p:nvGraphicFramePr>
        <p:xfrm>
          <a:off x="838200" y="1690688"/>
          <a:ext cx="10515600" cy="3749040"/>
        </p:xfrm>
        <a:graphic>
          <a:graphicData uri="http://schemas.openxmlformats.org/drawingml/2006/table">
            <a:tbl>
              <a:tblPr firstRow="1" bandRow="1">
                <a:tableStyleId>{5940675A-B579-460E-94D1-54222C63F5DA}</a:tableStyleId>
              </a:tblPr>
              <a:tblGrid>
                <a:gridCol w="1905000">
                  <a:extLst>
                    <a:ext uri="{9D8B030D-6E8A-4147-A177-3AD203B41FA5}">
                      <a16:colId xmlns:a16="http://schemas.microsoft.com/office/drawing/2014/main" val="2712573834"/>
                    </a:ext>
                  </a:extLst>
                </a:gridCol>
                <a:gridCol w="8610600">
                  <a:extLst>
                    <a:ext uri="{9D8B030D-6E8A-4147-A177-3AD203B41FA5}">
                      <a16:colId xmlns:a16="http://schemas.microsoft.com/office/drawing/2014/main" val="2950716703"/>
                    </a:ext>
                  </a:extLst>
                </a:gridCol>
              </a:tblGrid>
              <a:tr h="227965">
                <a:tc gridSpan="2">
                  <a:txBody>
                    <a:bodyPr/>
                    <a:lstStyle/>
                    <a:p>
                      <a:pPr algn="ctr"/>
                      <a:r>
                        <a:rPr lang="en-US" sz="1800" i="1" kern="1200" dirty="0">
                          <a:solidFill>
                            <a:schemeClr val="tx1"/>
                          </a:solidFill>
                          <a:effectLst/>
                          <a:latin typeface="+mn-lt"/>
                          <a:ea typeface="+mn-ea"/>
                          <a:cs typeface="+mn-cs"/>
                        </a:rPr>
                        <a:t>Questions that require students to go beyond simple information and think deeply and critically about a topic</a:t>
                      </a:r>
                      <a:endParaRPr lang="en-US" b="1" dirty="0"/>
                    </a:p>
                  </a:txBody>
                  <a:tcPr>
                    <a:solidFill>
                      <a:schemeClr val="bg1">
                        <a:lumMod val="85000"/>
                      </a:schemeClr>
                    </a:solidFill>
                  </a:tcPr>
                </a:tc>
                <a:tc hMerge="1">
                  <a:txBody>
                    <a:bodyPr/>
                    <a:lstStyle/>
                    <a:p>
                      <a:endParaRPr lang="en-US" dirty="0"/>
                    </a:p>
                  </a:txBody>
                  <a:tcPr/>
                </a:tc>
                <a:extLst>
                  <a:ext uri="{0D108BD9-81ED-4DB2-BD59-A6C34878D82A}">
                    <a16:rowId xmlns:a16="http://schemas.microsoft.com/office/drawing/2014/main" val="3732280447"/>
                  </a:ext>
                </a:extLst>
              </a:tr>
              <a:tr h="185420">
                <a:tc>
                  <a:txBody>
                    <a:bodyPr/>
                    <a:lstStyle/>
                    <a:p>
                      <a:pPr algn="ctr"/>
                      <a:r>
                        <a:rPr lang="en-US" b="1" dirty="0"/>
                        <a:t>Level of Blooms</a:t>
                      </a:r>
                    </a:p>
                  </a:txBody>
                  <a:tcPr>
                    <a:solidFill>
                      <a:schemeClr val="bg1">
                        <a:lumMod val="85000"/>
                      </a:schemeClr>
                    </a:solidFill>
                  </a:tcPr>
                </a:tc>
                <a:tc>
                  <a:txBody>
                    <a:bodyPr/>
                    <a:lstStyle/>
                    <a:p>
                      <a:pPr marL="0" marR="0" indent="0">
                        <a:spcBef>
                          <a:spcPts val="600"/>
                        </a:spcBef>
                        <a:spcAft>
                          <a:spcPts val="600"/>
                        </a:spcAft>
                      </a:pPr>
                      <a:r>
                        <a:rPr lang="en-US" sz="1800" i="0" dirty="0">
                          <a:solidFill>
                            <a:schemeClr val="tx1"/>
                          </a:solidFill>
                          <a:effectLst/>
                          <a:latin typeface="Calibri" panose="020F0502020204030204" pitchFamily="34" charset="0"/>
                          <a:ea typeface="Calibri" panose="020F0502020204030204" pitchFamily="34" charset="0"/>
                          <a:cs typeface="Arial" panose="020B0604020202020204" pitchFamily="34" charset="0"/>
                        </a:rPr>
                        <a:t>Analyze, Evaluate, Create</a:t>
                      </a:r>
                    </a:p>
                  </a:txBody>
                  <a:tcPr marL="68580" marR="68580" marT="0" marB="0"/>
                </a:tc>
                <a:extLst>
                  <a:ext uri="{0D108BD9-81ED-4DB2-BD59-A6C34878D82A}">
                    <a16:rowId xmlns:a16="http://schemas.microsoft.com/office/drawing/2014/main" val="5755475"/>
                  </a:ext>
                </a:extLst>
              </a:tr>
              <a:tr h="370840">
                <a:tc>
                  <a:txBody>
                    <a:bodyPr/>
                    <a:lstStyle/>
                    <a:p>
                      <a:pPr algn="ctr"/>
                      <a:r>
                        <a:rPr lang="en-US" b="1" dirty="0"/>
                        <a:t>Purpose</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Encourages students to think more deeply and critically about the content</a:t>
                      </a: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Develops &amp; engages students in problem solving</a:t>
                      </a: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Encourages discussions</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Requires students to apply, not just recall prior knowledge and understanding to respond </a:t>
                      </a:r>
                      <a:endParaRPr lang="en-US" dirty="0"/>
                    </a:p>
                  </a:txBody>
                  <a:tcPr/>
                </a:tc>
                <a:extLst>
                  <a:ext uri="{0D108BD9-81ED-4DB2-BD59-A6C34878D82A}">
                    <a16:rowId xmlns:a16="http://schemas.microsoft.com/office/drawing/2014/main" val="3594284138"/>
                  </a:ext>
                </a:extLst>
              </a:tr>
              <a:tr h="370840">
                <a:tc>
                  <a:txBody>
                    <a:bodyPr/>
                    <a:lstStyle/>
                    <a:p>
                      <a:pPr algn="ctr"/>
                      <a:r>
                        <a:rPr lang="en-US" b="1" dirty="0"/>
                        <a:t>Examples</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Why do you agree or disagree with the theme of this story? </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Think of a time in history when the system of checks and balances was challenged.  What was the result?</a:t>
                      </a:r>
                      <a:endParaRPr lang="en-US" dirty="0"/>
                    </a:p>
                  </a:txBody>
                  <a:tcPr/>
                </a:tc>
                <a:extLst>
                  <a:ext uri="{0D108BD9-81ED-4DB2-BD59-A6C34878D82A}">
                    <a16:rowId xmlns:a16="http://schemas.microsoft.com/office/drawing/2014/main" val="3851171432"/>
                  </a:ext>
                </a:extLst>
              </a:tr>
              <a:tr h="0">
                <a:tc>
                  <a:txBody>
                    <a:bodyPr/>
                    <a:lstStyle/>
                    <a:p>
                      <a:pPr algn="ctr"/>
                      <a:r>
                        <a:rPr lang="en-US" b="1" dirty="0"/>
                        <a:t>Non-Examples</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What is the theme of the story?</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What are the three branches of government?</a:t>
                      </a:r>
                      <a:endParaRPr lang="en-US" dirty="0"/>
                    </a:p>
                  </a:txBody>
                  <a:tcPr/>
                </a:tc>
                <a:extLst>
                  <a:ext uri="{0D108BD9-81ED-4DB2-BD59-A6C34878D82A}">
                    <a16:rowId xmlns:a16="http://schemas.microsoft.com/office/drawing/2014/main" val="1337669959"/>
                  </a:ext>
                </a:extLst>
              </a:tr>
            </a:tbl>
          </a:graphicData>
        </a:graphic>
      </p:graphicFrame>
      <p:sp>
        <p:nvSpPr>
          <p:cNvPr id="4" name="Slide Number Placeholder 3">
            <a:extLst>
              <a:ext uri="{FF2B5EF4-FFF2-40B4-BE49-F238E27FC236}">
                <a16:creationId xmlns:a16="http://schemas.microsoft.com/office/drawing/2014/main" id="{4A10974C-D7D1-4A78-A618-63FA8A765970}"/>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39021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3B53-1A3B-4A6E-937F-609C1BF3094C}"/>
              </a:ext>
            </a:extLst>
          </p:cNvPr>
          <p:cNvSpPr>
            <a:spLocks noGrp="1"/>
          </p:cNvSpPr>
          <p:nvPr>
            <p:ph type="title"/>
          </p:nvPr>
        </p:nvSpPr>
        <p:spPr/>
        <p:txBody>
          <a:bodyPr/>
          <a:lstStyle/>
          <a:p>
            <a:r>
              <a:rPr lang="en-US" dirty="0"/>
              <a:t>Closed Questions</a:t>
            </a:r>
          </a:p>
        </p:txBody>
      </p:sp>
      <p:graphicFrame>
        <p:nvGraphicFramePr>
          <p:cNvPr id="6" name="Table 6">
            <a:extLst>
              <a:ext uri="{FF2B5EF4-FFF2-40B4-BE49-F238E27FC236}">
                <a16:creationId xmlns:a16="http://schemas.microsoft.com/office/drawing/2014/main" id="{2DDBE261-9108-46AB-AF53-4F0E8EA19826}"/>
              </a:ext>
            </a:extLst>
          </p:cNvPr>
          <p:cNvGraphicFramePr>
            <a:graphicFrameLocks noGrp="1"/>
          </p:cNvGraphicFramePr>
          <p:nvPr>
            <p:ph idx="1"/>
            <p:extLst>
              <p:ext uri="{D42A27DB-BD31-4B8C-83A1-F6EECF244321}">
                <p14:modId xmlns:p14="http://schemas.microsoft.com/office/powerpoint/2010/main" val="209596661"/>
              </p:ext>
            </p:extLst>
          </p:nvPr>
        </p:nvGraphicFramePr>
        <p:xfrm>
          <a:off x="838200" y="1690688"/>
          <a:ext cx="10515600" cy="3200400"/>
        </p:xfrm>
        <a:graphic>
          <a:graphicData uri="http://schemas.openxmlformats.org/drawingml/2006/table">
            <a:tbl>
              <a:tblPr firstRow="1" bandRow="1">
                <a:tableStyleId>{5940675A-B579-460E-94D1-54222C63F5DA}</a:tableStyleId>
              </a:tblPr>
              <a:tblGrid>
                <a:gridCol w="1905000">
                  <a:extLst>
                    <a:ext uri="{9D8B030D-6E8A-4147-A177-3AD203B41FA5}">
                      <a16:colId xmlns:a16="http://schemas.microsoft.com/office/drawing/2014/main" val="2712573834"/>
                    </a:ext>
                  </a:extLst>
                </a:gridCol>
                <a:gridCol w="8610600">
                  <a:extLst>
                    <a:ext uri="{9D8B030D-6E8A-4147-A177-3AD203B41FA5}">
                      <a16:colId xmlns:a16="http://schemas.microsoft.com/office/drawing/2014/main" val="2950716703"/>
                    </a:ext>
                  </a:extLst>
                </a:gridCol>
              </a:tblGrid>
              <a:tr h="227965">
                <a:tc gridSpan="2">
                  <a:txBody>
                    <a:bodyPr/>
                    <a:lstStyle/>
                    <a:p>
                      <a:pPr algn="ctr"/>
                      <a:r>
                        <a:rPr lang="en-US" sz="1800" i="1" kern="1200" dirty="0">
                          <a:solidFill>
                            <a:schemeClr val="tx1"/>
                          </a:solidFill>
                          <a:effectLst/>
                          <a:latin typeface="+mn-lt"/>
                          <a:ea typeface="+mn-ea"/>
                          <a:cs typeface="+mn-cs"/>
                        </a:rPr>
                        <a:t>Questions that have a limited number of acceptable answers and are useful to check students’ understanding</a:t>
                      </a:r>
                      <a:endParaRPr lang="en-US" b="1" dirty="0"/>
                    </a:p>
                  </a:txBody>
                  <a:tcPr>
                    <a:solidFill>
                      <a:schemeClr val="bg1">
                        <a:lumMod val="85000"/>
                      </a:schemeClr>
                    </a:solidFill>
                  </a:tcPr>
                </a:tc>
                <a:tc hMerge="1">
                  <a:txBody>
                    <a:bodyPr/>
                    <a:lstStyle/>
                    <a:p>
                      <a:endParaRPr lang="en-US" dirty="0"/>
                    </a:p>
                  </a:txBody>
                  <a:tcPr/>
                </a:tc>
                <a:extLst>
                  <a:ext uri="{0D108BD9-81ED-4DB2-BD59-A6C34878D82A}">
                    <a16:rowId xmlns:a16="http://schemas.microsoft.com/office/drawing/2014/main" val="3732280447"/>
                  </a:ext>
                </a:extLst>
              </a:tr>
              <a:tr h="185420">
                <a:tc>
                  <a:txBody>
                    <a:bodyPr/>
                    <a:lstStyle/>
                    <a:p>
                      <a:pPr algn="ctr"/>
                      <a:r>
                        <a:rPr lang="en-US" b="1" dirty="0"/>
                        <a:t>Level of Blooms</a:t>
                      </a:r>
                    </a:p>
                  </a:txBody>
                  <a:tcPr>
                    <a:solidFill>
                      <a:schemeClr val="bg1">
                        <a:lumMod val="85000"/>
                      </a:schemeClr>
                    </a:solidFill>
                  </a:tcPr>
                </a:tc>
                <a:tc>
                  <a:txBody>
                    <a:bodyPr/>
                    <a:lstStyle/>
                    <a:p>
                      <a:r>
                        <a:rPr lang="en-US" sz="1800" kern="1200" dirty="0">
                          <a:solidFill>
                            <a:schemeClr val="tx1"/>
                          </a:solidFill>
                          <a:effectLst/>
                          <a:latin typeface="+mn-lt"/>
                          <a:ea typeface="+mn-ea"/>
                          <a:cs typeface="+mn-cs"/>
                        </a:rPr>
                        <a:t>Can be used at both lower &amp; higher-level questioning</a:t>
                      </a:r>
                      <a:endParaRPr lang="en-US" dirty="0"/>
                    </a:p>
                  </a:txBody>
                  <a:tcPr/>
                </a:tc>
                <a:extLst>
                  <a:ext uri="{0D108BD9-81ED-4DB2-BD59-A6C34878D82A}">
                    <a16:rowId xmlns:a16="http://schemas.microsoft.com/office/drawing/2014/main" val="5755475"/>
                  </a:ext>
                </a:extLst>
              </a:tr>
              <a:tr h="370840">
                <a:tc>
                  <a:txBody>
                    <a:bodyPr/>
                    <a:lstStyle/>
                    <a:p>
                      <a:pPr algn="ctr"/>
                      <a:r>
                        <a:rPr lang="en-US" b="1" dirty="0"/>
                        <a:t>Purpose</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Questions where there is a limited number of acceptable answers</a:t>
                      </a: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Doesn’t require students to elaborate on their responses</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Beneficial in helping to retrieve core knowledge &amp; facts</a:t>
                      </a:r>
                      <a:endParaRPr lang="en-US" dirty="0"/>
                    </a:p>
                  </a:txBody>
                  <a:tcPr/>
                </a:tc>
                <a:extLst>
                  <a:ext uri="{0D108BD9-81ED-4DB2-BD59-A6C34878D82A}">
                    <a16:rowId xmlns:a16="http://schemas.microsoft.com/office/drawing/2014/main" val="3594284138"/>
                  </a:ext>
                </a:extLst>
              </a:tr>
              <a:tr h="370840">
                <a:tc>
                  <a:txBody>
                    <a:bodyPr/>
                    <a:lstStyle/>
                    <a:p>
                      <a:pPr algn="ctr"/>
                      <a:r>
                        <a:rPr lang="en-US" b="1" dirty="0"/>
                        <a:t>Examples</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Who was the first person to walk on the moon?</a:t>
                      </a: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How do the hairs on a gecko’s toes work together to help it carry so much weight?  </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What is the meaning of “tear” as it is used in the text? (higher level)</a:t>
                      </a:r>
                      <a:endParaRPr lang="en-US" dirty="0"/>
                    </a:p>
                  </a:txBody>
                  <a:tcPr/>
                </a:tc>
                <a:extLst>
                  <a:ext uri="{0D108BD9-81ED-4DB2-BD59-A6C34878D82A}">
                    <a16:rowId xmlns:a16="http://schemas.microsoft.com/office/drawing/2014/main" val="3851171432"/>
                  </a:ext>
                </a:extLst>
              </a:tr>
              <a:tr h="246062">
                <a:tc>
                  <a:txBody>
                    <a:bodyPr/>
                    <a:lstStyle/>
                    <a:p>
                      <a:pPr algn="ctr"/>
                      <a:r>
                        <a:rPr lang="en-US" b="1" dirty="0"/>
                        <a:t>Non-Examples</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What benefits have come from space exploration?</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Why do you think the pilot was/wasn’t fit to do the job?</a:t>
                      </a:r>
                      <a:endParaRPr lang="en-US" dirty="0"/>
                    </a:p>
                  </a:txBody>
                  <a:tcPr/>
                </a:tc>
                <a:extLst>
                  <a:ext uri="{0D108BD9-81ED-4DB2-BD59-A6C34878D82A}">
                    <a16:rowId xmlns:a16="http://schemas.microsoft.com/office/drawing/2014/main" val="1337669959"/>
                  </a:ext>
                </a:extLst>
              </a:tr>
            </a:tbl>
          </a:graphicData>
        </a:graphic>
      </p:graphicFrame>
      <p:sp>
        <p:nvSpPr>
          <p:cNvPr id="4" name="Slide Number Placeholder 3">
            <a:extLst>
              <a:ext uri="{FF2B5EF4-FFF2-40B4-BE49-F238E27FC236}">
                <a16:creationId xmlns:a16="http://schemas.microsoft.com/office/drawing/2014/main" id="{4A10974C-D7D1-4A78-A618-63FA8A765970}"/>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2764036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3B53-1A3B-4A6E-937F-609C1BF3094C}"/>
              </a:ext>
            </a:extLst>
          </p:cNvPr>
          <p:cNvSpPr>
            <a:spLocks noGrp="1"/>
          </p:cNvSpPr>
          <p:nvPr>
            <p:ph type="title"/>
          </p:nvPr>
        </p:nvSpPr>
        <p:spPr/>
        <p:txBody>
          <a:bodyPr/>
          <a:lstStyle/>
          <a:p>
            <a:r>
              <a:rPr lang="en-US" dirty="0"/>
              <a:t>Open Questions</a:t>
            </a:r>
          </a:p>
        </p:txBody>
      </p:sp>
      <p:graphicFrame>
        <p:nvGraphicFramePr>
          <p:cNvPr id="6" name="Table 6">
            <a:extLst>
              <a:ext uri="{FF2B5EF4-FFF2-40B4-BE49-F238E27FC236}">
                <a16:creationId xmlns:a16="http://schemas.microsoft.com/office/drawing/2014/main" id="{2DDBE261-9108-46AB-AF53-4F0E8EA19826}"/>
              </a:ext>
            </a:extLst>
          </p:cNvPr>
          <p:cNvGraphicFramePr>
            <a:graphicFrameLocks noGrp="1"/>
          </p:cNvGraphicFramePr>
          <p:nvPr>
            <p:ph idx="1"/>
            <p:extLst>
              <p:ext uri="{D42A27DB-BD31-4B8C-83A1-F6EECF244321}">
                <p14:modId xmlns:p14="http://schemas.microsoft.com/office/powerpoint/2010/main" val="1853393326"/>
              </p:ext>
            </p:extLst>
          </p:nvPr>
        </p:nvGraphicFramePr>
        <p:xfrm>
          <a:off x="838200" y="1690688"/>
          <a:ext cx="10515600" cy="3200400"/>
        </p:xfrm>
        <a:graphic>
          <a:graphicData uri="http://schemas.openxmlformats.org/drawingml/2006/table">
            <a:tbl>
              <a:tblPr firstRow="1" bandRow="1">
                <a:tableStyleId>{5940675A-B579-460E-94D1-54222C63F5DA}</a:tableStyleId>
              </a:tblPr>
              <a:tblGrid>
                <a:gridCol w="1905000">
                  <a:extLst>
                    <a:ext uri="{9D8B030D-6E8A-4147-A177-3AD203B41FA5}">
                      <a16:colId xmlns:a16="http://schemas.microsoft.com/office/drawing/2014/main" val="2712573834"/>
                    </a:ext>
                  </a:extLst>
                </a:gridCol>
                <a:gridCol w="8610600">
                  <a:extLst>
                    <a:ext uri="{9D8B030D-6E8A-4147-A177-3AD203B41FA5}">
                      <a16:colId xmlns:a16="http://schemas.microsoft.com/office/drawing/2014/main" val="2950716703"/>
                    </a:ext>
                  </a:extLst>
                </a:gridCol>
              </a:tblGrid>
              <a:tr h="227965">
                <a:tc gridSpan="2">
                  <a:txBody>
                    <a:bodyPr/>
                    <a:lstStyle/>
                    <a:p>
                      <a:pPr algn="ctr"/>
                      <a:r>
                        <a:rPr lang="en-US" sz="1800" i="1" kern="1200" dirty="0">
                          <a:solidFill>
                            <a:schemeClr val="tx1"/>
                          </a:solidFill>
                          <a:effectLst/>
                          <a:latin typeface="+mn-lt"/>
                          <a:ea typeface="+mn-ea"/>
                          <a:cs typeface="+mn-cs"/>
                        </a:rPr>
                        <a:t>Questions that have many acceptable answers and that promote deeper thinking and building of connections</a:t>
                      </a:r>
                      <a:endParaRPr lang="en-US" b="1" dirty="0"/>
                    </a:p>
                  </a:txBody>
                  <a:tcPr>
                    <a:solidFill>
                      <a:schemeClr val="bg1">
                        <a:lumMod val="85000"/>
                      </a:schemeClr>
                    </a:solidFill>
                  </a:tcPr>
                </a:tc>
                <a:tc hMerge="1">
                  <a:txBody>
                    <a:bodyPr/>
                    <a:lstStyle/>
                    <a:p>
                      <a:endParaRPr lang="en-US" dirty="0"/>
                    </a:p>
                  </a:txBody>
                  <a:tcPr/>
                </a:tc>
                <a:extLst>
                  <a:ext uri="{0D108BD9-81ED-4DB2-BD59-A6C34878D82A}">
                    <a16:rowId xmlns:a16="http://schemas.microsoft.com/office/drawing/2014/main" val="3732280447"/>
                  </a:ext>
                </a:extLst>
              </a:tr>
              <a:tr h="185420">
                <a:tc>
                  <a:txBody>
                    <a:bodyPr/>
                    <a:lstStyle/>
                    <a:p>
                      <a:pPr algn="ctr"/>
                      <a:r>
                        <a:rPr lang="en-US" b="1" dirty="0"/>
                        <a:t>Level of Blooms</a:t>
                      </a:r>
                    </a:p>
                  </a:txBody>
                  <a:tcPr>
                    <a:solidFill>
                      <a:schemeClr val="bg1">
                        <a:lumMod val="85000"/>
                      </a:schemeClr>
                    </a:solidFill>
                  </a:tcPr>
                </a:tc>
                <a:tc>
                  <a:txBody>
                    <a:bodyPr/>
                    <a:lstStyle/>
                    <a:p>
                      <a:r>
                        <a:rPr lang="en-US" sz="1800" kern="1200" dirty="0">
                          <a:solidFill>
                            <a:schemeClr val="tx1"/>
                          </a:solidFill>
                          <a:effectLst/>
                          <a:latin typeface="+mn-lt"/>
                          <a:ea typeface="+mn-ea"/>
                          <a:cs typeface="+mn-cs"/>
                        </a:rPr>
                        <a:t>Can be used at both lower &amp; higher-level questioning</a:t>
                      </a:r>
                      <a:endParaRPr lang="en-US" dirty="0"/>
                    </a:p>
                  </a:txBody>
                  <a:tcPr/>
                </a:tc>
                <a:extLst>
                  <a:ext uri="{0D108BD9-81ED-4DB2-BD59-A6C34878D82A}">
                    <a16:rowId xmlns:a16="http://schemas.microsoft.com/office/drawing/2014/main" val="5755475"/>
                  </a:ext>
                </a:extLst>
              </a:tr>
              <a:tr h="370840">
                <a:tc>
                  <a:txBody>
                    <a:bodyPr/>
                    <a:lstStyle/>
                    <a:p>
                      <a:pPr algn="ctr"/>
                      <a:r>
                        <a:rPr lang="en-US" b="1" dirty="0"/>
                        <a:t>Purpose</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Questions where there are many acceptable answers, many of which might not be anticipated by teacher</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Promotes higher order thinking and building of connections</a:t>
                      </a:r>
                      <a:endParaRPr lang="en-US" dirty="0"/>
                    </a:p>
                  </a:txBody>
                  <a:tcPr/>
                </a:tc>
                <a:extLst>
                  <a:ext uri="{0D108BD9-81ED-4DB2-BD59-A6C34878D82A}">
                    <a16:rowId xmlns:a16="http://schemas.microsoft.com/office/drawing/2014/main" val="3594284138"/>
                  </a:ext>
                </a:extLst>
              </a:tr>
              <a:tr h="370840">
                <a:tc>
                  <a:txBody>
                    <a:bodyPr/>
                    <a:lstStyle/>
                    <a:p>
                      <a:pPr algn="ctr"/>
                      <a:r>
                        <a:rPr lang="en-US" b="1" dirty="0"/>
                        <a:t>Examples</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How are the main character’s actions important to the plot of the story?</a:t>
                      </a:r>
                    </a:p>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How can we use the features of a gecko to help us develop modern medicine practices? </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 How would you describe a metamorphic rock? (lower-level)</a:t>
                      </a:r>
                      <a:endParaRPr lang="en-US" dirty="0"/>
                    </a:p>
                  </a:txBody>
                  <a:tcPr/>
                </a:tc>
                <a:extLst>
                  <a:ext uri="{0D108BD9-81ED-4DB2-BD59-A6C34878D82A}">
                    <a16:rowId xmlns:a16="http://schemas.microsoft.com/office/drawing/2014/main" val="3851171432"/>
                  </a:ext>
                </a:extLst>
              </a:tr>
              <a:tr h="370840">
                <a:tc>
                  <a:txBody>
                    <a:bodyPr/>
                    <a:lstStyle/>
                    <a:p>
                      <a:pPr algn="ctr"/>
                      <a:r>
                        <a:rPr lang="en-US" b="1" dirty="0"/>
                        <a:t>Non-Examples</a:t>
                      </a:r>
                    </a:p>
                  </a:txBody>
                  <a:tcPr>
                    <a:solidFill>
                      <a:schemeClr val="bg1">
                        <a:lumMod val="85000"/>
                      </a:schemeClr>
                    </a:solidFill>
                  </a:tcPr>
                </a:tc>
                <a:tc>
                  <a:txBody>
                    <a:bodyPr/>
                    <a:lstStyle/>
                    <a:p>
                      <a:pPr marL="285750" lvl="0" indent="-285750">
                        <a:buFont typeface="Arial" panose="020B0604020202020204" pitchFamily="34" charset="0"/>
                        <a:buChar char="•"/>
                      </a:pPr>
                      <a:r>
                        <a:rPr lang="en-US" sz="1800" kern="1200" dirty="0">
                          <a:solidFill>
                            <a:schemeClr val="tx1"/>
                          </a:solidFill>
                          <a:effectLst/>
                          <a:latin typeface="+mn-lt"/>
                          <a:ea typeface="+mn-ea"/>
                          <a:cs typeface="+mn-cs"/>
                        </a:rPr>
                        <a:t>What is the main character’s name in the story?</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What does a gecko have on its toes to help it carry up to 200 pounds? </a:t>
                      </a:r>
                      <a:endParaRPr lang="en-US" dirty="0"/>
                    </a:p>
                  </a:txBody>
                  <a:tcPr/>
                </a:tc>
                <a:extLst>
                  <a:ext uri="{0D108BD9-81ED-4DB2-BD59-A6C34878D82A}">
                    <a16:rowId xmlns:a16="http://schemas.microsoft.com/office/drawing/2014/main" val="1337669959"/>
                  </a:ext>
                </a:extLst>
              </a:tr>
            </a:tbl>
          </a:graphicData>
        </a:graphic>
      </p:graphicFrame>
      <p:sp>
        <p:nvSpPr>
          <p:cNvPr id="4" name="Slide Number Placeholder 3">
            <a:extLst>
              <a:ext uri="{FF2B5EF4-FFF2-40B4-BE49-F238E27FC236}">
                <a16:creationId xmlns:a16="http://schemas.microsoft.com/office/drawing/2014/main" id="{4A10974C-D7D1-4A78-A618-63FA8A765970}"/>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1447974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A11CF-62CB-44F9-9423-E711872CF8D6}"/>
              </a:ext>
            </a:extLst>
          </p:cNvPr>
          <p:cNvSpPr>
            <a:spLocks noGrp="1"/>
          </p:cNvSpPr>
          <p:nvPr>
            <p:ph type="title"/>
          </p:nvPr>
        </p:nvSpPr>
        <p:spPr/>
        <p:txBody>
          <a:bodyPr/>
          <a:lstStyle/>
          <a:p>
            <a:r>
              <a:rPr lang="en-US" dirty="0"/>
              <a:t>Guided Practice	</a:t>
            </a:r>
          </a:p>
        </p:txBody>
      </p:sp>
      <p:sp>
        <p:nvSpPr>
          <p:cNvPr id="3" name="Content Placeholder 2">
            <a:extLst>
              <a:ext uri="{FF2B5EF4-FFF2-40B4-BE49-F238E27FC236}">
                <a16:creationId xmlns:a16="http://schemas.microsoft.com/office/drawing/2014/main" id="{CE97D1DC-B2CF-4B3C-85A4-D7045E6E4869}"/>
              </a:ext>
            </a:extLst>
          </p:cNvPr>
          <p:cNvSpPr>
            <a:spLocks noGrp="1"/>
          </p:cNvSpPr>
          <p:nvPr>
            <p:ph idx="1"/>
          </p:nvPr>
        </p:nvSpPr>
        <p:spPr/>
        <p:txBody>
          <a:bodyPr>
            <a:normAutofit lnSpcReduction="10000"/>
          </a:bodyPr>
          <a:lstStyle/>
          <a:p>
            <a:pPr marL="91440" marR="0" indent="0">
              <a:spcBef>
                <a:spcPts val="600"/>
              </a:spcBef>
              <a:spcAft>
                <a:spcPts val="0"/>
              </a:spcAft>
              <a:buNone/>
            </a:pPr>
            <a:r>
              <a:rPr lang="en-US" dirty="0">
                <a:effectLst/>
                <a:latin typeface="Calibri" panose="020F0502020204030204" pitchFamily="34" charset="0"/>
                <a:ea typeface="Calibri" panose="020F0502020204030204" pitchFamily="34" charset="0"/>
                <a:cs typeface="Arial" panose="020B0604020202020204" pitchFamily="34" charset="0"/>
              </a:rPr>
              <a:t>A 3</a:t>
            </a:r>
            <a:r>
              <a:rPr lang="en-US" baseline="30000" dirty="0">
                <a:effectLst/>
                <a:latin typeface="Calibri" panose="020F0502020204030204" pitchFamily="34" charset="0"/>
                <a:ea typeface="Calibri" panose="020F0502020204030204" pitchFamily="34" charset="0"/>
                <a:cs typeface="Arial" panose="020B0604020202020204" pitchFamily="34" charset="0"/>
              </a:rPr>
              <a:t>rd</a:t>
            </a:r>
            <a:r>
              <a:rPr lang="en-US" dirty="0">
                <a:effectLst/>
                <a:latin typeface="Calibri" panose="020F0502020204030204" pitchFamily="34" charset="0"/>
                <a:ea typeface="Calibri" panose="020F0502020204030204" pitchFamily="34" charset="0"/>
                <a:cs typeface="Arial" panose="020B0604020202020204" pitchFamily="34" charset="0"/>
              </a:rPr>
              <a:t> grade teacher is planning instruction for a science lesson with the following objectives: </a:t>
            </a:r>
          </a:p>
          <a:p>
            <a:pPr marL="274320" marR="0" indent="0">
              <a:spcBef>
                <a:spcPts val="0"/>
              </a:spcBef>
              <a:spcAft>
                <a:spcPts val="0"/>
              </a:spcAft>
              <a:buNone/>
            </a:pPr>
            <a:r>
              <a:rPr lang="en-US" dirty="0">
                <a:effectLst/>
                <a:latin typeface="Calibri" panose="020F0502020204030204" pitchFamily="34" charset="0"/>
                <a:ea typeface="Calibri" panose="020F0502020204030204" pitchFamily="34" charset="0"/>
                <a:cs typeface="Arial" panose="020B0604020202020204" pitchFamily="34" charset="0"/>
              </a:rPr>
              <a:t> </a:t>
            </a:r>
          </a:p>
          <a:p>
            <a:pPr lvl="1">
              <a:spcBef>
                <a:spcPts val="0"/>
              </a:spcBef>
            </a:pPr>
            <a:r>
              <a:rPr lang="en-US" sz="2800" i="1" dirty="0">
                <a:effectLst/>
                <a:latin typeface="Calibri" panose="020F0502020204030204" pitchFamily="34" charset="0"/>
                <a:ea typeface="Calibri" panose="020F0502020204030204" pitchFamily="34" charset="0"/>
                <a:cs typeface="Arial" panose="020B0604020202020204" pitchFamily="34" charset="0"/>
              </a:rPr>
              <a:t>Students will define land </a:t>
            </a:r>
          </a:p>
          <a:p>
            <a:pPr lvl="1">
              <a:spcBef>
                <a:spcPts val="0"/>
              </a:spcBef>
            </a:pPr>
            <a:r>
              <a:rPr lang="en-US" sz="2800" i="1" dirty="0">
                <a:effectLst/>
                <a:latin typeface="Calibri" panose="020F0502020204030204" pitchFamily="34" charset="0"/>
                <a:ea typeface="Calibri" panose="020F0502020204030204" pitchFamily="34" charset="0"/>
                <a:cs typeface="Arial" panose="020B0604020202020204" pitchFamily="34" charset="0"/>
              </a:rPr>
              <a:t>Students will observe land areas and describe their natural features. </a:t>
            </a:r>
          </a:p>
          <a:p>
            <a:pPr marL="91440" marR="0" indent="0">
              <a:spcBef>
                <a:spcPts val="0"/>
              </a:spcBef>
              <a:spcAft>
                <a:spcPts val="0"/>
              </a:spcAft>
              <a:buNone/>
            </a:pPr>
            <a:r>
              <a:rPr lang="en-US" dirty="0">
                <a:effectLst/>
                <a:latin typeface="Calibri" panose="020F0502020204030204" pitchFamily="34" charset="0"/>
                <a:ea typeface="Calibri" panose="020F0502020204030204" pitchFamily="34" charset="0"/>
                <a:cs typeface="Arial" panose="020B0604020202020204" pitchFamily="34" charset="0"/>
              </a:rPr>
              <a:t> </a:t>
            </a:r>
          </a:p>
          <a:p>
            <a:pPr marL="91440" marR="0" indent="0">
              <a:spcBef>
                <a:spcPts val="0"/>
              </a:spcBef>
              <a:spcAft>
                <a:spcPts val="600"/>
              </a:spcAft>
              <a:buNone/>
            </a:pPr>
            <a:r>
              <a:rPr lang="en-US" dirty="0">
                <a:effectLst/>
                <a:latin typeface="Calibri" panose="020F0502020204030204" pitchFamily="34" charset="0"/>
                <a:ea typeface="Calibri" panose="020F0502020204030204" pitchFamily="34" charset="0"/>
                <a:cs typeface="Arial" panose="020B0604020202020204" pitchFamily="34" charset="0"/>
              </a:rPr>
              <a:t>The teacher plans to use an inflatable globe model of Earth.  Students will pass the globe around the classroom and point to an area they think shows land. The teacher wants to ask questions during the activity and after the activity to gauge students understanding of land and find out how students decided which parts of the globe were land. </a:t>
            </a:r>
          </a:p>
          <a:p>
            <a:pPr marL="0" indent="0">
              <a:buNone/>
            </a:pPr>
            <a:endParaRPr lang="en-US" dirty="0"/>
          </a:p>
        </p:txBody>
      </p:sp>
      <p:sp>
        <p:nvSpPr>
          <p:cNvPr id="4" name="Slide Number Placeholder 3">
            <a:extLst>
              <a:ext uri="{FF2B5EF4-FFF2-40B4-BE49-F238E27FC236}">
                <a16:creationId xmlns:a16="http://schemas.microsoft.com/office/drawing/2014/main" id="{24CBBAF9-BA50-4521-AE66-6C30E7FE3334}"/>
              </a:ext>
            </a:extLst>
          </p:cNvPr>
          <p:cNvSpPr>
            <a:spLocks noGrp="1"/>
          </p:cNvSpPr>
          <p:nvPr>
            <p:ph type="sldNum" sz="quarter" idx="12"/>
          </p:nvPr>
        </p:nvSpPr>
        <p:spPr/>
        <p:txBody>
          <a:bodyPr/>
          <a:lstStyle/>
          <a:p>
            <a:fld id="{E2D56C8B-F564-4051-AFED-A78F1C6A2F0E}" type="slidenum">
              <a:rPr lang="en-US" smtClean="0"/>
              <a:pPr/>
              <a:t>11</a:t>
            </a:fld>
            <a:endParaRPr lang="en-US" dirty="0"/>
          </a:p>
        </p:txBody>
      </p:sp>
    </p:spTree>
    <p:extLst>
      <p:ext uri="{BB962C8B-B14F-4D97-AF65-F5344CB8AC3E}">
        <p14:creationId xmlns:p14="http://schemas.microsoft.com/office/powerpoint/2010/main" val="570920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1B632-84E5-450F-8357-4EDA30029B36}"/>
              </a:ext>
            </a:extLst>
          </p:cNvPr>
          <p:cNvSpPr>
            <a:spLocks noGrp="1"/>
          </p:cNvSpPr>
          <p:nvPr>
            <p:ph type="title"/>
          </p:nvPr>
        </p:nvSpPr>
        <p:spPr/>
        <p:txBody>
          <a:bodyPr/>
          <a:lstStyle/>
          <a:p>
            <a:r>
              <a:rPr lang="en-US" dirty="0"/>
              <a:t>Guided Practice: Question Drafts</a:t>
            </a:r>
          </a:p>
        </p:txBody>
      </p:sp>
      <p:sp>
        <p:nvSpPr>
          <p:cNvPr id="3" name="Content Placeholder 2">
            <a:extLst>
              <a:ext uri="{FF2B5EF4-FFF2-40B4-BE49-F238E27FC236}">
                <a16:creationId xmlns:a16="http://schemas.microsoft.com/office/drawing/2014/main" id="{76D2B594-56BC-40FD-974E-172481ECDDDC}"/>
              </a:ext>
            </a:extLst>
          </p:cNvPr>
          <p:cNvSpPr>
            <a:spLocks noGrp="1"/>
          </p:cNvSpPr>
          <p:nvPr>
            <p:ph idx="1"/>
          </p:nvPr>
        </p:nvSpPr>
        <p:spPr/>
        <p:txBody>
          <a:bodyPr/>
          <a:lstStyle/>
          <a:p>
            <a:pPr marL="800100" lvl="1" indent="-342900">
              <a:spcBef>
                <a:spcPts val="600"/>
              </a:spcBef>
              <a:buFont typeface="Symbol" panose="05050102010706020507" pitchFamily="18" charset="2"/>
              <a:buChar char=""/>
            </a:pPr>
            <a:r>
              <a:rPr lang="en-US" i="1" dirty="0">
                <a:effectLst/>
                <a:latin typeface="Calibri" panose="020F0502020204030204" pitchFamily="34" charset="0"/>
                <a:ea typeface="Calibri" panose="020F0502020204030204" pitchFamily="34" charset="0"/>
                <a:cs typeface="Arial" panose="020B0604020202020204" pitchFamily="34" charset="0"/>
              </a:rPr>
              <a:t>What is this an example of?</a:t>
            </a:r>
          </a:p>
          <a:p>
            <a:pPr marL="800100" lvl="1" indent="-342900">
              <a:spcBef>
                <a:spcPts val="0"/>
              </a:spcBef>
              <a:spcAft>
                <a:spcPts val="600"/>
              </a:spcAft>
              <a:buFont typeface="Symbol" panose="05050102010706020507" pitchFamily="18" charset="2"/>
              <a:buChar char=""/>
            </a:pPr>
            <a:r>
              <a:rPr lang="en-US" i="1" dirty="0">
                <a:effectLst/>
                <a:latin typeface="Calibri" panose="020F0502020204030204" pitchFamily="34" charset="0"/>
                <a:ea typeface="Calibri" panose="020F0502020204030204" pitchFamily="34" charset="0"/>
                <a:cs typeface="Arial" panose="020B0604020202020204" pitchFamily="34" charset="0"/>
              </a:rPr>
              <a:t>Is this an example of land?</a:t>
            </a:r>
          </a:p>
          <a:p>
            <a:pPr marL="800100" lvl="1" indent="-342900">
              <a:spcBef>
                <a:spcPts val="0"/>
              </a:spcBef>
              <a:spcAft>
                <a:spcPts val="600"/>
              </a:spcAft>
              <a:buFont typeface="Symbol" panose="05050102010706020507" pitchFamily="18" charset="2"/>
              <a:buChar char=""/>
            </a:pPr>
            <a:r>
              <a:rPr lang="en-US" i="1" dirty="0"/>
              <a:t>How did you decide which parts of the globe were land? </a:t>
            </a:r>
          </a:p>
          <a:p>
            <a:pPr marL="800100" lvl="1" indent="-342900">
              <a:spcBef>
                <a:spcPts val="0"/>
              </a:spcBef>
              <a:spcAft>
                <a:spcPts val="600"/>
              </a:spcAft>
              <a:buFont typeface="Symbol" panose="05050102010706020507" pitchFamily="18" charset="2"/>
              <a:buChar char=""/>
            </a:pPr>
            <a:r>
              <a:rPr lang="en-US" i="1" dirty="0"/>
              <a:t>What information do you think a globe gives us about land? </a:t>
            </a:r>
          </a:p>
          <a:p>
            <a:pPr marL="800100" lvl="1" indent="-342900">
              <a:spcBef>
                <a:spcPts val="0"/>
              </a:spcBef>
              <a:spcAft>
                <a:spcPts val="600"/>
              </a:spcAft>
              <a:buFont typeface="Symbol" panose="05050102010706020507" pitchFamily="18" charset="2"/>
              <a:buChar char=""/>
            </a:pPr>
            <a:r>
              <a:rPr lang="en-US" i="1" dirty="0"/>
              <a:t>Why is it difficult to describe land using only a globe? </a:t>
            </a:r>
          </a:p>
          <a:p>
            <a:pPr marL="800100" lvl="1" indent="-342900">
              <a:spcBef>
                <a:spcPts val="0"/>
              </a:spcBef>
              <a:spcAft>
                <a:spcPts val="600"/>
              </a:spcAft>
              <a:buFont typeface="Symbol" panose="05050102010706020507" pitchFamily="18" charset="2"/>
              <a:buChar char=""/>
            </a:pPr>
            <a:r>
              <a:rPr lang="en-US" i="1" dirty="0"/>
              <a:t>What other tools could you use to help you describe land? </a:t>
            </a:r>
          </a:p>
          <a:p>
            <a:pPr marL="800100" lvl="1" indent="-342900">
              <a:spcBef>
                <a:spcPts val="0"/>
              </a:spcBef>
              <a:spcAft>
                <a:spcPts val="600"/>
              </a:spcAft>
              <a:buFont typeface="Symbol" panose="05050102010706020507" pitchFamily="18" charset="2"/>
              <a:buChar char=""/>
            </a:pPr>
            <a:r>
              <a:rPr lang="en-US" i="1" dirty="0"/>
              <a:t>How would you describe land?</a:t>
            </a:r>
          </a:p>
          <a:p>
            <a:pPr marL="800100" lvl="1" indent="-342900">
              <a:spcBef>
                <a:spcPts val="0"/>
              </a:spcBef>
              <a:spcAft>
                <a:spcPts val="600"/>
              </a:spcAft>
              <a:buFont typeface="Symbol" panose="05050102010706020507" pitchFamily="18" charset="2"/>
              <a:buChar char=""/>
            </a:pPr>
            <a:endParaRPr lang="en-US" i="1" dirty="0"/>
          </a:p>
          <a:p>
            <a:pPr marL="800100" lvl="1" indent="-342900">
              <a:spcBef>
                <a:spcPts val="0"/>
              </a:spcBef>
              <a:spcAft>
                <a:spcPts val="600"/>
              </a:spcAft>
              <a:buFont typeface="Symbol" panose="05050102010706020507" pitchFamily="18" charset="2"/>
              <a:buChar char=""/>
            </a:pPr>
            <a:endParaRPr lang="en-US" i="1" dirty="0"/>
          </a:p>
          <a:p>
            <a:pPr marL="800100" lvl="1" indent="-342900">
              <a:spcBef>
                <a:spcPts val="0"/>
              </a:spcBef>
              <a:spcAft>
                <a:spcPts val="600"/>
              </a:spcAft>
              <a:buFont typeface="Symbol" panose="05050102010706020507" pitchFamily="18" charset="2"/>
              <a:buChar char=""/>
            </a:pPr>
            <a:endParaRPr lang="en-US" i="1" dirty="0">
              <a:effectLst/>
              <a:latin typeface="Calibri" panose="020F0502020204030204" pitchFamily="34" charset="0"/>
              <a:ea typeface="Calibri" panose="020F0502020204030204" pitchFamily="34" charset="0"/>
              <a:cs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FF3BED97-7B4C-438D-BCA8-6BF3363005FF}"/>
              </a:ext>
            </a:extLst>
          </p:cNvPr>
          <p:cNvSpPr>
            <a:spLocks noGrp="1"/>
          </p:cNvSpPr>
          <p:nvPr>
            <p:ph type="sldNum" sz="quarter" idx="12"/>
          </p:nvPr>
        </p:nvSpPr>
        <p:spPr/>
        <p:txBody>
          <a:bodyPr/>
          <a:lstStyle/>
          <a:p>
            <a:fld id="{E2D56C8B-F564-4051-AFED-A78F1C6A2F0E}" type="slidenum">
              <a:rPr lang="en-US" smtClean="0"/>
              <a:pPr/>
              <a:t>12</a:t>
            </a:fld>
            <a:endParaRPr lang="en-US" dirty="0"/>
          </a:p>
        </p:txBody>
      </p:sp>
    </p:spTree>
    <p:extLst>
      <p:ext uri="{BB962C8B-B14F-4D97-AF65-F5344CB8AC3E}">
        <p14:creationId xmlns:p14="http://schemas.microsoft.com/office/powerpoint/2010/main" val="815466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Draw a line to match each question type with the corresponding definition.</a:t>
            </a:r>
          </a:p>
          <a:p>
            <a:pPr marL="0" indent="0">
              <a:buNone/>
            </a:pP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Analyze the questions (on your Exit Ticket) about a story to determine if they are low/high level and open/closed and explain your reasoning. </a:t>
            </a:r>
          </a:p>
          <a:p>
            <a:pPr marL="0" indent="0">
              <a:buNone/>
            </a:pPr>
            <a:endParaRPr lang="en-US" sz="2400"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13</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XUX_Lesson X.XX_PPT_TEMPLATE" id="{F292ABBA-735D-46DE-9B1C-1ED03EE23A6F}" vid="{47570F0D-54DB-4FC7-92A5-A7A883415BC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CXUX_Lesson X.XX_PPT_TEMPLATE</Template>
  <TotalTime>62</TotalTime>
  <Words>930</Words>
  <Application>Microsoft Office PowerPoint</Application>
  <PresentationFormat>Widescreen</PresentationFormat>
  <Paragraphs>124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Symbol</vt:lpstr>
      <vt:lpstr>Office Theme</vt:lpstr>
      <vt:lpstr>Instructional Practices| Unit 7: High Leverage Teaching Practices| Lesson 7.09</vt:lpstr>
      <vt:lpstr>TEKS Standards &amp; Objectives</vt:lpstr>
      <vt:lpstr>Bellringer</vt:lpstr>
      <vt:lpstr>Vocabulary</vt:lpstr>
      <vt:lpstr>Why Questioning is Important</vt:lpstr>
      <vt:lpstr>Bloom’s Taxonomy</vt:lpstr>
      <vt:lpstr>Lower-Level Questions</vt:lpstr>
      <vt:lpstr>Higher-Level Questions</vt:lpstr>
      <vt:lpstr>Closed Questions</vt:lpstr>
      <vt:lpstr>Open Questions</vt:lpstr>
      <vt:lpstr>Guided Practice </vt:lpstr>
      <vt:lpstr>Guided Practice: Question Drafts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Questioning | Using Questioning Strategies to Support Student Learning</dc:title>
  <dc:subject>Questioning | Using Questioning Strategies to Support Student Learning</dc:subject>
  <dc:creator>Texas Education Agency</dc:creator>
  <cp:lastModifiedBy>London White</cp:lastModifiedBy>
  <cp:revision>2</cp:revision>
  <dcterms:created xsi:type="dcterms:W3CDTF">2022-09-17T16:30:16Z</dcterms:created>
  <dcterms:modified xsi:type="dcterms:W3CDTF">2023-08-31T05:02:45Z</dcterms:modified>
</cp:coreProperties>
</file>
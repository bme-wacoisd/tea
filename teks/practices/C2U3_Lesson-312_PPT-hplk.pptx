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12"/>
  </p:notesMasterIdLst>
  <p:sldIdLst>
    <p:sldId id="285" r:id="rId3"/>
    <p:sldId id="263" r:id="rId4"/>
    <p:sldId id="258" r:id="rId5"/>
    <p:sldId id="286" r:id="rId6"/>
    <p:sldId id="288" r:id="rId7"/>
    <p:sldId id="287" r:id="rId8"/>
    <p:sldId id="289" r:id="rId9"/>
    <p:sldId id="29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eper, Martha" initials="HM" lastIdx="2" clrIdx="0">
    <p:extLst>
      <p:ext uri="{19B8F6BF-5375-455C-9EA6-DF929625EA0E}">
        <p15:presenceInfo xmlns:p15="http://schemas.microsoft.com/office/powerpoint/2012/main" userId="S::mhoeper@rti.org::ff51605c-305b-4384-af24-13ba70b4092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7171"/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04917-BF07-4167-B26F-4BBC2A5CEAA9}" v="1" dt="2023-08-31T01:51:35.1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pbell, Todd" userId="43137730-3d15-4f48-aca9-8a1b23a4a048" providerId="ADAL" clId="{20615508-6E48-491C-B421-A9006ED6BE95}"/>
    <pc:docChg chg="custSel modSld">
      <pc:chgData name="Campbell, Todd" userId="43137730-3d15-4f48-aca9-8a1b23a4a048" providerId="ADAL" clId="{20615508-6E48-491C-B421-A9006ED6BE95}" dt="2022-12-30T00:45:16.897" v="14" actId="20577"/>
      <pc:docMkLst>
        <pc:docMk/>
      </pc:docMkLst>
      <pc:sldChg chg="modSp mod">
        <pc:chgData name="Campbell, Todd" userId="43137730-3d15-4f48-aca9-8a1b23a4a048" providerId="ADAL" clId="{20615508-6E48-491C-B421-A9006ED6BE95}" dt="2022-12-30T00:45:16.897" v="14" actId="20577"/>
        <pc:sldMkLst>
          <pc:docMk/>
          <pc:sldMk cId="1333249988" sldId="264"/>
        </pc:sldMkLst>
        <pc:spChg chg="mod">
          <ac:chgData name="Campbell, Todd" userId="43137730-3d15-4f48-aca9-8a1b23a4a048" providerId="ADAL" clId="{20615508-6E48-491C-B421-A9006ED6BE95}" dt="2022-12-30T00:45:16.897" v="14" actId="20577"/>
          <ac:spMkLst>
            <pc:docMk/>
            <pc:sldMk cId="1333249988" sldId="264"/>
            <ac:spMk id="3" creationId="{3472F971-CD4B-4510-ACDB-B53B305ED545}"/>
          </ac:spMkLst>
        </pc:spChg>
      </pc:sldChg>
    </pc:docChg>
  </pc:docChgLst>
  <pc:docChgLst>
    <pc:chgData name="Campbell, Todd" userId="43137730-3d15-4f48-aca9-8a1b23a4a048" providerId="ADAL" clId="{60A35ED1-8668-4F6A-A793-BA78C78A0DAB}"/>
    <pc:docChg chg="undo custSel modSld">
      <pc:chgData name="Campbell, Todd" userId="43137730-3d15-4f48-aca9-8a1b23a4a048" providerId="ADAL" clId="{60A35ED1-8668-4F6A-A793-BA78C78A0DAB}" dt="2022-12-30T01:51:33.304" v="766" actId="20577"/>
      <pc:docMkLst>
        <pc:docMk/>
      </pc:docMkLst>
      <pc:sldChg chg="modSp mod">
        <pc:chgData name="Campbell, Todd" userId="43137730-3d15-4f48-aca9-8a1b23a4a048" providerId="ADAL" clId="{60A35ED1-8668-4F6A-A793-BA78C78A0DAB}" dt="2022-12-30T01:11:32.522" v="40" actId="20577"/>
        <pc:sldMkLst>
          <pc:docMk/>
          <pc:sldMk cId="869051348" sldId="258"/>
        </pc:sldMkLst>
        <pc:spChg chg="mod">
          <ac:chgData name="Campbell, Todd" userId="43137730-3d15-4f48-aca9-8a1b23a4a048" providerId="ADAL" clId="{60A35ED1-8668-4F6A-A793-BA78C78A0DAB}" dt="2022-12-30T01:11:32.522" v="40" actId="20577"/>
          <ac:spMkLst>
            <pc:docMk/>
            <pc:sldMk cId="869051348" sldId="258"/>
            <ac:spMk id="3" creationId="{1DE4002F-1460-4577-9FE8-9FE653C73C23}"/>
          </ac:spMkLst>
        </pc:spChg>
      </pc:sldChg>
      <pc:sldChg chg="modSp mod">
        <pc:chgData name="Campbell, Todd" userId="43137730-3d15-4f48-aca9-8a1b23a4a048" providerId="ADAL" clId="{60A35ED1-8668-4F6A-A793-BA78C78A0DAB}" dt="2022-12-30T01:05:26.035" v="22" actId="20577"/>
        <pc:sldMkLst>
          <pc:docMk/>
          <pc:sldMk cId="1493688635" sldId="263"/>
        </pc:sldMkLst>
        <pc:spChg chg="mod">
          <ac:chgData name="Campbell, Todd" userId="43137730-3d15-4f48-aca9-8a1b23a4a048" providerId="ADAL" clId="{60A35ED1-8668-4F6A-A793-BA78C78A0DAB}" dt="2022-12-30T01:05:26.035" v="22" actId="20577"/>
          <ac:spMkLst>
            <pc:docMk/>
            <pc:sldMk cId="1493688635" sldId="263"/>
            <ac:spMk id="3" creationId="{56C7EF45-93A0-4A4D-A5C4-7D95D33E6706}"/>
          </ac:spMkLst>
        </pc:spChg>
      </pc:sldChg>
      <pc:sldChg chg="addSp modSp mod">
        <pc:chgData name="Campbell, Todd" userId="43137730-3d15-4f48-aca9-8a1b23a4a048" providerId="ADAL" clId="{60A35ED1-8668-4F6A-A793-BA78C78A0DAB}" dt="2022-12-30T01:50:34" v="765" actId="1076"/>
        <pc:sldMkLst>
          <pc:docMk/>
          <pc:sldMk cId="1333249988" sldId="264"/>
        </pc:sldMkLst>
        <pc:spChg chg="mod">
          <ac:chgData name="Campbell, Todd" userId="43137730-3d15-4f48-aca9-8a1b23a4a048" providerId="ADAL" clId="{60A35ED1-8668-4F6A-A793-BA78C78A0DAB}" dt="2022-12-30T01:50:27.606" v="764" actId="1037"/>
          <ac:spMkLst>
            <pc:docMk/>
            <pc:sldMk cId="1333249988" sldId="264"/>
            <ac:spMk id="2" creationId="{35DEA4D3-33A7-4D8F-AE5A-B006383DD21B}"/>
          </ac:spMkLst>
        </pc:spChg>
        <pc:spChg chg="mod">
          <ac:chgData name="Campbell, Todd" userId="43137730-3d15-4f48-aca9-8a1b23a4a048" providerId="ADAL" clId="{60A35ED1-8668-4F6A-A793-BA78C78A0DAB}" dt="2022-12-30T01:50:27.606" v="764" actId="1037"/>
          <ac:spMkLst>
            <pc:docMk/>
            <pc:sldMk cId="1333249988" sldId="264"/>
            <ac:spMk id="3" creationId="{3472F971-CD4B-4510-ACDB-B53B305ED545}"/>
          </ac:spMkLst>
        </pc:spChg>
        <pc:graphicFrameChg chg="add mod modGraphic">
          <ac:chgData name="Campbell, Todd" userId="43137730-3d15-4f48-aca9-8a1b23a4a048" providerId="ADAL" clId="{60A35ED1-8668-4F6A-A793-BA78C78A0DAB}" dt="2022-12-30T01:50:34" v="765" actId="1076"/>
          <ac:graphicFrameMkLst>
            <pc:docMk/>
            <pc:sldMk cId="1333249988" sldId="264"/>
            <ac:graphicFrameMk id="4" creationId="{C64B9A2A-BFF4-40C4-B7B4-F2E7226AD3C5}"/>
          </ac:graphicFrameMkLst>
        </pc:graphicFrameChg>
      </pc:sldChg>
      <pc:sldChg chg="modSp mod">
        <pc:chgData name="Campbell, Todd" userId="43137730-3d15-4f48-aca9-8a1b23a4a048" providerId="ADAL" clId="{60A35ED1-8668-4F6A-A793-BA78C78A0DAB}" dt="2022-12-30T01:51:33.304" v="766" actId="20577"/>
        <pc:sldMkLst>
          <pc:docMk/>
          <pc:sldMk cId="3976098008" sldId="285"/>
        </pc:sldMkLst>
        <pc:spChg chg="mod">
          <ac:chgData name="Campbell, Todd" userId="43137730-3d15-4f48-aca9-8a1b23a4a048" providerId="ADAL" clId="{60A35ED1-8668-4F6A-A793-BA78C78A0DAB}" dt="2022-12-30T01:04:09.431" v="5" actId="20577"/>
          <ac:spMkLst>
            <pc:docMk/>
            <pc:sldMk cId="3976098008" sldId="285"/>
            <ac:spMk id="2" creationId="{BFFCF5BD-F8FF-4A67-A8B6-EBB21E79279B}"/>
          </ac:spMkLst>
        </pc:spChg>
        <pc:spChg chg="mod">
          <ac:chgData name="Campbell, Todd" userId="43137730-3d15-4f48-aca9-8a1b23a4a048" providerId="ADAL" clId="{60A35ED1-8668-4F6A-A793-BA78C78A0DAB}" dt="2022-12-30T01:51:33.304" v="766" actId="20577"/>
          <ac:spMkLst>
            <pc:docMk/>
            <pc:sldMk cId="3976098008" sldId="285"/>
            <ac:spMk id="3" creationId="{E0FBD98F-3A67-498E-8174-652040DD7B60}"/>
          </ac:spMkLst>
        </pc:spChg>
      </pc:sldChg>
      <pc:sldChg chg="modSp mod">
        <pc:chgData name="Campbell, Todd" userId="43137730-3d15-4f48-aca9-8a1b23a4a048" providerId="ADAL" clId="{60A35ED1-8668-4F6A-A793-BA78C78A0DAB}" dt="2022-12-30T01:14:38.124" v="114" actId="20577"/>
        <pc:sldMkLst>
          <pc:docMk/>
          <pc:sldMk cId="188525484" sldId="286"/>
        </pc:sldMkLst>
        <pc:spChg chg="mod">
          <ac:chgData name="Campbell, Todd" userId="43137730-3d15-4f48-aca9-8a1b23a4a048" providerId="ADAL" clId="{60A35ED1-8668-4F6A-A793-BA78C78A0DAB}" dt="2022-12-30T01:13:27.033" v="82" actId="20577"/>
          <ac:spMkLst>
            <pc:docMk/>
            <pc:sldMk cId="188525484" sldId="286"/>
            <ac:spMk id="2" creationId="{D1FEE1F3-739C-4CB5-A0DD-95D10876933D}"/>
          </ac:spMkLst>
        </pc:spChg>
        <pc:spChg chg="mod">
          <ac:chgData name="Campbell, Todd" userId="43137730-3d15-4f48-aca9-8a1b23a4a048" providerId="ADAL" clId="{60A35ED1-8668-4F6A-A793-BA78C78A0DAB}" dt="2022-12-30T01:14:38.124" v="114" actId="20577"/>
          <ac:spMkLst>
            <pc:docMk/>
            <pc:sldMk cId="188525484" sldId="286"/>
            <ac:spMk id="3" creationId="{1D28AF2A-FA7D-410D-8D4A-3C5D885FDF5F}"/>
          </ac:spMkLst>
        </pc:spChg>
      </pc:sldChg>
      <pc:sldChg chg="modSp mod">
        <pc:chgData name="Campbell, Todd" userId="43137730-3d15-4f48-aca9-8a1b23a4a048" providerId="ADAL" clId="{60A35ED1-8668-4F6A-A793-BA78C78A0DAB}" dt="2022-12-30T01:17:18.620" v="249" actId="27636"/>
        <pc:sldMkLst>
          <pc:docMk/>
          <pc:sldMk cId="1109977867" sldId="287"/>
        </pc:sldMkLst>
        <pc:spChg chg="mod">
          <ac:chgData name="Campbell, Todd" userId="43137730-3d15-4f48-aca9-8a1b23a4a048" providerId="ADAL" clId="{60A35ED1-8668-4F6A-A793-BA78C78A0DAB}" dt="2022-12-30T01:16:22.335" v="223" actId="20577"/>
          <ac:spMkLst>
            <pc:docMk/>
            <pc:sldMk cId="1109977867" sldId="287"/>
            <ac:spMk id="2" creationId="{8E6A84D9-C2FE-4944-892F-8242D8968453}"/>
          </ac:spMkLst>
        </pc:spChg>
        <pc:spChg chg="mod">
          <ac:chgData name="Campbell, Todd" userId="43137730-3d15-4f48-aca9-8a1b23a4a048" providerId="ADAL" clId="{60A35ED1-8668-4F6A-A793-BA78C78A0DAB}" dt="2022-12-30T01:17:18.620" v="249" actId="27636"/>
          <ac:spMkLst>
            <pc:docMk/>
            <pc:sldMk cId="1109977867" sldId="287"/>
            <ac:spMk id="3" creationId="{5D8AC9ED-33C5-489F-80DC-4582427D952B}"/>
          </ac:spMkLst>
        </pc:spChg>
      </pc:sldChg>
      <pc:sldChg chg="modSp mod">
        <pc:chgData name="Campbell, Todd" userId="43137730-3d15-4f48-aca9-8a1b23a4a048" providerId="ADAL" clId="{60A35ED1-8668-4F6A-A793-BA78C78A0DAB}" dt="2022-12-30T01:15:21.601" v="140" actId="20577"/>
        <pc:sldMkLst>
          <pc:docMk/>
          <pc:sldMk cId="668901707" sldId="288"/>
        </pc:sldMkLst>
        <pc:spChg chg="mod">
          <ac:chgData name="Campbell, Todd" userId="43137730-3d15-4f48-aca9-8a1b23a4a048" providerId="ADAL" clId="{60A35ED1-8668-4F6A-A793-BA78C78A0DAB}" dt="2022-12-30T01:14:57.910" v="135" actId="20577"/>
          <ac:spMkLst>
            <pc:docMk/>
            <pc:sldMk cId="668901707" sldId="288"/>
            <ac:spMk id="2" creationId="{D347732A-A93D-467E-9CDB-B4A2E0E7B750}"/>
          </ac:spMkLst>
        </pc:spChg>
        <pc:spChg chg="mod">
          <ac:chgData name="Campbell, Todd" userId="43137730-3d15-4f48-aca9-8a1b23a4a048" providerId="ADAL" clId="{60A35ED1-8668-4F6A-A793-BA78C78A0DAB}" dt="2022-12-30T01:15:21.601" v="140" actId="20577"/>
          <ac:spMkLst>
            <pc:docMk/>
            <pc:sldMk cId="668901707" sldId="288"/>
            <ac:spMk id="3" creationId="{A947116E-BA7D-4A3F-8BDF-5C87CD816DED}"/>
          </ac:spMkLst>
        </pc:spChg>
      </pc:sldChg>
      <pc:sldChg chg="addSp modSp mod">
        <pc:chgData name="Campbell, Todd" userId="43137730-3d15-4f48-aca9-8a1b23a4a048" providerId="ADAL" clId="{60A35ED1-8668-4F6A-A793-BA78C78A0DAB}" dt="2022-12-30T01:28:46.488" v="545" actId="1036"/>
        <pc:sldMkLst>
          <pc:docMk/>
          <pc:sldMk cId="4263261754" sldId="289"/>
        </pc:sldMkLst>
        <pc:spChg chg="mod">
          <ac:chgData name="Campbell, Todd" userId="43137730-3d15-4f48-aca9-8a1b23a4a048" providerId="ADAL" clId="{60A35ED1-8668-4F6A-A793-BA78C78A0DAB}" dt="2022-12-30T01:27:53.601" v="526" actId="1037"/>
          <ac:spMkLst>
            <pc:docMk/>
            <pc:sldMk cId="4263261754" sldId="289"/>
            <ac:spMk id="2" creationId="{D94F88A7-5050-437E-9D70-2EB2547E60DD}"/>
          </ac:spMkLst>
        </pc:spChg>
        <pc:spChg chg="mod">
          <ac:chgData name="Campbell, Todd" userId="43137730-3d15-4f48-aca9-8a1b23a4a048" providerId="ADAL" clId="{60A35ED1-8668-4F6A-A793-BA78C78A0DAB}" dt="2022-12-30T01:27:53.601" v="526" actId="1037"/>
          <ac:spMkLst>
            <pc:docMk/>
            <pc:sldMk cId="4263261754" sldId="289"/>
            <ac:spMk id="3" creationId="{415BE161-DE55-47D9-9C42-36AC6CD96416}"/>
          </ac:spMkLst>
        </pc:spChg>
        <pc:spChg chg="add mod">
          <ac:chgData name="Campbell, Todd" userId="43137730-3d15-4f48-aca9-8a1b23a4a048" providerId="ADAL" clId="{60A35ED1-8668-4F6A-A793-BA78C78A0DAB}" dt="2022-12-30T01:28:40.484" v="534" actId="1076"/>
          <ac:spMkLst>
            <pc:docMk/>
            <pc:sldMk cId="4263261754" sldId="289"/>
            <ac:spMk id="6" creationId="{6BEB0984-D9EC-431B-8E05-FE6EF88B0ADD}"/>
          </ac:spMkLst>
        </pc:spChg>
        <pc:graphicFrameChg chg="add mod modGraphic">
          <ac:chgData name="Campbell, Todd" userId="43137730-3d15-4f48-aca9-8a1b23a4a048" providerId="ADAL" clId="{60A35ED1-8668-4F6A-A793-BA78C78A0DAB}" dt="2022-12-30T01:28:46.488" v="545" actId="1036"/>
          <ac:graphicFrameMkLst>
            <pc:docMk/>
            <pc:sldMk cId="4263261754" sldId="289"/>
            <ac:graphicFrameMk id="4" creationId="{74BDCF30-C6BD-494D-AB65-8E74E6860ECB}"/>
          </ac:graphicFrameMkLst>
        </pc:graphicFrameChg>
      </pc:sldChg>
      <pc:sldChg chg="modSp mod">
        <pc:chgData name="Campbell, Todd" userId="43137730-3d15-4f48-aca9-8a1b23a4a048" providerId="ADAL" clId="{60A35ED1-8668-4F6A-A793-BA78C78A0DAB}" dt="2022-12-30T01:40:45.655" v="719" actId="255"/>
        <pc:sldMkLst>
          <pc:docMk/>
          <pc:sldMk cId="3327012188" sldId="293"/>
        </pc:sldMkLst>
        <pc:spChg chg="mod">
          <ac:chgData name="Campbell, Todd" userId="43137730-3d15-4f48-aca9-8a1b23a4a048" providerId="ADAL" clId="{60A35ED1-8668-4F6A-A793-BA78C78A0DAB}" dt="2022-12-30T01:38:44.501" v="573" actId="20577"/>
          <ac:spMkLst>
            <pc:docMk/>
            <pc:sldMk cId="3327012188" sldId="293"/>
            <ac:spMk id="2" creationId="{D347732A-A93D-467E-9CDB-B4A2E0E7B750}"/>
          </ac:spMkLst>
        </pc:spChg>
        <pc:spChg chg="mod">
          <ac:chgData name="Campbell, Todd" userId="43137730-3d15-4f48-aca9-8a1b23a4a048" providerId="ADAL" clId="{60A35ED1-8668-4F6A-A793-BA78C78A0DAB}" dt="2022-12-30T01:40:45.655" v="719" actId="255"/>
          <ac:spMkLst>
            <pc:docMk/>
            <pc:sldMk cId="3327012188" sldId="293"/>
            <ac:spMk id="3" creationId="{A947116E-BA7D-4A3F-8BDF-5C87CD816DED}"/>
          </ac:spMkLst>
        </pc:spChg>
      </pc:sldChg>
    </pc:docChg>
  </pc:docChgLst>
  <pc:docChgLst>
    <pc:chgData name="White (she/her), Whitney" userId="65f39021-2f1d-4d8b-87dc-b123826f65bf" providerId="ADAL" clId="{57A6A3E3-DDAF-48B7-B459-15F0837257B9}"/>
    <pc:docChg chg="modSld">
      <pc:chgData name="White (she/her), Whitney" userId="65f39021-2f1d-4d8b-87dc-b123826f65bf" providerId="ADAL" clId="{57A6A3E3-DDAF-48B7-B459-15F0837257B9}" dt="2023-01-03T19:36:08.982" v="1" actId="20577"/>
      <pc:docMkLst>
        <pc:docMk/>
      </pc:docMkLst>
      <pc:sldChg chg="modSp mod">
        <pc:chgData name="White (she/her), Whitney" userId="65f39021-2f1d-4d8b-87dc-b123826f65bf" providerId="ADAL" clId="{57A6A3E3-DDAF-48B7-B459-15F0837257B9}" dt="2023-01-03T19:36:08.982" v="1" actId="20577"/>
        <pc:sldMkLst>
          <pc:docMk/>
          <pc:sldMk cId="3976098008" sldId="285"/>
        </pc:sldMkLst>
        <pc:spChg chg="mod">
          <ac:chgData name="White (she/her), Whitney" userId="65f39021-2f1d-4d8b-87dc-b123826f65bf" providerId="ADAL" clId="{57A6A3E3-DDAF-48B7-B459-15F0837257B9}" dt="2023-01-03T19:36:08.982" v="1" actId="20577"/>
          <ac:spMkLst>
            <pc:docMk/>
            <pc:sldMk cId="3976098008" sldId="285"/>
            <ac:spMk id="2" creationId="{BFFCF5BD-F8FF-4A67-A8B6-EBB21E79279B}"/>
          </ac:spMkLst>
        </pc:spChg>
      </pc:sldChg>
    </pc:docChg>
  </pc:docChgLst>
  <pc:docChgLst>
    <pc:chgData name="White (she/her), Whitney" userId="65f39021-2f1d-4d8b-87dc-b123826f65bf" providerId="ADAL" clId="{4EA04917-BF07-4167-B26F-4BBC2A5CEAA9}"/>
    <pc:docChg chg="modSld">
      <pc:chgData name="White (she/her), Whitney" userId="65f39021-2f1d-4d8b-87dc-b123826f65bf" providerId="ADAL" clId="{4EA04917-BF07-4167-B26F-4BBC2A5CEAA9}" dt="2023-08-31T01:52:10.010" v="5" actId="13244"/>
      <pc:docMkLst>
        <pc:docMk/>
      </pc:docMkLst>
      <pc:sldChg chg="modSp mod">
        <pc:chgData name="White (she/her), Whitney" userId="65f39021-2f1d-4d8b-87dc-b123826f65bf" providerId="ADAL" clId="{4EA04917-BF07-4167-B26F-4BBC2A5CEAA9}" dt="2023-08-31T01:52:10.010" v="5" actId="13244"/>
        <pc:sldMkLst>
          <pc:docMk/>
          <pc:sldMk cId="1333249988" sldId="264"/>
        </pc:sldMkLst>
        <pc:spChg chg="ord">
          <ac:chgData name="White (she/her), Whitney" userId="65f39021-2f1d-4d8b-87dc-b123826f65bf" providerId="ADAL" clId="{4EA04917-BF07-4167-B26F-4BBC2A5CEAA9}" dt="2023-08-31T01:52:10.010" v="5" actId="13244"/>
          <ac:spMkLst>
            <pc:docMk/>
            <pc:sldMk cId="1333249988" sldId="264"/>
            <ac:spMk id="5" creationId="{1A42D33A-ACB1-4B18-A2F3-DBD50339526B}"/>
          </ac:spMkLst>
        </pc:spChg>
      </pc:sldChg>
      <pc:sldChg chg="addSp modSp mod">
        <pc:chgData name="White (she/her), Whitney" userId="65f39021-2f1d-4d8b-87dc-b123826f65bf" providerId="ADAL" clId="{4EA04917-BF07-4167-B26F-4BBC2A5CEAA9}" dt="2023-08-31T01:51:38.282" v="3" actId="1076"/>
        <pc:sldMkLst>
          <pc:docMk/>
          <pc:sldMk cId="3976098008" sldId="285"/>
        </pc:sldMkLst>
        <pc:spChg chg="mod">
          <ac:chgData name="White (she/her), Whitney" userId="65f39021-2f1d-4d8b-87dc-b123826f65bf" providerId="ADAL" clId="{4EA04917-BF07-4167-B26F-4BBC2A5CEAA9}" dt="2023-08-31T01:51:33.769" v="1" actId="1076"/>
          <ac:spMkLst>
            <pc:docMk/>
            <pc:sldMk cId="3976098008" sldId="285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4EA04917-BF07-4167-B26F-4BBC2A5CEAA9}" dt="2023-08-31T01:51:38.282" v="3" actId="1076"/>
          <ac:spMkLst>
            <pc:docMk/>
            <pc:sldMk cId="3976098008" sldId="285"/>
            <ac:spMk id="4" creationId="{00CC926A-245E-9639-B979-1D9D732CD0BC}"/>
          </ac:spMkLst>
        </pc:spChg>
      </pc:sldChg>
      <pc:sldChg chg="modSp mod">
        <pc:chgData name="White (she/her), Whitney" userId="65f39021-2f1d-4d8b-87dc-b123826f65bf" providerId="ADAL" clId="{4EA04917-BF07-4167-B26F-4BBC2A5CEAA9}" dt="2023-08-31T01:52:05.116" v="4" actId="13244"/>
        <pc:sldMkLst>
          <pc:docMk/>
          <pc:sldMk cId="4263261754" sldId="289"/>
        </pc:sldMkLst>
        <pc:spChg chg="ord">
          <ac:chgData name="White (she/her), Whitney" userId="65f39021-2f1d-4d8b-87dc-b123826f65bf" providerId="ADAL" clId="{4EA04917-BF07-4167-B26F-4BBC2A5CEAA9}" dt="2023-08-31T01:52:05.116" v="4" actId="13244"/>
          <ac:spMkLst>
            <pc:docMk/>
            <pc:sldMk cId="4263261754" sldId="289"/>
            <ac:spMk id="5" creationId="{D37AC89B-6937-43B2-9D4B-7E4C5A67E6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95F45DF0-00B2-468D-ADF1-6351EEFB9CD7}" type="datetime1">
              <a:rPr lang="en-US" smtClean="0"/>
              <a:pPr/>
              <a:t>8/30/2023</a:t>
            </a:fld>
            <a:endParaRPr lang="en-US" dirty="0"/>
          </a:p>
        </p:txBody>
      </p:sp>
      <p:pic>
        <p:nvPicPr>
          <p:cNvPr id="9" name="Picture 8" descr="Logo: Texas Education Agency 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 for Texas Education Agency (TEA) Education and Training 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A50A4456-6D77-4237-8218-40872579093E}" type="datetime1">
              <a:rPr lang="en-US" smtClean="0"/>
              <a:pPr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117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48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06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11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71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717171"/>
                </a:solidFill>
              </a:defRPr>
            </a:lvl1pPr>
          </a:lstStyle>
          <a:p>
            <a:fld id="{1B00EFE5-A68C-4E4B-9D40-F26D6ED979C1}" type="datetime1">
              <a:rPr lang="en-US" smtClean="0"/>
              <a:pPr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71717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17171"/>
                </a:solidFill>
              </a:defRPr>
            </a:lvl1pPr>
          </a:lstStyle>
          <a:p>
            <a:fld id="{E2D56C8B-F564-4051-AFED-A78F1C6A2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3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85028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3: Knowledge of Students to Drive Instruction | Lesson 3.12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 fontScale="92500" lnSpcReduction="10000"/>
          </a:bodyPr>
          <a:lstStyle/>
          <a:p>
            <a:r>
              <a:rPr lang="en-US" sz="6000"/>
              <a:t>Leveraging </a:t>
            </a:r>
            <a:r>
              <a:rPr lang="en-US" sz="6000" dirty="0"/>
              <a:t>What We Know About Students to Inform Instructional 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CC926A-245E-9639-B979-1D9D732CD0BC}"/>
              </a:ext>
            </a:extLst>
          </p:cNvPr>
          <p:cNvSpPr txBox="1"/>
          <p:nvPr/>
        </p:nvSpPr>
        <p:spPr>
          <a:xfrm>
            <a:off x="0" y="6455328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0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70F8-564A-4E6A-B0CE-1158FFB95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7EF45-93A0-4A4D-A5C4-7D95D33E6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4C-F, 5A-B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Analyze data from a student profile to better understand students</a:t>
            </a:r>
            <a:r>
              <a:rPr lang="en-US" dirty="0"/>
              <a:t> </a:t>
            </a:r>
          </a:p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Leverage knowledge of students to inform instructional practice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867E1-EAB1-41FE-AFBC-C7A8F3C7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688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FBBE-6C0B-4F7B-8E9F-A1BD243C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4002F-1460-4577-9FE8-9FE653C73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What’s the difference between quantitative and qualitative data?</a:t>
            </a:r>
            <a:r>
              <a:rPr lang="en-US" dirty="0"/>
              <a:t> 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is a learner profile?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What actions might teachers take to gather the quantitative and qualitative data used to develop student profiles?</a:t>
            </a: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36C73-C163-4034-8F9A-E812F74D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051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EE1F3-739C-4CB5-A0DD-95D108769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Quantitative Data vs. Qualitative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8AF2A-FA7D-410D-8D4A-3C5D885FD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637" y="1847850"/>
            <a:ext cx="9734725" cy="4351338"/>
          </a:xfrm>
        </p:spPr>
        <p:txBody>
          <a:bodyPr>
            <a:normAutofit/>
          </a:bodyPr>
          <a:lstStyle/>
          <a:p>
            <a:r>
              <a:rPr lang="en-US" dirty="0"/>
              <a:t>Quantitative data are data that can be counted and expressed in numbers.  Quantitative data answer questions like “how many?” and “how often?”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Qualitative data are data that are expressed in words. Qualitative data answers questions like “why?” and “how?”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FC235-1B0D-4FF6-BDED-98184AC51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2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7732A-A93D-467E-9CDB-B4A2E0E7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Learner 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7116E-BA7D-4A3F-8BDF-5C87CD816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complete picture of a student’s learning preferences, strengths, and challenges.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17EF73-EF8F-4242-82ED-0E3D2B566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901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A84D9-C2FE-4944-892F-8242D896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Collecting Quantitative Data &amp; Qualitative Data    to Develop a Learner 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AC9ED-33C5-489F-80DC-4582427D9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300"/>
              </a:spcAft>
            </a:pPr>
            <a:r>
              <a:rPr lang="en-US" dirty="0"/>
              <a:t>Have informal conversations and ask questions</a:t>
            </a:r>
          </a:p>
          <a:p>
            <a:pPr>
              <a:spcAft>
                <a:spcPts val="300"/>
              </a:spcAft>
            </a:pPr>
            <a:r>
              <a:rPr lang="en-US" dirty="0"/>
              <a:t>Access grades and other academic data</a:t>
            </a:r>
          </a:p>
          <a:p>
            <a:pPr>
              <a:spcAft>
                <a:spcPts val="300"/>
              </a:spcAft>
            </a:pPr>
            <a:r>
              <a:rPr lang="en-US" dirty="0"/>
              <a:t>Talk to student’s previous teachers, coaches, club sponsors, etc.</a:t>
            </a:r>
          </a:p>
          <a:p>
            <a:pPr>
              <a:spcAft>
                <a:spcPts val="300"/>
              </a:spcAft>
            </a:pPr>
            <a:r>
              <a:rPr lang="en-US" dirty="0"/>
              <a:t>Do classroom ice-breaker activities</a:t>
            </a:r>
          </a:p>
          <a:p>
            <a:pPr>
              <a:spcAft>
                <a:spcPts val="300"/>
              </a:spcAft>
            </a:pPr>
            <a:r>
              <a:rPr lang="en-US" dirty="0"/>
              <a:t>Review student records</a:t>
            </a:r>
          </a:p>
          <a:p>
            <a:pPr>
              <a:spcAft>
                <a:spcPts val="300"/>
              </a:spcAft>
            </a:pPr>
            <a:r>
              <a:rPr lang="en-US" dirty="0"/>
              <a:t>Give assignments that ask students to share more about themselves</a:t>
            </a:r>
          </a:p>
          <a:p>
            <a:pPr>
              <a:spcAft>
                <a:spcPts val="300"/>
              </a:spcAft>
            </a:pPr>
            <a:r>
              <a:rPr lang="en-US" dirty="0"/>
              <a:t>Send home a survey for students’ families to complete</a:t>
            </a:r>
          </a:p>
          <a:p>
            <a:pPr>
              <a:spcAft>
                <a:spcPts val="300"/>
              </a:spcAft>
            </a:pPr>
            <a:r>
              <a:rPr lang="en-US" dirty="0"/>
              <a:t>Administer a student survey</a:t>
            </a:r>
          </a:p>
          <a:p>
            <a:pPr>
              <a:spcAft>
                <a:spcPts val="300"/>
              </a:spcAft>
            </a:pPr>
            <a:r>
              <a:rPr lang="en-US" dirty="0"/>
              <a:t>Conduct home visits and family interviews</a:t>
            </a:r>
          </a:p>
          <a:p>
            <a:pPr>
              <a:spcAft>
                <a:spcPts val="300"/>
              </a:spcAft>
            </a:pPr>
            <a:r>
              <a:rPr lang="en-US" dirty="0"/>
              <a:t>Maintain a family communication tracking log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176C0-86AA-4A15-A762-08BEF772A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977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F88A7-5050-437E-9D70-2EB2547E6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61" y="-157396"/>
            <a:ext cx="10515600" cy="1325563"/>
          </a:xfrm>
        </p:spPr>
        <p:txBody>
          <a:bodyPr/>
          <a:lstStyle/>
          <a:p>
            <a:r>
              <a:rPr lang="en-US" dirty="0"/>
              <a:t>Learner Profile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BE161-DE55-47D9-9C42-36AC6CD96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527" y="102318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Consider this excerpt from the learner profile of Grover:</a:t>
            </a:r>
            <a:endParaRPr lang="en-US" i="1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74BDCF30-C6BD-494D-AB65-8E74E6860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184492"/>
              </p:ext>
            </p:extLst>
          </p:nvPr>
        </p:nvGraphicFramePr>
        <p:xfrm>
          <a:off x="1191983" y="1669872"/>
          <a:ext cx="9602756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1378">
                  <a:extLst>
                    <a:ext uri="{9D8B030D-6E8A-4147-A177-3AD203B41FA5}">
                      <a16:colId xmlns:a16="http://schemas.microsoft.com/office/drawing/2014/main" val="2243497221"/>
                    </a:ext>
                  </a:extLst>
                </a:gridCol>
                <a:gridCol w="4801378">
                  <a:extLst>
                    <a:ext uri="{9D8B030D-6E8A-4147-A177-3AD203B41FA5}">
                      <a16:colId xmlns:a16="http://schemas.microsoft.com/office/drawing/2014/main" val="101710266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Student Learning Preferences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194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X  Likes to learn by working alone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☐ Like to learn by working with others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X  Learns best in silence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☐ Learns best with some background noise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X  Likes to stay in one place while learning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☐ Likes to move around while learning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☐ Likes to ask peers for help</a:t>
                      </a:r>
                    </a:p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X  Likes to ask the teacher for help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9241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About My Student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47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Point of Pride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 is a quick learner, but is trying to improve quality of work by slowing down, improving penmanship, and double-checking responses; Art teacher has shared several remarkable creations and Gym teacher describes athletic talent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88148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My Student as a Learner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953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my student needs help, they…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Ask the teacher, although reluctant to do so in front of peers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034673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EB0984-D9EC-431B-8E05-FE6EF88B0ADD}"/>
              </a:ext>
            </a:extLst>
          </p:cNvPr>
          <p:cNvSpPr txBox="1">
            <a:spLocks/>
          </p:cNvSpPr>
          <p:nvPr/>
        </p:nvSpPr>
        <p:spPr>
          <a:xfrm>
            <a:off x="838200" y="594580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What quantitative or qualitative data might the teacher be able to leverage when making instructional decisions?</a:t>
            </a:r>
            <a:endParaRPr lang="en-US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7AC89B-6937-43B2-9D4B-7E4C5A67E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26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7732A-A93D-467E-9CDB-B4A2E0E7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 Learner 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7116E-BA7D-4A3F-8BDF-5C87CD816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168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Teachers develop learner profiles by assembling data from a multitude of sources, including:</a:t>
            </a:r>
          </a:p>
          <a:p>
            <a:r>
              <a:rPr lang="en-US" sz="2200" dirty="0"/>
              <a:t>Informal Conversations</a:t>
            </a:r>
          </a:p>
          <a:p>
            <a:r>
              <a:rPr lang="en-US" sz="2200" dirty="0"/>
              <a:t>Interest Inventories</a:t>
            </a:r>
          </a:p>
          <a:p>
            <a:r>
              <a:rPr lang="en-US" sz="2200" dirty="0"/>
              <a:t>Communication Logs</a:t>
            </a:r>
          </a:p>
          <a:p>
            <a:r>
              <a:rPr lang="en-US" sz="2200" dirty="0"/>
              <a:t>Family Interviews</a:t>
            </a:r>
          </a:p>
          <a:p>
            <a:r>
              <a:rPr lang="en-US" sz="2200" dirty="0"/>
              <a:t>Formative Assessments</a:t>
            </a:r>
          </a:p>
          <a:p>
            <a:r>
              <a:rPr lang="en-US" sz="2200" dirty="0"/>
              <a:t>Academic Data</a:t>
            </a:r>
          </a:p>
          <a:p>
            <a:r>
              <a:rPr lang="en-US" sz="2200" dirty="0"/>
              <a:t>Artifacts from External Stakeholders</a:t>
            </a:r>
          </a:p>
          <a:p>
            <a:r>
              <a:rPr lang="en-US" sz="2200" dirty="0"/>
              <a:t>Home Visits</a:t>
            </a:r>
          </a:p>
          <a:p>
            <a:r>
              <a:rPr lang="en-US" sz="2200" dirty="0"/>
              <a:t>Funds of Knowledge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17EF73-EF8F-4242-82ED-0E3D2B566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012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A4D3-33A7-4D8F-AE5A-B006383D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07" y="122527"/>
            <a:ext cx="10515600" cy="1325563"/>
          </a:xfrm>
        </p:spPr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2F971-CD4B-4510-ACDB-B53B305ED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207" y="1292587"/>
            <a:ext cx="10515600" cy="4641778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Read, analyze, and make note of the quantitative and qualitative data in the student profile.  Then use that information to make instructional decisions in the scenarios that follow.</a:t>
            </a:r>
            <a:endParaRPr lang="en-US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64B9A2A-BFF4-40C4-B7B4-F2E7226AD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53855"/>
              </p:ext>
            </p:extLst>
          </p:nvPr>
        </p:nvGraphicFramePr>
        <p:xfrm>
          <a:off x="1090126" y="2137092"/>
          <a:ext cx="9742713" cy="440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571">
                  <a:extLst>
                    <a:ext uri="{9D8B030D-6E8A-4147-A177-3AD203B41FA5}">
                      <a16:colId xmlns:a16="http://schemas.microsoft.com/office/drawing/2014/main" val="445471951"/>
                    </a:ext>
                  </a:extLst>
                </a:gridCol>
                <a:gridCol w="3247571">
                  <a:extLst>
                    <a:ext uri="{9D8B030D-6E8A-4147-A177-3AD203B41FA5}">
                      <a16:colId xmlns:a16="http://schemas.microsoft.com/office/drawing/2014/main" val="1000969701"/>
                    </a:ext>
                  </a:extLst>
                </a:gridCol>
                <a:gridCol w="3247571">
                  <a:extLst>
                    <a:ext uri="{9D8B030D-6E8A-4147-A177-3AD203B41FA5}">
                      <a16:colId xmlns:a16="http://schemas.microsoft.com/office/drawing/2014/main" val="2167931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Scenario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Teacher Response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Explanation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974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introducing a new concept during math, Ms. C notices that Delanie has a firm grasp of the content while her peers are struggling.  Delanie keeps interrupting instruction and is dominating the class conversation.  What should Ms. C do?</a:t>
                      </a:r>
                      <a:endParaRPr lang="en-US" sz="14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25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Ms. C recently assigned a group project and wants to ensure that all students actively contribute and have a voice in presenting once complete.  What should she do? </a:t>
                      </a:r>
                      <a:endParaRPr lang="en-US" sz="14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36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Ms. C is planning for upcoming instruction that will highlight local geography and natural habitats.  How might she activate students’ prior knowledge? </a:t>
                      </a:r>
                      <a:endParaRPr lang="en-US" sz="14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74276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2D33A-ACB1-4B18-A2F3-DBD50339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249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1871</TotalTime>
  <Words>603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1_Office Theme</vt:lpstr>
      <vt:lpstr>Instructional Practices| Unit 3: Knowledge of Students to Drive Instruction | Lesson 3.12</vt:lpstr>
      <vt:lpstr>TEKS Standards &amp; Objectives</vt:lpstr>
      <vt:lpstr>Bellringer</vt:lpstr>
      <vt:lpstr>Quantitative Data vs. Qualitative Data</vt:lpstr>
      <vt:lpstr>The Learner Profile</vt:lpstr>
      <vt:lpstr>Collecting Quantitative Data &amp; Qualitative Data    to Develop a Learner Profile</vt:lpstr>
      <vt:lpstr>Learner Profile Analysis</vt:lpstr>
      <vt:lpstr>Developing a Learner Profile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3.13: Leveraging What We Know About Students to Inform Instructional Practice</dc:title>
  <dc:subject>Lesson 3.13: Leveraging What We Know About Students to Inform Instructional Practice</dc:subject>
  <dc:creator>Texas Education Agency</dc:creator>
  <cp:lastModifiedBy>White (she/her), Whitney</cp:lastModifiedBy>
  <cp:revision>11</cp:revision>
  <dcterms:created xsi:type="dcterms:W3CDTF">2022-05-09T19:40:20Z</dcterms:created>
  <dcterms:modified xsi:type="dcterms:W3CDTF">2023-08-31T01:52:13Z</dcterms:modified>
</cp:coreProperties>
</file>
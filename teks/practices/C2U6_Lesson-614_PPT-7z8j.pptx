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5" r:id="rId5"/>
    <p:sldId id="266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B73B-11F8-4580-81F4-4636DBE12409}" v="6" dt="2022-09-18T04:53:13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D583B73B-11F8-4580-81F4-4636DBE12409}"/>
    <pc:docChg chg="custSel addSld delSld modSld">
      <pc:chgData name="White (she/her), Whitney" userId="65f39021-2f1d-4d8b-87dc-b123826f65bf" providerId="ADAL" clId="{D583B73B-11F8-4580-81F4-4636DBE12409}" dt="2022-09-18T04:53:50.920" v="107" actId="47"/>
      <pc:docMkLst>
        <pc:docMk/>
      </pc:docMkLst>
      <pc:sldChg chg="modSp mod">
        <pc:chgData name="White (she/her), Whitney" userId="65f39021-2f1d-4d8b-87dc-b123826f65bf" providerId="ADAL" clId="{D583B73B-11F8-4580-81F4-4636DBE12409}" dt="2022-09-18T04:49:31.594" v="36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D583B73B-11F8-4580-81F4-4636DBE12409}" dt="2022-09-18T04:48:59.952" v="18" actId="1392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D583B73B-11F8-4580-81F4-4636DBE12409}" dt="2022-09-18T04:49:31.594" v="3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D583B73B-11F8-4580-81F4-4636DBE12409}" dt="2022-09-18T04:51:20.534" v="74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D583B73B-11F8-4580-81F4-4636DBE12409}" dt="2022-09-18T04:51:20.534" v="74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D583B73B-11F8-4580-81F4-4636DBE12409}" dt="2022-09-18T04:51:04.244" v="69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D583B73B-11F8-4580-81F4-4636DBE12409}" dt="2022-09-18T04:51:04.244" v="6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D583B73B-11F8-4580-81F4-4636DBE12409}" dt="2022-09-18T04:53:47.820" v="105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D583B73B-11F8-4580-81F4-4636DBE12409}" dt="2022-09-18T04:53:47.820" v="105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 (she/her), Whitney" userId="65f39021-2f1d-4d8b-87dc-b123826f65bf" providerId="ADAL" clId="{D583B73B-11F8-4580-81F4-4636DBE12409}" dt="2022-09-18T04:52:20.995" v="76" actId="2696"/>
        <pc:sldMkLst>
          <pc:docMk/>
          <pc:sldMk cId="3054216349" sldId="261"/>
        </pc:sldMkLst>
      </pc:sldChg>
      <pc:sldChg chg="del">
        <pc:chgData name="White (she/her), Whitney" userId="65f39021-2f1d-4d8b-87dc-b123826f65bf" providerId="ADAL" clId="{D583B73B-11F8-4580-81F4-4636DBE12409}" dt="2022-09-18T04:53:50.098" v="106" actId="47"/>
        <pc:sldMkLst>
          <pc:docMk/>
          <pc:sldMk cId="4170921578" sldId="262"/>
        </pc:sldMkLst>
      </pc:sldChg>
      <pc:sldChg chg="del">
        <pc:chgData name="White (she/her), Whitney" userId="65f39021-2f1d-4d8b-87dc-b123826f65bf" providerId="ADAL" clId="{D583B73B-11F8-4580-81F4-4636DBE12409}" dt="2022-09-18T04:53:50.920" v="107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D583B73B-11F8-4580-81F4-4636DBE12409}" dt="2022-09-18T04:53:15.842" v="78" actId="2696"/>
        <pc:sldMkLst>
          <pc:docMk/>
          <pc:sldMk cId="3493109116" sldId="264"/>
        </pc:sldMkLst>
      </pc:sldChg>
      <pc:sldChg chg="add">
        <pc:chgData name="White (she/her), Whitney" userId="65f39021-2f1d-4d8b-87dc-b123826f65bf" providerId="ADAL" clId="{D583B73B-11F8-4580-81F4-4636DBE12409}" dt="2022-09-18T04:52:15.207" v="75"/>
        <pc:sldMkLst>
          <pc:docMk/>
          <pc:sldMk cId="3006413495" sldId="265"/>
        </pc:sldMkLst>
      </pc:sldChg>
      <pc:sldChg chg="add">
        <pc:chgData name="White (she/her), Whitney" userId="65f39021-2f1d-4d8b-87dc-b123826f65bf" providerId="ADAL" clId="{D583B73B-11F8-4580-81F4-4636DBE12409}" dt="2022-09-18T04:53:13.549" v="77"/>
        <pc:sldMkLst>
          <pc:docMk/>
          <pc:sldMk cId="378585608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118584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Putting It All Together | Lesson 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57F475-A60D-73E4-2688-B09C112F9014}"/>
              </a:ext>
            </a:extLst>
          </p:cNvPr>
          <p:cNvSpPr txBox="1"/>
          <p:nvPr/>
        </p:nvSpPr>
        <p:spPr>
          <a:xfrm>
            <a:off x="0" y="6488884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Deliver a lesson from HQIM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 and receive feedback on lesson delivery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Reflect on the teaching experience and instructional alignment collectively.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Were you successful in sticking to the norms in the rehearsals yesterday?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Reflecting on your experience yesterday, are there any additional norms that you would add to the list?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Reflecting on your experience yesterday, why do you think establishing norms for how teacher’s work together is important?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AD152C3-26C2-476E-A190-65C09B0877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83959"/>
          <a:ext cx="10515600" cy="41240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13544">
                  <a:extLst>
                    <a:ext uri="{9D8B030D-6E8A-4147-A177-3AD203B41FA5}">
                      <a16:colId xmlns:a16="http://schemas.microsoft.com/office/drawing/2014/main" val="4053618290"/>
                    </a:ext>
                  </a:extLst>
                </a:gridCol>
                <a:gridCol w="7902056">
                  <a:extLst>
                    <a:ext uri="{9D8B030D-6E8A-4147-A177-3AD203B41FA5}">
                      <a16:colId xmlns:a16="http://schemas.microsoft.com/office/drawing/2014/main" val="3487945062"/>
                    </a:ext>
                  </a:extLst>
                </a:gridCol>
              </a:tblGrid>
              <a:tr h="12863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Curriculum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 curriculum is a year-long, standards-based guide of instructional practices, learning experiences, and assessments used to facilitate student learning of grade-level concepts.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2523098241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Objectives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Brief statements that describe what students will be expected to learn by the end of the unit or lesson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2466489086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Assessment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Any tool used to collect, analyze, and respond to information about student understanding of learning targets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3202347065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Lesson Plan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 teacher’s detailed plan for teaching an individual lesson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3403681481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Norms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</a:rPr>
                        <a:t>Agreements adopted by a group for how it will do something together and/or behave together.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308398819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413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Rehearsal Plan (17 minutes per role play round)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9 minutes: Teach the lesson with the other two classmates acting as the students</a:t>
            </a:r>
          </a:p>
          <a:p>
            <a:r>
              <a:rPr lang="en-US" dirty="0"/>
              <a:t>4 minutes: Record reflections on your experience, using either the teacher reflection table or the student reflection table in your Student Guide</a:t>
            </a:r>
          </a:p>
          <a:p>
            <a:r>
              <a:rPr lang="en-US" dirty="0"/>
              <a:t>2 minutes: Share warm and cool feedback with the teacher</a:t>
            </a:r>
          </a:p>
          <a:p>
            <a:r>
              <a:rPr lang="en-US" dirty="0"/>
              <a:t>2 minutes: Allow the teacher to reflect on teaching the lesson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585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Recap the central components of instructional alignment by completing the table on your Exit Ticket.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C2U6 Template</Template>
  <TotalTime>5</TotalTime>
  <Words>315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Instructional Practices| Unit 6: Instructional Alignment| Lesson 6.14</vt:lpstr>
      <vt:lpstr>TEKS Standards &amp; Objectives</vt:lpstr>
      <vt:lpstr>Bellringer</vt:lpstr>
      <vt:lpstr>Vocabulary</vt:lpstr>
      <vt:lpstr>Rehearsal Plan (17 minutes per role play round)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6.14: Putting It All Together | Lesson Practice</dc:title>
  <dc:subject>Lesson 6.14: Putting It All Together | Lesson Practice</dc:subject>
  <dc:creator>Texas Education Agency</dc:creator>
  <cp:lastModifiedBy>London White</cp:lastModifiedBy>
  <cp:revision>3</cp:revision>
  <dcterms:created xsi:type="dcterms:W3CDTF">2022-09-18T02:08:03Z</dcterms:created>
  <dcterms:modified xsi:type="dcterms:W3CDTF">2023-08-31T04:48:41Z</dcterms:modified>
</cp:coreProperties>
</file>
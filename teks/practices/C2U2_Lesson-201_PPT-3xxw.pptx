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5" r:id="rId6"/>
    <p:sldId id="266" r:id="rId7"/>
    <p:sldId id="267"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5465CC-D652-4247-AC4C-ED9ED136FAFD}" v="1" dt="2023-08-31T01:42:06.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4ACD2CB2-91FC-4BB1-AC1A-F29A5752FE24}"/>
    <pc:docChg chg="modSld">
      <pc:chgData name="White, Whitney" userId="65f39021-2f1d-4d8b-87dc-b123826f65bf" providerId="ADAL" clId="{4ACD2CB2-91FC-4BB1-AC1A-F29A5752FE24}" dt="2022-08-03T14:16:49.713" v="46" actId="20577"/>
      <pc:docMkLst>
        <pc:docMk/>
      </pc:docMkLst>
      <pc:sldChg chg="modSp mod">
        <pc:chgData name="White, Whitney" userId="65f39021-2f1d-4d8b-87dc-b123826f65bf" providerId="ADAL" clId="{4ACD2CB2-91FC-4BB1-AC1A-F29A5752FE24}" dt="2022-08-03T14:16:49.713" v="46" actId="20577"/>
        <pc:sldMkLst>
          <pc:docMk/>
          <pc:sldMk cId="1482277026" sldId="256"/>
        </pc:sldMkLst>
        <pc:spChg chg="mod">
          <ac:chgData name="White, Whitney" userId="65f39021-2f1d-4d8b-87dc-b123826f65bf" providerId="ADAL" clId="{4ACD2CB2-91FC-4BB1-AC1A-F29A5752FE24}" dt="2022-08-03T14:16:49.713" v="46"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2CBF11EB-A091-4CC8-A2BE-93F5E3BD90C3}"/>
    <pc:docChg chg="undo custSel addSld delSld modSld">
      <pc:chgData name="White, Whitney" userId="65f39021-2f1d-4d8b-87dc-b123826f65bf" providerId="ADAL" clId="{2CBF11EB-A091-4CC8-A2BE-93F5E3BD90C3}" dt="2022-08-03T14:30:41.214" v="131" actId="114"/>
      <pc:docMkLst>
        <pc:docMk/>
      </pc:docMkLst>
      <pc:sldChg chg="modSp mod">
        <pc:chgData name="White, Whitney" userId="65f39021-2f1d-4d8b-87dc-b123826f65bf" providerId="ADAL" clId="{2CBF11EB-A091-4CC8-A2BE-93F5E3BD90C3}" dt="2022-08-03T14:20:48.503" v="39" actId="20577"/>
        <pc:sldMkLst>
          <pc:docMk/>
          <pc:sldMk cId="1482277026" sldId="256"/>
        </pc:sldMkLst>
        <pc:spChg chg="mod">
          <ac:chgData name="White, Whitney" userId="65f39021-2f1d-4d8b-87dc-b123826f65bf" providerId="ADAL" clId="{2CBF11EB-A091-4CC8-A2BE-93F5E3BD90C3}" dt="2022-08-03T14:20:48.503" v="39" actId="20577"/>
          <ac:spMkLst>
            <pc:docMk/>
            <pc:sldMk cId="1482277026" sldId="256"/>
            <ac:spMk id="2" creationId="{BFFCF5BD-F8FF-4A67-A8B6-EBB21E79279B}"/>
          </ac:spMkLst>
        </pc:spChg>
        <pc:spChg chg="mod">
          <ac:chgData name="White, Whitney" userId="65f39021-2f1d-4d8b-87dc-b123826f65bf" providerId="ADAL" clId="{2CBF11EB-A091-4CC8-A2BE-93F5E3BD90C3}" dt="2022-08-03T14:20:45.067" v="35" actId="20577"/>
          <ac:spMkLst>
            <pc:docMk/>
            <pc:sldMk cId="1482277026" sldId="256"/>
            <ac:spMk id="3" creationId="{E0FBD98F-3A67-498E-8174-652040DD7B60}"/>
          </ac:spMkLst>
        </pc:spChg>
      </pc:sldChg>
      <pc:sldChg chg="modSp mod">
        <pc:chgData name="White, Whitney" userId="65f39021-2f1d-4d8b-87dc-b123826f65bf" providerId="ADAL" clId="{2CBF11EB-A091-4CC8-A2BE-93F5E3BD90C3}" dt="2022-08-03T14:24:18.098" v="69" actId="255"/>
        <pc:sldMkLst>
          <pc:docMk/>
          <pc:sldMk cId="4071305681" sldId="258"/>
        </pc:sldMkLst>
        <pc:spChg chg="mod">
          <ac:chgData name="White, Whitney" userId="65f39021-2f1d-4d8b-87dc-b123826f65bf" providerId="ADAL" clId="{2CBF11EB-A091-4CC8-A2BE-93F5E3BD90C3}" dt="2022-08-03T14:24:18.098" v="69" actId="255"/>
          <ac:spMkLst>
            <pc:docMk/>
            <pc:sldMk cId="4071305681" sldId="258"/>
            <ac:spMk id="3" creationId="{392BE286-77A6-49DD-B15D-7E4718D52FE7}"/>
          </ac:spMkLst>
        </pc:spChg>
      </pc:sldChg>
      <pc:sldChg chg="modSp mod">
        <pc:chgData name="White, Whitney" userId="65f39021-2f1d-4d8b-87dc-b123826f65bf" providerId="ADAL" clId="{2CBF11EB-A091-4CC8-A2BE-93F5E3BD90C3}" dt="2022-08-03T14:23:59.727" v="65" actId="403"/>
        <pc:sldMkLst>
          <pc:docMk/>
          <pc:sldMk cId="2772527113" sldId="259"/>
        </pc:sldMkLst>
        <pc:spChg chg="mod">
          <ac:chgData name="White, Whitney" userId="65f39021-2f1d-4d8b-87dc-b123826f65bf" providerId="ADAL" clId="{2CBF11EB-A091-4CC8-A2BE-93F5E3BD90C3}" dt="2022-08-03T14:23:59.727" v="65" actId="403"/>
          <ac:spMkLst>
            <pc:docMk/>
            <pc:sldMk cId="2772527113" sldId="259"/>
            <ac:spMk id="3" creationId="{8CE08C7F-0286-423B-92F7-DEB89F31111A}"/>
          </ac:spMkLst>
        </pc:spChg>
      </pc:sldChg>
      <pc:sldChg chg="modSp mod">
        <pc:chgData name="White, Whitney" userId="65f39021-2f1d-4d8b-87dc-b123826f65bf" providerId="ADAL" clId="{2CBF11EB-A091-4CC8-A2BE-93F5E3BD90C3}" dt="2022-08-03T14:30:41.214" v="131" actId="114"/>
        <pc:sldMkLst>
          <pc:docMk/>
          <pc:sldMk cId="2147408764" sldId="260"/>
        </pc:sldMkLst>
        <pc:spChg chg="mod">
          <ac:chgData name="White, Whitney" userId="65f39021-2f1d-4d8b-87dc-b123826f65bf" providerId="ADAL" clId="{2CBF11EB-A091-4CC8-A2BE-93F5E3BD90C3}" dt="2022-08-03T14:30:41.214" v="131" actId="114"/>
          <ac:spMkLst>
            <pc:docMk/>
            <pc:sldMk cId="2147408764" sldId="260"/>
            <ac:spMk id="3" creationId="{49F2A5AF-3C0B-4968-A438-E435325199EA}"/>
          </ac:spMkLst>
        </pc:spChg>
      </pc:sldChg>
      <pc:sldChg chg="addSp delSp modSp mod">
        <pc:chgData name="White, Whitney" userId="65f39021-2f1d-4d8b-87dc-b123826f65bf" providerId="ADAL" clId="{2CBF11EB-A091-4CC8-A2BE-93F5E3BD90C3}" dt="2022-08-03T14:25:30.618" v="81" actId="255"/>
        <pc:sldMkLst>
          <pc:docMk/>
          <pc:sldMk cId="3054216349" sldId="261"/>
        </pc:sldMkLst>
        <pc:spChg chg="del">
          <ac:chgData name="White, Whitney" userId="65f39021-2f1d-4d8b-87dc-b123826f65bf" providerId="ADAL" clId="{2CBF11EB-A091-4CC8-A2BE-93F5E3BD90C3}" dt="2022-08-03T14:24:59.808" v="70"/>
          <ac:spMkLst>
            <pc:docMk/>
            <pc:sldMk cId="3054216349" sldId="261"/>
            <ac:spMk id="3" creationId="{AE13FDB6-F093-4D9E-B14E-3D7DB894C34C}"/>
          </ac:spMkLst>
        </pc:spChg>
        <pc:graphicFrameChg chg="add mod modGraphic">
          <ac:chgData name="White, Whitney" userId="65f39021-2f1d-4d8b-87dc-b123826f65bf" providerId="ADAL" clId="{2CBF11EB-A091-4CC8-A2BE-93F5E3BD90C3}" dt="2022-08-03T14:25:30.618" v="81" actId="255"/>
          <ac:graphicFrameMkLst>
            <pc:docMk/>
            <pc:sldMk cId="3054216349" sldId="261"/>
            <ac:graphicFrameMk id="5" creationId="{3B89F50E-D633-4B29-AAFB-6ED78F60E9CA}"/>
          </ac:graphicFrameMkLst>
        </pc:graphicFrameChg>
      </pc:sldChg>
      <pc:sldChg chg="del">
        <pc:chgData name="White, Whitney" userId="65f39021-2f1d-4d8b-87dc-b123826f65bf" providerId="ADAL" clId="{2CBF11EB-A091-4CC8-A2BE-93F5E3BD90C3}" dt="2022-08-03T14:29:38.997" v="115" actId="47"/>
        <pc:sldMkLst>
          <pc:docMk/>
          <pc:sldMk cId="4170921578" sldId="262"/>
        </pc:sldMkLst>
      </pc:sldChg>
      <pc:sldChg chg="del">
        <pc:chgData name="White, Whitney" userId="65f39021-2f1d-4d8b-87dc-b123826f65bf" providerId="ADAL" clId="{2CBF11EB-A091-4CC8-A2BE-93F5E3BD90C3}" dt="2022-08-03T14:29:38.566" v="114" actId="47"/>
        <pc:sldMkLst>
          <pc:docMk/>
          <pc:sldMk cId="1163931679" sldId="263"/>
        </pc:sldMkLst>
      </pc:sldChg>
      <pc:sldChg chg="del">
        <pc:chgData name="White, Whitney" userId="65f39021-2f1d-4d8b-87dc-b123826f65bf" providerId="ADAL" clId="{2CBF11EB-A091-4CC8-A2BE-93F5E3BD90C3}" dt="2022-08-03T14:29:38.001" v="113" actId="47"/>
        <pc:sldMkLst>
          <pc:docMk/>
          <pc:sldMk cId="3493109116" sldId="264"/>
        </pc:sldMkLst>
      </pc:sldChg>
      <pc:sldChg chg="addSp delSp modSp add mod">
        <pc:chgData name="White, Whitney" userId="65f39021-2f1d-4d8b-87dc-b123826f65bf" providerId="ADAL" clId="{2CBF11EB-A091-4CC8-A2BE-93F5E3BD90C3}" dt="2022-08-03T14:26:50.680" v="93" actId="1076"/>
        <pc:sldMkLst>
          <pc:docMk/>
          <pc:sldMk cId="2731627232" sldId="265"/>
        </pc:sldMkLst>
        <pc:spChg chg="add del mod">
          <ac:chgData name="White, Whitney" userId="65f39021-2f1d-4d8b-87dc-b123826f65bf" providerId="ADAL" clId="{2CBF11EB-A091-4CC8-A2BE-93F5E3BD90C3}" dt="2022-08-03T14:26:10.057" v="84"/>
          <ac:spMkLst>
            <pc:docMk/>
            <pc:sldMk cId="2731627232" sldId="265"/>
            <ac:spMk id="6" creationId="{51082D2A-3C82-430C-80E7-F7B48A26F0FE}"/>
          </ac:spMkLst>
        </pc:spChg>
        <pc:graphicFrameChg chg="del">
          <ac:chgData name="White, Whitney" userId="65f39021-2f1d-4d8b-87dc-b123826f65bf" providerId="ADAL" clId="{2CBF11EB-A091-4CC8-A2BE-93F5E3BD90C3}" dt="2022-08-03T14:26:00.742" v="83" actId="21"/>
          <ac:graphicFrameMkLst>
            <pc:docMk/>
            <pc:sldMk cId="2731627232" sldId="265"/>
            <ac:graphicFrameMk id="5" creationId="{3B89F50E-D633-4B29-AAFB-6ED78F60E9CA}"/>
          </ac:graphicFrameMkLst>
        </pc:graphicFrameChg>
        <pc:graphicFrameChg chg="add mod modGraphic">
          <ac:chgData name="White, Whitney" userId="65f39021-2f1d-4d8b-87dc-b123826f65bf" providerId="ADAL" clId="{2CBF11EB-A091-4CC8-A2BE-93F5E3BD90C3}" dt="2022-08-03T14:26:50.680" v="93" actId="1076"/>
          <ac:graphicFrameMkLst>
            <pc:docMk/>
            <pc:sldMk cId="2731627232" sldId="265"/>
            <ac:graphicFrameMk id="7" creationId="{D584E7EB-9910-4FB4-B23E-BA9E6BBA6082}"/>
          </ac:graphicFrameMkLst>
        </pc:graphicFrameChg>
      </pc:sldChg>
      <pc:sldChg chg="addSp delSp modSp add mod">
        <pc:chgData name="White, Whitney" userId="65f39021-2f1d-4d8b-87dc-b123826f65bf" providerId="ADAL" clId="{2CBF11EB-A091-4CC8-A2BE-93F5E3BD90C3}" dt="2022-08-03T14:27:51.391" v="104" actId="1076"/>
        <pc:sldMkLst>
          <pc:docMk/>
          <pc:sldMk cId="848337505" sldId="266"/>
        </pc:sldMkLst>
        <pc:spChg chg="add del mod">
          <ac:chgData name="White, Whitney" userId="65f39021-2f1d-4d8b-87dc-b123826f65bf" providerId="ADAL" clId="{2CBF11EB-A091-4CC8-A2BE-93F5E3BD90C3}" dt="2022-08-03T14:27:29.322" v="99"/>
          <ac:spMkLst>
            <pc:docMk/>
            <pc:sldMk cId="848337505" sldId="266"/>
            <ac:spMk id="5" creationId="{64915144-B984-4C2A-95C6-693F3E90C9F6}"/>
          </ac:spMkLst>
        </pc:spChg>
        <pc:graphicFrameChg chg="add del mod">
          <ac:chgData name="White, Whitney" userId="65f39021-2f1d-4d8b-87dc-b123826f65bf" providerId="ADAL" clId="{2CBF11EB-A091-4CC8-A2BE-93F5E3BD90C3}" dt="2022-08-03T14:27:22.991" v="98"/>
          <ac:graphicFrameMkLst>
            <pc:docMk/>
            <pc:sldMk cId="848337505" sldId="266"/>
            <ac:graphicFrameMk id="6" creationId="{3F82B88D-4A67-415D-91EF-D200FA001353}"/>
          </ac:graphicFrameMkLst>
        </pc:graphicFrameChg>
        <pc:graphicFrameChg chg="del">
          <ac:chgData name="White, Whitney" userId="65f39021-2f1d-4d8b-87dc-b123826f65bf" providerId="ADAL" clId="{2CBF11EB-A091-4CC8-A2BE-93F5E3BD90C3}" dt="2022-08-03T14:27:10.167" v="95" actId="21"/>
          <ac:graphicFrameMkLst>
            <pc:docMk/>
            <pc:sldMk cId="848337505" sldId="266"/>
            <ac:graphicFrameMk id="7" creationId="{D584E7EB-9910-4FB4-B23E-BA9E6BBA6082}"/>
          </ac:graphicFrameMkLst>
        </pc:graphicFrameChg>
        <pc:graphicFrameChg chg="add mod modGraphic">
          <ac:chgData name="White, Whitney" userId="65f39021-2f1d-4d8b-87dc-b123826f65bf" providerId="ADAL" clId="{2CBF11EB-A091-4CC8-A2BE-93F5E3BD90C3}" dt="2022-08-03T14:27:51.391" v="104" actId="1076"/>
          <ac:graphicFrameMkLst>
            <pc:docMk/>
            <pc:sldMk cId="848337505" sldId="266"/>
            <ac:graphicFrameMk id="8" creationId="{6BCDF411-F1A2-473D-9672-E85856B6A9BF}"/>
          </ac:graphicFrameMkLst>
        </pc:graphicFrameChg>
      </pc:sldChg>
      <pc:sldChg chg="addSp delSp modSp add mod">
        <pc:chgData name="White, Whitney" userId="65f39021-2f1d-4d8b-87dc-b123826f65bf" providerId="ADAL" clId="{2CBF11EB-A091-4CC8-A2BE-93F5E3BD90C3}" dt="2022-08-03T14:28:32.956" v="112" actId="14100"/>
        <pc:sldMkLst>
          <pc:docMk/>
          <pc:sldMk cId="942797696" sldId="267"/>
        </pc:sldMkLst>
        <pc:spChg chg="add del mod">
          <ac:chgData name="White, Whitney" userId="65f39021-2f1d-4d8b-87dc-b123826f65bf" providerId="ADAL" clId="{2CBF11EB-A091-4CC8-A2BE-93F5E3BD90C3}" dt="2022-08-03T14:28:20.055" v="108"/>
          <ac:spMkLst>
            <pc:docMk/>
            <pc:sldMk cId="942797696" sldId="267"/>
            <ac:spMk id="5" creationId="{D9CDD147-F09D-40A0-8A73-CAEE2331B824}"/>
          </ac:spMkLst>
        </pc:spChg>
        <pc:graphicFrameChg chg="add mod modGraphic">
          <ac:chgData name="White, Whitney" userId="65f39021-2f1d-4d8b-87dc-b123826f65bf" providerId="ADAL" clId="{2CBF11EB-A091-4CC8-A2BE-93F5E3BD90C3}" dt="2022-08-03T14:28:32.956" v="112" actId="14100"/>
          <ac:graphicFrameMkLst>
            <pc:docMk/>
            <pc:sldMk cId="942797696" sldId="267"/>
            <ac:graphicFrameMk id="6" creationId="{7F14AE89-01E4-4F1A-A796-4E6461113619}"/>
          </ac:graphicFrameMkLst>
        </pc:graphicFrameChg>
        <pc:graphicFrameChg chg="del">
          <ac:chgData name="White, Whitney" userId="65f39021-2f1d-4d8b-87dc-b123826f65bf" providerId="ADAL" clId="{2CBF11EB-A091-4CC8-A2BE-93F5E3BD90C3}" dt="2022-08-03T14:28:00.743" v="106" actId="21"/>
          <ac:graphicFrameMkLst>
            <pc:docMk/>
            <pc:sldMk cId="942797696" sldId="267"/>
            <ac:graphicFrameMk id="8" creationId="{6BCDF411-F1A2-473D-9672-E85856B6A9BF}"/>
          </ac:graphicFrameMkLst>
        </pc:graphicFrameChg>
      </pc:sldChg>
    </pc:docChg>
  </pc:docChgLst>
  <pc:docChgLst>
    <pc:chgData name="White (she/her), Whitney" userId="65f39021-2f1d-4d8b-87dc-b123826f65bf" providerId="ADAL" clId="{E15465CC-D652-4247-AC4C-ED9ED136FAFD}"/>
    <pc:docChg chg="modSld">
      <pc:chgData name="White (she/her), Whitney" userId="65f39021-2f1d-4d8b-87dc-b123826f65bf" providerId="ADAL" clId="{E15465CC-D652-4247-AC4C-ED9ED136FAFD}" dt="2023-08-31T01:42:22.702" v="12" actId="20577"/>
      <pc:docMkLst>
        <pc:docMk/>
      </pc:docMkLst>
      <pc:sldChg chg="addSp modSp mod">
        <pc:chgData name="White (she/her), Whitney" userId="65f39021-2f1d-4d8b-87dc-b123826f65bf" providerId="ADAL" clId="{E15465CC-D652-4247-AC4C-ED9ED136FAFD}" dt="2023-08-31T01:42:08.596" v="2" actId="1076"/>
        <pc:sldMkLst>
          <pc:docMk/>
          <pc:sldMk cId="1482277026" sldId="256"/>
        </pc:sldMkLst>
        <pc:spChg chg="mod">
          <ac:chgData name="White (she/her), Whitney" userId="65f39021-2f1d-4d8b-87dc-b123826f65bf" providerId="ADAL" clId="{E15465CC-D652-4247-AC4C-ED9ED136FAFD}" dt="2023-08-31T01:42:08.596" v="2" actId="1076"/>
          <ac:spMkLst>
            <pc:docMk/>
            <pc:sldMk cId="1482277026" sldId="256"/>
            <ac:spMk id="2" creationId="{BFFCF5BD-F8FF-4A67-A8B6-EBB21E79279B}"/>
          </ac:spMkLst>
        </pc:spChg>
        <pc:spChg chg="add mod">
          <ac:chgData name="White (she/her), Whitney" userId="65f39021-2f1d-4d8b-87dc-b123826f65bf" providerId="ADAL" clId="{E15465CC-D652-4247-AC4C-ED9ED136FAFD}" dt="2023-08-31T01:42:06.232" v="1"/>
          <ac:spMkLst>
            <pc:docMk/>
            <pc:sldMk cId="1482277026" sldId="256"/>
            <ac:spMk id="4" creationId="{F2FDC9B9-C8FE-4B4C-0913-C6B177B5618A}"/>
          </ac:spMkLst>
        </pc:spChg>
      </pc:sldChg>
      <pc:sldChg chg="modSp mod">
        <pc:chgData name="White (she/her), Whitney" userId="65f39021-2f1d-4d8b-87dc-b123826f65bf" providerId="ADAL" clId="{E15465CC-D652-4247-AC4C-ED9ED136FAFD}" dt="2023-08-31T01:42:12.556" v="6" actId="20577"/>
        <pc:sldMkLst>
          <pc:docMk/>
          <pc:sldMk cId="2772527113" sldId="259"/>
        </pc:sldMkLst>
        <pc:spChg chg="mod">
          <ac:chgData name="White (she/her), Whitney" userId="65f39021-2f1d-4d8b-87dc-b123826f65bf" providerId="ADAL" clId="{E15465CC-D652-4247-AC4C-ED9ED136FAFD}" dt="2023-08-31T01:42:12.556" v="6" actId="20577"/>
          <ac:spMkLst>
            <pc:docMk/>
            <pc:sldMk cId="2772527113" sldId="259"/>
            <ac:spMk id="3" creationId="{8CE08C7F-0286-423B-92F7-DEB89F31111A}"/>
          </ac:spMkLst>
        </pc:spChg>
      </pc:sldChg>
      <pc:sldChg chg="modSp mod">
        <pc:chgData name="White (she/her), Whitney" userId="65f39021-2f1d-4d8b-87dc-b123826f65bf" providerId="ADAL" clId="{E15465CC-D652-4247-AC4C-ED9ED136FAFD}" dt="2023-08-31T01:42:17.036" v="7" actId="20577"/>
        <pc:sldMkLst>
          <pc:docMk/>
          <pc:sldMk cId="2731627232" sldId="265"/>
        </pc:sldMkLst>
        <pc:spChg chg="mod">
          <ac:chgData name="White (she/her), Whitney" userId="65f39021-2f1d-4d8b-87dc-b123826f65bf" providerId="ADAL" clId="{E15465CC-D652-4247-AC4C-ED9ED136FAFD}" dt="2023-08-31T01:42:17.036" v="7" actId="20577"/>
          <ac:spMkLst>
            <pc:docMk/>
            <pc:sldMk cId="2731627232" sldId="265"/>
            <ac:spMk id="2" creationId="{E50E203D-F288-408D-B325-66954BDD332E}"/>
          </ac:spMkLst>
        </pc:spChg>
      </pc:sldChg>
      <pc:sldChg chg="modSp mod">
        <pc:chgData name="White (she/her), Whitney" userId="65f39021-2f1d-4d8b-87dc-b123826f65bf" providerId="ADAL" clId="{E15465CC-D652-4247-AC4C-ED9ED136FAFD}" dt="2023-08-31T01:42:20.483" v="9" actId="20577"/>
        <pc:sldMkLst>
          <pc:docMk/>
          <pc:sldMk cId="848337505" sldId="266"/>
        </pc:sldMkLst>
        <pc:spChg chg="mod">
          <ac:chgData name="White (she/her), Whitney" userId="65f39021-2f1d-4d8b-87dc-b123826f65bf" providerId="ADAL" clId="{E15465CC-D652-4247-AC4C-ED9ED136FAFD}" dt="2023-08-31T01:42:20.483" v="9" actId="20577"/>
          <ac:spMkLst>
            <pc:docMk/>
            <pc:sldMk cId="848337505" sldId="266"/>
            <ac:spMk id="2" creationId="{E50E203D-F288-408D-B325-66954BDD332E}"/>
          </ac:spMkLst>
        </pc:spChg>
      </pc:sldChg>
      <pc:sldChg chg="modSp mod">
        <pc:chgData name="White (she/her), Whitney" userId="65f39021-2f1d-4d8b-87dc-b123826f65bf" providerId="ADAL" clId="{E15465CC-D652-4247-AC4C-ED9ED136FAFD}" dt="2023-08-31T01:42:22.702" v="12" actId="20577"/>
        <pc:sldMkLst>
          <pc:docMk/>
          <pc:sldMk cId="942797696" sldId="267"/>
        </pc:sldMkLst>
        <pc:spChg chg="mod">
          <ac:chgData name="White (she/her), Whitney" userId="65f39021-2f1d-4d8b-87dc-b123826f65bf" providerId="ADAL" clId="{E15465CC-D652-4247-AC4C-ED9ED136FAFD}" dt="2023-08-31T01:42:22.702" v="12" actId="20577"/>
          <ac:spMkLst>
            <pc:docMk/>
            <pc:sldMk cId="942797696" sldId="267"/>
            <ac:spMk id="2" creationId="{E50E203D-F288-408D-B325-66954BDD332E}"/>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1472"/>
            <a:ext cx="9144000" cy="370300"/>
          </a:xfrm>
        </p:spPr>
        <p:txBody>
          <a:bodyPr>
            <a:normAutofit/>
          </a:bodyPr>
          <a:lstStyle/>
          <a:p>
            <a:pPr algn="l"/>
            <a:r>
              <a:rPr lang="en-US" sz="1800" dirty="0"/>
              <a:t>Instructional Practices| Unit 2: Classroom Management| Lesson 2.01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Classroom Management Defined</a:t>
            </a:r>
          </a:p>
        </p:txBody>
      </p:sp>
      <p:sp>
        <p:nvSpPr>
          <p:cNvPr id="4" name="TextBox 3">
            <a:extLst>
              <a:ext uri="{FF2B5EF4-FFF2-40B4-BE49-F238E27FC236}">
                <a16:creationId xmlns:a16="http://schemas.microsoft.com/office/drawing/2014/main" id="{F2FDC9B9-C8FE-4B4C-0913-C6B177B5618A}"/>
              </a:ext>
            </a:extLst>
          </p:cNvPr>
          <p:cNvSpPr txBox="1"/>
          <p:nvPr/>
        </p:nvSpPr>
        <p:spPr>
          <a:xfrm>
            <a:off x="0" y="6421772"/>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dirty="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dirty="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dirty="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3C, 4C, 7A, 7E</a:t>
            </a:r>
          </a:p>
          <a:p>
            <a:pPr marL="0" indent="0">
              <a:buNone/>
            </a:pPr>
            <a:endParaRPr lang="en-US" dirty="0"/>
          </a:p>
          <a:p>
            <a:pPr marL="0" indent="0">
              <a:buNone/>
            </a:pPr>
            <a:r>
              <a:rPr lang="en-US" dirty="0"/>
              <a:t>The student will:</a:t>
            </a:r>
          </a:p>
          <a:p>
            <a:r>
              <a:rPr lang="en-US" dirty="0">
                <a:latin typeface="Calibri" panose="020F0502020204030204" pitchFamily="34" charset="0"/>
                <a:ea typeface="Calibri" panose="020F0502020204030204" pitchFamily="34" charset="0"/>
              </a:rPr>
              <a:t>d</a:t>
            </a:r>
            <a:r>
              <a:rPr lang="en-US" dirty="0">
                <a:effectLst/>
                <a:latin typeface="Calibri" panose="020F0502020204030204" pitchFamily="34" charset="0"/>
                <a:ea typeface="Calibri" panose="020F0502020204030204" pitchFamily="34" charset="0"/>
              </a:rPr>
              <a:t>efine classroom management and its proactive and responsive components: positive relationships, physical classroom design, rules, systems, &amp; procedures, and behavior management &amp; intervention.</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lvl="0" indent="0">
              <a:lnSpc>
                <a:spcPct val="107000"/>
              </a:lnSpc>
              <a:spcBef>
                <a:spcPts val="600"/>
              </a:spcBef>
              <a:spcAft>
                <a:spcPts val="600"/>
              </a:spcAft>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Reflect on what we’ve learned about classroom culture and an effective learning environment.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US" dirty="0">
                <a:effectLst/>
                <a:latin typeface="Calibri" panose="020F0502020204030204" pitchFamily="34" charset="0"/>
                <a:ea typeface="Calibri" panose="020F0502020204030204" pitchFamily="34" charset="0"/>
              </a:rPr>
              <a:t>What do you think of when you hear the term Classroom Management? </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3B89F50E-D633-4B29-AAFB-6ED78F60E9CA}"/>
              </a:ext>
            </a:extLst>
          </p:cNvPr>
          <p:cNvGraphicFramePr>
            <a:graphicFrameLocks noGrp="1"/>
          </p:cNvGraphicFramePr>
          <p:nvPr>
            <p:ph idx="1"/>
            <p:extLst>
              <p:ext uri="{D42A27DB-BD31-4B8C-83A1-F6EECF244321}">
                <p14:modId xmlns:p14="http://schemas.microsoft.com/office/powerpoint/2010/main" val="17568679"/>
              </p:ext>
            </p:extLst>
          </p:nvPr>
        </p:nvGraphicFramePr>
        <p:xfrm>
          <a:off x="838200" y="1690688"/>
          <a:ext cx="10412896" cy="4136883"/>
        </p:xfrm>
        <a:graphic>
          <a:graphicData uri="http://schemas.openxmlformats.org/drawingml/2006/table">
            <a:tbl>
              <a:tblPr firstRow="1" firstCol="1" bandRow="1"/>
              <a:tblGrid>
                <a:gridCol w="2273790">
                  <a:extLst>
                    <a:ext uri="{9D8B030D-6E8A-4147-A177-3AD203B41FA5}">
                      <a16:colId xmlns:a16="http://schemas.microsoft.com/office/drawing/2014/main" val="213561016"/>
                    </a:ext>
                  </a:extLst>
                </a:gridCol>
                <a:gridCol w="8139106">
                  <a:extLst>
                    <a:ext uri="{9D8B030D-6E8A-4147-A177-3AD203B41FA5}">
                      <a16:colId xmlns:a16="http://schemas.microsoft.com/office/drawing/2014/main" val="2849661387"/>
                    </a:ext>
                  </a:extLst>
                </a:gridCol>
              </a:tblGrid>
              <a:tr h="952241">
                <a:tc>
                  <a:txBody>
                    <a:bodyPr/>
                    <a:lstStyle/>
                    <a:p>
                      <a:pPr marL="0" marR="0">
                        <a:spcBef>
                          <a:spcPts val="600"/>
                        </a:spcBef>
                        <a:spcAft>
                          <a:spcPts val="600"/>
                        </a:spcAft>
                      </a:pPr>
                      <a:r>
                        <a:rPr lang="en-US" sz="2800" dirty="0">
                          <a:effectLst/>
                          <a:latin typeface="Calibri" panose="020F0502020204030204" pitchFamily="34" charset="0"/>
                          <a:ea typeface="Times New Roman" panose="02020603050405020304" pitchFamily="18" charset="0"/>
                          <a:cs typeface="Calibri" panose="020F0502020204030204" pitchFamily="34" charset="0"/>
                        </a:rPr>
                        <a:t>Classroom Management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The skills and techniques that teachers use to create a safe, organized, and positive learning environment.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8011619"/>
                  </a:ext>
                </a:extLst>
              </a:tr>
              <a:tr h="952241">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Proactive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dirty="0">
                          <a:effectLst/>
                          <a:latin typeface="Calibri" panose="020F0502020204030204" pitchFamily="34" charset="0"/>
                          <a:ea typeface="Times New Roman" panose="02020603050405020304" pitchFamily="18" charset="0"/>
                          <a:cs typeface="Calibri" panose="020F0502020204030204" pitchFamily="34" charset="0"/>
                        </a:rPr>
                        <a:t>Strategically planned classroom management strategies that encourage positive behavior and minimize disruptions to learning.</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2541412"/>
                  </a:ext>
                </a:extLst>
              </a:tr>
              <a:tr h="952241">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Responsive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Classroom management practices that are designed to respond after a behavior has occurred.</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30483403"/>
                  </a:ext>
                </a:extLst>
              </a:tr>
              <a:tr h="952241">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High Expectations </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dirty="0">
                          <a:effectLst/>
                          <a:latin typeface="Calibri" panose="020F0502020204030204" pitchFamily="34" charset="0"/>
                          <a:ea typeface="Times New Roman" panose="02020603050405020304" pitchFamily="18" charset="0"/>
                          <a:cs typeface="Calibri" panose="020F0502020204030204" pitchFamily="34" charset="0"/>
                        </a:rPr>
                        <a:t>Actions based on the belief that all students can achieve at high levels for academics and behavior.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1334214"/>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 </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5</a:t>
            </a:fld>
            <a:endParaRPr lang="en-US" dirty="0"/>
          </a:p>
        </p:txBody>
      </p:sp>
      <p:graphicFrame>
        <p:nvGraphicFramePr>
          <p:cNvPr id="7" name="Content Placeholder 6">
            <a:extLst>
              <a:ext uri="{FF2B5EF4-FFF2-40B4-BE49-F238E27FC236}">
                <a16:creationId xmlns:a16="http://schemas.microsoft.com/office/drawing/2014/main" id="{D584E7EB-9910-4FB4-B23E-BA9E6BBA6082}"/>
              </a:ext>
            </a:extLst>
          </p:cNvPr>
          <p:cNvGraphicFramePr>
            <a:graphicFrameLocks noGrp="1"/>
          </p:cNvGraphicFramePr>
          <p:nvPr>
            <p:ph idx="1"/>
            <p:extLst>
              <p:ext uri="{D42A27DB-BD31-4B8C-83A1-F6EECF244321}">
                <p14:modId xmlns:p14="http://schemas.microsoft.com/office/powerpoint/2010/main" val="996281061"/>
              </p:ext>
            </p:extLst>
          </p:nvPr>
        </p:nvGraphicFramePr>
        <p:xfrm>
          <a:off x="838200" y="1690688"/>
          <a:ext cx="10333383" cy="4520326"/>
        </p:xfrm>
        <a:graphic>
          <a:graphicData uri="http://schemas.openxmlformats.org/drawingml/2006/table">
            <a:tbl>
              <a:tblPr firstRow="1" firstCol="1" bandRow="1"/>
              <a:tblGrid>
                <a:gridCol w="2912165">
                  <a:extLst>
                    <a:ext uri="{9D8B030D-6E8A-4147-A177-3AD203B41FA5}">
                      <a16:colId xmlns:a16="http://schemas.microsoft.com/office/drawing/2014/main" val="870765307"/>
                    </a:ext>
                  </a:extLst>
                </a:gridCol>
                <a:gridCol w="7421218">
                  <a:extLst>
                    <a:ext uri="{9D8B030D-6E8A-4147-A177-3AD203B41FA5}">
                      <a16:colId xmlns:a16="http://schemas.microsoft.com/office/drawing/2014/main" val="2968758768"/>
                    </a:ext>
                  </a:extLst>
                </a:gridCol>
              </a:tblGrid>
              <a:tr h="883909">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Calm and Consistent Teacher Actions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Calibri" panose="020F0502020204030204" pitchFamily="34" charset="0"/>
                        </a:rPr>
                        <a:t>Actions that ensure a safe learning environment and are implemented with regularity and fairness for all students.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6640049"/>
                  </a:ext>
                </a:extLst>
              </a:tr>
              <a:tr h="883909">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Physical Classroom Design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Calibri" panose="020F0502020204030204" pitchFamily="34" charset="0"/>
                        </a:rPr>
                        <a:t>The arrangement of furniture, materials, and other classroom resources to meet teaching and learning needs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5252320"/>
                  </a:ext>
                </a:extLst>
              </a:tr>
              <a:tr h="1655228">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Classroom Rules, Systems &amp; Procedures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600"/>
                        </a:spcBef>
                        <a:spcAft>
                          <a:spcPts val="600"/>
                        </a:spcAft>
                      </a:pPr>
                      <a:r>
                        <a:rPr lang="en-US" sz="2400" dirty="0">
                          <a:effectLst/>
                          <a:latin typeface="Calibri" panose="020F0502020204030204" pitchFamily="34" charset="0"/>
                          <a:ea typeface="Calibri" panose="020F0502020204030204" pitchFamily="34" charset="0"/>
                          <a:cs typeface="Calibri" panose="020F0502020204030204" pitchFamily="34"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Calibri" panose="020F0502020204030204" pitchFamily="34" charset="0"/>
                        </a:rPr>
                        <a:t>The structures that set expectations for how a class operates and interacts.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4365276"/>
                  </a:ext>
                </a:extLst>
              </a:tr>
              <a:tr h="883909">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Behavior Management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Calibri" panose="020F0502020204030204" pitchFamily="34" charset="0"/>
                        </a:rPr>
                        <a:t>The processes or procedures that encourage students to engage in positive behavior that is essential for successful teaching and learning.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0422429"/>
                  </a:ext>
                </a:extLst>
              </a:tr>
            </a:tbl>
          </a:graphicData>
        </a:graphic>
      </p:graphicFrame>
    </p:spTree>
    <p:extLst>
      <p:ext uri="{BB962C8B-B14F-4D97-AF65-F5344CB8AC3E}">
        <p14:creationId xmlns:p14="http://schemas.microsoft.com/office/powerpoint/2010/main" val="2731627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  </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6</a:t>
            </a:fld>
            <a:endParaRPr lang="en-US" dirty="0"/>
          </a:p>
        </p:txBody>
      </p:sp>
      <p:graphicFrame>
        <p:nvGraphicFramePr>
          <p:cNvPr id="8" name="Content Placeholder 7">
            <a:extLst>
              <a:ext uri="{FF2B5EF4-FFF2-40B4-BE49-F238E27FC236}">
                <a16:creationId xmlns:a16="http://schemas.microsoft.com/office/drawing/2014/main" id="{6BCDF411-F1A2-473D-9672-E85856B6A9BF}"/>
              </a:ext>
            </a:extLst>
          </p:cNvPr>
          <p:cNvGraphicFramePr>
            <a:graphicFrameLocks noGrp="1"/>
          </p:cNvGraphicFramePr>
          <p:nvPr>
            <p:ph idx="1"/>
            <p:extLst>
              <p:ext uri="{D42A27DB-BD31-4B8C-83A1-F6EECF244321}">
                <p14:modId xmlns:p14="http://schemas.microsoft.com/office/powerpoint/2010/main" val="416984751"/>
              </p:ext>
            </p:extLst>
          </p:nvPr>
        </p:nvGraphicFramePr>
        <p:xfrm>
          <a:off x="838200" y="1849713"/>
          <a:ext cx="10346635" cy="3840480"/>
        </p:xfrm>
        <a:graphic>
          <a:graphicData uri="http://schemas.openxmlformats.org/drawingml/2006/table">
            <a:tbl>
              <a:tblPr firstRow="1" firstCol="1" bandRow="1"/>
              <a:tblGrid>
                <a:gridCol w="2435087">
                  <a:extLst>
                    <a:ext uri="{9D8B030D-6E8A-4147-A177-3AD203B41FA5}">
                      <a16:colId xmlns:a16="http://schemas.microsoft.com/office/drawing/2014/main" val="4071005132"/>
                    </a:ext>
                  </a:extLst>
                </a:gridCol>
                <a:gridCol w="7911548">
                  <a:extLst>
                    <a:ext uri="{9D8B030D-6E8A-4147-A177-3AD203B41FA5}">
                      <a16:colId xmlns:a16="http://schemas.microsoft.com/office/drawing/2014/main" val="1869677942"/>
                    </a:ext>
                  </a:extLst>
                </a:gridCol>
              </a:tblGrid>
              <a:tr h="1234316">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Instructional Design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Calibri" panose="020F0502020204030204" pitchFamily="34" charset="0"/>
                        </a:rPr>
                        <a:t>The intentional development of engaging learning tasks that are relevant, interesting, and appropriately challenging to students.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9928519"/>
                  </a:ext>
                </a:extLst>
              </a:tr>
              <a:tr h="1234316">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Classroom Design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Calibri" panose="020F0502020204030204" pitchFamily="34" charset="0"/>
                        </a:rPr>
                        <a:t>The purposeful arrangement and physical layout of a classroom to achieve desired teaching and learning outcomes.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6608348"/>
                  </a:ext>
                </a:extLst>
              </a:tr>
              <a:tr h="1234316">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Positive Reinforcement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Calibri" panose="020F0502020204030204" pitchFamily="34" charset="0"/>
                        </a:rPr>
                        <a:t>A response following a desired behavior that is intended to make the behavior more likely to occur in the future.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8320316"/>
                  </a:ext>
                </a:extLst>
              </a:tr>
            </a:tbl>
          </a:graphicData>
        </a:graphic>
      </p:graphicFrame>
    </p:spTree>
    <p:extLst>
      <p:ext uri="{BB962C8B-B14F-4D97-AF65-F5344CB8AC3E}">
        <p14:creationId xmlns:p14="http://schemas.microsoft.com/office/powerpoint/2010/main" val="848337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a:t>Vocabulary   </a:t>
            </a:r>
            <a:endParaRPr lang="en-US" dirty="0"/>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7</a:t>
            </a:fld>
            <a:endParaRPr lang="en-US" dirty="0"/>
          </a:p>
        </p:txBody>
      </p:sp>
      <p:graphicFrame>
        <p:nvGraphicFramePr>
          <p:cNvPr id="6" name="Content Placeholder 5">
            <a:extLst>
              <a:ext uri="{FF2B5EF4-FFF2-40B4-BE49-F238E27FC236}">
                <a16:creationId xmlns:a16="http://schemas.microsoft.com/office/drawing/2014/main" id="{7F14AE89-01E4-4F1A-A796-4E6461113619}"/>
              </a:ext>
            </a:extLst>
          </p:cNvPr>
          <p:cNvGraphicFramePr>
            <a:graphicFrameLocks noGrp="1"/>
          </p:cNvGraphicFramePr>
          <p:nvPr>
            <p:ph idx="1"/>
            <p:extLst>
              <p:ext uri="{D42A27DB-BD31-4B8C-83A1-F6EECF244321}">
                <p14:modId xmlns:p14="http://schemas.microsoft.com/office/powerpoint/2010/main" val="702591523"/>
              </p:ext>
            </p:extLst>
          </p:nvPr>
        </p:nvGraphicFramePr>
        <p:xfrm>
          <a:off x="838200" y="2213112"/>
          <a:ext cx="10399643" cy="3392559"/>
        </p:xfrm>
        <a:graphic>
          <a:graphicData uri="http://schemas.openxmlformats.org/drawingml/2006/table">
            <a:tbl>
              <a:tblPr firstRow="1" firstCol="1" bandRow="1"/>
              <a:tblGrid>
                <a:gridCol w="2270896">
                  <a:extLst>
                    <a:ext uri="{9D8B030D-6E8A-4147-A177-3AD203B41FA5}">
                      <a16:colId xmlns:a16="http://schemas.microsoft.com/office/drawing/2014/main" val="2390931629"/>
                    </a:ext>
                  </a:extLst>
                </a:gridCol>
                <a:gridCol w="8128747">
                  <a:extLst>
                    <a:ext uri="{9D8B030D-6E8A-4147-A177-3AD203B41FA5}">
                      <a16:colId xmlns:a16="http://schemas.microsoft.com/office/drawing/2014/main" val="2109017366"/>
                    </a:ext>
                  </a:extLst>
                </a:gridCol>
              </a:tblGrid>
              <a:tr h="1130853">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Proximity Control</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Calibri" panose="020F0502020204030204" pitchFamily="34" charset="0"/>
                        </a:rPr>
                        <a:t>A strategy in which a teacher moves towards and stands near a student.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42762069"/>
                  </a:ext>
                </a:extLst>
              </a:tr>
              <a:tr h="1130853">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Redirection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Calibri" panose="020F0502020204030204" pitchFamily="34" charset="0"/>
                        </a:rPr>
                        <a:t>The act of helping a student to focus on whatever your class is being asked to do at a given point in time.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9768317"/>
                  </a:ext>
                </a:extLst>
              </a:tr>
              <a:tr h="1130853">
                <a:tc>
                  <a:txBody>
                    <a:bodyPr/>
                    <a:lstStyle/>
                    <a:p>
                      <a:pPr marL="0" marR="0">
                        <a:spcBef>
                          <a:spcPts val="600"/>
                        </a:spcBef>
                        <a:spcAft>
                          <a:spcPts val="600"/>
                        </a:spcAft>
                      </a:pPr>
                      <a:r>
                        <a:rPr lang="en-US" sz="2800">
                          <a:effectLst/>
                          <a:latin typeface="Calibri" panose="020F0502020204030204" pitchFamily="34" charset="0"/>
                          <a:ea typeface="Times New Roman" panose="02020603050405020304" pitchFamily="18" charset="0"/>
                          <a:cs typeface="Calibri" panose="020F0502020204030204" pitchFamily="34" charset="0"/>
                        </a:rPr>
                        <a:t>Intervention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Calibri" panose="020F0502020204030204" pitchFamily="34" charset="0"/>
                        </a:rPr>
                        <a:t>A specific program or set of steps to address an academic or behavioral need.</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57900744"/>
                  </a:ext>
                </a:extLst>
              </a:tr>
            </a:tbl>
          </a:graphicData>
        </a:graphic>
      </p:graphicFrame>
    </p:spTree>
    <p:extLst>
      <p:ext uri="{BB962C8B-B14F-4D97-AF65-F5344CB8AC3E}">
        <p14:creationId xmlns:p14="http://schemas.microsoft.com/office/powerpoint/2010/main" val="942797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73833"/>
            <a:ext cx="10515600" cy="4919041"/>
          </a:xfrm>
        </p:spPr>
        <p:txBody>
          <a:bodyPr>
            <a:normAutofit fontScale="77500" lnSpcReduction="20000"/>
          </a:bodyPr>
          <a:lstStyle/>
          <a:p>
            <a:pPr marL="0" marR="0" indent="0">
              <a:lnSpc>
                <a:spcPct val="107000"/>
              </a:lnSpc>
              <a:spcBef>
                <a:spcPts val="0"/>
              </a:spcBef>
              <a:spcAft>
                <a:spcPts val="800"/>
              </a:spcAft>
              <a:buNone/>
            </a:pPr>
            <a:r>
              <a:rPr lang="en-US" sz="2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Consider the following classroom scenario, identify components of classroom management, and provide your reasoning.</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2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600" i="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While working in small groups, at tables that have been specifically grouped to be conducive to collaboration, the teacher notices that Xavier seems to be daydreaming. He is staffing out the window and fidgeting with his pencil while his partners are working through the task.  The teacher initially circulates throughout the classroom, before pausing close to Xavier for a few moments, then resumes moving throughout the classroom.  The teacher is validated that the instructional design and work task are appropriate based on the level of engagement of all other students, yet Xavier continues to look out the window.  As other student groups begin completing the assignment and transition effortlessly across the well-designed classroom layout to place stickers on progress charts, the teacher again approaches Xavier, but this time crouches down to his eye-level and quietly says in a neutral tone, “Xavier, eyes on me.  This task is where you and your team show your strengths and your challenges.  Please use this time productively with your team.  That way I can help you and your team with challenges, and we can celebrate your successes.  Please pickup your paintbrush and continue working on your component of the assignment.”</a:t>
            </a:r>
            <a:endParaRPr lang="en-US" sz="2600"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132</TotalTime>
  <Words>628</Words>
  <Application>Microsoft Office PowerPoint</Application>
  <PresentationFormat>Widescreen</PresentationFormat>
  <Paragraphs>55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Instructional Practices| Unit 2: Classroom Management| Lesson 2.01</vt:lpstr>
      <vt:lpstr>TEKS Standards &amp; Objectives</vt:lpstr>
      <vt:lpstr>Bellringer</vt:lpstr>
      <vt:lpstr>Vocabulary</vt:lpstr>
      <vt:lpstr>Vocabulary </vt:lpstr>
      <vt:lpstr>Vocabulary  </vt:lpstr>
      <vt:lpstr>Vocabulary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2.01: Classroom Management Defined</dc:title>
  <dc:subject>Lesson 2.01: Classroom Management Defined</dc:subject>
  <dc:creator>Texas Education Agency</dc:creator>
  <cp:lastModifiedBy>White (she/her), Whitney</cp:lastModifiedBy>
  <cp:revision>3</cp:revision>
  <dcterms:created xsi:type="dcterms:W3CDTF">2022-05-09T19:40:20Z</dcterms:created>
  <dcterms:modified xsi:type="dcterms:W3CDTF">2023-08-31T01:42:23Z</dcterms:modified>
</cp:coreProperties>
</file>
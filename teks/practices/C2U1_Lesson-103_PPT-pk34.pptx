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1" r:id="rId5"/>
    <p:sldId id="264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F527E7-EEEA-4471-9717-B2E528145663}" v="1" dt="2023-08-30T21:52:09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DF723C65-023C-4C3B-9B23-D22FE6EA4D2B}"/>
    <pc:docChg chg="undo custSel modSld">
      <pc:chgData name="White, Whitney" userId="65f39021-2f1d-4d8b-87dc-b123826f65bf" providerId="ADAL" clId="{DF723C65-023C-4C3B-9B23-D22FE6EA4D2B}" dt="2022-07-29T03:34:57.446" v="23" actId="1076"/>
      <pc:docMkLst>
        <pc:docMk/>
      </pc:docMkLst>
      <pc:sldChg chg="addSp delSp modSp mod delAnim modAnim">
        <pc:chgData name="White, Whitney" userId="65f39021-2f1d-4d8b-87dc-b123826f65bf" providerId="ADAL" clId="{DF723C65-023C-4C3B-9B23-D22FE6EA4D2B}" dt="2022-07-29T03:34:57.446" v="23" actId="1076"/>
        <pc:sldMkLst>
          <pc:docMk/>
          <pc:sldMk cId="1163931679" sldId="263"/>
        </pc:sldMkLst>
        <pc:spChg chg="mod">
          <ac:chgData name="White, Whitney" userId="65f39021-2f1d-4d8b-87dc-b123826f65bf" providerId="ADAL" clId="{DF723C65-023C-4C3B-9B23-D22FE6EA4D2B}" dt="2022-07-29T03:34:57.446" v="23" actId="1076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DF723C65-023C-4C3B-9B23-D22FE6EA4D2B}" dt="2022-07-29T03:28:57.073" v="0" actId="20577"/>
          <ac:spMkLst>
            <pc:docMk/>
            <pc:sldMk cId="1163931679" sldId="263"/>
            <ac:spMk id="3" creationId="{012C84E3-4C09-4253-8964-13B9C34E5E48}"/>
          </ac:spMkLst>
        </pc:spChg>
        <pc:spChg chg="add mod">
          <ac:chgData name="White, Whitney" userId="65f39021-2f1d-4d8b-87dc-b123826f65bf" providerId="ADAL" clId="{DF723C65-023C-4C3B-9B23-D22FE6EA4D2B}" dt="2022-07-29T03:34:29.465" v="20" actId="1076"/>
          <ac:spMkLst>
            <pc:docMk/>
            <pc:sldMk cId="1163931679" sldId="263"/>
            <ac:spMk id="7" creationId="{398A2DF6-690D-4BC6-8886-78986960E12F}"/>
          </ac:spMkLst>
        </pc:spChg>
        <pc:picChg chg="add del mod modCrop">
          <ac:chgData name="White, Whitney" userId="65f39021-2f1d-4d8b-87dc-b123826f65bf" providerId="ADAL" clId="{DF723C65-023C-4C3B-9B23-D22FE6EA4D2B}" dt="2022-07-29T03:30:37.743" v="4" actId="21"/>
          <ac:picMkLst>
            <pc:docMk/>
            <pc:sldMk cId="1163931679" sldId="263"/>
            <ac:picMk id="5" creationId="{E0F528B8-8A0E-47D5-8A47-E109A6B22490}"/>
          </ac:picMkLst>
        </pc:picChg>
        <pc:picChg chg="add mod">
          <ac:chgData name="White, Whitney" userId="65f39021-2f1d-4d8b-87dc-b123826f65bf" providerId="ADAL" clId="{DF723C65-023C-4C3B-9B23-D22FE6EA4D2B}" dt="2022-07-29T03:34:35.790" v="21" actId="1076"/>
          <ac:picMkLst>
            <pc:docMk/>
            <pc:sldMk cId="1163931679" sldId="263"/>
            <ac:picMk id="9" creationId="{56A2449D-DCF6-4D23-A740-A54264C13D7D}"/>
          </ac:picMkLst>
        </pc:picChg>
      </pc:sldChg>
    </pc:docChg>
  </pc:docChgLst>
  <pc:docChgLst>
    <pc:chgData name="White, Whitney" userId="65f39021-2f1d-4d8b-87dc-b123826f65bf" providerId="ADAL" clId="{6A531146-25B0-4F02-8BD4-70B760CBD788}"/>
    <pc:docChg chg="custSel modSld">
      <pc:chgData name="White, Whitney" userId="65f39021-2f1d-4d8b-87dc-b123826f65bf" providerId="ADAL" clId="{6A531146-25B0-4F02-8BD4-70B760CBD788}" dt="2022-07-28T02:43:23.884" v="111" actId="20577"/>
      <pc:docMkLst>
        <pc:docMk/>
      </pc:docMkLst>
      <pc:sldChg chg="modSp mod">
        <pc:chgData name="White, Whitney" userId="65f39021-2f1d-4d8b-87dc-b123826f65bf" providerId="ADAL" clId="{6A531146-25B0-4F02-8BD4-70B760CBD788}" dt="2022-07-28T02:43:23.884" v="11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6A531146-25B0-4F02-8BD4-70B760CBD788}" dt="2022-07-28T02:43:23.884" v="11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87B7D2F4-77D1-49B5-A79E-DCBFDDC220A4}"/>
    <pc:docChg chg="custSel delSld modSld">
      <pc:chgData name="White, Whitney" userId="65f39021-2f1d-4d8b-87dc-b123826f65bf" providerId="ADAL" clId="{87B7D2F4-77D1-49B5-A79E-DCBFDDC220A4}" dt="2022-07-28T18:50:39.121" v="402" actId="255"/>
      <pc:docMkLst>
        <pc:docMk/>
      </pc:docMkLst>
      <pc:sldChg chg="modSp mod">
        <pc:chgData name="White, Whitney" userId="65f39021-2f1d-4d8b-87dc-b123826f65bf" providerId="ADAL" clId="{87B7D2F4-77D1-49B5-A79E-DCBFDDC220A4}" dt="2022-07-28T18:42:03.334" v="6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87B7D2F4-77D1-49B5-A79E-DCBFDDC220A4}" dt="2022-07-28T18:42:03.334" v="6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87B7D2F4-77D1-49B5-A79E-DCBFDDC220A4}" dt="2022-07-28T18:42:00.992" v="57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87B7D2F4-77D1-49B5-A79E-DCBFDDC220A4}" dt="2022-07-28T18:41:21.325" v="6" actId="404"/>
        <pc:sldMkLst>
          <pc:docMk/>
          <pc:sldMk cId="4071305681" sldId="258"/>
        </pc:sldMkLst>
        <pc:spChg chg="mod">
          <ac:chgData name="White, Whitney" userId="65f39021-2f1d-4d8b-87dc-b123826f65bf" providerId="ADAL" clId="{87B7D2F4-77D1-49B5-A79E-DCBFDDC220A4}" dt="2022-07-28T18:41:21.325" v="6" actId="40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87B7D2F4-77D1-49B5-A79E-DCBFDDC220A4}" dt="2022-07-28T18:41:51.691" v="32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87B7D2F4-77D1-49B5-A79E-DCBFDDC220A4}" dt="2022-07-28T18:41:51.691" v="32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87B7D2F4-77D1-49B5-A79E-DCBFDDC220A4}" dt="2022-07-28T18:50:39.121" v="402" actId="255"/>
        <pc:sldMkLst>
          <pc:docMk/>
          <pc:sldMk cId="2147408764" sldId="260"/>
        </pc:sldMkLst>
        <pc:spChg chg="mod">
          <ac:chgData name="White, Whitney" userId="65f39021-2f1d-4d8b-87dc-b123826f65bf" providerId="ADAL" clId="{87B7D2F4-77D1-49B5-A79E-DCBFDDC220A4}" dt="2022-07-28T18:50:39.121" v="402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87B7D2F4-77D1-49B5-A79E-DCBFDDC220A4}" dt="2022-07-28T18:43:59.454" v="214" actId="255"/>
        <pc:sldMkLst>
          <pc:docMk/>
          <pc:sldMk cId="3054216349" sldId="261"/>
        </pc:sldMkLst>
        <pc:spChg chg="mod">
          <ac:chgData name="White, Whitney" userId="65f39021-2f1d-4d8b-87dc-b123826f65bf" providerId="ADAL" clId="{87B7D2F4-77D1-49B5-A79E-DCBFDDC220A4}" dt="2022-07-28T18:43:59.454" v="214" actId="255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87B7D2F4-77D1-49B5-A79E-DCBFDDC220A4}" dt="2022-07-28T18:50:02.015" v="365" actId="2696"/>
        <pc:sldMkLst>
          <pc:docMk/>
          <pc:sldMk cId="4170921578" sldId="262"/>
        </pc:sldMkLst>
      </pc:sldChg>
      <pc:sldChg chg="modSp mod">
        <pc:chgData name="White, Whitney" userId="65f39021-2f1d-4d8b-87dc-b123826f65bf" providerId="ADAL" clId="{87B7D2F4-77D1-49B5-A79E-DCBFDDC220A4}" dt="2022-07-28T18:49:53.642" v="364" actId="20577"/>
        <pc:sldMkLst>
          <pc:docMk/>
          <pc:sldMk cId="1163931679" sldId="263"/>
        </pc:sldMkLst>
        <pc:spChg chg="mod">
          <ac:chgData name="White, Whitney" userId="65f39021-2f1d-4d8b-87dc-b123826f65bf" providerId="ADAL" clId="{87B7D2F4-77D1-49B5-A79E-DCBFDDC220A4}" dt="2022-07-28T18:49:53.642" v="364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87B7D2F4-77D1-49B5-A79E-DCBFDDC220A4}" dt="2022-07-28T18:49:28.899" v="289" actId="20577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87B7D2F4-77D1-49B5-A79E-DCBFDDC220A4}" dt="2022-07-28T18:44:12.752" v="216" actId="404"/>
        <pc:sldMkLst>
          <pc:docMk/>
          <pc:sldMk cId="3493109116" sldId="264"/>
        </pc:sldMkLst>
        <pc:spChg chg="mod">
          <ac:chgData name="White, Whitney" userId="65f39021-2f1d-4d8b-87dc-b123826f65bf" providerId="ADAL" clId="{87B7D2F4-77D1-49B5-A79E-DCBFDDC220A4}" dt="2022-07-28T18:42:29.586" v="120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87B7D2F4-77D1-49B5-A79E-DCBFDDC220A4}" dt="2022-07-28T18:44:12.752" v="216" actId="404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 (she/her), Whitney" userId="65f39021-2f1d-4d8b-87dc-b123826f65bf" providerId="ADAL" clId="{78F527E7-EEEA-4471-9717-B2E528145663}"/>
    <pc:docChg chg="custSel modSld">
      <pc:chgData name="White (she/her), Whitney" userId="65f39021-2f1d-4d8b-87dc-b123826f65bf" providerId="ADAL" clId="{78F527E7-EEEA-4471-9717-B2E528145663}" dt="2023-08-30T21:52:39.649" v="9" actId="962"/>
      <pc:docMkLst>
        <pc:docMk/>
      </pc:docMkLst>
      <pc:sldChg chg="addSp modSp mod">
        <pc:chgData name="White (she/her), Whitney" userId="65f39021-2f1d-4d8b-87dc-b123826f65bf" providerId="ADAL" clId="{78F527E7-EEEA-4471-9717-B2E528145663}" dt="2023-08-30T21:52:12.189" v="4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78F527E7-EEEA-4471-9717-B2E528145663}" dt="2023-08-30T21:52:12.189" v="4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78F527E7-EEEA-4471-9717-B2E528145663}" dt="2023-08-30T21:52:09.475" v="3"/>
          <ac:spMkLst>
            <pc:docMk/>
            <pc:sldMk cId="1482277026" sldId="256"/>
            <ac:spMk id="4" creationId="{77CB7355-7944-9AE1-12BB-94119BF75A6A}"/>
          </ac:spMkLst>
        </pc:spChg>
      </pc:sldChg>
      <pc:sldChg chg="modSp mod">
        <pc:chgData name="White (she/her), Whitney" userId="65f39021-2f1d-4d8b-87dc-b123826f65bf" providerId="ADAL" clId="{78F527E7-EEEA-4471-9717-B2E528145663}" dt="2023-08-30T21:52:04.959" v="1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78F527E7-EEEA-4471-9717-B2E528145663}" dt="2023-08-30T21:52:04.959" v="1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addSp delSp modSp mod">
        <pc:chgData name="White (she/her), Whitney" userId="65f39021-2f1d-4d8b-87dc-b123826f65bf" providerId="ADAL" clId="{78F527E7-EEEA-4471-9717-B2E528145663}" dt="2023-08-30T21:52:39.649" v="9" actId="962"/>
        <pc:sldMkLst>
          <pc:docMk/>
          <pc:sldMk cId="1163931679" sldId="263"/>
        </pc:sldMkLst>
        <pc:spChg chg="del">
          <ac:chgData name="White (she/her), Whitney" userId="65f39021-2f1d-4d8b-87dc-b123826f65bf" providerId="ADAL" clId="{78F527E7-EEEA-4471-9717-B2E528145663}" dt="2023-08-30T21:52:23.607" v="5" actId="21"/>
          <ac:spMkLst>
            <pc:docMk/>
            <pc:sldMk cId="1163931679" sldId="263"/>
            <ac:spMk id="3" creationId="{012C84E3-4C09-4253-8964-13B9C34E5E48}"/>
          </ac:spMkLst>
        </pc:spChg>
        <pc:spChg chg="ord">
          <ac:chgData name="White (she/her), Whitney" userId="65f39021-2f1d-4d8b-87dc-b123826f65bf" providerId="ADAL" clId="{78F527E7-EEEA-4471-9717-B2E528145663}" dt="2023-08-30T21:52:34.995" v="7" actId="13244"/>
          <ac:spMkLst>
            <pc:docMk/>
            <pc:sldMk cId="1163931679" sldId="263"/>
            <ac:spMk id="4" creationId="{497159D5-CAC3-47F8-8492-7D28C15A3A58}"/>
          </ac:spMkLst>
        </pc:spChg>
        <pc:spChg chg="add del mod">
          <ac:chgData name="White (she/her), Whitney" userId="65f39021-2f1d-4d8b-87dc-b123826f65bf" providerId="ADAL" clId="{78F527E7-EEEA-4471-9717-B2E528145663}" dt="2023-08-30T21:52:28.453" v="6" actId="21"/>
          <ac:spMkLst>
            <pc:docMk/>
            <pc:sldMk cId="1163931679" sldId="263"/>
            <ac:spMk id="6" creationId="{C4394917-1A7A-FE11-6F96-AF0B4A2F8DCC}"/>
          </ac:spMkLst>
        </pc:spChg>
        <pc:picChg chg="mod ord">
          <ac:chgData name="White (she/her), Whitney" userId="65f39021-2f1d-4d8b-87dc-b123826f65bf" providerId="ADAL" clId="{78F527E7-EEEA-4471-9717-B2E528145663}" dt="2023-08-30T21:52:39.649" v="9" actId="962"/>
          <ac:picMkLst>
            <pc:docMk/>
            <pc:sldMk cId="1163931679" sldId="263"/>
            <ac:picMk id="9" creationId="{56A2449D-DCF6-4D23-A740-A54264C13D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vimeo.com/41916237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12" y="60114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 | Unit 1: Building an Effective Classroom | Classroom Culture| Lesson 1.03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Types of Routines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B7355-7944-9AE1-12BB-94119BF75A6A}"/>
              </a:ext>
            </a:extLst>
          </p:cNvPr>
          <p:cNvSpPr txBox="1"/>
          <p:nvPr/>
        </p:nvSpPr>
        <p:spPr>
          <a:xfrm>
            <a:off x="61912" y="6381750"/>
            <a:ext cx="11110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64646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u="sng" dirty="0">
                <a:solidFill>
                  <a:srgbClr val="0070C0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dirty="0">
                <a:solidFill>
                  <a:srgbClr val="0070C0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ractice participating in routines that contribute to a safe and effective classroom environment 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the importance of systems and routines in creating safe and effective learning environment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efine and identify academic, behavioral, and cultural routines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back to the video we watched at the end of our last class. What stood out most to you and why?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Procedure: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step-by-step process for completing a recurring action in the classroom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Routine: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 and systems that are automatic and habitual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System: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set of related procedures that helps a classroom run smoothly and efficiently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Types of Routines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Academic Routines: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Routines that “enable students to complete tasks that directly support learning, like how to annotate a text or make eye contact during a classroom discussion” (Texas TLAC Online)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Behavioral Routines: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Routines that “help students manage themselves, their space, and their materials while maximizing efficiency” (Texas TLAC Online)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Cultural Routines: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Routines that “give students clear actions to demonstrate their shared classroom values, norms, and aspirations” (Texas TLAC Online)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35"/>
            <a:ext cx="10515600" cy="1325563"/>
          </a:xfrm>
        </p:spPr>
        <p:txBody>
          <a:bodyPr/>
          <a:lstStyle/>
          <a:p>
            <a:r>
              <a:rPr lang="en-US" dirty="0"/>
              <a:t>Types of Routines: Video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A2DF6-690D-4BC6-8886-78986960E12F}"/>
              </a:ext>
            </a:extLst>
          </p:cNvPr>
          <p:cNvSpPr txBox="1"/>
          <p:nvPr/>
        </p:nvSpPr>
        <p:spPr>
          <a:xfrm>
            <a:off x="3047999" y="61784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Designing Systems and Routines: Denarius Frazier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A2449D-DCF6-4D23-A740-A54264C13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311" y="1451733"/>
            <a:ext cx="871537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Review each of the routines on your Exit Ticket. For each routine, identify the type of routine (academic, behavioral, or cultural) and explain how it contributes to a safe and effective classroom.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</TotalTime>
  <Words>299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Office Theme</vt:lpstr>
      <vt:lpstr>Instructional Practices | Unit 1: Building an Effective Classroom | Classroom Culture| Lesson 1.03</vt:lpstr>
      <vt:lpstr>TEKS Standards &amp; Objectives</vt:lpstr>
      <vt:lpstr>Bellringer</vt:lpstr>
      <vt:lpstr>Vocabulary</vt:lpstr>
      <vt:lpstr>Types of Routines</vt:lpstr>
      <vt:lpstr>Types of Routines: Video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1.03: Types of Routines</dc:title>
  <dc:subject>Lesson 1.03: Types of Routines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2023-08-30T21:52:47Z</dcterms:modified>
</cp:coreProperties>
</file>
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58" r:id="rId4"/>
    <p:sldId id="261" r:id="rId5"/>
    <p:sldId id="266" r:id="rId6"/>
    <p:sldId id="264" r:id="rId7"/>
    <p:sldId id="263" r:id="rId8"/>
    <p:sldId id="265" r:id="rId9"/>
    <p:sldId id="262"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6071E4-1CEF-44BB-A2B5-729A040DB1A6}" v="1" dt="2023-08-31T01:33:18.0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712" autoAdjust="0"/>
  </p:normalViewPr>
  <p:slideViewPr>
    <p:cSldViewPr snapToGrid="0">
      <p:cViewPr varScale="1">
        <p:scale>
          <a:sx n="108" d="100"/>
          <a:sy n="108" d="100"/>
        </p:scale>
        <p:origin x="6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CB6071E4-1CEF-44BB-A2B5-729A040DB1A6}"/>
    <pc:docChg chg="modSld">
      <pc:chgData name="White (she/her), Whitney" userId="65f39021-2f1d-4d8b-87dc-b123826f65bf" providerId="ADAL" clId="{CB6071E4-1CEF-44BB-A2B5-729A040DB1A6}" dt="2023-08-31T01:33:30.932" v="3" actId="20577"/>
      <pc:docMkLst>
        <pc:docMk/>
      </pc:docMkLst>
      <pc:sldChg chg="addSp modSp mod">
        <pc:chgData name="White (she/her), Whitney" userId="65f39021-2f1d-4d8b-87dc-b123826f65bf" providerId="ADAL" clId="{CB6071E4-1CEF-44BB-A2B5-729A040DB1A6}" dt="2023-08-31T01:33:21.339" v="2" actId="1076"/>
        <pc:sldMkLst>
          <pc:docMk/>
          <pc:sldMk cId="1482277026" sldId="256"/>
        </pc:sldMkLst>
        <pc:spChg chg="mod">
          <ac:chgData name="White (she/her), Whitney" userId="65f39021-2f1d-4d8b-87dc-b123826f65bf" providerId="ADAL" clId="{CB6071E4-1CEF-44BB-A2B5-729A040DB1A6}" dt="2023-08-31T01:33:21.339" v="2" actId="1076"/>
          <ac:spMkLst>
            <pc:docMk/>
            <pc:sldMk cId="1482277026" sldId="256"/>
            <ac:spMk id="2" creationId="{BFFCF5BD-F8FF-4A67-A8B6-EBB21E79279B}"/>
          </ac:spMkLst>
        </pc:spChg>
        <pc:spChg chg="add mod">
          <ac:chgData name="White (she/her), Whitney" userId="65f39021-2f1d-4d8b-87dc-b123826f65bf" providerId="ADAL" clId="{CB6071E4-1CEF-44BB-A2B5-729A040DB1A6}" dt="2023-08-31T01:33:18.081" v="1"/>
          <ac:spMkLst>
            <pc:docMk/>
            <pc:sldMk cId="1482277026" sldId="256"/>
            <ac:spMk id="4" creationId="{67823332-B4A3-D540-66AB-95EAA8360665}"/>
          </ac:spMkLst>
        </pc:spChg>
      </pc:sldChg>
      <pc:sldChg chg="modSp mod">
        <pc:chgData name="White (she/her), Whitney" userId="65f39021-2f1d-4d8b-87dc-b123826f65bf" providerId="ADAL" clId="{CB6071E4-1CEF-44BB-A2B5-729A040DB1A6}" dt="2023-08-31T01:33:30.932" v="3" actId="20577"/>
        <pc:sldMkLst>
          <pc:docMk/>
          <pc:sldMk cId="4101823630" sldId="265"/>
        </pc:sldMkLst>
        <pc:spChg chg="mod">
          <ac:chgData name="White (she/her), Whitney" userId="65f39021-2f1d-4d8b-87dc-b123826f65bf" providerId="ADAL" clId="{CB6071E4-1CEF-44BB-A2B5-729A040DB1A6}" dt="2023-08-31T01:33:30.932" v="3" actId="20577"/>
          <ac:spMkLst>
            <pc:docMk/>
            <pc:sldMk cId="4101823630" sldId="265"/>
            <ac:spMk id="2" creationId="{531ECDB3-7F62-4124-A1E9-E48D699D2427}"/>
          </ac:spMkLst>
        </pc:spChg>
      </pc:sldChg>
    </pc:docChg>
  </pc:docChgLst>
  <pc:docChgLst>
    <pc:chgData name="White, Whitney" userId="65f39021-2f1d-4d8b-87dc-b123826f65bf" providerId="ADAL" clId="{F0E79139-3875-4E65-B2AB-237043958952}"/>
    <pc:docChg chg="custSel addSld modSld">
      <pc:chgData name="White, Whitney" userId="65f39021-2f1d-4d8b-87dc-b123826f65bf" providerId="ADAL" clId="{F0E79139-3875-4E65-B2AB-237043958952}" dt="2022-08-03T19:03:54.398" v="237" actId="114"/>
      <pc:docMkLst>
        <pc:docMk/>
      </pc:docMkLst>
      <pc:sldChg chg="modSp mod">
        <pc:chgData name="White, Whitney" userId="65f39021-2f1d-4d8b-87dc-b123826f65bf" providerId="ADAL" clId="{F0E79139-3875-4E65-B2AB-237043958952}" dt="2022-08-03T18:57:36.029" v="33" actId="20577"/>
        <pc:sldMkLst>
          <pc:docMk/>
          <pc:sldMk cId="1482277026" sldId="256"/>
        </pc:sldMkLst>
        <pc:spChg chg="mod">
          <ac:chgData name="White, Whitney" userId="65f39021-2f1d-4d8b-87dc-b123826f65bf" providerId="ADAL" clId="{F0E79139-3875-4E65-B2AB-237043958952}" dt="2022-08-03T18:57:36.029" v="33" actId="20577"/>
          <ac:spMkLst>
            <pc:docMk/>
            <pc:sldMk cId="1482277026" sldId="256"/>
            <ac:spMk id="2" creationId="{BFFCF5BD-F8FF-4A67-A8B6-EBB21E79279B}"/>
          </ac:spMkLst>
        </pc:spChg>
        <pc:spChg chg="mod">
          <ac:chgData name="White, Whitney" userId="65f39021-2f1d-4d8b-87dc-b123826f65bf" providerId="ADAL" clId="{F0E79139-3875-4E65-B2AB-237043958952}" dt="2022-08-03T18:57:27.750" v="29" actId="20577"/>
          <ac:spMkLst>
            <pc:docMk/>
            <pc:sldMk cId="1482277026" sldId="256"/>
            <ac:spMk id="3" creationId="{E0FBD98F-3A67-498E-8174-652040DD7B60}"/>
          </ac:spMkLst>
        </pc:spChg>
      </pc:sldChg>
      <pc:sldChg chg="modSp mod">
        <pc:chgData name="White, Whitney" userId="65f39021-2f1d-4d8b-87dc-b123826f65bf" providerId="ADAL" clId="{F0E79139-3875-4E65-B2AB-237043958952}" dt="2022-08-03T18:58:30.573" v="62" actId="20577"/>
        <pc:sldMkLst>
          <pc:docMk/>
          <pc:sldMk cId="4071305681" sldId="258"/>
        </pc:sldMkLst>
        <pc:spChg chg="mod">
          <ac:chgData name="White, Whitney" userId="65f39021-2f1d-4d8b-87dc-b123826f65bf" providerId="ADAL" clId="{F0E79139-3875-4E65-B2AB-237043958952}" dt="2022-08-03T18:58:30.573" v="62" actId="20577"/>
          <ac:spMkLst>
            <pc:docMk/>
            <pc:sldMk cId="4071305681" sldId="258"/>
            <ac:spMk id="3" creationId="{392BE286-77A6-49DD-B15D-7E4718D52FE7}"/>
          </ac:spMkLst>
        </pc:spChg>
      </pc:sldChg>
      <pc:sldChg chg="modSp mod">
        <pc:chgData name="White, Whitney" userId="65f39021-2f1d-4d8b-87dc-b123826f65bf" providerId="ADAL" clId="{F0E79139-3875-4E65-B2AB-237043958952}" dt="2022-08-03T18:58:10.154" v="56" actId="255"/>
        <pc:sldMkLst>
          <pc:docMk/>
          <pc:sldMk cId="2772527113" sldId="259"/>
        </pc:sldMkLst>
        <pc:spChg chg="mod">
          <ac:chgData name="White, Whitney" userId="65f39021-2f1d-4d8b-87dc-b123826f65bf" providerId="ADAL" clId="{F0E79139-3875-4E65-B2AB-237043958952}" dt="2022-08-03T18:58:10.154" v="56" actId="255"/>
          <ac:spMkLst>
            <pc:docMk/>
            <pc:sldMk cId="2772527113" sldId="259"/>
            <ac:spMk id="3" creationId="{8CE08C7F-0286-423B-92F7-DEB89F31111A}"/>
          </ac:spMkLst>
        </pc:spChg>
      </pc:sldChg>
      <pc:sldChg chg="modSp mod">
        <pc:chgData name="White, Whitney" userId="65f39021-2f1d-4d8b-87dc-b123826f65bf" providerId="ADAL" clId="{F0E79139-3875-4E65-B2AB-237043958952}" dt="2022-08-03T19:03:54.398" v="237" actId="114"/>
        <pc:sldMkLst>
          <pc:docMk/>
          <pc:sldMk cId="2147408764" sldId="260"/>
        </pc:sldMkLst>
        <pc:spChg chg="mod">
          <ac:chgData name="White, Whitney" userId="65f39021-2f1d-4d8b-87dc-b123826f65bf" providerId="ADAL" clId="{F0E79139-3875-4E65-B2AB-237043958952}" dt="2022-08-03T19:03:54.398" v="237" actId="114"/>
          <ac:spMkLst>
            <pc:docMk/>
            <pc:sldMk cId="2147408764" sldId="260"/>
            <ac:spMk id="3" creationId="{49F2A5AF-3C0B-4968-A438-E435325199EA}"/>
          </ac:spMkLst>
        </pc:spChg>
      </pc:sldChg>
      <pc:sldChg chg="addSp delSp modSp mod">
        <pc:chgData name="White, Whitney" userId="65f39021-2f1d-4d8b-87dc-b123826f65bf" providerId="ADAL" clId="{F0E79139-3875-4E65-B2AB-237043958952}" dt="2022-08-03T18:58:55.521" v="67" actId="404"/>
        <pc:sldMkLst>
          <pc:docMk/>
          <pc:sldMk cId="3054216349" sldId="261"/>
        </pc:sldMkLst>
        <pc:spChg chg="del">
          <ac:chgData name="White, Whitney" userId="65f39021-2f1d-4d8b-87dc-b123826f65bf" providerId="ADAL" clId="{F0E79139-3875-4E65-B2AB-237043958952}" dt="2022-08-03T18:58:44.208" v="63"/>
          <ac:spMkLst>
            <pc:docMk/>
            <pc:sldMk cId="3054216349" sldId="261"/>
            <ac:spMk id="3" creationId="{AE13FDB6-F093-4D9E-B14E-3D7DB894C34C}"/>
          </ac:spMkLst>
        </pc:spChg>
        <pc:graphicFrameChg chg="add mod modGraphic">
          <ac:chgData name="White, Whitney" userId="65f39021-2f1d-4d8b-87dc-b123826f65bf" providerId="ADAL" clId="{F0E79139-3875-4E65-B2AB-237043958952}" dt="2022-08-03T18:58:55.521" v="67" actId="404"/>
          <ac:graphicFrameMkLst>
            <pc:docMk/>
            <pc:sldMk cId="3054216349" sldId="261"/>
            <ac:graphicFrameMk id="5" creationId="{A0FD65BF-E45B-47F8-ADC6-01884740F574}"/>
          </ac:graphicFrameMkLst>
        </pc:graphicFrameChg>
      </pc:sldChg>
      <pc:sldChg chg="modSp mod">
        <pc:chgData name="White, Whitney" userId="65f39021-2f1d-4d8b-87dc-b123826f65bf" providerId="ADAL" clId="{F0E79139-3875-4E65-B2AB-237043958952}" dt="2022-08-03T19:03:49.704" v="236" actId="114"/>
        <pc:sldMkLst>
          <pc:docMk/>
          <pc:sldMk cId="4170921578" sldId="262"/>
        </pc:sldMkLst>
        <pc:spChg chg="mod">
          <ac:chgData name="White, Whitney" userId="65f39021-2f1d-4d8b-87dc-b123826f65bf" providerId="ADAL" clId="{F0E79139-3875-4E65-B2AB-237043958952}" dt="2022-08-03T19:01:16.374" v="192" actId="20577"/>
          <ac:spMkLst>
            <pc:docMk/>
            <pc:sldMk cId="4170921578" sldId="262"/>
            <ac:spMk id="2" creationId="{A7DAC820-49EE-4F41-8B1F-B9E33FF6BE24}"/>
          </ac:spMkLst>
        </pc:spChg>
        <pc:spChg chg="mod">
          <ac:chgData name="White, Whitney" userId="65f39021-2f1d-4d8b-87dc-b123826f65bf" providerId="ADAL" clId="{F0E79139-3875-4E65-B2AB-237043958952}" dt="2022-08-03T19:03:49.704" v="236" actId="114"/>
          <ac:spMkLst>
            <pc:docMk/>
            <pc:sldMk cId="4170921578" sldId="262"/>
            <ac:spMk id="3" creationId="{79FFCA46-4155-4484-8350-F1E0B95F6088}"/>
          </ac:spMkLst>
        </pc:spChg>
      </pc:sldChg>
      <pc:sldChg chg="modSp mod">
        <pc:chgData name="White, Whitney" userId="65f39021-2f1d-4d8b-87dc-b123826f65bf" providerId="ADAL" clId="{F0E79139-3875-4E65-B2AB-237043958952}" dt="2022-08-03T19:00:33.516" v="158" actId="403"/>
        <pc:sldMkLst>
          <pc:docMk/>
          <pc:sldMk cId="1163931679" sldId="263"/>
        </pc:sldMkLst>
        <pc:spChg chg="mod">
          <ac:chgData name="White, Whitney" userId="65f39021-2f1d-4d8b-87dc-b123826f65bf" providerId="ADAL" clId="{F0E79139-3875-4E65-B2AB-237043958952}" dt="2022-08-03T19:00:19.702" v="153" actId="20577"/>
          <ac:spMkLst>
            <pc:docMk/>
            <pc:sldMk cId="1163931679" sldId="263"/>
            <ac:spMk id="2" creationId="{531ECDB3-7F62-4124-A1E9-E48D699D2427}"/>
          </ac:spMkLst>
        </pc:spChg>
        <pc:spChg chg="mod">
          <ac:chgData name="White, Whitney" userId="65f39021-2f1d-4d8b-87dc-b123826f65bf" providerId="ADAL" clId="{F0E79139-3875-4E65-B2AB-237043958952}" dt="2022-08-03T19:00:33.516" v="158" actId="403"/>
          <ac:spMkLst>
            <pc:docMk/>
            <pc:sldMk cId="1163931679" sldId="263"/>
            <ac:spMk id="3" creationId="{012C84E3-4C09-4253-8964-13B9C34E5E48}"/>
          </ac:spMkLst>
        </pc:spChg>
      </pc:sldChg>
      <pc:sldChg chg="modSp mod">
        <pc:chgData name="White, Whitney" userId="65f39021-2f1d-4d8b-87dc-b123826f65bf" providerId="ADAL" clId="{F0E79139-3875-4E65-B2AB-237043958952}" dt="2022-08-03T18:59:59.400" v="125" actId="403"/>
        <pc:sldMkLst>
          <pc:docMk/>
          <pc:sldMk cId="3493109116" sldId="264"/>
        </pc:sldMkLst>
        <pc:spChg chg="mod">
          <ac:chgData name="White, Whitney" userId="65f39021-2f1d-4d8b-87dc-b123826f65bf" providerId="ADAL" clId="{F0E79139-3875-4E65-B2AB-237043958952}" dt="2022-08-03T18:59:54.777" v="121" actId="20577"/>
          <ac:spMkLst>
            <pc:docMk/>
            <pc:sldMk cId="3493109116" sldId="264"/>
            <ac:spMk id="2" creationId="{D7836664-70C0-47BA-9BFF-496A04EBBFDE}"/>
          </ac:spMkLst>
        </pc:spChg>
        <pc:spChg chg="mod">
          <ac:chgData name="White, Whitney" userId="65f39021-2f1d-4d8b-87dc-b123826f65bf" providerId="ADAL" clId="{F0E79139-3875-4E65-B2AB-237043958952}" dt="2022-08-03T18:59:59.400" v="125" actId="403"/>
          <ac:spMkLst>
            <pc:docMk/>
            <pc:sldMk cId="3493109116" sldId="264"/>
            <ac:spMk id="3" creationId="{F64339F5-2F5D-46B5-A25D-C197D73747BD}"/>
          </ac:spMkLst>
        </pc:spChg>
      </pc:sldChg>
      <pc:sldChg chg="modSp add mod">
        <pc:chgData name="White, Whitney" userId="65f39021-2f1d-4d8b-87dc-b123826f65bf" providerId="ADAL" clId="{F0E79139-3875-4E65-B2AB-237043958952}" dt="2022-08-03T19:00:53.709" v="160" actId="13926"/>
        <pc:sldMkLst>
          <pc:docMk/>
          <pc:sldMk cId="4101823630" sldId="265"/>
        </pc:sldMkLst>
        <pc:spChg chg="mod">
          <ac:chgData name="White, Whitney" userId="65f39021-2f1d-4d8b-87dc-b123826f65bf" providerId="ADAL" clId="{F0E79139-3875-4E65-B2AB-237043958952}" dt="2022-08-03T19:00:53.709" v="160" actId="13926"/>
          <ac:spMkLst>
            <pc:docMk/>
            <pc:sldMk cId="4101823630" sldId="265"/>
            <ac:spMk id="3" creationId="{012C84E3-4C09-4253-8964-13B9C34E5E48}"/>
          </ac:spMkLst>
        </pc:spChg>
      </pc:sldChg>
      <pc:sldChg chg="addSp delSp modSp new mod">
        <pc:chgData name="White, Whitney" userId="65f39021-2f1d-4d8b-87dc-b123826f65bf" providerId="ADAL" clId="{F0E79139-3875-4E65-B2AB-237043958952}" dt="2022-08-03T19:02:46.345" v="224" actId="207"/>
        <pc:sldMkLst>
          <pc:docMk/>
          <pc:sldMk cId="294464261" sldId="266"/>
        </pc:sldMkLst>
        <pc:spChg chg="mod">
          <ac:chgData name="White, Whitney" userId="65f39021-2f1d-4d8b-87dc-b123826f65bf" providerId="ADAL" clId="{F0E79139-3875-4E65-B2AB-237043958952}" dt="2022-08-03T19:02:21.749" v="216" actId="20577"/>
          <ac:spMkLst>
            <pc:docMk/>
            <pc:sldMk cId="294464261" sldId="266"/>
            <ac:spMk id="2" creationId="{C9FADBB0-358A-431D-ACEB-B4D6D2307F6A}"/>
          </ac:spMkLst>
        </pc:spChg>
        <pc:spChg chg="del mod">
          <ac:chgData name="White, Whitney" userId="65f39021-2f1d-4d8b-87dc-b123826f65bf" providerId="ADAL" clId="{F0E79139-3875-4E65-B2AB-237043958952}" dt="2022-08-03T19:02:26.713" v="218"/>
          <ac:spMkLst>
            <pc:docMk/>
            <pc:sldMk cId="294464261" sldId="266"/>
            <ac:spMk id="3" creationId="{A8351066-AA56-47D9-9434-2C7CBBD5F759}"/>
          </ac:spMkLst>
        </pc:spChg>
        <pc:graphicFrameChg chg="add mod modGraphic">
          <ac:chgData name="White, Whitney" userId="65f39021-2f1d-4d8b-87dc-b123826f65bf" providerId="ADAL" clId="{F0E79139-3875-4E65-B2AB-237043958952}" dt="2022-08-03T19:02:46.345" v="224" actId="207"/>
          <ac:graphicFrameMkLst>
            <pc:docMk/>
            <pc:sldMk cId="294464261" sldId="266"/>
            <ac:graphicFrameMk id="5" creationId="{2612708F-1987-4030-B2AD-4D18A1A7DF51}"/>
          </ac:graphicFrameMkLst>
        </pc:graphicFrame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0ycmnkRpjy-ipJ7kSS98a46Y_JXDaiT-/view?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eizMq9ha1OYgQ-9gCpwz6uDv0VdDvROd/view?usp=sharing" TargetMode="External"/><Relationship Id="rId2" Type="http://schemas.openxmlformats.org/officeDocument/2006/relationships/hyperlink" Target="https://drive.google.com/file/d/15ZZIDGeJeQ62uGzcf5inEEqonbbzWoIa/view?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DJsn7v-Qja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2: Classroom Management| Lesson 2.15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Radar | Building Radar</a:t>
            </a:r>
          </a:p>
        </p:txBody>
      </p:sp>
      <p:sp>
        <p:nvSpPr>
          <p:cNvPr id="4" name="TextBox 3">
            <a:extLst>
              <a:ext uri="{FF2B5EF4-FFF2-40B4-BE49-F238E27FC236}">
                <a16:creationId xmlns:a16="http://schemas.microsoft.com/office/drawing/2014/main" id="{67823332-B4A3-D540-66AB-95EAA8360665}"/>
              </a:ext>
            </a:extLst>
          </p:cNvPr>
          <p:cNvSpPr txBox="1"/>
          <p:nvPr/>
        </p:nvSpPr>
        <p:spPr>
          <a:xfrm>
            <a:off x="0" y="6421772"/>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dirty="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a typeface="Calibri" panose="020F0502020204030204" pitchFamily="34" charset="0"/>
                <a:cs typeface="Calibri" panose="020F0502020204030204" pitchFamily="34" charset="0"/>
              </a:rPr>
              <a:t>i</a:t>
            </a:r>
            <a:r>
              <a:rPr lang="en-US" dirty="0">
                <a:effectLst/>
                <a:ea typeface="Calibri" panose="020F0502020204030204" pitchFamily="34" charset="0"/>
                <a:cs typeface="Calibri" panose="020F0502020204030204" pitchFamily="34" charset="0"/>
              </a:rPr>
              <a:t>dentify and apply effective behavior management techniques </a:t>
            </a:r>
            <a:endParaRPr lang="en-US" dirty="0">
              <a:effectLst/>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a typeface="Calibri" panose="020F0502020204030204" pitchFamily="34" charset="0"/>
                <a:cs typeface="Calibri" panose="020F0502020204030204" pitchFamily="34" charset="0"/>
              </a:rPr>
              <a:t>r</a:t>
            </a:r>
            <a:r>
              <a:rPr lang="en-US" dirty="0">
                <a:effectLst/>
                <a:ea typeface="Calibri" panose="020F0502020204030204" pitchFamily="34" charset="0"/>
                <a:cs typeface="Calibri" panose="020F0502020204030204" pitchFamily="34" charset="0"/>
              </a:rPr>
              <a:t>evise a script of directions to include specific, concrete, and observable directions</a:t>
            </a:r>
            <a:endParaRPr lang="en-US" dirty="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a typeface="Times New Roman" panose="02020603050405020304" pitchFamily="18" charset="0"/>
              </a:rPr>
              <a:t>a</a:t>
            </a:r>
            <a:r>
              <a:rPr lang="en-US" dirty="0">
                <a:effectLst/>
                <a:ea typeface="Times New Roman" panose="02020603050405020304" pitchFamily="18" charset="0"/>
              </a:rPr>
              <a:t>nalyze a teacher’s directions and make suggestions for improvement using the Building Radar technique</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rPr>
              <a:t>Think about a teacher you had that was very observant and knew exactly what was happening in the classroom at all times. </a:t>
            </a:r>
          </a:p>
          <a:p>
            <a:pPr marL="0" indent="0">
              <a:buNone/>
            </a:pPr>
            <a:endParaRPr lang="en-US" dirty="0">
              <a:solidFill>
                <a:srgbClr val="000000"/>
              </a:solidFill>
              <a:latin typeface="Calibri" panose="020F0502020204030204" pitchFamily="34" charset="0"/>
              <a:ea typeface="Times New Roman" panose="02020603050405020304" pitchFamily="18" charset="0"/>
            </a:endParaRPr>
          </a:p>
          <a:p>
            <a:pPr marL="0" indent="0">
              <a:buNone/>
            </a:pPr>
            <a:r>
              <a:rPr lang="en-US" dirty="0">
                <a:solidFill>
                  <a:srgbClr val="000000"/>
                </a:solidFill>
                <a:effectLst/>
                <a:latin typeface="Calibri" panose="020F0502020204030204" pitchFamily="34" charset="0"/>
                <a:ea typeface="Times New Roman" panose="02020603050405020304" pitchFamily="18" charset="0"/>
              </a:rPr>
              <a:t>How did their actions impact student behavior? How did this compare to classes where the teacher wasn’t as observant? </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A0FD65BF-E45B-47F8-ADC6-01884740F574}"/>
              </a:ext>
            </a:extLst>
          </p:cNvPr>
          <p:cNvGraphicFramePr>
            <a:graphicFrameLocks noGrp="1"/>
          </p:cNvGraphicFramePr>
          <p:nvPr>
            <p:ph idx="1"/>
            <p:extLst>
              <p:ext uri="{D42A27DB-BD31-4B8C-83A1-F6EECF244321}">
                <p14:modId xmlns:p14="http://schemas.microsoft.com/office/powerpoint/2010/main" val="2254312991"/>
              </p:ext>
            </p:extLst>
          </p:nvPr>
        </p:nvGraphicFramePr>
        <p:xfrm>
          <a:off x="838200" y="1690687"/>
          <a:ext cx="10515600" cy="4636392"/>
        </p:xfrm>
        <a:graphic>
          <a:graphicData uri="http://schemas.openxmlformats.org/drawingml/2006/table">
            <a:tbl>
              <a:tblPr firstRow="1" firstCol="1" bandRow="1"/>
              <a:tblGrid>
                <a:gridCol w="2296217">
                  <a:extLst>
                    <a:ext uri="{9D8B030D-6E8A-4147-A177-3AD203B41FA5}">
                      <a16:colId xmlns:a16="http://schemas.microsoft.com/office/drawing/2014/main" val="3969267179"/>
                    </a:ext>
                  </a:extLst>
                </a:gridCol>
                <a:gridCol w="8219383">
                  <a:extLst>
                    <a:ext uri="{9D8B030D-6E8A-4147-A177-3AD203B41FA5}">
                      <a16:colId xmlns:a16="http://schemas.microsoft.com/office/drawing/2014/main" val="2496956822"/>
                    </a:ext>
                  </a:extLst>
                </a:gridCol>
              </a:tblGrid>
              <a:tr h="845147">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Radar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A classroom management strategy in which the teacher gives clear, observable directions, visually scans the room, and positions themself to be easily seen by students.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2577162"/>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Observable Directions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Directions that allow the teacher to see if students are meeting the expectation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8320241"/>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Specific</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Clearly defined or identified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0735090"/>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Concrete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Providing specific instructions or actions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908370"/>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Scanning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Looking consistently and intentionally across the entire classroom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5809426"/>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Pastore’s Perch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Observing from the corner of the room where you can see most effectively and proficiently.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716101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DBB0-358A-431D-ACEB-B4D6D2307F6A}"/>
              </a:ext>
            </a:extLst>
          </p:cNvPr>
          <p:cNvSpPr>
            <a:spLocks noGrp="1"/>
          </p:cNvSpPr>
          <p:nvPr>
            <p:ph type="title"/>
          </p:nvPr>
        </p:nvSpPr>
        <p:spPr/>
        <p:txBody>
          <a:bodyPr/>
          <a:lstStyle/>
          <a:p>
            <a:r>
              <a:rPr lang="en-US" dirty="0"/>
              <a:t>Building Radar	</a:t>
            </a:r>
          </a:p>
        </p:txBody>
      </p:sp>
      <p:graphicFrame>
        <p:nvGraphicFramePr>
          <p:cNvPr id="5" name="Content Placeholder 4">
            <a:extLst>
              <a:ext uri="{FF2B5EF4-FFF2-40B4-BE49-F238E27FC236}">
                <a16:creationId xmlns:a16="http://schemas.microsoft.com/office/drawing/2014/main" id="{2612708F-1987-4030-B2AD-4D18A1A7DF51}"/>
              </a:ext>
            </a:extLst>
          </p:cNvPr>
          <p:cNvGraphicFramePr>
            <a:graphicFrameLocks noGrp="1"/>
          </p:cNvGraphicFramePr>
          <p:nvPr>
            <p:ph idx="1"/>
            <p:extLst>
              <p:ext uri="{D42A27DB-BD31-4B8C-83A1-F6EECF244321}">
                <p14:modId xmlns:p14="http://schemas.microsoft.com/office/powerpoint/2010/main" val="2402607589"/>
              </p:ext>
            </p:extLst>
          </p:nvPr>
        </p:nvGraphicFramePr>
        <p:xfrm>
          <a:off x="1219199" y="2027582"/>
          <a:ext cx="9515062" cy="3878835"/>
        </p:xfrm>
        <a:graphic>
          <a:graphicData uri="http://schemas.openxmlformats.org/drawingml/2006/table">
            <a:tbl>
              <a:tblPr firstRow="1" firstCol="1" bandRow="1"/>
              <a:tblGrid>
                <a:gridCol w="4757531">
                  <a:extLst>
                    <a:ext uri="{9D8B030D-6E8A-4147-A177-3AD203B41FA5}">
                      <a16:colId xmlns:a16="http://schemas.microsoft.com/office/drawing/2014/main" val="3135562789"/>
                    </a:ext>
                  </a:extLst>
                </a:gridCol>
                <a:gridCol w="4757531">
                  <a:extLst>
                    <a:ext uri="{9D8B030D-6E8A-4147-A177-3AD203B41FA5}">
                      <a16:colId xmlns:a16="http://schemas.microsoft.com/office/drawing/2014/main" val="706008715"/>
                    </a:ext>
                  </a:extLst>
                </a:gridCol>
              </a:tblGrid>
              <a:tr h="454476">
                <a:tc>
                  <a:txBody>
                    <a:bodyPr/>
                    <a:lstStyle/>
                    <a:p>
                      <a:pPr marL="0" marR="0">
                        <a:lnSpc>
                          <a:spcPct val="107000"/>
                        </a:lnSpc>
                        <a:spcBef>
                          <a:spcPts val="0"/>
                        </a:spcBef>
                        <a:spcAft>
                          <a:spcPts val="0"/>
                        </a:spcAft>
                      </a:pPr>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does radar look like in the classroom?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b="1">
                          <a:solidFill>
                            <a:srgbClr val="000000"/>
                          </a:solidFill>
                          <a:effectLst/>
                          <a:latin typeface="Calibri" panose="020F0502020204030204" pitchFamily="34" charset="0"/>
                          <a:ea typeface="Calibri" panose="020F0502020204030204" pitchFamily="34" charset="0"/>
                          <a:cs typeface="Calibri" panose="020F0502020204030204" pitchFamily="34" charset="0"/>
                        </a:rPr>
                        <a:t>What is the impact of radar on the classroom?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6486075"/>
                  </a:ext>
                </a:extLst>
              </a:tr>
              <a:tr h="2832063">
                <a:tc>
                  <a:txBody>
                    <a:bodyPr/>
                    <a:lstStyle/>
                    <a:p>
                      <a:pPr marL="0" marR="0">
                        <a:lnSpc>
                          <a:spcPct val="107000"/>
                        </a:lnSpc>
                        <a:spcBef>
                          <a:spcPts val="0"/>
                        </a:spcBef>
                        <a:spcAft>
                          <a:spcPts val="0"/>
                        </a:spcAft>
                      </a:pPr>
                      <a:r>
                        <a:rPr lang="en-US" sz="2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Teacher walking around the room always paying attention to students; teacher has “eyes in the back of his/her head,” teacher catches students doing things right and wrong, student can pay attention to all students even when engaged one-on-one with an individual student.</a:t>
                      </a:r>
                      <a:endParaRPr lang="en-US" sz="24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4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 expectations for behavior, increased accountability, stronger boundaries, students know what is expected of them and are more likely to follow through.</a:t>
                      </a:r>
                      <a:endParaRPr lang="en-US" sz="240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4235853"/>
                  </a:ext>
                </a:extLst>
              </a:tr>
            </a:tbl>
          </a:graphicData>
        </a:graphic>
      </p:graphicFrame>
      <p:sp>
        <p:nvSpPr>
          <p:cNvPr id="4" name="Slide Number Placeholder 3">
            <a:extLst>
              <a:ext uri="{FF2B5EF4-FFF2-40B4-BE49-F238E27FC236}">
                <a16:creationId xmlns:a16="http://schemas.microsoft.com/office/drawing/2014/main" id="{76343557-96FF-4EFF-819B-30058D4494D0}"/>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9446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Building Radar	</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Building Radar: Doug Lemov &amp; Jabali Sawicki</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Keys to “Seeing the Room” </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Observable Directions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Scanning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Pastore’s Perch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Keys to “Seeing the Room”  </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highlight>
                  <a:srgbClr val="FFFF00"/>
                </a:highlight>
                <a:latin typeface="Calibri" panose="020F0502020204030204" pitchFamily="34" charset="0"/>
                <a:ea typeface="Times New Roman" panose="02020603050405020304" pitchFamily="18" charset="0"/>
                <a:cs typeface="Calibri" panose="020F0502020204030204" pitchFamily="34" charset="0"/>
              </a:rPr>
              <a:t>Observable Directions</a:t>
            </a:r>
            <a:endParaRPr lang="en-US" sz="32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Scanning</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3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Pastore’s Perch</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410182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Videos: Building Radar</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marR="0" indent="0">
              <a:spcBef>
                <a:spcPts val="600"/>
              </a:spcBef>
              <a:spcAft>
                <a:spcPts val="600"/>
              </a:spcAft>
              <a:buNone/>
            </a:pPr>
            <a:r>
              <a:rPr lang="en-US" sz="3200"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Video: Building Radar: Amy Youngman</a:t>
            </a:r>
            <a:endParaRPr lang="en-US" sz="32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sz="3200"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3"/>
              </a:rPr>
              <a:t>Video: Building Radar: Rue Ratray</a:t>
            </a:r>
            <a:endParaRPr lang="en-US" sz="4400" i="1"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Analyze the video to determine how well the teacher used specific, concrete, and observable directions. Use the rubric below to provide specific evidence from the video and make suggestions for improvement.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i="1" dirty="0"/>
          </a:p>
          <a:p>
            <a:pPr marL="0" indent="0">
              <a:buNone/>
            </a:pPr>
            <a:r>
              <a:rPr lang="en-US" i="1" u="sng" dirty="0">
                <a:solidFill>
                  <a:srgbClr val="0D6CB9"/>
                </a:solidFill>
                <a:effectLst/>
                <a:latin typeface="Calibri" panose="020F0502020204030204" pitchFamily="34" charset="0"/>
                <a:ea typeface="Times New Roman" panose="02020603050405020304" pitchFamily="18" charset="0"/>
                <a:cs typeface="Calibri" panose="020F0502020204030204" pitchFamily="34" charset="0"/>
                <a:hlinkClick r:id="rId2"/>
              </a:rPr>
              <a:t>Poor Instructions</a:t>
            </a:r>
            <a:endParaRPr lang="en-US" sz="4000" i="1"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TotalTime>
  <Words>407</Words>
  <Application>Microsoft Office PowerPoint</Application>
  <PresentationFormat>Widescreen</PresentationFormat>
  <Paragraphs>58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Symbol</vt:lpstr>
      <vt:lpstr>Office Theme</vt:lpstr>
      <vt:lpstr>Instructional Practices| Unit 2: Classroom Management| Lesson 2.15</vt:lpstr>
      <vt:lpstr>TEKS Standards &amp; Objectives</vt:lpstr>
      <vt:lpstr>Bellringer</vt:lpstr>
      <vt:lpstr>Vocabulary</vt:lpstr>
      <vt:lpstr>Building Radar </vt:lpstr>
      <vt:lpstr>Video: Building Radar </vt:lpstr>
      <vt:lpstr>Keys to “Seeing the Room” </vt:lpstr>
      <vt:lpstr>Keys to “Seeing the Room”  </vt:lpstr>
      <vt:lpstr>Videos: Building Radar</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2.15: Radar | Building Radar</dc:title>
  <dc:subject>Lesson 2.15: Radar | Building Radar</dc:subject>
  <dc:creator>Texas Education Agency</dc:creator>
  <cp:lastModifiedBy>White (she/her), Whitney</cp:lastModifiedBy>
  <cp:revision>3</cp:revision>
  <dcterms:created xsi:type="dcterms:W3CDTF">2022-05-09T19:40:20Z</dcterms:created>
  <dcterms:modified xsi:type="dcterms:W3CDTF">2023-08-31T01:33:35Z</dcterms:modified>
</cp:coreProperties>
</file>
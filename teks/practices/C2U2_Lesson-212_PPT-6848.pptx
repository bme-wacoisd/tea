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58" r:id="rId4"/>
    <p:sldId id="264" r:id="rId5"/>
    <p:sldId id="263" r:id="rId6"/>
    <p:sldId id="262" r:id="rId7"/>
    <p:sldId id="265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BBD159-11B9-4EE4-AD4E-793BE1357A8F}" v="1" dt="2023-08-31T01:36:11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5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4ACD2CB2-91FC-4BB1-AC1A-F29A5752FE24}"/>
    <pc:docChg chg="modSld">
      <pc:chgData name="White, Whitney" userId="65f39021-2f1d-4d8b-87dc-b123826f65bf" providerId="ADAL" clId="{4ACD2CB2-91FC-4BB1-AC1A-F29A5752FE24}" dt="2022-08-03T14:16:49.713" v="46" actId="20577"/>
      <pc:docMkLst>
        <pc:docMk/>
      </pc:docMkLst>
      <pc:sldChg chg="modSp mod">
        <pc:chgData name="White, Whitney" userId="65f39021-2f1d-4d8b-87dc-b123826f65bf" providerId="ADAL" clId="{4ACD2CB2-91FC-4BB1-AC1A-F29A5752FE24}" dt="2022-08-03T14:16:49.713" v="46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4ACD2CB2-91FC-4BB1-AC1A-F29A5752FE24}" dt="2022-08-03T14:16:49.713" v="46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2699C131-15E5-4632-BB1D-C4AC83689212}"/>
    <pc:docChg chg="undo custSel addSld delSld modSld">
      <pc:chgData name="White, Whitney" userId="65f39021-2f1d-4d8b-87dc-b123826f65bf" providerId="ADAL" clId="{2699C131-15E5-4632-BB1D-C4AC83689212}" dt="2022-08-03T18:13:03.814" v="233" actId="404"/>
      <pc:docMkLst>
        <pc:docMk/>
      </pc:docMkLst>
      <pc:sldChg chg="modSp mod">
        <pc:chgData name="White, Whitney" userId="65f39021-2f1d-4d8b-87dc-b123826f65bf" providerId="ADAL" clId="{2699C131-15E5-4632-BB1D-C4AC83689212}" dt="2022-08-03T18:04:40.569" v="28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2699C131-15E5-4632-BB1D-C4AC83689212}" dt="2022-08-03T18:04:40.569" v="28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2699C131-15E5-4632-BB1D-C4AC83689212}" dt="2022-08-03T18:04:37.345" v="24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2699C131-15E5-4632-BB1D-C4AC83689212}" dt="2022-08-03T18:06:24.241" v="73" actId="27636"/>
        <pc:sldMkLst>
          <pc:docMk/>
          <pc:sldMk cId="4071305681" sldId="258"/>
        </pc:sldMkLst>
        <pc:spChg chg="mod">
          <ac:chgData name="White, Whitney" userId="65f39021-2f1d-4d8b-87dc-b123826f65bf" providerId="ADAL" clId="{2699C131-15E5-4632-BB1D-C4AC83689212}" dt="2022-08-03T18:06:24.241" v="73" actId="27636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2699C131-15E5-4632-BB1D-C4AC83689212}" dt="2022-08-03T18:06:00.902" v="59" actId="255"/>
        <pc:sldMkLst>
          <pc:docMk/>
          <pc:sldMk cId="2772527113" sldId="259"/>
        </pc:sldMkLst>
        <pc:spChg chg="mod">
          <ac:chgData name="White, Whitney" userId="65f39021-2f1d-4d8b-87dc-b123826f65bf" providerId="ADAL" clId="{2699C131-15E5-4632-BB1D-C4AC83689212}" dt="2022-08-03T18:06:00.902" v="59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2699C131-15E5-4632-BB1D-C4AC83689212}" dt="2022-08-03T18:13:03.814" v="233" actId="404"/>
        <pc:sldMkLst>
          <pc:docMk/>
          <pc:sldMk cId="2147408764" sldId="260"/>
        </pc:sldMkLst>
        <pc:spChg chg="mod">
          <ac:chgData name="White, Whitney" userId="65f39021-2f1d-4d8b-87dc-b123826f65bf" providerId="ADAL" clId="{2699C131-15E5-4632-BB1D-C4AC83689212}" dt="2022-08-03T18:13:03.814" v="233" actId="404"/>
          <ac:spMkLst>
            <pc:docMk/>
            <pc:sldMk cId="2147408764" sldId="260"/>
            <ac:spMk id="3" creationId="{49F2A5AF-3C0B-4968-A438-E435325199EA}"/>
          </ac:spMkLst>
        </pc:spChg>
      </pc:sldChg>
      <pc:sldChg chg="del">
        <pc:chgData name="White, Whitney" userId="65f39021-2f1d-4d8b-87dc-b123826f65bf" providerId="ADAL" clId="{2699C131-15E5-4632-BB1D-C4AC83689212}" dt="2022-08-03T18:06:32.244" v="74" actId="2696"/>
        <pc:sldMkLst>
          <pc:docMk/>
          <pc:sldMk cId="3054216349" sldId="261"/>
        </pc:sldMkLst>
      </pc:sldChg>
      <pc:sldChg chg="addSp delSp modSp mod modClrScheme chgLayout">
        <pc:chgData name="White, Whitney" userId="65f39021-2f1d-4d8b-87dc-b123826f65bf" providerId="ADAL" clId="{2699C131-15E5-4632-BB1D-C4AC83689212}" dt="2022-08-03T18:09:49.756" v="208" actId="1076"/>
        <pc:sldMkLst>
          <pc:docMk/>
          <pc:sldMk cId="4170921578" sldId="262"/>
        </pc:sldMkLst>
        <pc:spChg chg="del mod ord">
          <ac:chgData name="White, Whitney" userId="65f39021-2f1d-4d8b-87dc-b123826f65bf" providerId="ADAL" clId="{2699C131-15E5-4632-BB1D-C4AC83689212}" dt="2022-08-03T18:09:17.172" v="183" actId="700"/>
          <ac:spMkLst>
            <pc:docMk/>
            <pc:sldMk cId="4170921578" sldId="262"/>
            <ac:spMk id="2" creationId="{A7DAC820-49EE-4F41-8B1F-B9E33FF6BE24}"/>
          </ac:spMkLst>
        </pc:spChg>
        <pc:spChg chg="del">
          <ac:chgData name="White, Whitney" userId="65f39021-2f1d-4d8b-87dc-b123826f65bf" providerId="ADAL" clId="{2699C131-15E5-4632-BB1D-C4AC83689212}" dt="2022-08-03T18:09:17.172" v="183" actId="700"/>
          <ac:spMkLst>
            <pc:docMk/>
            <pc:sldMk cId="4170921578" sldId="262"/>
            <ac:spMk id="3" creationId="{79FFCA46-4155-4484-8350-F1E0B95F6088}"/>
          </ac:spMkLst>
        </pc:spChg>
        <pc:spChg chg="mod ord">
          <ac:chgData name="White, Whitney" userId="65f39021-2f1d-4d8b-87dc-b123826f65bf" providerId="ADAL" clId="{2699C131-15E5-4632-BB1D-C4AC83689212}" dt="2022-08-03T18:09:17.172" v="183" actId="700"/>
          <ac:spMkLst>
            <pc:docMk/>
            <pc:sldMk cId="4170921578" sldId="262"/>
            <ac:spMk id="4" creationId="{3E0C1FB4-016B-4122-B211-50411DB9BA9F}"/>
          </ac:spMkLst>
        </pc:spChg>
        <pc:spChg chg="add mod ord">
          <ac:chgData name="White, Whitney" userId="65f39021-2f1d-4d8b-87dc-b123826f65bf" providerId="ADAL" clId="{2699C131-15E5-4632-BB1D-C4AC83689212}" dt="2022-08-03T18:09:22.161" v="201" actId="20577"/>
          <ac:spMkLst>
            <pc:docMk/>
            <pc:sldMk cId="4170921578" sldId="262"/>
            <ac:spMk id="5" creationId="{230DE24C-5ADF-4D30-B927-FD598C831C7F}"/>
          </ac:spMkLst>
        </pc:spChg>
        <pc:picChg chg="add mod">
          <ac:chgData name="White, Whitney" userId="65f39021-2f1d-4d8b-87dc-b123826f65bf" providerId="ADAL" clId="{2699C131-15E5-4632-BB1D-C4AC83689212}" dt="2022-08-03T18:09:49.756" v="208" actId="1076"/>
          <ac:picMkLst>
            <pc:docMk/>
            <pc:sldMk cId="4170921578" sldId="262"/>
            <ac:picMk id="6" creationId="{53F5B262-11BB-4055-B37D-C4AAC2116264}"/>
          </ac:picMkLst>
        </pc:picChg>
      </pc:sldChg>
      <pc:sldChg chg="modSp mod">
        <pc:chgData name="White, Whitney" userId="65f39021-2f1d-4d8b-87dc-b123826f65bf" providerId="ADAL" clId="{2699C131-15E5-4632-BB1D-C4AC83689212}" dt="2022-08-03T18:08:51.304" v="182" actId="2710"/>
        <pc:sldMkLst>
          <pc:docMk/>
          <pc:sldMk cId="1163931679" sldId="263"/>
        </pc:sldMkLst>
        <pc:spChg chg="mod">
          <ac:chgData name="White, Whitney" userId="65f39021-2f1d-4d8b-87dc-b123826f65bf" providerId="ADAL" clId="{2699C131-15E5-4632-BB1D-C4AC83689212}" dt="2022-08-03T18:08:04.657" v="165" actId="20577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2699C131-15E5-4632-BB1D-C4AC83689212}" dt="2022-08-03T18:08:51.304" v="182" actId="2710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">
        <pc:chgData name="White, Whitney" userId="65f39021-2f1d-4d8b-87dc-b123826f65bf" providerId="ADAL" clId="{2699C131-15E5-4632-BB1D-C4AC83689212}" dt="2022-08-03T18:07:26.131" v="125" actId="403"/>
        <pc:sldMkLst>
          <pc:docMk/>
          <pc:sldMk cId="3493109116" sldId="264"/>
        </pc:sldMkLst>
        <pc:spChg chg="mod">
          <ac:chgData name="White, Whitney" userId="65f39021-2f1d-4d8b-87dc-b123826f65bf" providerId="ADAL" clId="{2699C131-15E5-4632-BB1D-C4AC83689212}" dt="2022-08-03T18:06:54.219" v="119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2699C131-15E5-4632-BB1D-C4AC83689212}" dt="2022-08-03T18:07:26.131" v="125" actId="403"/>
          <ac:spMkLst>
            <pc:docMk/>
            <pc:sldMk cId="3493109116" sldId="264"/>
            <ac:spMk id="3" creationId="{F64339F5-2F5D-46B5-A25D-C197D73747BD}"/>
          </ac:spMkLst>
        </pc:spChg>
      </pc:sldChg>
      <pc:sldChg chg="addSp delSp modSp add mod">
        <pc:chgData name="White, Whitney" userId="65f39021-2f1d-4d8b-87dc-b123826f65bf" providerId="ADAL" clId="{2699C131-15E5-4632-BB1D-C4AC83689212}" dt="2022-08-03T18:10:58.268" v="226" actId="1076"/>
        <pc:sldMkLst>
          <pc:docMk/>
          <pc:sldMk cId="1471536517" sldId="265"/>
        </pc:sldMkLst>
        <pc:spChg chg="mod">
          <ac:chgData name="White, Whitney" userId="65f39021-2f1d-4d8b-87dc-b123826f65bf" providerId="ADAL" clId="{2699C131-15E5-4632-BB1D-C4AC83689212}" dt="2022-08-03T18:10:19.642" v="216" actId="20577"/>
          <ac:spMkLst>
            <pc:docMk/>
            <pc:sldMk cId="1471536517" sldId="265"/>
            <ac:spMk id="5" creationId="{230DE24C-5ADF-4D30-B927-FD598C831C7F}"/>
          </ac:spMkLst>
        </pc:spChg>
        <pc:picChg chg="del">
          <ac:chgData name="White, Whitney" userId="65f39021-2f1d-4d8b-87dc-b123826f65bf" providerId="ADAL" clId="{2699C131-15E5-4632-BB1D-C4AC83689212}" dt="2022-08-03T18:10:23.827" v="217" actId="478"/>
          <ac:picMkLst>
            <pc:docMk/>
            <pc:sldMk cId="1471536517" sldId="265"/>
            <ac:picMk id="6" creationId="{53F5B262-11BB-4055-B37D-C4AAC2116264}"/>
          </ac:picMkLst>
        </pc:picChg>
        <pc:picChg chg="add mod">
          <ac:chgData name="White, Whitney" userId="65f39021-2f1d-4d8b-87dc-b123826f65bf" providerId="ADAL" clId="{2699C131-15E5-4632-BB1D-C4AC83689212}" dt="2022-08-03T18:10:58.268" v="226" actId="1076"/>
          <ac:picMkLst>
            <pc:docMk/>
            <pc:sldMk cId="1471536517" sldId="265"/>
            <ac:picMk id="7" creationId="{E5DD599A-5764-4A24-97C4-0937504E3D94}"/>
          </ac:picMkLst>
        </pc:pic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 (she/her), Whitney" userId="65f39021-2f1d-4d8b-87dc-b123826f65bf" providerId="ADAL" clId="{C6BBD159-11B9-4EE4-AD4E-793BE1357A8F}"/>
    <pc:docChg chg="modSld">
      <pc:chgData name="White (she/her), Whitney" userId="65f39021-2f1d-4d8b-87dc-b123826f65bf" providerId="ADAL" clId="{C6BBD159-11B9-4EE4-AD4E-793BE1357A8F}" dt="2023-08-31T01:37:05.481" v="12" actId="13244"/>
      <pc:docMkLst>
        <pc:docMk/>
      </pc:docMkLst>
      <pc:sldChg chg="addSp modSp mod">
        <pc:chgData name="White (she/her), Whitney" userId="65f39021-2f1d-4d8b-87dc-b123826f65bf" providerId="ADAL" clId="{C6BBD159-11B9-4EE4-AD4E-793BE1357A8F}" dt="2023-08-31T01:36:13.621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C6BBD159-11B9-4EE4-AD4E-793BE1357A8F}" dt="2023-08-31T01:36:13.621" v="2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C6BBD159-11B9-4EE4-AD4E-793BE1357A8F}" dt="2023-08-31T01:36:11.278" v="1"/>
          <ac:spMkLst>
            <pc:docMk/>
            <pc:sldMk cId="1482277026" sldId="256"/>
            <ac:spMk id="4" creationId="{F753044F-12DF-77AC-3FBC-9F4064940DB4}"/>
          </ac:spMkLst>
        </pc:spChg>
      </pc:sldChg>
      <pc:sldChg chg="modSp mod">
        <pc:chgData name="White (she/her), Whitney" userId="65f39021-2f1d-4d8b-87dc-b123826f65bf" providerId="ADAL" clId="{C6BBD159-11B9-4EE4-AD4E-793BE1357A8F}" dt="2023-08-31T01:36:58.988" v="11" actId="13244"/>
        <pc:sldMkLst>
          <pc:docMk/>
          <pc:sldMk cId="4170921578" sldId="262"/>
        </pc:sldMkLst>
        <pc:spChg chg="ord">
          <ac:chgData name="White (she/her), Whitney" userId="65f39021-2f1d-4d8b-87dc-b123826f65bf" providerId="ADAL" clId="{C6BBD159-11B9-4EE4-AD4E-793BE1357A8F}" dt="2023-08-31T01:36:58.988" v="11" actId="13244"/>
          <ac:spMkLst>
            <pc:docMk/>
            <pc:sldMk cId="4170921578" sldId="262"/>
            <ac:spMk id="4" creationId="{3E0C1FB4-016B-4122-B211-50411DB9BA9F}"/>
          </ac:spMkLst>
        </pc:spChg>
        <pc:picChg chg="mod">
          <ac:chgData name="White (she/her), Whitney" userId="65f39021-2f1d-4d8b-87dc-b123826f65bf" providerId="ADAL" clId="{C6BBD159-11B9-4EE4-AD4E-793BE1357A8F}" dt="2023-08-31T01:36:31.887" v="8" actId="962"/>
          <ac:picMkLst>
            <pc:docMk/>
            <pc:sldMk cId="4170921578" sldId="262"/>
            <ac:picMk id="6" creationId="{53F5B262-11BB-4055-B37D-C4AAC2116264}"/>
          </ac:picMkLst>
        </pc:picChg>
      </pc:sldChg>
      <pc:sldChg chg="modSp mod">
        <pc:chgData name="White (she/her), Whitney" userId="65f39021-2f1d-4d8b-87dc-b123826f65bf" providerId="ADAL" clId="{C6BBD159-11B9-4EE4-AD4E-793BE1357A8F}" dt="2023-08-31T01:37:05.481" v="12" actId="13244"/>
        <pc:sldMkLst>
          <pc:docMk/>
          <pc:sldMk cId="1471536517" sldId="265"/>
        </pc:sldMkLst>
        <pc:spChg chg="ord">
          <ac:chgData name="White (she/her), Whitney" userId="65f39021-2f1d-4d8b-87dc-b123826f65bf" providerId="ADAL" clId="{C6BBD159-11B9-4EE4-AD4E-793BE1357A8F}" dt="2023-08-31T01:37:05.481" v="12" actId="13244"/>
          <ac:spMkLst>
            <pc:docMk/>
            <pc:sldMk cId="1471536517" sldId="265"/>
            <ac:spMk id="4" creationId="{3E0C1FB4-016B-4122-B211-50411DB9BA9F}"/>
          </ac:spMkLst>
        </pc:spChg>
        <pc:picChg chg="mod">
          <ac:chgData name="White (she/her), Whitney" userId="65f39021-2f1d-4d8b-87dc-b123826f65bf" providerId="ADAL" clId="{C6BBD159-11B9-4EE4-AD4E-793BE1357A8F}" dt="2023-08-31T01:36:45.449" v="10" actId="962"/>
          <ac:picMkLst>
            <pc:docMk/>
            <pc:sldMk cId="1471536517" sldId="265"/>
            <ac:picMk id="7" creationId="{E5DD599A-5764-4A24-97C4-0937504E3D94}"/>
          </ac:picMkLst>
        </pc:pic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LzNYWvTlTw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twitter.com/pryors3rdgrade/status/89942209099409817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1472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2: Classroom Management| Lesson 2.12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A Well-Designed Classroom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53044F-12DF-77AC-3FBC-9F4064940DB4}"/>
              </a:ext>
            </a:extLst>
          </p:cNvPr>
          <p:cNvSpPr txBox="1"/>
          <p:nvPr/>
        </p:nvSpPr>
        <p:spPr>
          <a:xfrm>
            <a:off x="0" y="6421772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 dirty="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TEKS 7A, 7E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 </a:t>
            </a:r>
          </a:p>
          <a:p>
            <a:pPr marL="342900" marR="0" lvl="0" indent="-342900" fontAlgn="base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a typeface="Times New Roman" panose="02020603050405020304" pitchFamily="18" charset="0"/>
                <a:cs typeface="Open Sans" panose="020B0606030504020204" pitchFamily="34" charset="0"/>
              </a:rPr>
              <a:t>i</a:t>
            </a:r>
            <a:r>
              <a:rPr lang="en-US" dirty="0">
                <a:effectLst/>
                <a:ea typeface="Times New Roman" panose="02020603050405020304" pitchFamily="18" charset="0"/>
                <a:cs typeface="Open Sans" panose="020B0606030504020204" pitchFamily="34" charset="0"/>
              </a:rPr>
              <a:t>dentify components of a well-designed classroom </a:t>
            </a:r>
            <a:endParaRPr lang="en-US" dirty="0">
              <a:ea typeface="Times New Roman" panose="02020603050405020304" pitchFamily="18" charset="0"/>
            </a:endParaRPr>
          </a:p>
          <a:p>
            <a:pPr marL="342900" marR="0" lvl="0" indent="-342900" fontAlgn="base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a typeface="Calibri" panose="020F0502020204030204" pitchFamily="34" charset="0"/>
                <a:cs typeface="Open Sans" panose="020B0606030504020204" pitchFamily="34" charset="0"/>
              </a:rPr>
              <a:t>de</a:t>
            </a:r>
            <a:r>
              <a:rPr lang="en-US" dirty="0">
                <a:effectLst/>
                <a:ea typeface="Calibri" panose="020F0502020204030204" pitchFamily="34" charset="0"/>
                <a:cs typeface="Open Sans" panose="020B0606030504020204" pitchFamily="34" charset="0"/>
              </a:rPr>
              <a:t>scribe how the physical layout of a classroom contributes to a safe and effective learning environment</a:t>
            </a:r>
            <a:r>
              <a:rPr lang="en-US" dirty="0">
                <a:effectLst/>
                <a:ea typeface="Calibri" panose="020F0502020204030204" pitchFamily="34" charset="0"/>
              </a:rPr>
              <a:t> 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Choose either a classroom in which you find it easy to learn or a classroom in which you find it difficult to learn. Describe the classroom in detail. Consider the following questions: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When you are at your desk, what can you see in this classroom? 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How is the classroom arranged? How does the arrangement contribute to your (in)ability to learn?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What is the mood of the classroom and what about the classroom contributes to this mood?</a:t>
            </a:r>
            <a:endParaRPr lang="en-US" sz="6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Video: Classroom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i="1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Classroom Management-Organize the Physical Classroom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Essential Components of Classroom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84E3-4C09-4253-8964-13B9C34E5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Allows for smooth transitions</a:t>
            </a:r>
            <a:endParaRPr lang="en-US" dirty="0">
              <a:effectLst/>
              <a:ea typeface="Times New Roman" panose="02020603050405020304" pitchFamily="18" charset="0"/>
            </a:endParaRPr>
          </a:p>
          <a:p>
            <a:pPr marL="342900" marR="0" lvl="0" indent="-34290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Provides access to materials</a:t>
            </a:r>
            <a:endParaRPr lang="en-US" dirty="0">
              <a:effectLst/>
              <a:ea typeface="Times New Roman" panose="02020603050405020304" pitchFamily="18" charset="0"/>
            </a:endParaRPr>
          </a:p>
          <a:p>
            <a:pPr marL="342900" marR="0" lvl="0" indent="-34290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Limits noise and distractions </a:t>
            </a:r>
            <a:endParaRPr lang="en-US" dirty="0">
              <a:effectLst/>
              <a:ea typeface="Times New Roman" panose="02020603050405020304" pitchFamily="18" charset="0"/>
            </a:endParaRPr>
          </a:p>
          <a:p>
            <a:pPr marL="342900" marR="0" lvl="0" indent="-34290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Meets individual needs of students, such as: </a:t>
            </a:r>
            <a:endParaRPr lang="en-US" dirty="0">
              <a:effectLst/>
              <a:ea typeface="Times New Roman" panose="02020603050405020304" pitchFamily="18" charset="0"/>
            </a:endParaRPr>
          </a:p>
          <a:p>
            <a:pPr marL="742950" marR="0" lvl="1" indent="-285750" fontAlgn="base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Students who need to be close to the board</a:t>
            </a:r>
            <a:endParaRPr lang="en-US" dirty="0">
              <a:effectLst/>
              <a:ea typeface="Times New Roman" panose="02020603050405020304" pitchFamily="18" charset="0"/>
            </a:endParaRPr>
          </a:p>
          <a:p>
            <a:pPr marL="742950" marR="0" lvl="1" indent="-285750" fontAlgn="base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Students who need to be away from distractions</a:t>
            </a:r>
            <a:endParaRPr lang="en-US" dirty="0">
              <a:effectLst/>
              <a:ea typeface="Times New Roman" panose="02020603050405020304" pitchFamily="18" charset="0"/>
            </a:endParaRPr>
          </a:p>
          <a:p>
            <a:pPr marL="742950" marR="0" lvl="1" indent="-285750" fontAlgn="base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Students who need space for more frequent breaks</a:t>
            </a:r>
            <a:endParaRPr lang="en-US" dirty="0">
              <a:effectLst/>
              <a:ea typeface="Times New Roman" panose="02020603050405020304" pitchFamily="18" charset="0"/>
            </a:endParaRPr>
          </a:p>
          <a:p>
            <a:pPr marL="742950" marR="0" lvl="1" indent="-285750" fontAlgn="base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Students who need to be close to the teacher or sit with a buddy</a:t>
            </a:r>
            <a:endParaRPr lang="en-US" dirty="0">
              <a:effectLst/>
              <a:ea typeface="Times New Roman" panose="02020603050405020304" pitchFamily="18" charset="0"/>
            </a:endParaRPr>
          </a:p>
          <a:p>
            <a:pPr marL="742950" marR="0" lvl="1" indent="-285750" fontAlgn="base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Students who may have personal classroom aides</a:t>
            </a:r>
            <a:endParaRPr lang="en-US" dirty="0">
              <a:effectLst/>
              <a:ea typeface="Times New Roman" panose="02020603050405020304" pitchFamily="18" charset="0"/>
            </a:endParaRPr>
          </a:p>
          <a:p>
            <a:pPr marL="742950" marR="0" lvl="1" indent="-285750" fontAlgn="base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Students who need extra space for wheelchairs or other mobility supports</a:t>
            </a:r>
            <a:endParaRPr lang="en-US" dirty="0">
              <a:effectLst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0DE24C-5ADF-4D30-B927-FD598C831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an Example</a:t>
            </a:r>
          </a:p>
        </p:txBody>
      </p:sp>
      <p:pic>
        <p:nvPicPr>
          <p:cNvPr id="6" name="Picture 5" descr="A diagram of a classroom set up. Tan spaces indicate student desks and tables, blue spaces indicate classroom furniture (immovable), gray spaces indicate other furniture.">
            <a:extLst>
              <a:ext uri="{FF2B5EF4-FFF2-40B4-BE49-F238E27FC236}">
                <a16:creationId xmlns:a16="http://schemas.microsoft.com/office/drawing/2014/main" id="{53F5B262-11BB-4055-B37D-C4AAC2116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330" y="1263374"/>
            <a:ext cx="6565339" cy="522950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1FB4-016B-4122-B211-50411DB9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921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0DE24C-5ADF-4D30-B927-FD598C831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a Non-Example</a:t>
            </a:r>
          </a:p>
        </p:txBody>
      </p:sp>
      <p:pic>
        <p:nvPicPr>
          <p:cNvPr id="7" name="Picture 6" descr="A diagram of a classroom set up. Tan spaces indicate student desks and tables, blue spaces indicate classroom furniture (immovable), gray spaces indicate other furniture.">
            <a:extLst>
              <a:ext uri="{FF2B5EF4-FFF2-40B4-BE49-F238E27FC236}">
                <a16:creationId xmlns:a16="http://schemas.microsoft.com/office/drawing/2014/main" id="{E5DD599A-5764-4A24-97C4-0937504E3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154" y="1504038"/>
            <a:ext cx="7159692" cy="498883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1FB4-016B-4122-B211-50411DB9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536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what elements of the classroom design help make it a safe and effective learning environment (Consider furniture, materials, and spaces for activities)? Is there anything you would add or take away from the space?</a:t>
            </a:r>
          </a:p>
          <a:p>
            <a:pPr marL="0" indent="0">
              <a:buNone/>
            </a:pPr>
            <a:r>
              <a:rPr lang="en-US" i="1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Pryor's 3rd Grade Classroom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</TotalTime>
  <Words>301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Symbol</vt:lpstr>
      <vt:lpstr>Office Theme</vt:lpstr>
      <vt:lpstr>Instructional Practices| Unit 2: Classroom Management| Lesson 2.12</vt:lpstr>
      <vt:lpstr>TEKS Standards &amp; Objectives</vt:lpstr>
      <vt:lpstr>Bellringer</vt:lpstr>
      <vt:lpstr>Video: Classroom Organization</vt:lpstr>
      <vt:lpstr>Essential Components of Classroom Design</vt:lpstr>
      <vt:lpstr>Analyze an Example</vt:lpstr>
      <vt:lpstr>Analyze a Non-Example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2.12: A Well-Designed Classroom</dc:title>
  <dc:subject>Lesson 2.12: A Well-Designed Classroom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2023-08-31T01:37:08Z</dcterms:modified>
</cp:coreProperties>
</file>
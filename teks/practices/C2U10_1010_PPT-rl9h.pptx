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8A96B6-9BC6-47C7-B88A-4F98D624B1D1}" v="9" dt="2023-01-28T18:37:04.0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16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AF78A5FE-F389-4B3D-B9E0-43F597D00737}"/>
    <pc:docChg chg="custSel modSld">
      <pc:chgData name="White, Whitney" userId="65f39021-2f1d-4d8b-87dc-b123826f65bf" providerId="ADAL" clId="{AF78A5FE-F389-4B3D-B9E0-43F597D00737}" dt="2022-08-12T20:53:12.142" v="376"/>
      <pc:docMkLst>
        <pc:docMk/>
      </pc:docMkLst>
      <pc:sldChg chg="modSp mod">
        <pc:chgData name="White, Whitney" userId="65f39021-2f1d-4d8b-87dc-b123826f65bf" providerId="ADAL" clId="{AF78A5FE-F389-4B3D-B9E0-43F597D00737}" dt="2022-08-12T20:51:20.143" v="68" actId="13926"/>
        <pc:sldMkLst>
          <pc:docMk/>
          <pc:sldMk cId="1482277026" sldId="256"/>
        </pc:sldMkLst>
        <pc:spChg chg="mod">
          <ac:chgData name="White, Whitney" userId="65f39021-2f1d-4d8b-87dc-b123826f65bf" providerId="ADAL" clId="{AF78A5FE-F389-4B3D-B9E0-43F597D00737}" dt="2022-08-12T20:51:15.246" v="67" actId="13926"/>
          <ac:spMkLst>
            <pc:docMk/>
            <pc:sldMk cId="1482277026" sldId="256"/>
            <ac:spMk id="2" creationId="{BFFCF5BD-F8FF-4A67-A8B6-EBB21E79279B}"/>
          </ac:spMkLst>
        </pc:spChg>
        <pc:spChg chg="mod">
          <ac:chgData name="White, Whitney" userId="65f39021-2f1d-4d8b-87dc-b123826f65bf" providerId="ADAL" clId="{AF78A5FE-F389-4B3D-B9E0-43F597D00737}" dt="2022-08-12T20:51:20.143" v="68" actId="13926"/>
          <ac:spMkLst>
            <pc:docMk/>
            <pc:sldMk cId="1482277026" sldId="256"/>
            <ac:spMk id="3" creationId="{E0FBD98F-3A67-498E-8174-652040DD7B60}"/>
          </ac:spMkLst>
        </pc:spChg>
      </pc:sldChg>
      <pc:sldChg chg="modSp mod">
        <pc:chgData name="White, Whitney" userId="65f39021-2f1d-4d8b-87dc-b123826f65bf" providerId="ADAL" clId="{AF78A5FE-F389-4B3D-B9E0-43F597D00737}" dt="2022-08-12T20:51:57.663" v="164" actId="13926"/>
        <pc:sldMkLst>
          <pc:docMk/>
          <pc:sldMk cId="4071305681" sldId="258"/>
        </pc:sldMkLst>
        <pc:spChg chg="mod">
          <ac:chgData name="White, Whitney" userId="65f39021-2f1d-4d8b-87dc-b123826f65bf" providerId="ADAL" clId="{AF78A5FE-F389-4B3D-B9E0-43F597D00737}" dt="2022-08-12T20:51:57.663" v="164" actId="13926"/>
          <ac:spMkLst>
            <pc:docMk/>
            <pc:sldMk cId="4071305681" sldId="258"/>
            <ac:spMk id="3" creationId="{392BE286-77A6-49DD-B15D-7E4718D52FE7}"/>
          </ac:spMkLst>
        </pc:spChg>
      </pc:sldChg>
      <pc:sldChg chg="modSp mod">
        <pc:chgData name="White, Whitney" userId="65f39021-2f1d-4d8b-87dc-b123826f65bf" providerId="ADAL" clId="{AF78A5FE-F389-4B3D-B9E0-43F597D00737}" dt="2022-08-12T20:51:50.334" v="140" actId="13926"/>
        <pc:sldMkLst>
          <pc:docMk/>
          <pc:sldMk cId="2772527113" sldId="259"/>
        </pc:sldMkLst>
        <pc:spChg chg="mod">
          <ac:chgData name="White, Whitney" userId="65f39021-2f1d-4d8b-87dc-b123826f65bf" providerId="ADAL" clId="{AF78A5FE-F389-4B3D-B9E0-43F597D00737}" dt="2022-08-12T20:51:50.334" v="140" actId="13926"/>
          <ac:spMkLst>
            <pc:docMk/>
            <pc:sldMk cId="2772527113" sldId="259"/>
            <ac:spMk id="3" creationId="{8CE08C7F-0286-423B-92F7-DEB89F31111A}"/>
          </ac:spMkLst>
        </pc:spChg>
      </pc:sldChg>
      <pc:sldChg chg="modSp mod">
        <pc:chgData name="White, Whitney" userId="65f39021-2f1d-4d8b-87dc-b123826f65bf" providerId="ADAL" clId="{AF78A5FE-F389-4B3D-B9E0-43F597D00737}" dt="2022-08-12T20:53:00.536" v="374" actId="13926"/>
        <pc:sldMkLst>
          <pc:docMk/>
          <pc:sldMk cId="2147408764" sldId="260"/>
        </pc:sldMkLst>
        <pc:spChg chg="mod">
          <ac:chgData name="White, Whitney" userId="65f39021-2f1d-4d8b-87dc-b123826f65bf" providerId="ADAL" clId="{AF78A5FE-F389-4B3D-B9E0-43F597D00737}" dt="2022-08-12T20:53:00.536" v="374" actId="13926"/>
          <ac:spMkLst>
            <pc:docMk/>
            <pc:sldMk cId="2147408764" sldId="260"/>
            <ac:spMk id="3" creationId="{49F2A5AF-3C0B-4968-A438-E435325199EA}"/>
          </ac:spMkLst>
        </pc:spChg>
      </pc:sldChg>
      <pc:sldChg chg="modSp mod">
        <pc:chgData name="White, Whitney" userId="65f39021-2f1d-4d8b-87dc-b123826f65bf" providerId="ADAL" clId="{AF78A5FE-F389-4B3D-B9E0-43F597D00737}" dt="2022-08-12T20:52:31.947" v="289" actId="13926"/>
        <pc:sldMkLst>
          <pc:docMk/>
          <pc:sldMk cId="3054216349" sldId="261"/>
        </pc:sldMkLst>
        <pc:spChg chg="mod">
          <ac:chgData name="White, Whitney" userId="65f39021-2f1d-4d8b-87dc-b123826f65bf" providerId="ADAL" clId="{AF78A5FE-F389-4B3D-B9E0-43F597D00737}" dt="2022-08-12T20:52:31.947" v="289" actId="13926"/>
          <ac:spMkLst>
            <pc:docMk/>
            <pc:sldMk cId="3054216349" sldId="261"/>
            <ac:spMk id="3" creationId="{AE13FDB6-F093-4D9E-B14E-3D7DB894C34C}"/>
          </ac:spMkLst>
        </pc:spChg>
      </pc:sldChg>
      <pc:sldChg chg="modSp mod">
        <pc:chgData name="White, Whitney" userId="65f39021-2f1d-4d8b-87dc-b123826f65bf" providerId="ADAL" clId="{AF78A5FE-F389-4B3D-B9E0-43F597D00737}" dt="2022-08-12T20:53:12.142" v="376"/>
        <pc:sldMkLst>
          <pc:docMk/>
          <pc:sldMk cId="4170921578" sldId="262"/>
        </pc:sldMkLst>
        <pc:spChg chg="mod">
          <ac:chgData name="White, Whitney" userId="65f39021-2f1d-4d8b-87dc-b123826f65bf" providerId="ADAL" clId="{AF78A5FE-F389-4B3D-B9E0-43F597D00737}" dt="2022-08-12T20:53:12.142" v="376"/>
          <ac:spMkLst>
            <pc:docMk/>
            <pc:sldMk cId="4170921578" sldId="262"/>
            <ac:spMk id="2" creationId="{A7DAC820-49EE-4F41-8B1F-B9E33FF6BE24}"/>
          </ac:spMkLst>
        </pc:spChg>
      </pc:sldChg>
      <pc:sldChg chg="modSp mod">
        <pc:chgData name="White, Whitney" userId="65f39021-2f1d-4d8b-87dc-b123826f65bf" providerId="ADAL" clId="{AF78A5FE-F389-4B3D-B9E0-43F597D00737}" dt="2022-08-12T20:53:10.980" v="375"/>
        <pc:sldMkLst>
          <pc:docMk/>
          <pc:sldMk cId="1163931679" sldId="263"/>
        </pc:sldMkLst>
        <pc:spChg chg="mod">
          <ac:chgData name="White, Whitney" userId="65f39021-2f1d-4d8b-87dc-b123826f65bf" providerId="ADAL" clId="{AF78A5FE-F389-4B3D-B9E0-43F597D00737}" dt="2022-08-12T20:53:10.980" v="375"/>
          <ac:spMkLst>
            <pc:docMk/>
            <pc:sldMk cId="1163931679" sldId="263"/>
            <ac:spMk id="2" creationId="{531ECDB3-7F62-4124-A1E9-E48D699D2427}"/>
          </ac:spMkLst>
        </pc:spChg>
      </pc:sldChg>
      <pc:sldChg chg="modSp mod">
        <pc:chgData name="White, Whitney" userId="65f39021-2f1d-4d8b-87dc-b123826f65bf" providerId="ADAL" clId="{AF78A5FE-F389-4B3D-B9E0-43F597D00737}" dt="2022-08-12T20:52:42.719" v="331" actId="13926"/>
        <pc:sldMkLst>
          <pc:docMk/>
          <pc:sldMk cId="3493109116" sldId="264"/>
        </pc:sldMkLst>
        <pc:spChg chg="mod">
          <ac:chgData name="White, Whitney" userId="65f39021-2f1d-4d8b-87dc-b123826f65bf" providerId="ADAL" clId="{AF78A5FE-F389-4B3D-B9E0-43F597D00737}" dt="2022-08-12T20:52:42.719" v="331" actId="13926"/>
          <ac:spMkLst>
            <pc:docMk/>
            <pc:sldMk cId="3493109116" sldId="264"/>
            <ac:spMk id="2" creationId="{D7836664-70C0-47BA-9BFF-496A04EBBFDE}"/>
          </ac:spMkLst>
        </pc:spChg>
      </pc:sldChg>
    </pc:docChg>
  </pc:docChgLst>
  <pc:docChgLst>
    <pc:chgData name="Preston, Jennifer" userId="0406a4f8-ec61-4be9-b43b-10a5e470692b" providerId="ADAL" clId="{548A96B6-9BC6-47C7-B88A-4F98D624B1D1}"/>
    <pc:docChg chg="undo custSel delSld modSld">
      <pc:chgData name="Preston, Jennifer" userId="0406a4f8-ec61-4be9-b43b-10a5e470692b" providerId="ADAL" clId="{548A96B6-9BC6-47C7-B88A-4F98D624B1D1}" dt="2023-01-28T18:37:20.397" v="233" actId="12"/>
      <pc:docMkLst>
        <pc:docMk/>
      </pc:docMkLst>
      <pc:sldChg chg="modSp mod">
        <pc:chgData name="Preston, Jennifer" userId="0406a4f8-ec61-4be9-b43b-10a5e470692b" providerId="ADAL" clId="{548A96B6-9BC6-47C7-B88A-4F98D624B1D1}" dt="2023-01-28T18:32:05.419" v="70" actId="13926"/>
        <pc:sldMkLst>
          <pc:docMk/>
          <pc:sldMk cId="1482277026" sldId="256"/>
        </pc:sldMkLst>
        <pc:spChg chg="mod">
          <ac:chgData name="Preston, Jennifer" userId="0406a4f8-ec61-4be9-b43b-10a5e470692b" providerId="ADAL" clId="{548A96B6-9BC6-47C7-B88A-4F98D624B1D1}" dt="2023-01-28T18:32:05.419" v="70" actId="13926"/>
          <ac:spMkLst>
            <pc:docMk/>
            <pc:sldMk cId="1482277026" sldId="256"/>
            <ac:spMk id="2" creationId="{BFFCF5BD-F8FF-4A67-A8B6-EBB21E79279B}"/>
          </ac:spMkLst>
        </pc:spChg>
        <pc:spChg chg="mod">
          <ac:chgData name="Preston, Jennifer" userId="0406a4f8-ec61-4be9-b43b-10a5e470692b" providerId="ADAL" clId="{548A96B6-9BC6-47C7-B88A-4F98D624B1D1}" dt="2023-01-28T18:31:02.452" v="7" actId="13926"/>
          <ac:spMkLst>
            <pc:docMk/>
            <pc:sldMk cId="1482277026" sldId="256"/>
            <ac:spMk id="3" creationId="{E0FBD98F-3A67-498E-8174-652040DD7B60}"/>
          </ac:spMkLst>
        </pc:spChg>
      </pc:sldChg>
      <pc:sldChg chg="modSp mod">
        <pc:chgData name="Preston, Jennifer" userId="0406a4f8-ec61-4be9-b43b-10a5e470692b" providerId="ADAL" clId="{548A96B6-9BC6-47C7-B88A-4F98D624B1D1}" dt="2023-01-28T18:34:00.477" v="113" actId="13926"/>
        <pc:sldMkLst>
          <pc:docMk/>
          <pc:sldMk cId="4071305681" sldId="258"/>
        </pc:sldMkLst>
        <pc:spChg chg="mod">
          <ac:chgData name="Preston, Jennifer" userId="0406a4f8-ec61-4be9-b43b-10a5e470692b" providerId="ADAL" clId="{548A96B6-9BC6-47C7-B88A-4F98D624B1D1}" dt="2023-01-28T18:34:00.477" v="113" actId="13926"/>
          <ac:spMkLst>
            <pc:docMk/>
            <pc:sldMk cId="4071305681" sldId="258"/>
            <ac:spMk id="3" creationId="{392BE286-77A6-49DD-B15D-7E4718D52FE7}"/>
          </ac:spMkLst>
        </pc:spChg>
      </pc:sldChg>
      <pc:sldChg chg="modSp mod">
        <pc:chgData name="Preston, Jennifer" userId="0406a4f8-ec61-4be9-b43b-10a5e470692b" providerId="ADAL" clId="{548A96B6-9BC6-47C7-B88A-4F98D624B1D1}" dt="2023-01-28T18:33:35.797" v="111" actId="12"/>
        <pc:sldMkLst>
          <pc:docMk/>
          <pc:sldMk cId="2772527113" sldId="259"/>
        </pc:sldMkLst>
        <pc:spChg chg="mod">
          <ac:chgData name="Preston, Jennifer" userId="0406a4f8-ec61-4be9-b43b-10a5e470692b" providerId="ADAL" clId="{548A96B6-9BC6-47C7-B88A-4F98D624B1D1}" dt="2023-01-28T18:33:35.797" v="111" actId="12"/>
          <ac:spMkLst>
            <pc:docMk/>
            <pc:sldMk cId="2772527113" sldId="259"/>
            <ac:spMk id="3" creationId="{8CE08C7F-0286-423B-92F7-DEB89F31111A}"/>
          </ac:spMkLst>
        </pc:spChg>
      </pc:sldChg>
      <pc:sldChg chg="modSp mod">
        <pc:chgData name="Preston, Jennifer" userId="0406a4f8-ec61-4be9-b43b-10a5e470692b" providerId="ADAL" clId="{548A96B6-9BC6-47C7-B88A-4F98D624B1D1}" dt="2023-01-28T18:37:20.397" v="233" actId="12"/>
        <pc:sldMkLst>
          <pc:docMk/>
          <pc:sldMk cId="2147408764" sldId="260"/>
        </pc:sldMkLst>
        <pc:spChg chg="mod">
          <ac:chgData name="Preston, Jennifer" userId="0406a4f8-ec61-4be9-b43b-10a5e470692b" providerId="ADAL" clId="{548A96B6-9BC6-47C7-B88A-4F98D624B1D1}" dt="2023-01-28T18:37:20.397" v="233" actId="12"/>
          <ac:spMkLst>
            <pc:docMk/>
            <pc:sldMk cId="2147408764" sldId="260"/>
            <ac:spMk id="3" creationId="{49F2A5AF-3C0B-4968-A438-E435325199EA}"/>
          </ac:spMkLst>
        </pc:spChg>
      </pc:sldChg>
      <pc:sldChg chg="addSp delSp modSp mod">
        <pc:chgData name="Preston, Jennifer" userId="0406a4f8-ec61-4be9-b43b-10a5e470692b" providerId="ADAL" clId="{548A96B6-9BC6-47C7-B88A-4F98D624B1D1}" dt="2023-01-28T18:36:23.239" v="223"/>
        <pc:sldMkLst>
          <pc:docMk/>
          <pc:sldMk cId="3054216349" sldId="261"/>
        </pc:sldMkLst>
        <pc:spChg chg="add del mod">
          <ac:chgData name="Preston, Jennifer" userId="0406a4f8-ec61-4be9-b43b-10a5e470692b" providerId="ADAL" clId="{548A96B6-9BC6-47C7-B88A-4F98D624B1D1}" dt="2023-01-28T18:34:25.999" v="117" actId="3680"/>
          <ac:spMkLst>
            <pc:docMk/>
            <pc:sldMk cId="3054216349" sldId="261"/>
            <ac:spMk id="3" creationId="{AE13FDB6-F093-4D9E-B14E-3D7DB894C34C}"/>
          </ac:spMkLst>
        </pc:spChg>
        <pc:graphicFrameChg chg="add del mod">
          <ac:chgData name="Preston, Jennifer" userId="0406a4f8-ec61-4be9-b43b-10a5e470692b" providerId="ADAL" clId="{548A96B6-9BC6-47C7-B88A-4F98D624B1D1}" dt="2023-01-28T18:34:16.643" v="116"/>
          <ac:graphicFrameMkLst>
            <pc:docMk/>
            <pc:sldMk cId="3054216349" sldId="261"/>
            <ac:graphicFrameMk id="5" creationId="{7B7231F7-F491-40C6-B303-5C1466089BFB}"/>
          </ac:graphicFrameMkLst>
        </pc:graphicFrameChg>
        <pc:graphicFrameChg chg="add mod ord modGraphic">
          <ac:chgData name="Preston, Jennifer" userId="0406a4f8-ec61-4be9-b43b-10a5e470692b" providerId="ADAL" clId="{548A96B6-9BC6-47C7-B88A-4F98D624B1D1}" dt="2023-01-28T18:36:23.239" v="223"/>
          <ac:graphicFrameMkLst>
            <pc:docMk/>
            <pc:sldMk cId="3054216349" sldId="261"/>
            <ac:graphicFrameMk id="6" creationId="{4D7AD552-194E-43A8-B343-2596176B6C10}"/>
          </ac:graphicFrameMkLst>
        </pc:graphicFrameChg>
      </pc:sldChg>
      <pc:sldChg chg="del">
        <pc:chgData name="Preston, Jennifer" userId="0406a4f8-ec61-4be9-b43b-10a5e470692b" providerId="ADAL" clId="{548A96B6-9BC6-47C7-B88A-4F98D624B1D1}" dt="2023-01-28T18:36:48.615" v="226" actId="47"/>
        <pc:sldMkLst>
          <pc:docMk/>
          <pc:sldMk cId="4170921578" sldId="262"/>
        </pc:sldMkLst>
      </pc:sldChg>
      <pc:sldChg chg="del">
        <pc:chgData name="Preston, Jennifer" userId="0406a4f8-ec61-4be9-b43b-10a5e470692b" providerId="ADAL" clId="{548A96B6-9BC6-47C7-B88A-4F98D624B1D1}" dt="2023-01-28T18:36:47.952" v="225" actId="47"/>
        <pc:sldMkLst>
          <pc:docMk/>
          <pc:sldMk cId="1163931679" sldId="263"/>
        </pc:sldMkLst>
      </pc:sldChg>
      <pc:sldChg chg="addSp delSp modSp mod">
        <pc:chgData name="Preston, Jennifer" userId="0406a4f8-ec61-4be9-b43b-10a5e470692b" providerId="ADAL" clId="{548A96B6-9BC6-47C7-B88A-4F98D624B1D1}" dt="2023-01-28T18:36:25.608" v="224" actId="108"/>
        <pc:sldMkLst>
          <pc:docMk/>
          <pc:sldMk cId="3493109116" sldId="264"/>
        </pc:sldMkLst>
        <pc:spChg chg="mod">
          <ac:chgData name="Preston, Jennifer" userId="0406a4f8-ec61-4be9-b43b-10a5e470692b" providerId="ADAL" clId="{548A96B6-9BC6-47C7-B88A-4F98D624B1D1}" dt="2023-01-28T18:35:51.955" v="219" actId="13926"/>
          <ac:spMkLst>
            <pc:docMk/>
            <pc:sldMk cId="3493109116" sldId="264"/>
            <ac:spMk id="2" creationId="{D7836664-70C0-47BA-9BFF-496A04EBBFDE}"/>
          </ac:spMkLst>
        </pc:spChg>
        <pc:spChg chg="del">
          <ac:chgData name="Preston, Jennifer" userId="0406a4f8-ec61-4be9-b43b-10a5e470692b" providerId="ADAL" clId="{548A96B6-9BC6-47C7-B88A-4F98D624B1D1}" dt="2023-01-28T18:36:02.575" v="220" actId="3680"/>
          <ac:spMkLst>
            <pc:docMk/>
            <pc:sldMk cId="3493109116" sldId="264"/>
            <ac:spMk id="3" creationId="{F64339F5-2F5D-46B5-A25D-C197D73747BD}"/>
          </ac:spMkLst>
        </pc:spChg>
        <pc:graphicFrameChg chg="add mod ord modGraphic">
          <ac:chgData name="Preston, Jennifer" userId="0406a4f8-ec61-4be9-b43b-10a5e470692b" providerId="ADAL" clId="{548A96B6-9BC6-47C7-B88A-4F98D624B1D1}" dt="2023-01-28T18:36:25.608" v="224" actId="108"/>
          <ac:graphicFrameMkLst>
            <pc:docMk/>
            <pc:sldMk cId="3493109116" sldId="264"/>
            <ac:graphicFrameMk id="5" creationId="{DE9D1987-8869-46A7-894F-77470F881C40}"/>
          </ac:graphicFrameMkLst>
        </pc:graphicFrame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10: Putting It All Together| Lesson 10.10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Professionalism, Presentation, and Conduct</a:t>
            </a:r>
          </a:p>
        </p:txBody>
      </p:sp>
      <p:sp>
        <p:nvSpPr>
          <p:cNvPr id="4" name="TextBox 3">
            <a:extLst>
              <a:ext uri="{FF2B5EF4-FFF2-40B4-BE49-F238E27FC236}">
                <a16:creationId xmlns:a16="http://schemas.microsoft.com/office/drawing/2014/main" id="{37711B98-F0A7-3C04-D8CA-77C38792C787}"/>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a:t>TEKS: 1I</a:t>
            </a:r>
            <a:r>
              <a:rPr lang="en-US" dirty="0"/>
              <a:t>, 11A, 11B</a:t>
            </a:r>
            <a:r>
              <a:rPr lang="en-US"/>
              <a:t>, 11C </a:t>
            </a:r>
            <a:endParaRPr lang="en-US" dirty="0"/>
          </a:p>
          <a:p>
            <a:pPr marL="0" indent="0">
              <a:buNone/>
            </a:pPr>
            <a:endParaRPr lang="en-US" dirty="0"/>
          </a:p>
          <a:p>
            <a:pPr marL="0" indent="0">
              <a:buNone/>
            </a:pPr>
            <a:r>
              <a:rPr lang="en-US" dirty="0"/>
              <a:t>The student will:</a:t>
            </a:r>
          </a:p>
          <a:p>
            <a:r>
              <a:rPr lang="en-US" dirty="0"/>
              <a:t>Describe professional conduct, dress, and communication as essential responsibilities of an educator</a:t>
            </a:r>
          </a:p>
          <a:p>
            <a:r>
              <a:rPr lang="en-US" dirty="0"/>
              <a:t>Identify and describe practices in professional conduct, dress, and communication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t>Read the following quote from American philosopher Ralph Waldo Emerson and explain what it means about the teaching profession.  </a:t>
            </a:r>
          </a:p>
          <a:p>
            <a:pPr marL="0" indent="0">
              <a:buNone/>
            </a:pPr>
            <a:r>
              <a:rPr lang="en-US" dirty="0"/>
              <a:t>"The great teacher is not the (person) who supplies the most facts, but the one in whose presence we become different people."</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6" name="Table 6">
            <a:extLst>
              <a:ext uri="{FF2B5EF4-FFF2-40B4-BE49-F238E27FC236}">
                <a16:creationId xmlns:a16="http://schemas.microsoft.com/office/drawing/2014/main" id="{4D7AD552-194E-43A8-B343-2596176B6C10}"/>
              </a:ext>
            </a:extLst>
          </p:cNvPr>
          <p:cNvGraphicFramePr>
            <a:graphicFrameLocks noGrp="1"/>
          </p:cNvGraphicFramePr>
          <p:nvPr>
            <p:ph idx="1"/>
            <p:extLst>
              <p:ext uri="{D42A27DB-BD31-4B8C-83A1-F6EECF244321}">
                <p14:modId xmlns:p14="http://schemas.microsoft.com/office/powerpoint/2010/main" val="2586179085"/>
              </p:ext>
            </p:extLst>
          </p:nvPr>
        </p:nvGraphicFramePr>
        <p:xfrm>
          <a:off x="838200" y="1825625"/>
          <a:ext cx="10515600" cy="944880"/>
        </p:xfrm>
        <a:graphic>
          <a:graphicData uri="http://schemas.openxmlformats.org/drawingml/2006/table">
            <a:tbl>
              <a:tblPr firstRow="1" bandRow="1">
                <a:tableStyleId>{5940675A-B579-460E-94D1-54222C63F5DA}</a:tableStyleId>
              </a:tblPr>
              <a:tblGrid>
                <a:gridCol w="3105150">
                  <a:extLst>
                    <a:ext uri="{9D8B030D-6E8A-4147-A177-3AD203B41FA5}">
                      <a16:colId xmlns:a16="http://schemas.microsoft.com/office/drawing/2014/main" val="1799054179"/>
                    </a:ext>
                  </a:extLst>
                </a:gridCol>
                <a:gridCol w="7410450">
                  <a:extLst>
                    <a:ext uri="{9D8B030D-6E8A-4147-A177-3AD203B41FA5}">
                      <a16:colId xmlns:a16="http://schemas.microsoft.com/office/drawing/2014/main" val="201547494"/>
                    </a:ext>
                  </a:extLst>
                </a:gridCol>
              </a:tblGrid>
              <a:tr h="370840">
                <a:tc>
                  <a:txBody>
                    <a:bodyPr/>
                    <a:lstStyle/>
                    <a:p>
                      <a:r>
                        <a:rPr lang="en-US" sz="2800" dirty="0"/>
                        <a:t>Professionalism</a:t>
                      </a:r>
                    </a:p>
                  </a:txBody>
                  <a:tcPr/>
                </a:tc>
                <a:tc>
                  <a:txBody>
                    <a:bodyPr/>
                    <a:lstStyle/>
                    <a:p>
                      <a:r>
                        <a:rPr lang="en-US" sz="2800" kern="1200" dirty="0">
                          <a:solidFill>
                            <a:schemeClr val="tx1"/>
                          </a:solidFill>
                          <a:effectLst/>
                          <a:latin typeface="+mn-lt"/>
                          <a:ea typeface="+mn-ea"/>
                          <a:cs typeface="+mn-cs"/>
                        </a:rPr>
                        <a:t>The qualities, behaviors, and attitudes a person exhibits on the job</a:t>
                      </a:r>
                      <a:endParaRPr lang="en-US" sz="2800" dirty="0"/>
                    </a:p>
                  </a:txBody>
                  <a:tcPr/>
                </a:tc>
                <a:extLst>
                  <a:ext uri="{0D108BD9-81ED-4DB2-BD59-A6C34878D82A}">
                    <a16:rowId xmlns:a16="http://schemas.microsoft.com/office/drawing/2014/main" val="1207674490"/>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Characteristics of Teachers Who Act Professionally</a:t>
            </a:r>
          </a:p>
        </p:txBody>
      </p:sp>
      <p:graphicFrame>
        <p:nvGraphicFramePr>
          <p:cNvPr id="5" name="Table 5">
            <a:extLst>
              <a:ext uri="{FF2B5EF4-FFF2-40B4-BE49-F238E27FC236}">
                <a16:creationId xmlns:a16="http://schemas.microsoft.com/office/drawing/2014/main" id="{DE9D1987-8869-46A7-894F-77470F881C40}"/>
              </a:ext>
            </a:extLst>
          </p:cNvPr>
          <p:cNvGraphicFramePr>
            <a:graphicFrameLocks noGrp="1"/>
          </p:cNvGraphicFramePr>
          <p:nvPr>
            <p:ph idx="1"/>
            <p:extLst>
              <p:ext uri="{D42A27DB-BD31-4B8C-83A1-F6EECF244321}">
                <p14:modId xmlns:p14="http://schemas.microsoft.com/office/powerpoint/2010/main" val="2189609034"/>
              </p:ext>
            </p:extLst>
          </p:nvPr>
        </p:nvGraphicFramePr>
        <p:xfrm>
          <a:off x="838200" y="1825625"/>
          <a:ext cx="10515600" cy="384048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3245982525"/>
                    </a:ext>
                  </a:extLst>
                </a:gridCol>
                <a:gridCol w="5257800">
                  <a:extLst>
                    <a:ext uri="{9D8B030D-6E8A-4147-A177-3AD203B41FA5}">
                      <a16:colId xmlns:a16="http://schemas.microsoft.com/office/drawing/2014/main" val="1180889563"/>
                    </a:ext>
                  </a:extLst>
                </a:gridCol>
              </a:tblGrid>
              <a:tr h="370840">
                <a:tc>
                  <a:txBody>
                    <a:bodyPr/>
                    <a:lstStyle/>
                    <a:p>
                      <a:pPr marL="0" marR="0">
                        <a:spcBef>
                          <a:spcPts val="600"/>
                        </a:spcBef>
                        <a:spcAft>
                          <a:spcPts val="600"/>
                        </a:spcAft>
                      </a:pPr>
                      <a:r>
                        <a:rPr lang="en-US" sz="2800" kern="1200" dirty="0">
                          <a:solidFill>
                            <a:schemeClr val="tx1"/>
                          </a:solidFill>
                          <a:latin typeface="+mn-lt"/>
                          <a:ea typeface="+mn-ea"/>
                          <a:cs typeface="+mn-cs"/>
                        </a:rPr>
                        <a:t>Stay organized and starting on time</a:t>
                      </a:r>
                    </a:p>
                  </a:txBody>
                  <a:tcPr marL="68580" marR="68580" marT="0" marB="0"/>
                </a:tc>
                <a:tc>
                  <a:txBody>
                    <a:bodyPr/>
                    <a:lstStyle/>
                    <a:p>
                      <a:pPr marL="0" marR="0">
                        <a:spcBef>
                          <a:spcPts val="600"/>
                        </a:spcBef>
                        <a:spcAft>
                          <a:spcPts val="600"/>
                        </a:spcAft>
                      </a:pPr>
                      <a:r>
                        <a:rPr lang="en-US" sz="2800" kern="1200">
                          <a:solidFill>
                            <a:schemeClr val="tx1"/>
                          </a:solidFill>
                          <a:latin typeface="+mn-lt"/>
                          <a:ea typeface="+mn-ea"/>
                          <a:cs typeface="+mn-cs"/>
                        </a:rPr>
                        <a:t>Are clear about expectations</a:t>
                      </a:r>
                    </a:p>
                  </a:txBody>
                  <a:tcPr marL="68580" marR="68580" marT="0" marB="0"/>
                </a:tc>
                <a:extLst>
                  <a:ext uri="{0D108BD9-81ED-4DB2-BD59-A6C34878D82A}">
                    <a16:rowId xmlns:a16="http://schemas.microsoft.com/office/drawing/2014/main" val="3616639229"/>
                  </a:ext>
                </a:extLst>
              </a:tr>
              <a:tr h="370840">
                <a:tc>
                  <a:txBody>
                    <a:bodyPr/>
                    <a:lstStyle/>
                    <a:p>
                      <a:pPr marL="0" marR="0">
                        <a:spcBef>
                          <a:spcPts val="600"/>
                        </a:spcBef>
                        <a:spcAft>
                          <a:spcPts val="600"/>
                        </a:spcAft>
                      </a:pPr>
                      <a:r>
                        <a:rPr lang="en-US" sz="2800" kern="1200" dirty="0">
                          <a:solidFill>
                            <a:schemeClr val="tx1"/>
                          </a:solidFill>
                          <a:latin typeface="+mn-lt"/>
                          <a:ea typeface="+mn-ea"/>
                          <a:cs typeface="+mn-cs"/>
                        </a:rPr>
                        <a:t>Model how to conduct oneself in a classroom</a:t>
                      </a:r>
                    </a:p>
                  </a:txBody>
                  <a:tcPr marL="68580" marR="68580" marT="0" marB="0"/>
                </a:tc>
                <a:tc>
                  <a:txBody>
                    <a:bodyPr/>
                    <a:lstStyle/>
                    <a:p>
                      <a:pPr marL="0" marR="0">
                        <a:lnSpc>
                          <a:spcPct val="107000"/>
                        </a:lnSpc>
                        <a:spcBef>
                          <a:spcPts val="600"/>
                        </a:spcBef>
                        <a:spcAft>
                          <a:spcPts val="600"/>
                        </a:spcAft>
                      </a:pPr>
                      <a:r>
                        <a:rPr lang="en-US" sz="2800" kern="1200">
                          <a:solidFill>
                            <a:schemeClr val="tx1"/>
                          </a:solidFill>
                          <a:latin typeface="+mn-lt"/>
                          <a:ea typeface="+mn-ea"/>
                          <a:cs typeface="+mn-cs"/>
                        </a:rPr>
                        <a:t>Are task oriented</a:t>
                      </a:r>
                    </a:p>
                  </a:txBody>
                  <a:tcPr marL="68580" marR="68580" marT="0" marB="0"/>
                </a:tc>
                <a:extLst>
                  <a:ext uri="{0D108BD9-81ED-4DB2-BD59-A6C34878D82A}">
                    <a16:rowId xmlns:a16="http://schemas.microsoft.com/office/drawing/2014/main" val="133098236"/>
                  </a:ext>
                </a:extLst>
              </a:tr>
              <a:tr h="370840">
                <a:tc>
                  <a:txBody>
                    <a:bodyPr/>
                    <a:lstStyle/>
                    <a:p>
                      <a:pPr marL="0" marR="0">
                        <a:spcBef>
                          <a:spcPts val="600"/>
                        </a:spcBef>
                        <a:spcAft>
                          <a:spcPts val="600"/>
                        </a:spcAft>
                      </a:pPr>
                      <a:r>
                        <a:rPr lang="en-US" sz="2800" kern="1200" dirty="0">
                          <a:solidFill>
                            <a:schemeClr val="tx1"/>
                          </a:solidFill>
                          <a:latin typeface="+mn-lt"/>
                          <a:ea typeface="+mn-ea"/>
                          <a:cs typeface="+mn-cs"/>
                        </a:rPr>
                        <a:t>Are respectful</a:t>
                      </a:r>
                    </a:p>
                  </a:txBody>
                  <a:tcPr marL="68580" marR="68580" marT="0" marB="0"/>
                </a:tc>
                <a:tc>
                  <a:txBody>
                    <a:bodyPr/>
                    <a:lstStyle/>
                    <a:p>
                      <a:pPr marL="0" marR="0">
                        <a:spcBef>
                          <a:spcPts val="600"/>
                        </a:spcBef>
                        <a:spcAft>
                          <a:spcPts val="600"/>
                        </a:spcAft>
                      </a:pPr>
                      <a:r>
                        <a:rPr lang="en-US" sz="2800" kern="1200" dirty="0">
                          <a:solidFill>
                            <a:schemeClr val="tx1"/>
                          </a:solidFill>
                          <a:latin typeface="+mn-lt"/>
                          <a:ea typeface="+mn-ea"/>
                          <a:cs typeface="+mn-cs"/>
                        </a:rPr>
                        <a:t>Set boundaries and rules and reinforce those rules</a:t>
                      </a:r>
                    </a:p>
                  </a:txBody>
                  <a:tcPr marL="68580" marR="68580" marT="0" marB="0"/>
                </a:tc>
                <a:extLst>
                  <a:ext uri="{0D108BD9-81ED-4DB2-BD59-A6C34878D82A}">
                    <a16:rowId xmlns:a16="http://schemas.microsoft.com/office/drawing/2014/main" val="2546475092"/>
                  </a:ext>
                </a:extLst>
              </a:tr>
              <a:tr h="370840">
                <a:tc>
                  <a:txBody>
                    <a:bodyPr/>
                    <a:lstStyle/>
                    <a:p>
                      <a:pPr marL="0" marR="0">
                        <a:spcBef>
                          <a:spcPts val="600"/>
                        </a:spcBef>
                        <a:spcAft>
                          <a:spcPts val="600"/>
                        </a:spcAft>
                      </a:pPr>
                      <a:r>
                        <a:rPr lang="en-US" sz="2800" kern="1200">
                          <a:solidFill>
                            <a:schemeClr val="tx1"/>
                          </a:solidFill>
                          <a:latin typeface="+mn-lt"/>
                          <a:ea typeface="+mn-ea"/>
                          <a:cs typeface="+mn-cs"/>
                        </a:rPr>
                        <a:t>Are kind, welcoming and enthusiastic</a:t>
                      </a:r>
                    </a:p>
                  </a:txBody>
                  <a:tcPr marL="68580" marR="68580" marT="0" marB="0"/>
                </a:tc>
                <a:tc>
                  <a:txBody>
                    <a:bodyPr/>
                    <a:lstStyle/>
                    <a:p>
                      <a:pPr marL="0" marR="0">
                        <a:spcBef>
                          <a:spcPts val="600"/>
                        </a:spcBef>
                        <a:spcAft>
                          <a:spcPts val="600"/>
                        </a:spcAft>
                      </a:pPr>
                      <a:r>
                        <a:rPr lang="en-US" sz="2800" kern="1200" dirty="0">
                          <a:solidFill>
                            <a:schemeClr val="tx1"/>
                          </a:solidFill>
                          <a:latin typeface="+mn-lt"/>
                          <a:ea typeface="+mn-ea"/>
                          <a:cs typeface="+mn-cs"/>
                        </a:rPr>
                        <a:t>Address conflict with grace and care</a:t>
                      </a:r>
                    </a:p>
                  </a:txBody>
                  <a:tcPr marL="68580" marR="68580" marT="0" marB="0"/>
                </a:tc>
                <a:extLst>
                  <a:ext uri="{0D108BD9-81ED-4DB2-BD59-A6C34878D82A}">
                    <a16:rowId xmlns:a16="http://schemas.microsoft.com/office/drawing/2014/main" val="4188741589"/>
                  </a:ext>
                </a:extLst>
              </a:tr>
              <a:tr h="370840">
                <a:tc>
                  <a:txBody>
                    <a:bodyPr/>
                    <a:lstStyle/>
                    <a:p>
                      <a:pPr marL="0" marR="0">
                        <a:spcBef>
                          <a:spcPts val="600"/>
                        </a:spcBef>
                        <a:spcAft>
                          <a:spcPts val="600"/>
                        </a:spcAft>
                      </a:pPr>
                      <a:r>
                        <a:rPr lang="en-US" sz="2800" kern="1200">
                          <a:solidFill>
                            <a:schemeClr val="tx1"/>
                          </a:solidFill>
                          <a:latin typeface="+mn-lt"/>
                          <a:ea typeface="+mn-ea"/>
                          <a:cs typeface="+mn-cs"/>
                        </a:rPr>
                        <a:t>Dress and present in a professional manner</a:t>
                      </a:r>
                    </a:p>
                  </a:txBody>
                  <a:tcPr marL="68580" marR="68580" marT="0" marB="0"/>
                </a:tc>
                <a:tc>
                  <a:txBody>
                    <a:bodyPr/>
                    <a:lstStyle/>
                    <a:p>
                      <a:pPr marL="0" marR="0">
                        <a:spcBef>
                          <a:spcPts val="600"/>
                        </a:spcBef>
                        <a:spcAft>
                          <a:spcPts val="600"/>
                        </a:spcAft>
                      </a:pPr>
                      <a:r>
                        <a:rPr lang="en-US" sz="2800" kern="1200" dirty="0">
                          <a:solidFill>
                            <a:schemeClr val="tx1"/>
                          </a:solidFill>
                          <a:latin typeface="+mn-lt"/>
                          <a:ea typeface="+mn-ea"/>
                          <a:cs typeface="+mn-cs"/>
                        </a:rPr>
                        <a:t> </a:t>
                      </a:r>
                    </a:p>
                  </a:txBody>
                  <a:tcPr marL="68580" marR="68580" marT="0" marB="0"/>
                </a:tc>
                <a:extLst>
                  <a:ext uri="{0D108BD9-81ED-4DB2-BD59-A6C34878D82A}">
                    <a16:rowId xmlns:a16="http://schemas.microsoft.com/office/drawing/2014/main" val="739739891"/>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sz="2400" dirty="0"/>
              <a:t>Read the scenario below and answer the questions that follow.</a:t>
            </a:r>
          </a:p>
          <a:p>
            <a:pPr marL="0" indent="0">
              <a:buNone/>
            </a:pPr>
            <a:r>
              <a:rPr lang="en-US" sz="2400" dirty="0"/>
              <a:t>Mrs. R. is working in her classroom after-school when one of her students stops by. The student explains that he “can’t understand” the way that his math teacher explains the content, but that he can “always understand” how Mrs. R. teaches. He asks Mrs. R. to help him with his math homework. Mrs. R. starts to assist him and explains that his math teacher is new and probably still struggling with how to teach well.</a:t>
            </a:r>
          </a:p>
          <a:p>
            <a:r>
              <a:rPr lang="en-US" sz="2400" dirty="0"/>
              <a:t>How did Mrs. R. act professionally?</a:t>
            </a:r>
          </a:p>
          <a:p>
            <a:r>
              <a:rPr lang="en-US" sz="2400" dirty="0"/>
              <a:t>How did Mrs. R. act unprofessionally?</a:t>
            </a:r>
          </a:p>
          <a:p>
            <a:r>
              <a:rPr lang="en-US" sz="2400" dirty="0"/>
              <a:t>How could Mrs. R. have acted more professionally?</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TotalTime>
  <Words>335</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Instructional Practices| Unit 10: Putting It All Together| Lesson 10.10</vt:lpstr>
      <vt:lpstr>TEKS Standards &amp; Objectives</vt:lpstr>
      <vt:lpstr>Bellringer</vt:lpstr>
      <vt:lpstr>Vocabulary</vt:lpstr>
      <vt:lpstr>Characteristics of Teachers Who Act Professionally</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Professionalism, Presentation, and Conduct</dc:title>
  <dc:subject>Professionalism, Presentation, and Conduct</dc:subject>
  <dc:creator>Texas Education Agency</dc:creator>
  <cp:lastModifiedBy>London White</cp:lastModifiedBy>
  <cp:revision>4</cp:revision>
  <dcterms:created xsi:type="dcterms:W3CDTF">2022-05-09T19:40:20Z</dcterms:created>
  <dcterms:modified xsi:type="dcterms:W3CDTF">2023-08-31T05:59:33Z</dcterms:modified>
</cp:coreProperties>
</file>
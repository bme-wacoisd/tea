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4" r:id="rId5"/>
    <p:sldId id="265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8963A9-306D-4217-87D8-D3C6C293805A}" v="3" dt="2023-02-17T20:07:51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s, Kristana" userId="06c54908-b913-4b34-a3f2-9a6986972442" providerId="ADAL" clId="{958963A9-306D-4217-87D8-D3C6C293805A}"/>
    <pc:docChg chg="custSel modSld">
      <pc:chgData name="Rogers, Kristana" userId="06c54908-b913-4b34-a3f2-9a6986972442" providerId="ADAL" clId="{958963A9-306D-4217-87D8-D3C6C293805A}" dt="2023-02-17T20:06:51.935" v="1122" actId="255"/>
      <pc:docMkLst>
        <pc:docMk/>
      </pc:docMkLst>
      <pc:sldChg chg="modSp mod">
        <pc:chgData name="Rogers, Kristana" userId="06c54908-b913-4b34-a3f2-9a6986972442" providerId="ADAL" clId="{958963A9-306D-4217-87D8-D3C6C293805A}" dt="2023-02-17T19:52:41.690" v="46" actId="20577"/>
        <pc:sldMkLst>
          <pc:docMk/>
          <pc:sldMk cId="1482277026" sldId="256"/>
        </pc:sldMkLst>
        <pc:spChg chg="mod">
          <ac:chgData name="Rogers, Kristana" userId="06c54908-b913-4b34-a3f2-9a6986972442" providerId="ADAL" clId="{958963A9-306D-4217-87D8-D3C6C293805A}" dt="2023-02-17T19:52:41.690" v="4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Rogers, Kristana" userId="06c54908-b913-4b34-a3f2-9a6986972442" providerId="ADAL" clId="{958963A9-306D-4217-87D8-D3C6C293805A}" dt="2023-02-17T19:52:35.712" v="4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Rogers, Kristana" userId="06c54908-b913-4b34-a3f2-9a6986972442" providerId="ADAL" clId="{958963A9-306D-4217-87D8-D3C6C293805A}" dt="2023-02-17T19:54:00.006" v="174" actId="20577"/>
        <pc:sldMkLst>
          <pc:docMk/>
          <pc:sldMk cId="4071305681" sldId="258"/>
        </pc:sldMkLst>
        <pc:spChg chg="mod">
          <ac:chgData name="Rogers, Kristana" userId="06c54908-b913-4b34-a3f2-9a6986972442" providerId="ADAL" clId="{958963A9-306D-4217-87D8-D3C6C293805A}" dt="2023-02-17T19:54:00.006" v="174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Rogers, Kristana" userId="06c54908-b913-4b34-a3f2-9a6986972442" providerId="ADAL" clId="{958963A9-306D-4217-87D8-D3C6C293805A}" dt="2023-02-17T19:53:31.806" v="167" actId="20577"/>
        <pc:sldMkLst>
          <pc:docMk/>
          <pc:sldMk cId="2772527113" sldId="259"/>
        </pc:sldMkLst>
        <pc:spChg chg="mod">
          <ac:chgData name="Rogers, Kristana" userId="06c54908-b913-4b34-a3f2-9a6986972442" providerId="ADAL" clId="{958963A9-306D-4217-87D8-D3C6C293805A}" dt="2023-02-17T19:53:31.806" v="167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Rogers, Kristana" userId="06c54908-b913-4b34-a3f2-9a6986972442" providerId="ADAL" clId="{958963A9-306D-4217-87D8-D3C6C293805A}" dt="2023-02-17T20:06:51.935" v="1122" actId="255"/>
        <pc:sldMkLst>
          <pc:docMk/>
          <pc:sldMk cId="2147408764" sldId="260"/>
        </pc:sldMkLst>
        <pc:spChg chg="mod">
          <ac:chgData name="Rogers, Kristana" userId="06c54908-b913-4b34-a3f2-9a6986972442" providerId="ADAL" clId="{958963A9-306D-4217-87D8-D3C6C293805A}" dt="2023-02-17T20:06:51.935" v="1122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Rogers, Kristana" userId="06c54908-b913-4b34-a3f2-9a6986972442" providerId="ADAL" clId="{958963A9-306D-4217-87D8-D3C6C293805A}" dt="2023-02-17T20:02:05.149" v="710" actId="115"/>
        <pc:sldMkLst>
          <pc:docMk/>
          <pc:sldMk cId="3493109116" sldId="264"/>
        </pc:sldMkLst>
        <pc:spChg chg="mod">
          <ac:chgData name="Rogers, Kristana" userId="06c54908-b913-4b34-a3f2-9a6986972442" providerId="ADAL" clId="{958963A9-306D-4217-87D8-D3C6C293805A}" dt="2023-02-17T19:54:43.250" v="197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Rogers, Kristana" userId="06c54908-b913-4b34-a3f2-9a6986972442" providerId="ADAL" clId="{958963A9-306D-4217-87D8-D3C6C293805A}" dt="2023-02-17T20:02:05.149" v="710" actId="115"/>
          <ac:spMkLst>
            <pc:docMk/>
            <pc:sldMk cId="3493109116" sldId="264"/>
            <ac:spMk id="6" creationId="{19C5131E-1EAA-47E0-B568-992AB23A8362}"/>
          </ac:spMkLst>
        </pc:spChg>
      </pc:sldChg>
      <pc:sldChg chg="modSp mod">
        <pc:chgData name="Rogers, Kristana" userId="06c54908-b913-4b34-a3f2-9a6986972442" providerId="ADAL" clId="{958963A9-306D-4217-87D8-D3C6C293805A}" dt="2023-02-17T20:06:06.264" v="1117" actId="20577"/>
        <pc:sldMkLst>
          <pc:docMk/>
          <pc:sldMk cId="1250448534" sldId="265"/>
        </pc:sldMkLst>
        <pc:spChg chg="mod">
          <ac:chgData name="Rogers, Kristana" userId="06c54908-b913-4b34-a3f2-9a6986972442" providerId="ADAL" clId="{958963A9-306D-4217-87D8-D3C6C293805A}" dt="2023-02-17T20:02:24.135" v="727" actId="20577"/>
          <ac:spMkLst>
            <pc:docMk/>
            <pc:sldMk cId="1250448534" sldId="265"/>
            <ac:spMk id="2" creationId="{D7836664-70C0-47BA-9BFF-496A04EBBFDE}"/>
          </ac:spMkLst>
        </pc:spChg>
        <pc:spChg chg="mod">
          <ac:chgData name="Rogers, Kristana" userId="06c54908-b913-4b34-a3f2-9a6986972442" providerId="ADAL" clId="{958963A9-306D-4217-87D8-D3C6C293805A}" dt="2023-02-17T20:06:06.264" v="1117" actId="20577"/>
          <ac:spMkLst>
            <pc:docMk/>
            <pc:sldMk cId="1250448534" sldId="265"/>
            <ac:spMk id="6" creationId="{19C5131E-1EAA-47E0-B568-992AB23A83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10: Putting It All Together| Lesson 10.16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Professional Portfolio: Personal Philosophy Feedback and Refinement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E8F5C-FB5A-8B9C-9A4D-2174108949A1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1C, 13A, 13B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lvl="1"/>
            <a:r>
              <a:rPr lang="en-US" sz="2800" dirty="0"/>
              <a:t>Write a personal education philosophy to be included as an artifact in a professional portfolio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this lesson you will receive peer feedback on your personal philosophy statement.  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Review your personal philosophy statement and identify a specific question or area on which you would like to receive feedback from a peer.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Effective Peer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5131E-1EAA-47E0-B568-992AB23A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6"/>
            <a:ext cx="10515600" cy="5019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Kind</a:t>
            </a:r>
          </a:p>
          <a:p>
            <a:pPr marL="0" indent="0">
              <a:buNone/>
            </a:pPr>
            <a:r>
              <a:rPr lang="en-US" dirty="0"/>
              <a:t>Feedback that is supportive and given with good intentions.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Specific </a:t>
            </a:r>
          </a:p>
          <a:p>
            <a:pPr marL="0" indent="0">
              <a:buNone/>
            </a:pPr>
            <a:r>
              <a:rPr lang="en-US" dirty="0"/>
              <a:t>Give detailed examples of what met expectations for the task and what did not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Helpful</a:t>
            </a:r>
          </a:p>
          <a:p>
            <a:pPr marL="0" indent="0">
              <a:buNone/>
            </a:pPr>
            <a:r>
              <a:rPr lang="en-US" dirty="0"/>
              <a:t>Feedback identifies what might need to be done to improve the piece of work </a:t>
            </a:r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T-A-G Strategy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5131E-1EAA-47E0-B568-992AB23A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6"/>
            <a:ext cx="10515600" cy="5019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T-  Tell me something that you like about the work.  </a:t>
            </a:r>
          </a:p>
          <a:p>
            <a:r>
              <a:rPr lang="en-US" dirty="0"/>
              <a:t>How did this work specifically meet or exceed expectations as outlined in the success criteria?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A- Ask a question.  </a:t>
            </a:r>
          </a:p>
          <a:p>
            <a:r>
              <a:rPr lang="en-US" dirty="0"/>
              <a:t>What is unclear about the work? What might be missing?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G- Give a suggestion.</a:t>
            </a:r>
          </a:p>
          <a:p>
            <a:r>
              <a:rPr lang="en-US" dirty="0"/>
              <a:t>Provide a suggestion for improvement based on the question identified on the peer feedback form.</a:t>
            </a:r>
          </a:p>
        </p:txBody>
      </p:sp>
    </p:spTree>
    <p:extLst>
      <p:ext uri="{BB962C8B-B14F-4D97-AF65-F5344CB8AC3E}">
        <p14:creationId xmlns:p14="http://schemas.microsoft.com/office/powerpoint/2010/main" val="125044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Did you change and/or refine your personal philosophy statement because of the peer feedback that you received today? If so, describe how.  If not, discuss why you chose not to make changes.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how it felt to provide peer feedback to another student on their personal philosophy statement.  What about it was challenging? What about it was easy? 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you need to do next to finalize your personal philosophy statement to include in your portfolio?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Words>309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10: Putting It All Together| Lesson 10.16</vt:lpstr>
      <vt:lpstr>TEKS Standards &amp; Objectives</vt:lpstr>
      <vt:lpstr>Bellringer</vt:lpstr>
      <vt:lpstr>Effective Peer Feedback</vt:lpstr>
      <vt:lpstr>T-A-G Strategy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10.16 Professional Portfolio: Personal Philosophy Feedback and Refinement</dc:title>
  <dc:subject>Lesson 10.16 Professional Portfolio: Personal Philosophy Feedback and Refinement</dc:subject>
  <dc:creator>Texas Education Agency</dc:creator>
  <cp:lastModifiedBy>London White</cp:lastModifiedBy>
  <cp:revision>6</cp:revision>
  <dcterms:created xsi:type="dcterms:W3CDTF">2022-05-09T19:40:20Z</dcterms:created>
  <dcterms:modified xsi:type="dcterms:W3CDTF">2023-08-31T05:57:27Z</dcterms:modified>
</cp:coreProperties>
</file>
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71" r:id="rId4"/>
    <p:sldId id="258" r:id="rId5"/>
    <p:sldId id="262" r:id="rId6"/>
    <p:sldId id="272" r:id="rId7"/>
    <p:sldId id="263" r:id="rId8"/>
    <p:sldId id="273" r:id="rId9"/>
    <p:sldId id="274" r:id="rId10"/>
    <p:sldId id="275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71"/>
            <p14:sldId id="258"/>
            <p14:sldId id="262"/>
            <p14:sldId id="272"/>
            <p14:sldId id="263"/>
            <p14:sldId id="273"/>
            <p14:sldId id="274"/>
            <p14:sldId id="275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5490C0-EC31-4D5A-857D-B30248D704AD}" v="11" dt="2023-01-25T15:42:11.181"/>
    <p1510:client id="{590480D1-D213-43E9-96E8-8D9EE0D4E4AE}" v="3" dt="2023-01-25T16:09:48.576"/>
    <p1510:client id="{92ED3058-E9C4-4DDA-958B-29ADB0690AA4}" v="15" dt="2023-01-25T21:01:13.745"/>
    <p1510:client id="{97A8789F-27EC-493A-B13E-DB853CC06DF7}" v="4" dt="2023-01-25T15:58:05.8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63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42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590480D1-D213-43E9-96E8-8D9EE0D4E4AE}"/>
    <pc:docChg chg="modSld">
      <pc:chgData name="White (she/her), Whitney" userId="65f39021-2f1d-4d8b-87dc-b123826f65bf" providerId="ADAL" clId="{590480D1-D213-43E9-96E8-8D9EE0D4E4AE}" dt="2023-01-25T16:06:28.426" v="1" actId="20577"/>
      <pc:docMkLst>
        <pc:docMk/>
      </pc:docMkLst>
      <pc:sldChg chg="modSp mod">
        <pc:chgData name="White (she/her), Whitney" userId="65f39021-2f1d-4d8b-87dc-b123826f65bf" providerId="ADAL" clId="{590480D1-D213-43E9-96E8-8D9EE0D4E4AE}" dt="2023-01-25T16:06:28.426" v="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590480D1-D213-43E9-96E8-8D9EE0D4E4AE}" dt="2023-01-25T16:06:25.208" v="0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590480D1-D213-43E9-96E8-8D9EE0D4E4AE}" dt="2023-01-25T16:06:28.426" v="1" actId="20577"/>
          <ac:spMkLst>
            <pc:docMk/>
            <pc:sldMk cId="1482277026" sldId="256"/>
            <ac:spMk id="3" creationId="{E0FBD98F-3A67-498E-8174-652040DD7B60}"/>
          </ac:spMkLst>
        </pc:spChg>
      </pc:sldChg>
    </pc:docChg>
  </pc:docChgLst>
  <pc:docChgLst>
    <pc:chgData name="White (she/her), Whitney" userId="65f39021-2f1d-4d8b-87dc-b123826f65bf" providerId="ADAL" clId="{7DC62D2F-EE24-4487-9929-02D1D00D3CE9}"/>
    <pc:docChg chg="custSel addSld modSld modSection">
      <pc:chgData name="White (she/her), Whitney" userId="65f39021-2f1d-4d8b-87dc-b123826f65bf" providerId="ADAL" clId="{7DC62D2F-EE24-4487-9929-02D1D00D3CE9}" dt="2023-01-17T18:31:53.332" v="185" actId="1076"/>
      <pc:docMkLst>
        <pc:docMk/>
      </pc:docMkLst>
      <pc:sldChg chg="modSp mod">
        <pc:chgData name="White (she/her), Whitney" userId="65f39021-2f1d-4d8b-87dc-b123826f65bf" providerId="ADAL" clId="{7DC62D2F-EE24-4487-9929-02D1D00D3CE9}" dt="2023-01-17T18:26:04.583" v="8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7DC62D2F-EE24-4487-9929-02D1D00D3CE9}" dt="2023-01-17T18:26:04.583" v="8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DC62D2F-EE24-4487-9929-02D1D00D3CE9}" dt="2023-01-17T18:25:34.332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06.181" v="11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7DC62D2F-EE24-4487-9929-02D1D00D3CE9}" dt="2023-01-17T18:29:06.181" v="11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7:35.195" v="10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7DC62D2F-EE24-4487-9929-02D1D00D3CE9}" dt="2023-01-17T18:27:35.195" v="10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8:20.545" v="111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7DC62D2F-EE24-4487-9929-02D1D00D3CE9}" dt="2023-01-17T18:28:20.545" v="11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51.513" v="125" actId="403"/>
        <pc:sldMkLst>
          <pc:docMk/>
          <pc:sldMk cId="3054216349" sldId="261"/>
        </pc:sldMkLst>
        <pc:spChg chg="mod">
          <ac:chgData name="White (she/her), Whitney" userId="65f39021-2f1d-4d8b-87dc-b123826f65bf" providerId="ADAL" clId="{7DC62D2F-EE24-4487-9929-02D1D00D3CE9}" dt="2023-01-17T18:29:51.513" v="125" actId="403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7DC62D2F-EE24-4487-9929-02D1D00D3CE9}" dt="2023-01-17T18:30:49.902" v="142" actId="403"/>
        <pc:sldMkLst>
          <pc:docMk/>
          <pc:sldMk cId="258332572" sldId="262"/>
        </pc:sldMkLst>
        <pc:spChg chg="mod">
          <ac:chgData name="White (she/her), Whitney" userId="65f39021-2f1d-4d8b-87dc-b123826f65bf" providerId="ADAL" clId="{7DC62D2F-EE24-4487-9929-02D1D00D3CE9}" dt="2023-01-17T18:30:39.016" v="136" actId="20577"/>
          <ac:spMkLst>
            <pc:docMk/>
            <pc:sldMk cId="258332572" sldId="262"/>
            <ac:spMk id="2" creationId="{570D72F3-79E4-4001-9748-B7FC67079A57}"/>
          </ac:spMkLst>
        </pc:spChg>
        <pc:spChg chg="mod">
          <ac:chgData name="White (she/her), Whitney" userId="65f39021-2f1d-4d8b-87dc-b123826f65bf" providerId="ADAL" clId="{7DC62D2F-EE24-4487-9929-02D1D00D3CE9}" dt="2023-01-17T18:30:49.902" v="142" actId="403"/>
          <ac:spMkLst>
            <pc:docMk/>
            <pc:sldMk cId="258332572" sldId="262"/>
            <ac:spMk id="3" creationId="{0E82C669-9955-4209-B20C-3F3A754CDA3C}"/>
          </ac:spMkLst>
        </pc:spChg>
      </pc:sldChg>
      <pc:sldChg chg="addSp delSp modSp new mod">
        <pc:chgData name="White (she/her), Whitney" userId="65f39021-2f1d-4d8b-87dc-b123826f65bf" providerId="ADAL" clId="{7DC62D2F-EE24-4487-9929-02D1D00D3CE9}" dt="2023-01-17T18:31:53.332" v="185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7DC62D2F-EE24-4487-9929-02D1D00D3CE9}" dt="2023-01-17T18:31:53.332" v="185" actId="1076"/>
          <ac:spMkLst>
            <pc:docMk/>
            <pc:sldMk cId="498985592" sldId="263"/>
            <ac:spMk id="2" creationId="{67E8180B-6498-44E5-AD81-0674C51652BA}"/>
          </ac:spMkLst>
        </pc:spChg>
        <pc:spChg chg="del mod">
          <ac:chgData name="White (she/her), Whitney" userId="65f39021-2f1d-4d8b-87dc-b123826f65bf" providerId="ADAL" clId="{7DC62D2F-EE24-4487-9929-02D1D00D3CE9}" dt="2023-01-17T18:31:12.625" v="145"/>
          <ac:spMkLst>
            <pc:docMk/>
            <pc:sldMk cId="498985592" sldId="263"/>
            <ac:spMk id="3" creationId="{B5D47964-DA24-4793-B602-9850F1CB377F}"/>
          </ac:spMkLst>
        </pc:spChg>
        <pc:spChg chg="mod ord">
          <ac:chgData name="White (she/her), Whitney" userId="65f39021-2f1d-4d8b-87dc-b123826f65bf" providerId="ADAL" clId="{7DC62D2F-EE24-4487-9929-02D1D00D3CE9}" dt="2023-01-17T18:31:29.183" v="177" actId="26606"/>
          <ac:spMkLst>
            <pc:docMk/>
            <pc:sldMk cId="498985592" sldId="263"/>
            <ac:spMk id="4" creationId="{AE9B95AA-02D0-4645-A751-287261502606}"/>
          </ac:spMkLst>
        </pc:spChg>
        <pc:picChg chg="add mod">
          <ac:chgData name="White (she/her), Whitney" userId="65f39021-2f1d-4d8b-87dc-b123826f65bf" providerId="ADAL" clId="{7DC62D2F-EE24-4487-9929-02D1D00D3CE9}" dt="2023-01-17T18:31:47.521" v="184" actId="1076"/>
          <ac:picMkLst>
            <pc:docMk/>
            <pc:sldMk cId="498985592" sldId="263"/>
            <ac:picMk id="5" creationId="{63239C00-4576-4356-885C-80F8C6E20940}"/>
          </ac:picMkLst>
        </pc:picChg>
      </pc:sldChg>
    </pc:docChg>
  </pc:docChgLst>
  <pc:docChgLst>
    <pc:chgData name="White (she/her), Whitney" userId="65f39021-2f1d-4d8b-87dc-b123826f65bf" providerId="ADAL" clId="{2C5490C0-EC31-4D5A-857D-B30248D704AD}"/>
    <pc:docChg chg="undo custSel addSld delSld modSld modSection">
      <pc:chgData name="White (she/her), Whitney" userId="65f39021-2f1d-4d8b-87dc-b123826f65bf" providerId="ADAL" clId="{2C5490C0-EC31-4D5A-857D-B30248D704AD}" dt="2023-01-25T15:41:36.742" v="244" actId="20577"/>
      <pc:docMkLst>
        <pc:docMk/>
      </pc:docMkLst>
      <pc:sldChg chg="modSp mod">
        <pc:chgData name="White (she/her), Whitney" userId="65f39021-2f1d-4d8b-87dc-b123826f65bf" providerId="ADAL" clId="{2C5490C0-EC31-4D5A-857D-B30248D704AD}" dt="2023-01-25T15:18:55.560" v="33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2C5490C0-EC31-4D5A-857D-B30248D704AD}" dt="2023-01-25T15:18:37.032" v="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2C5490C0-EC31-4D5A-857D-B30248D704AD}" dt="2023-01-25T15:18:55.560" v="3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21:20.149" v="59" actId="20577"/>
        <pc:sldMkLst>
          <pc:docMk/>
          <pc:sldMk cId="4071305681" sldId="258"/>
        </pc:sldMkLst>
        <pc:spChg chg="mod">
          <ac:chgData name="White (she/her), Whitney" userId="65f39021-2f1d-4d8b-87dc-b123826f65bf" providerId="ADAL" clId="{2C5490C0-EC31-4D5A-857D-B30248D704AD}" dt="2023-01-25T15:21:20.149" v="59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19:21.934" v="42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2C5490C0-EC31-4D5A-857D-B30248D704AD}" dt="2023-01-25T15:19:21.934" v="42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2C5490C0-EC31-4D5A-857D-B30248D704AD}" dt="2023-01-25T15:41:36.742" v="244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2C5490C0-EC31-4D5A-857D-B30248D704AD}" dt="2023-01-25T15:41:36.742" v="244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2C5490C0-EC31-4D5A-857D-B30248D704AD}" dt="2023-01-25T15:25:43.300" v="71" actId="14100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2C5490C0-EC31-4D5A-857D-B30248D704AD}" dt="2023-01-25T15:25:15.998" v="61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5:43.300" v="71" actId="14100"/>
          <ac:graphicFrameMkLst>
            <pc:docMk/>
            <pc:sldMk cId="3054216349" sldId="261"/>
            <ac:graphicFrameMk id="5" creationId="{A4957574-645A-47DA-BD7C-77BE31A01943}"/>
          </ac:graphicFrameMkLst>
        </pc:graphicFrameChg>
      </pc:sldChg>
      <pc:sldChg chg="addSp delSp modSp mod">
        <pc:chgData name="White (she/her), Whitney" userId="65f39021-2f1d-4d8b-87dc-b123826f65bf" providerId="ADAL" clId="{2C5490C0-EC31-4D5A-857D-B30248D704AD}" dt="2023-01-25T15:26:48.440" v="81" actId="1076"/>
        <pc:sldMkLst>
          <pc:docMk/>
          <pc:sldMk cId="258332572" sldId="262"/>
        </pc:sldMkLst>
        <pc:spChg chg="del mod">
          <ac:chgData name="White (she/her), Whitney" userId="65f39021-2f1d-4d8b-87dc-b123826f65bf" providerId="ADAL" clId="{2C5490C0-EC31-4D5A-857D-B30248D704AD}" dt="2023-01-25T15:26:46.398" v="80" actId="21"/>
          <ac:spMkLst>
            <pc:docMk/>
            <pc:sldMk cId="258332572" sldId="262"/>
            <ac:spMk id="2" creationId="{570D72F3-79E4-4001-9748-B7FC67079A57}"/>
          </ac:spMkLst>
        </pc:spChg>
        <pc:spChg chg="del mod">
          <ac:chgData name="White (she/her), Whitney" userId="65f39021-2f1d-4d8b-87dc-b123826f65bf" providerId="ADAL" clId="{2C5490C0-EC31-4D5A-857D-B30248D704AD}" dt="2023-01-25T15:26:14.533" v="73"/>
          <ac:spMkLst>
            <pc:docMk/>
            <pc:sldMk cId="258332572" sldId="262"/>
            <ac:spMk id="3" creationId="{0E82C669-9955-4209-B20C-3F3A754CDA3C}"/>
          </ac:spMkLst>
        </pc:spChg>
        <pc:picChg chg="add mod">
          <ac:chgData name="White (she/her), Whitney" userId="65f39021-2f1d-4d8b-87dc-b123826f65bf" providerId="ADAL" clId="{2C5490C0-EC31-4D5A-857D-B30248D704AD}" dt="2023-01-25T15:26:48.440" v="81" actId="1076"/>
          <ac:picMkLst>
            <pc:docMk/>
            <pc:sldMk cId="258332572" sldId="262"/>
            <ac:picMk id="5" creationId="{DC7D3B62-46B2-43FE-B87C-3AED60C836B8}"/>
          </ac:picMkLst>
        </pc:picChg>
      </pc:sldChg>
      <pc:sldChg chg="addSp delSp modSp mod">
        <pc:chgData name="White (she/her), Whitney" userId="65f39021-2f1d-4d8b-87dc-b123826f65bf" providerId="ADAL" clId="{2C5490C0-EC31-4D5A-857D-B30248D704AD}" dt="2023-01-25T15:28:56.060" v="133" actId="403"/>
        <pc:sldMkLst>
          <pc:docMk/>
          <pc:sldMk cId="498985592" sldId="263"/>
        </pc:sldMkLst>
        <pc:spChg chg="mod">
          <ac:chgData name="White (she/her), Whitney" userId="65f39021-2f1d-4d8b-87dc-b123826f65bf" providerId="ADAL" clId="{2C5490C0-EC31-4D5A-857D-B30248D704AD}" dt="2023-01-25T15:28:00.254" v="118" actId="1076"/>
          <ac:spMkLst>
            <pc:docMk/>
            <pc:sldMk cId="498985592" sldId="263"/>
            <ac:spMk id="2" creationId="{67E8180B-6498-44E5-AD81-0674C51652BA}"/>
          </ac:spMkLst>
        </pc:spChg>
        <pc:spChg chg="add del mod">
          <ac:chgData name="White (she/her), Whitney" userId="65f39021-2f1d-4d8b-87dc-b123826f65bf" providerId="ADAL" clId="{2C5490C0-EC31-4D5A-857D-B30248D704AD}" dt="2023-01-25T15:28:07.039" v="120"/>
          <ac:spMkLst>
            <pc:docMk/>
            <pc:sldMk cId="498985592" sldId="263"/>
            <ac:spMk id="6" creationId="{60CC13CC-9F80-4130-81D3-549F69C61675}"/>
          </ac:spMkLst>
        </pc:spChg>
        <pc:graphicFrameChg chg="add mod modGraphic">
          <ac:chgData name="White (she/her), Whitney" userId="65f39021-2f1d-4d8b-87dc-b123826f65bf" providerId="ADAL" clId="{2C5490C0-EC31-4D5A-857D-B30248D704AD}" dt="2023-01-25T15:28:56.060" v="133" actId="403"/>
          <ac:graphicFrameMkLst>
            <pc:docMk/>
            <pc:sldMk cId="498985592" sldId="263"/>
            <ac:graphicFrameMk id="7" creationId="{5FDD475B-C6CC-4B8A-BF1E-CC6CB3E6FF61}"/>
          </ac:graphicFrameMkLst>
        </pc:graphicFrameChg>
        <pc:picChg chg="del">
          <ac:chgData name="White (she/her), Whitney" userId="65f39021-2f1d-4d8b-87dc-b123826f65bf" providerId="ADAL" clId="{2C5490C0-EC31-4D5A-857D-B30248D704AD}" dt="2023-01-25T15:27:27.959" v="83" actId="21"/>
          <ac:picMkLst>
            <pc:docMk/>
            <pc:sldMk cId="498985592" sldId="263"/>
            <ac:picMk id="5" creationId="{63239C00-4576-4356-885C-80F8C6E20940}"/>
          </ac:picMkLst>
        </pc:picChg>
      </pc:sldChg>
      <pc:sldChg chg="modSp add mod">
        <pc:chgData name="White (she/her), Whitney" userId="65f39021-2f1d-4d8b-87dc-b123826f65bf" providerId="ADAL" clId="{2C5490C0-EC31-4D5A-857D-B30248D704AD}" dt="2023-01-25T15:29:21.296" v="136" actId="255"/>
        <pc:sldMkLst>
          <pc:docMk/>
          <pc:sldMk cId="2234076779" sldId="264"/>
        </pc:sldMkLst>
        <pc:graphicFrameChg chg="mod modGraphic">
          <ac:chgData name="White (she/her), Whitney" userId="65f39021-2f1d-4d8b-87dc-b123826f65bf" providerId="ADAL" clId="{2C5490C0-EC31-4D5A-857D-B30248D704AD}" dt="2023-01-25T15:29:21.296" v="136" actId="255"/>
          <ac:graphicFrameMkLst>
            <pc:docMk/>
            <pc:sldMk cId="2234076779" sldId="264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2C5490C0-EC31-4D5A-857D-B30248D704AD}" dt="2023-01-25T15:29:44.019" v="139" actId="255"/>
        <pc:sldMkLst>
          <pc:docMk/>
          <pc:sldMk cId="3746039917" sldId="265"/>
        </pc:sldMkLst>
        <pc:graphicFrameChg chg="mod modGraphic">
          <ac:chgData name="White (she/her), Whitney" userId="65f39021-2f1d-4d8b-87dc-b123826f65bf" providerId="ADAL" clId="{2C5490C0-EC31-4D5A-857D-B30248D704AD}" dt="2023-01-25T15:29:44.019" v="139" actId="255"/>
          <ac:graphicFrameMkLst>
            <pc:docMk/>
            <pc:sldMk cId="3746039917" sldId="265"/>
            <ac:graphicFrameMk id="7" creationId="{5FDD475B-C6CC-4B8A-BF1E-CC6CB3E6FF61}"/>
          </ac:graphicFrameMkLst>
        </pc:graphicFrameChg>
      </pc:sldChg>
      <pc:sldChg chg="modSp new mod">
        <pc:chgData name="White (she/her), Whitney" userId="65f39021-2f1d-4d8b-87dc-b123826f65bf" providerId="ADAL" clId="{2C5490C0-EC31-4D5A-857D-B30248D704AD}" dt="2023-01-25T15:33:05.023" v="200" actId="20577"/>
        <pc:sldMkLst>
          <pc:docMk/>
          <pc:sldMk cId="2877505278" sldId="266"/>
        </pc:sldMkLst>
        <pc:spChg chg="mod">
          <ac:chgData name="White (she/her), Whitney" userId="65f39021-2f1d-4d8b-87dc-b123826f65bf" providerId="ADAL" clId="{2C5490C0-EC31-4D5A-857D-B30248D704AD}" dt="2023-01-25T15:33:05.023" v="200" actId="20577"/>
          <ac:spMkLst>
            <pc:docMk/>
            <pc:sldMk cId="2877505278" sldId="266"/>
            <ac:spMk id="2" creationId="{CECF6631-6CAC-42C0-B2F9-C75B06FDDEA7}"/>
          </ac:spMkLst>
        </pc:spChg>
        <pc:spChg chg="mod">
          <ac:chgData name="White (she/her), Whitney" userId="65f39021-2f1d-4d8b-87dc-b123826f65bf" providerId="ADAL" clId="{2C5490C0-EC31-4D5A-857D-B30248D704AD}" dt="2023-01-25T15:30:19.617" v="167" actId="403"/>
          <ac:spMkLst>
            <pc:docMk/>
            <pc:sldMk cId="2877505278" sldId="266"/>
            <ac:spMk id="3" creationId="{A7B3D956-96C0-497F-85BA-4332DFF84C2F}"/>
          </ac:spMkLst>
        </pc:spChg>
      </pc:sldChg>
      <pc:sldChg chg="addSp delSp modSp new mod">
        <pc:chgData name="White (she/her), Whitney" userId="65f39021-2f1d-4d8b-87dc-b123826f65bf" providerId="ADAL" clId="{2C5490C0-EC31-4D5A-857D-B30248D704AD}" dt="2023-01-25T15:32:00.991" v="186" actId="1076"/>
        <pc:sldMkLst>
          <pc:docMk/>
          <pc:sldMk cId="3055683484" sldId="267"/>
        </pc:sldMkLst>
        <pc:spChg chg="mod">
          <ac:chgData name="White (she/her), Whitney" userId="65f39021-2f1d-4d8b-87dc-b123826f65bf" providerId="ADAL" clId="{2C5490C0-EC31-4D5A-857D-B30248D704AD}" dt="2023-01-25T15:31:42.562" v="181" actId="20577"/>
          <ac:spMkLst>
            <pc:docMk/>
            <pc:sldMk cId="3055683484" sldId="267"/>
            <ac:spMk id="2" creationId="{8B2EB68F-78A0-49ED-8653-187AD2088682}"/>
          </ac:spMkLst>
        </pc:spChg>
        <pc:spChg chg="del mod">
          <ac:chgData name="White (she/her), Whitney" userId="65f39021-2f1d-4d8b-87dc-b123826f65bf" providerId="ADAL" clId="{2C5490C0-EC31-4D5A-857D-B30248D704AD}" dt="2023-01-25T15:31:45.440" v="183"/>
          <ac:spMkLst>
            <pc:docMk/>
            <pc:sldMk cId="3055683484" sldId="267"/>
            <ac:spMk id="3" creationId="{E508AEE9-105F-4DAD-BFBB-1188A026AC9A}"/>
          </ac:spMkLst>
        </pc:spChg>
        <pc:picChg chg="add mod">
          <ac:chgData name="White (she/her), Whitney" userId="65f39021-2f1d-4d8b-87dc-b123826f65bf" providerId="ADAL" clId="{2C5490C0-EC31-4D5A-857D-B30248D704AD}" dt="2023-01-25T15:32:00.991" v="186" actId="1076"/>
          <ac:picMkLst>
            <pc:docMk/>
            <pc:sldMk cId="3055683484" sldId="267"/>
            <ac:picMk id="5" creationId="{A1B7D056-B3B7-4442-9111-1D7A6BD01157}"/>
          </ac:picMkLst>
        </pc:picChg>
      </pc:sldChg>
      <pc:sldChg chg="new del">
        <pc:chgData name="White (she/her), Whitney" userId="65f39021-2f1d-4d8b-87dc-b123826f65bf" providerId="ADAL" clId="{2C5490C0-EC31-4D5A-857D-B30248D704AD}" dt="2023-01-25T15:37:13.929" v="202" actId="2696"/>
        <pc:sldMkLst>
          <pc:docMk/>
          <pc:sldMk cId="3765266163" sldId="268"/>
        </pc:sldMkLst>
      </pc:sldChg>
    </pc:docChg>
  </pc:docChgLst>
  <pc:docChgLst>
    <pc:chgData name="White (she/her), Whitney" userId="65f39021-2f1d-4d8b-87dc-b123826f65bf" providerId="ADAL" clId="{92ED3058-E9C4-4DDA-958B-29ADB0690AA4}"/>
    <pc:docChg chg="custSel addSld delSld modSld sldOrd modSection">
      <pc:chgData name="White (she/her), Whitney" userId="65f39021-2f1d-4d8b-87dc-b123826f65bf" providerId="ADAL" clId="{92ED3058-E9C4-4DDA-958B-29ADB0690AA4}" dt="2023-01-25T21:21:10.039" v="384" actId="403"/>
      <pc:docMkLst>
        <pc:docMk/>
      </pc:docMkLst>
      <pc:sldChg chg="modSp mod">
        <pc:chgData name="White (she/her), Whitney" userId="65f39021-2f1d-4d8b-87dc-b123826f65bf" providerId="ADAL" clId="{92ED3058-E9C4-4DDA-958B-29ADB0690AA4}" dt="2023-01-25T20:41:25.789" v="73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92ED3058-E9C4-4DDA-958B-29ADB0690AA4}" dt="2023-01-25T20:41:07.790" v="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92ED3058-E9C4-4DDA-958B-29ADB0690AA4}" dt="2023-01-25T20:41:25.789" v="7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addSp modSp mod">
        <pc:chgData name="White (she/her), Whitney" userId="65f39021-2f1d-4d8b-87dc-b123826f65bf" providerId="ADAL" clId="{92ED3058-E9C4-4DDA-958B-29ADB0690AA4}" dt="2023-01-25T20:57:11.233" v="230" actId="14100"/>
        <pc:sldMkLst>
          <pc:docMk/>
          <pc:sldMk cId="4071305681" sldId="258"/>
        </pc:sldMkLst>
        <pc:spChg chg="mod">
          <ac:chgData name="White (she/her), Whitney" userId="65f39021-2f1d-4d8b-87dc-b123826f65bf" providerId="ADAL" clId="{92ED3058-E9C4-4DDA-958B-29ADB0690AA4}" dt="2023-01-25T20:57:04.462" v="228" actId="14100"/>
          <ac:spMkLst>
            <pc:docMk/>
            <pc:sldMk cId="4071305681" sldId="258"/>
            <ac:spMk id="3" creationId="{392BE286-77A6-49DD-B15D-7E4718D52FE7}"/>
          </ac:spMkLst>
        </pc:spChg>
        <pc:picChg chg="add mod">
          <ac:chgData name="White (she/her), Whitney" userId="65f39021-2f1d-4d8b-87dc-b123826f65bf" providerId="ADAL" clId="{92ED3058-E9C4-4DDA-958B-29ADB0690AA4}" dt="2023-01-25T20:57:11.233" v="230" actId="14100"/>
          <ac:picMkLst>
            <pc:docMk/>
            <pc:sldMk cId="4071305681" sldId="258"/>
            <ac:picMk id="5" creationId="{1A714045-41FE-436E-AED0-D7DC79A542EF}"/>
          </ac:picMkLst>
        </pc:picChg>
        <pc:picChg chg="add mod">
          <ac:chgData name="White (she/her), Whitney" userId="65f39021-2f1d-4d8b-87dc-b123826f65bf" providerId="ADAL" clId="{92ED3058-E9C4-4DDA-958B-29ADB0690AA4}" dt="2023-01-25T20:56:35.253" v="218" actId="1076"/>
          <ac:picMkLst>
            <pc:docMk/>
            <pc:sldMk cId="4071305681" sldId="258"/>
            <ac:picMk id="6" creationId="{12247540-0729-4F00-ABEF-B6D5B2B6A01D}"/>
          </ac:picMkLst>
        </pc:picChg>
        <pc:picChg chg="add mod">
          <ac:chgData name="White (she/her), Whitney" userId="65f39021-2f1d-4d8b-87dc-b123826f65bf" providerId="ADAL" clId="{92ED3058-E9C4-4DDA-958B-29ADB0690AA4}" dt="2023-01-25T20:56:29.247" v="215" actId="1076"/>
          <ac:picMkLst>
            <pc:docMk/>
            <pc:sldMk cId="4071305681" sldId="258"/>
            <ac:picMk id="7" creationId="{60ED601C-03D2-47EE-A2AE-0FDC9069C466}"/>
          </ac:picMkLst>
        </pc:picChg>
        <pc:picChg chg="add mod">
          <ac:chgData name="White (she/her), Whitney" userId="65f39021-2f1d-4d8b-87dc-b123826f65bf" providerId="ADAL" clId="{92ED3058-E9C4-4DDA-958B-29ADB0690AA4}" dt="2023-01-25T20:56:55.187" v="227" actId="1076"/>
          <ac:picMkLst>
            <pc:docMk/>
            <pc:sldMk cId="4071305681" sldId="258"/>
            <ac:picMk id="8" creationId="{53782B0A-2821-41E4-912D-EB6C63CCD7C5}"/>
          </ac:picMkLst>
        </pc:picChg>
        <pc:picChg chg="add mod">
          <ac:chgData name="White (she/her), Whitney" userId="65f39021-2f1d-4d8b-87dc-b123826f65bf" providerId="ADAL" clId="{92ED3058-E9C4-4DDA-958B-29ADB0690AA4}" dt="2023-01-25T20:56:40.521" v="221" actId="14100"/>
          <ac:picMkLst>
            <pc:docMk/>
            <pc:sldMk cId="4071305681" sldId="258"/>
            <ac:picMk id="9" creationId="{0FF0B1EE-84BD-4AB4-82F3-C976344090BB}"/>
          </ac:picMkLst>
        </pc:picChg>
        <pc:picChg chg="add mod">
          <ac:chgData name="White (she/her), Whitney" userId="65f39021-2f1d-4d8b-87dc-b123826f65bf" providerId="ADAL" clId="{92ED3058-E9C4-4DDA-958B-29ADB0690AA4}" dt="2023-01-25T20:56:27.299" v="214" actId="1076"/>
          <ac:picMkLst>
            <pc:docMk/>
            <pc:sldMk cId="4071305681" sldId="258"/>
            <ac:picMk id="10" creationId="{24B9EAAA-8241-4AA2-8603-5D2D7B7D25D4}"/>
          </ac:picMkLst>
        </pc:picChg>
      </pc:sldChg>
      <pc:sldChg chg="modSp mod">
        <pc:chgData name="White (she/her), Whitney" userId="65f39021-2f1d-4d8b-87dc-b123826f65bf" providerId="ADAL" clId="{92ED3058-E9C4-4DDA-958B-29ADB0690AA4}" dt="2023-01-25T20:53:35.102" v="87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92ED3058-E9C4-4DDA-958B-29ADB0690AA4}" dt="2023-01-25T20:53:35.102" v="87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92ED3058-E9C4-4DDA-958B-29ADB0690AA4}" dt="2023-01-25T21:21:10.039" v="384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92ED3058-E9C4-4DDA-958B-29ADB0690AA4}" dt="2023-01-25T21:21:10.039" v="384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92ED3058-E9C4-4DDA-958B-29ADB0690AA4}" dt="2023-01-25T20:57:49.517" v="236" actId="1076"/>
        <pc:sldMkLst>
          <pc:docMk/>
          <pc:sldMk cId="258332572" sldId="262"/>
        </pc:sldMkLst>
        <pc:spChg chg="add del mod">
          <ac:chgData name="White (she/her), Whitney" userId="65f39021-2f1d-4d8b-87dc-b123826f65bf" providerId="ADAL" clId="{92ED3058-E9C4-4DDA-958B-29ADB0690AA4}" dt="2023-01-25T20:57:43.127" v="234" actId="26606"/>
          <ac:spMkLst>
            <pc:docMk/>
            <pc:sldMk cId="258332572" sldId="262"/>
            <ac:spMk id="3" creationId="{2B591F33-E295-4F00-8519-697ECCACD8DD}"/>
          </ac:spMkLst>
        </pc:spChg>
        <pc:spChg chg="mod ord">
          <ac:chgData name="White (she/her), Whitney" userId="65f39021-2f1d-4d8b-87dc-b123826f65bf" providerId="ADAL" clId="{92ED3058-E9C4-4DDA-958B-29ADB0690AA4}" dt="2023-01-25T20:57:43.127" v="234" actId="26606"/>
          <ac:spMkLst>
            <pc:docMk/>
            <pc:sldMk cId="258332572" sldId="262"/>
            <ac:spMk id="4" creationId="{A071A007-43B3-444C-A468-0BC1B73EE5D2}"/>
          </ac:spMkLst>
        </pc:spChg>
        <pc:spChg chg="add del">
          <ac:chgData name="White (she/her), Whitney" userId="65f39021-2f1d-4d8b-87dc-b123826f65bf" providerId="ADAL" clId="{92ED3058-E9C4-4DDA-958B-29ADB0690AA4}" dt="2023-01-25T20:57:46.734" v="235" actId="21"/>
          <ac:spMkLst>
            <pc:docMk/>
            <pc:sldMk cId="258332572" sldId="262"/>
            <ac:spMk id="11" creationId="{1458B260-8671-CF2B-83C8-45F9565898C9}"/>
          </ac:spMkLst>
        </pc:spChg>
        <pc:picChg chg="del">
          <ac:chgData name="White (she/her), Whitney" userId="65f39021-2f1d-4d8b-87dc-b123826f65bf" providerId="ADAL" clId="{92ED3058-E9C4-4DDA-958B-29ADB0690AA4}" dt="2023-01-25T20:57:36.183" v="231" actId="478"/>
          <ac:picMkLst>
            <pc:docMk/>
            <pc:sldMk cId="258332572" sldId="262"/>
            <ac:picMk id="5" creationId="{DC7D3B62-46B2-43FE-B87C-3AED60C836B8}"/>
          </ac:picMkLst>
        </pc:picChg>
        <pc:picChg chg="add mod">
          <ac:chgData name="White (she/her), Whitney" userId="65f39021-2f1d-4d8b-87dc-b123826f65bf" providerId="ADAL" clId="{92ED3058-E9C4-4DDA-958B-29ADB0690AA4}" dt="2023-01-25T20:57:49.517" v="236" actId="1076"/>
          <ac:picMkLst>
            <pc:docMk/>
            <pc:sldMk cId="258332572" sldId="262"/>
            <ac:picMk id="6" creationId="{C0A97619-E86A-4488-90FC-37D5D6C00DBF}"/>
          </ac:picMkLst>
        </pc:picChg>
      </pc:sldChg>
      <pc:sldChg chg="modSp mod">
        <pc:chgData name="White (she/her), Whitney" userId="65f39021-2f1d-4d8b-87dc-b123826f65bf" providerId="ADAL" clId="{92ED3058-E9C4-4DDA-958B-29ADB0690AA4}" dt="2023-01-25T21:00:52.008" v="298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92ED3058-E9C4-4DDA-958B-29ADB0690AA4}" dt="2023-01-25T21:00:24.313" v="278" actId="20577"/>
          <ac:spMkLst>
            <pc:docMk/>
            <pc:sldMk cId="498985592" sldId="263"/>
            <ac:spMk id="2" creationId="{67E8180B-6498-44E5-AD81-0674C51652BA}"/>
          </ac:spMkLst>
        </pc:spChg>
        <pc:graphicFrameChg chg="mod modGraphic">
          <ac:chgData name="White (she/her), Whitney" userId="65f39021-2f1d-4d8b-87dc-b123826f65bf" providerId="ADAL" clId="{92ED3058-E9C4-4DDA-958B-29ADB0690AA4}" dt="2023-01-25T21:00:52.008" v="298" actId="1076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del">
        <pc:chgData name="White (she/her), Whitney" userId="65f39021-2f1d-4d8b-87dc-b123826f65bf" providerId="ADAL" clId="{92ED3058-E9C4-4DDA-958B-29ADB0690AA4}" dt="2023-01-25T21:00:55.805" v="299" actId="47"/>
        <pc:sldMkLst>
          <pc:docMk/>
          <pc:sldMk cId="4157156871" sldId="268"/>
        </pc:sldMkLst>
      </pc:sldChg>
      <pc:sldChg chg="del">
        <pc:chgData name="White (she/her), Whitney" userId="65f39021-2f1d-4d8b-87dc-b123826f65bf" providerId="ADAL" clId="{92ED3058-E9C4-4DDA-958B-29ADB0690AA4}" dt="2023-01-25T21:00:56.322" v="300" actId="47"/>
        <pc:sldMkLst>
          <pc:docMk/>
          <pc:sldMk cId="818675080" sldId="269"/>
        </pc:sldMkLst>
      </pc:sldChg>
      <pc:sldChg chg="del">
        <pc:chgData name="White (she/her), Whitney" userId="65f39021-2f1d-4d8b-87dc-b123826f65bf" providerId="ADAL" clId="{92ED3058-E9C4-4DDA-958B-29ADB0690AA4}" dt="2023-01-25T21:00:56.834" v="301" actId="47"/>
        <pc:sldMkLst>
          <pc:docMk/>
          <pc:sldMk cId="3968532148" sldId="270"/>
        </pc:sldMkLst>
      </pc:sldChg>
      <pc:sldChg chg="addSp delSp modSp new mod ord">
        <pc:chgData name="White (she/her), Whitney" userId="65f39021-2f1d-4d8b-87dc-b123826f65bf" providerId="ADAL" clId="{92ED3058-E9C4-4DDA-958B-29ADB0690AA4}" dt="2023-01-25T20:54:44.252" v="117"/>
        <pc:sldMkLst>
          <pc:docMk/>
          <pc:sldMk cId="2260441290" sldId="271"/>
        </pc:sldMkLst>
        <pc:spChg chg="mod">
          <ac:chgData name="White (she/her), Whitney" userId="65f39021-2f1d-4d8b-87dc-b123826f65bf" providerId="ADAL" clId="{92ED3058-E9C4-4DDA-958B-29ADB0690AA4}" dt="2023-01-25T20:54:12.190" v="104" actId="20577"/>
          <ac:spMkLst>
            <pc:docMk/>
            <pc:sldMk cId="2260441290" sldId="271"/>
            <ac:spMk id="2" creationId="{2F8BBCAA-E247-44DB-A929-1602DBE0ABB6}"/>
          </ac:spMkLst>
        </pc:spChg>
        <pc:spChg chg="add del mod">
          <ac:chgData name="White (she/her), Whitney" userId="65f39021-2f1d-4d8b-87dc-b123826f65bf" providerId="ADAL" clId="{92ED3058-E9C4-4DDA-958B-29ADB0690AA4}" dt="2023-01-25T20:54:20.237" v="109"/>
          <ac:spMkLst>
            <pc:docMk/>
            <pc:sldMk cId="2260441290" sldId="271"/>
            <ac:spMk id="3" creationId="{FA8EEB49-C097-46B8-A195-B7FDB6FF6175}"/>
          </ac:spMkLst>
        </pc:spChg>
        <pc:graphicFrameChg chg="add del mod">
          <ac:chgData name="White (she/her), Whitney" userId="65f39021-2f1d-4d8b-87dc-b123826f65bf" providerId="ADAL" clId="{92ED3058-E9C4-4DDA-958B-29ADB0690AA4}" dt="2023-01-25T20:54:17.627" v="108"/>
          <ac:graphicFrameMkLst>
            <pc:docMk/>
            <pc:sldMk cId="2260441290" sldId="271"/>
            <ac:graphicFrameMk id="5" creationId="{3993F5E2-8F77-457A-AA32-BB3DC0779E4C}"/>
          </ac:graphicFrameMkLst>
        </pc:graphicFrameChg>
        <pc:graphicFrameChg chg="add mod modGraphic">
          <ac:chgData name="White (she/her), Whitney" userId="65f39021-2f1d-4d8b-87dc-b123826f65bf" providerId="ADAL" clId="{92ED3058-E9C4-4DDA-958B-29ADB0690AA4}" dt="2023-01-25T20:54:39.766" v="115" actId="255"/>
          <ac:graphicFrameMkLst>
            <pc:docMk/>
            <pc:sldMk cId="2260441290" sldId="271"/>
            <ac:graphicFrameMk id="6" creationId="{49804976-D010-4B95-BEB0-827EB59B6457}"/>
          </ac:graphicFrameMkLst>
        </pc:graphicFrameChg>
      </pc:sldChg>
      <pc:sldChg chg="modSp new mod">
        <pc:chgData name="White (she/her), Whitney" userId="65f39021-2f1d-4d8b-87dc-b123826f65bf" providerId="ADAL" clId="{92ED3058-E9C4-4DDA-958B-29ADB0690AA4}" dt="2023-01-25T20:58:14.263" v="262" actId="255"/>
        <pc:sldMkLst>
          <pc:docMk/>
          <pc:sldMk cId="2813873345" sldId="272"/>
        </pc:sldMkLst>
        <pc:spChg chg="mod">
          <ac:chgData name="White (she/her), Whitney" userId="65f39021-2f1d-4d8b-87dc-b123826f65bf" providerId="ADAL" clId="{92ED3058-E9C4-4DDA-958B-29ADB0690AA4}" dt="2023-01-25T20:58:08.908" v="259" actId="20577"/>
          <ac:spMkLst>
            <pc:docMk/>
            <pc:sldMk cId="2813873345" sldId="272"/>
            <ac:spMk id="2" creationId="{9978AFD9-1C5C-4923-A553-0A411C791CF8}"/>
          </ac:spMkLst>
        </pc:spChg>
        <pc:spChg chg="mod">
          <ac:chgData name="White (she/her), Whitney" userId="65f39021-2f1d-4d8b-87dc-b123826f65bf" providerId="ADAL" clId="{92ED3058-E9C4-4DDA-958B-29ADB0690AA4}" dt="2023-01-25T20:58:14.263" v="262" actId="255"/>
          <ac:spMkLst>
            <pc:docMk/>
            <pc:sldMk cId="2813873345" sldId="272"/>
            <ac:spMk id="3" creationId="{2F1C06F1-8F5A-49E1-B5F9-42E9739890CC}"/>
          </ac:spMkLst>
        </pc:spChg>
      </pc:sldChg>
      <pc:sldChg chg="modSp add mod">
        <pc:chgData name="White (she/her), Whitney" userId="65f39021-2f1d-4d8b-87dc-b123826f65bf" providerId="ADAL" clId="{92ED3058-E9C4-4DDA-958B-29ADB0690AA4}" dt="2023-01-25T21:01:22.790" v="306" actId="255"/>
        <pc:sldMkLst>
          <pc:docMk/>
          <pc:sldMk cId="2103368236" sldId="273"/>
        </pc:sldMkLst>
        <pc:graphicFrameChg chg="mod modGraphic">
          <ac:chgData name="White (she/her), Whitney" userId="65f39021-2f1d-4d8b-87dc-b123826f65bf" providerId="ADAL" clId="{92ED3058-E9C4-4DDA-958B-29ADB0690AA4}" dt="2023-01-25T21:01:22.790" v="306" actId="255"/>
          <ac:graphicFrameMkLst>
            <pc:docMk/>
            <pc:sldMk cId="2103368236" sldId="273"/>
            <ac:graphicFrameMk id="7" creationId="{5FDD475B-C6CC-4B8A-BF1E-CC6CB3E6FF61}"/>
          </ac:graphicFrameMkLst>
        </pc:graphicFrameChg>
      </pc:sldChg>
      <pc:sldChg chg="modSp new mod">
        <pc:chgData name="White (she/her), Whitney" userId="65f39021-2f1d-4d8b-87dc-b123826f65bf" providerId="ADAL" clId="{92ED3058-E9C4-4DDA-958B-29ADB0690AA4}" dt="2023-01-25T21:04:11.152" v="341" actId="403"/>
        <pc:sldMkLst>
          <pc:docMk/>
          <pc:sldMk cId="54084204" sldId="274"/>
        </pc:sldMkLst>
        <pc:spChg chg="mod">
          <ac:chgData name="White (she/her), Whitney" userId="65f39021-2f1d-4d8b-87dc-b123826f65bf" providerId="ADAL" clId="{92ED3058-E9C4-4DDA-958B-29ADB0690AA4}" dt="2023-01-25T21:04:02.509" v="336" actId="20577"/>
          <ac:spMkLst>
            <pc:docMk/>
            <pc:sldMk cId="54084204" sldId="274"/>
            <ac:spMk id="2" creationId="{CCEC2A0F-1F36-4AC3-88C9-1B19794FB5FE}"/>
          </ac:spMkLst>
        </pc:spChg>
        <pc:spChg chg="mod">
          <ac:chgData name="White (she/her), Whitney" userId="65f39021-2f1d-4d8b-87dc-b123826f65bf" providerId="ADAL" clId="{92ED3058-E9C4-4DDA-958B-29ADB0690AA4}" dt="2023-01-25T21:04:11.152" v="341" actId="403"/>
          <ac:spMkLst>
            <pc:docMk/>
            <pc:sldMk cId="54084204" sldId="274"/>
            <ac:spMk id="3" creationId="{0ADB0FEE-D34F-49D4-9784-E4B06A2E5B1B}"/>
          </ac:spMkLst>
        </pc:spChg>
      </pc:sldChg>
      <pc:sldChg chg="modSp new mod">
        <pc:chgData name="White (she/her), Whitney" userId="65f39021-2f1d-4d8b-87dc-b123826f65bf" providerId="ADAL" clId="{92ED3058-E9C4-4DDA-958B-29ADB0690AA4}" dt="2023-01-25T21:07:50.436" v="377" actId="20577"/>
        <pc:sldMkLst>
          <pc:docMk/>
          <pc:sldMk cId="3018016003" sldId="275"/>
        </pc:sldMkLst>
        <pc:spChg chg="mod">
          <ac:chgData name="White (she/her), Whitney" userId="65f39021-2f1d-4d8b-87dc-b123826f65bf" providerId="ADAL" clId="{92ED3058-E9C4-4DDA-958B-29ADB0690AA4}" dt="2023-01-25T21:07:50.436" v="377" actId="20577"/>
          <ac:spMkLst>
            <pc:docMk/>
            <pc:sldMk cId="3018016003" sldId="275"/>
            <ac:spMk id="2" creationId="{4EB6851C-19BE-4BEC-8B20-C67FB4084D18}"/>
          </ac:spMkLst>
        </pc:spChg>
        <pc:spChg chg="mod">
          <ac:chgData name="White (she/her), Whitney" userId="65f39021-2f1d-4d8b-87dc-b123826f65bf" providerId="ADAL" clId="{92ED3058-E9C4-4DDA-958B-29ADB0690AA4}" dt="2023-01-25T21:04:40.990" v="368" actId="20577"/>
          <ac:spMkLst>
            <pc:docMk/>
            <pc:sldMk cId="3018016003" sldId="275"/>
            <ac:spMk id="3" creationId="{800209E1-ED0B-47AD-914C-B727F97772DC}"/>
          </ac:spMkLst>
        </pc:spChg>
      </pc:sldChg>
    </pc:docChg>
  </pc:docChgLst>
  <pc:docChgLst>
    <pc:chgData name="White (she/her), Whitney" userId="65f39021-2f1d-4d8b-87dc-b123826f65bf" providerId="ADAL" clId="{97A8789F-27EC-493A-B13E-DB853CC06DF7}"/>
    <pc:docChg chg="undo custSel addSld delSld modSld modSection">
      <pc:chgData name="White (she/her), Whitney" userId="65f39021-2f1d-4d8b-87dc-b123826f65bf" providerId="ADAL" clId="{97A8789F-27EC-493A-B13E-DB853CC06DF7}" dt="2023-01-25T16:02:09.847" v="153" actId="255"/>
      <pc:docMkLst>
        <pc:docMk/>
      </pc:docMkLst>
      <pc:sldChg chg="modSp mod">
        <pc:chgData name="White (she/her), Whitney" userId="65f39021-2f1d-4d8b-87dc-b123826f65bf" providerId="ADAL" clId="{97A8789F-27EC-493A-B13E-DB853CC06DF7}" dt="2023-01-25T15:50:48.729" v="41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97A8789F-27EC-493A-B13E-DB853CC06DF7}" dt="2023-01-25T15:50:48.729" v="4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97A8789F-27EC-493A-B13E-DB853CC06DF7}" dt="2023-01-25T15:50:46.145" v="39" actId="313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39.745" v="55" actId="115"/>
        <pc:sldMkLst>
          <pc:docMk/>
          <pc:sldMk cId="4071305681" sldId="258"/>
        </pc:sldMkLst>
        <pc:spChg chg="mod">
          <ac:chgData name="White (she/her), Whitney" userId="65f39021-2f1d-4d8b-87dc-b123826f65bf" providerId="ADAL" clId="{97A8789F-27EC-493A-B13E-DB853CC06DF7}" dt="2023-01-25T15:55:39.745" v="55" actId="11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5:55:13.133" v="46" actId="255"/>
        <pc:sldMkLst>
          <pc:docMk/>
          <pc:sldMk cId="2772527113" sldId="259"/>
        </pc:sldMkLst>
        <pc:spChg chg="mod">
          <ac:chgData name="White (she/her), Whitney" userId="65f39021-2f1d-4d8b-87dc-b123826f65bf" providerId="ADAL" clId="{97A8789F-27EC-493A-B13E-DB853CC06DF7}" dt="2023-01-25T15:55:13.133" v="4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97A8789F-27EC-493A-B13E-DB853CC06DF7}" dt="2023-01-25T16:02:09.847" v="153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97A8789F-27EC-493A-B13E-DB853CC06DF7}" dt="2023-01-25T16:02:09.847" v="153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97A8789F-27EC-493A-B13E-DB853CC06DF7}" dt="2023-01-25T15:56:07.346" v="56" actId="2696"/>
        <pc:sldMkLst>
          <pc:docMk/>
          <pc:sldMk cId="3054216349" sldId="261"/>
        </pc:sldMkLst>
      </pc:sldChg>
      <pc:sldChg chg="modSp mod">
        <pc:chgData name="White (she/her), Whitney" userId="65f39021-2f1d-4d8b-87dc-b123826f65bf" providerId="ADAL" clId="{97A8789F-27EC-493A-B13E-DB853CC06DF7}" dt="2023-01-25T15:57:06.140" v="127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97A8789F-27EC-493A-B13E-DB853CC06DF7}" dt="2023-01-25T15:56:37.477" v="91" actId="20577"/>
          <ac:spMkLst>
            <pc:docMk/>
            <pc:sldMk cId="498985592" sldId="263"/>
            <ac:spMk id="2" creationId="{67E8180B-6498-44E5-AD81-0674C51652BA}"/>
          </ac:spMkLst>
        </pc:spChg>
        <pc:graphicFrameChg chg="mod modGraphic">
          <ac:chgData name="White (she/her), Whitney" userId="65f39021-2f1d-4d8b-87dc-b123826f65bf" providerId="ADAL" clId="{97A8789F-27EC-493A-B13E-DB853CC06DF7}" dt="2023-01-25T15:57:06.140" v="127" actId="1076"/>
          <ac:graphicFrameMkLst>
            <pc:docMk/>
            <pc:sldMk cId="498985592" sldId="263"/>
            <ac:graphicFrameMk id="7" creationId="{5FDD475B-C6CC-4B8A-BF1E-CC6CB3E6FF61}"/>
          </ac:graphicFrameMkLst>
        </pc:graphicFrameChg>
      </pc:sldChg>
      <pc:sldChg chg="del">
        <pc:chgData name="White (she/her), Whitney" userId="65f39021-2f1d-4d8b-87dc-b123826f65bf" providerId="ADAL" clId="{97A8789F-27EC-493A-B13E-DB853CC06DF7}" dt="2023-01-25T15:57:09.888" v="128" actId="47"/>
        <pc:sldMkLst>
          <pc:docMk/>
          <pc:sldMk cId="2234076779" sldId="264"/>
        </pc:sldMkLst>
      </pc:sldChg>
      <pc:sldChg chg="del">
        <pc:chgData name="White (she/her), Whitney" userId="65f39021-2f1d-4d8b-87dc-b123826f65bf" providerId="ADAL" clId="{97A8789F-27EC-493A-B13E-DB853CC06DF7}" dt="2023-01-25T15:57:11.200" v="129" actId="47"/>
        <pc:sldMkLst>
          <pc:docMk/>
          <pc:sldMk cId="3746039917" sldId="265"/>
        </pc:sldMkLst>
      </pc:sldChg>
      <pc:sldChg chg="del">
        <pc:chgData name="White (she/her), Whitney" userId="65f39021-2f1d-4d8b-87dc-b123826f65bf" providerId="ADAL" clId="{97A8789F-27EC-493A-B13E-DB853CC06DF7}" dt="2023-01-25T16:01:47.111" v="141" actId="47"/>
        <pc:sldMkLst>
          <pc:docMk/>
          <pc:sldMk cId="2877505278" sldId="266"/>
        </pc:sldMkLst>
      </pc:sldChg>
      <pc:sldChg chg="del">
        <pc:chgData name="White (she/her), Whitney" userId="65f39021-2f1d-4d8b-87dc-b123826f65bf" providerId="ADAL" clId="{97A8789F-27EC-493A-B13E-DB853CC06DF7}" dt="2023-01-25T16:01:47.573" v="142" actId="47"/>
        <pc:sldMkLst>
          <pc:docMk/>
          <pc:sldMk cId="3055683484" sldId="267"/>
        </pc:sldMkLst>
      </pc:sldChg>
      <pc:sldChg chg="modSp add mod">
        <pc:chgData name="White (she/her), Whitney" userId="65f39021-2f1d-4d8b-87dc-b123826f65bf" providerId="ADAL" clId="{97A8789F-27EC-493A-B13E-DB853CC06DF7}" dt="2023-01-25T15:57:26.871" v="133" actId="255"/>
        <pc:sldMkLst>
          <pc:docMk/>
          <pc:sldMk cId="4157156871" sldId="268"/>
        </pc:sldMkLst>
        <pc:graphicFrameChg chg="mod modGraphic">
          <ac:chgData name="White (she/her), Whitney" userId="65f39021-2f1d-4d8b-87dc-b123826f65bf" providerId="ADAL" clId="{97A8789F-27EC-493A-B13E-DB853CC06DF7}" dt="2023-01-25T15:57:26.871" v="133" actId="255"/>
          <ac:graphicFrameMkLst>
            <pc:docMk/>
            <pc:sldMk cId="4157156871" sldId="268"/>
            <ac:graphicFrameMk id="7" creationId="{5FDD475B-C6CC-4B8A-BF1E-CC6CB3E6FF61}"/>
          </ac:graphicFrameMkLst>
        </pc:graphicFrameChg>
      </pc:sldChg>
      <pc:sldChg chg="modSp add mod">
        <pc:chgData name="White (she/her), Whitney" userId="65f39021-2f1d-4d8b-87dc-b123826f65bf" providerId="ADAL" clId="{97A8789F-27EC-493A-B13E-DB853CC06DF7}" dt="2023-01-25T15:57:52.991" v="135" actId="255"/>
        <pc:sldMkLst>
          <pc:docMk/>
          <pc:sldMk cId="818675080" sldId="269"/>
        </pc:sldMkLst>
        <pc:graphicFrameChg chg="mod modGraphic">
          <ac:chgData name="White (she/her), Whitney" userId="65f39021-2f1d-4d8b-87dc-b123826f65bf" providerId="ADAL" clId="{97A8789F-27EC-493A-B13E-DB853CC06DF7}" dt="2023-01-25T15:57:52.991" v="135" actId="255"/>
          <ac:graphicFrameMkLst>
            <pc:docMk/>
            <pc:sldMk cId="818675080" sldId="269"/>
            <ac:graphicFrameMk id="7" creationId="{5FDD475B-C6CC-4B8A-BF1E-CC6CB3E6FF61}"/>
          </ac:graphicFrameMkLst>
        </pc:graphicFrameChg>
      </pc:sldChg>
      <pc:sldChg chg="new del">
        <pc:chgData name="White (she/her), Whitney" userId="65f39021-2f1d-4d8b-87dc-b123826f65bf" providerId="ADAL" clId="{97A8789F-27EC-493A-B13E-DB853CC06DF7}" dt="2023-01-25T15:57:57.447" v="137" actId="680"/>
        <pc:sldMkLst>
          <pc:docMk/>
          <pc:sldMk cId="3626793949" sldId="270"/>
        </pc:sldMkLst>
      </pc:sldChg>
      <pc:sldChg chg="modSp add mod">
        <pc:chgData name="White (she/her), Whitney" userId="65f39021-2f1d-4d8b-87dc-b123826f65bf" providerId="ADAL" clId="{97A8789F-27EC-493A-B13E-DB853CC06DF7}" dt="2023-01-25T15:58:08.941" v="140" actId="255"/>
        <pc:sldMkLst>
          <pc:docMk/>
          <pc:sldMk cId="3968532148" sldId="270"/>
        </pc:sldMkLst>
        <pc:graphicFrameChg chg="mod modGraphic">
          <ac:chgData name="White (she/her), Whitney" userId="65f39021-2f1d-4d8b-87dc-b123826f65bf" providerId="ADAL" clId="{97A8789F-27EC-493A-B13E-DB853CC06DF7}" dt="2023-01-25T15:58:08.941" v="140" actId="255"/>
          <ac:graphicFrameMkLst>
            <pc:docMk/>
            <pc:sldMk cId="3968532148" sldId="270"/>
            <ac:graphicFrameMk id="7" creationId="{5FDD475B-C6CC-4B8A-BF1E-CC6CB3E6FF61}"/>
          </ac:graphicFrameMkLst>
        </pc:graphicFrameChg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Kob82_Mfpw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98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8: Planning for Diverse Learners| Lesson 8.11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Multiple Means of Action &amp; Expression | Options for Physical 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D33BD-D124-CE58-F8B5-FE41219B2C01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7A, 7D, 10A, 10B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Define physical action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Describe and explain strategies to promote physical action in the classroom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Evaluate scenarios to determine effective use of physical action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Identify strategies for providing alternatives for physical action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BCAA-E247-44DB-A929-1602DBE0A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804976-D010-4B95-BEB0-827EB59B6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7656272"/>
              </p:ext>
            </p:extLst>
          </p:nvPr>
        </p:nvGraphicFramePr>
        <p:xfrm>
          <a:off x="838200" y="2494755"/>
          <a:ext cx="10515600" cy="3155443"/>
        </p:xfrm>
        <a:graphic>
          <a:graphicData uri="http://schemas.openxmlformats.org/drawingml/2006/table">
            <a:tbl>
              <a:tblPr firstRow="1" firstCol="1" bandRow="1"/>
              <a:tblGrid>
                <a:gridCol w="2297978">
                  <a:extLst>
                    <a:ext uri="{9D8B030D-6E8A-4147-A177-3AD203B41FA5}">
                      <a16:colId xmlns:a16="http://schemas.microsoft.com/office/drawing/2014/main" val="2269018467"/>
                    </a:ext>
                  </a:extLst>
                </a:gridCol>
                <a:gridCol w="8217622">
                  <a:extLst>
                    <a:ext uri="{9D8B030D-6E8A-4147-A177-3AD203B41FA5}">
                      <a16:colId xmlns:a16="http://schemas.microsoft.com/office/drawing/2014/main" val="1952784113"/>
                    </a:ext>
                  </a:extLst>
                </a:gridCol>
              </a:tblGrid>
              <a:tr h="13628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Means of Action &amp; Expression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Offering options for ways students can interact with the instructional material, demonstrate their learning, and express what they know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748590"/>
                  </a:ext>
                </a:extLst>
              </a:tr>
              <a:tr h="80891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Assistive technology (AT)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Any form of device, technology, or equipment that helps students with disabilities participate, communicate, and learn.  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97670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A516B-5071-4A5E-BF9D-7AC74A3D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441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77" y="1825625"/>
            <a:ext cx="10734623" cy="4351338"/>
          </a:xfrm>
        </p:spPr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Calibri" panose="020F0502020204030204" pitchFamily="34" charset="0"/>
                <a:cs typeface="Arial" panose="020B0604020202020204" pitchFamily="34" charset="0"/>
              </a:rPr>
              <a:t>How do the images below relate to UDL?</a:t>
            </a: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</p:txBody>
      </p:sp>
      <p:grpSp>
        <p:nvGrpSpPr>
          <p:cNvPr id="11" name="Group 10" descr="Multiple pictures of assistive devices/technologies that help learners with learning differences.">
            <a:extLst>
              <a:ext uri="{FF2B5EF4-FFF2-40B4-BE49-F238E27FC236}">
                <a16:creationId xmlns:a16="http://schemas.microsoft.com/office/drawing/2014/main" id="{9A39E3E3-EBD1-CC18-C35C-03EBA9B0975D}"/>
              </a:ext>
            </a:extLst>
          </p:cNvPr>
          <p:cNvGrpSpPr/>
          <p:nvPr/>
        </p:nvGrpSpPr>
        <p:grpSpPr>
          <a:xfrm>
            <a:off x="619177" y="2445658"/>
            <a:ext cx="9993507" cy="3891143"/>
            <a:chOff x="619177" y="2445658"/>
            <a:chExt cx="9993507" cy="3891143"/>
          </a:xfrm>
        </p:grpSpPr>
        <p:pic>
          <p:nvPicPr>
            <p:cNvPr id="5" name="Picture 4" descr="How Assistive Technology Affects The Mobile Industry - TechShout">
              <a:extLst>
                <a:ext uri="{FF2B5EF4-FFF2-40B4-BE49-F238E27FC236}">
                  <a16:creationId xmlns:a16="http://schemas.microsoft.com/office/drawing/2014/main" id="{1A714045-41FE-436E-AED0-D7DC79A54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77" y="2445658"/>
              <a:ext cx="2639640" cy="177959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247540-0729-4F00-ABEF-B6D5B2B6A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5427" y="2487955"/>
              <a:ext cx="2481232" cy="177959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ED601C-03D2-47EE-A2AE-0FDC9069C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0773" y="2487956"/>
              <a:ext cx="2511910" cy="1882087"/>
            </a:xfrm>
            <a:prstGeom prst="rect">
              <a:avLst/>
            </a:prstGeom>
          </p:spPr>
        </p:pic>
        <p:pic>
          <p:nvPicPr>
            <p:cNvPr id="8" name="Picture 7" descr="The Role of Assistive Technology in Inclusive Education for Children with  Disabilities | Global Symbols News">
              <a:extLst>
                <a:ext uri="{FF2B5EF4-FFF2-40B4-BE49-F238E27FC236}">
                  <a16:creationId xmlns:a16="http://schemas.microsoft.com/office/drawing/2014/main" id="{53782B0A-2821-41E4-912D-EB6C63CCD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177" y="4404635"/>
              <a:ext cx="2636902" cy="1907265"/>
            </a:xfrm>
            <a:prstGeom prst="rect">
              <a:avLst/>
            </a:prstGeom>
          </p:spPr>
        </p:pic>
        <p:pic>
          <p:nvPicPr>
            <p:cNvPr id="9" name="Picture 8" descr="AAC Devices | Communication Boards | Augmentative and Alternative  Communication">
              <a:extLst>
                <a:ext uri="{FF2B5EF4-FFF2-40B4-BE49-F238E27FC236}">
                  <a16:creationId xmlns:a16="http://schemas.microsoft.com/office/drawing/2014/main" id="{0FF0B1EE-84BD-4AB4-82F3-C97634409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5427" y="4587675"/>
              <a:ext cx="2481232" cy="174912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4B9EAAA-8241-4AA2-8603-5D2D7B7D2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0773" y="4657821"/>
              <a:ext cx="2511911" cy="1608835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007-43B3-444C-A468-0BC1B73EE5D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2D56C8B-F564-4051-AFED-A78F1C6A2F0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Text: Provide Multiple Means of Action and Expression&#10;Options for Physical Action&#10;Options for Expressive Skills/Fluency&#10;Options for Executive Functions">
            <a:extLst>
              <a:ext uri="{FF2B5EF4-FFF2-40B4-BE49-F238E27FC236}">
                <a16:creationId xmlns:a16="http://schemas.microsoft.com/office/drawing/2014/main" id="{C0A97619-E86A-4488-90FC-37D5D6C00D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24" b="34994"/>
          <a:stretch/>
        </p:blipFill>
        <p:spPr bwMode="auto">
          <a:xfrm>
            <a:off x="838200" y="2072677"/>
            <a:ext cx="10515600" cy="20570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833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AFD9-1C5C-4923-A553-0A411C79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Video: Physical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C06F1-8F5A-49E1-B5F9-42E973989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https://www.youtube.com/watch?v=XKob82_Mfpw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8371D-F8D4-4AF4-88B3-5D25BF44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87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Physical Actions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199630"/>
              </p:ext>
            </p:extLst>
          </p:nvPr>
        </p:nvGraphicFramePr>
        <p:xfrm>
          <a:off x="1285409" y="1522889"/>
          <a:ext cx="8529710" cy="4956810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Physical Actions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alternative ways for students to interact with instructional materials and their environment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flexibility with time, pacing, and range of motor action required to interact with instruction materials.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Allow students to type an essay instead of writing it by hand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multiple ways for students to respond, compose, or select material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Require all students to interact with instructional material at the same pace and in the same way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Require all students to access content in a printed format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5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Guideline: Physical Actions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FDD475B-C6CC-4B8A-BF1E-CC6CB3E6F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1240659"/>
              </p:ext>
            </p:extLst>
          </p:nvPr>
        </p:nvGraphicFramePr>
        <p:xfrm>
          <a:off x="1285409" y="1522889"/>
          <a:ext cx="8529710" cy="4303395"/>
        </p:xfrm>
        <a:graphic>
          <a:graphicData uri="http://schemas.openxmlformats.org/drawingml/2006/table">
            <a:tbl>
              <a:tblPr firstRow="1" firstCol="1" bandRow="1"/>
              <a:tblGrid>
                <a:gridCol w="2516712">
                  <a:extLst>
                    <a:ext uri="{9D8B030D-6E8A-4147-A177-3AD203B41FA5}">
                      <a16:colId xmlns:a16="http://schemas.microsoft.com/office/drawing/2014/main" val="2796544661"/>
                    </a:ext>
                  </a:extLst>
                </a:gridCol>
                <a:gridCol w="3005220">
                  <a:extLst>
                    <a:ext uri="{9D8B030D-6E8A-4147-A177-3AD203B41FA5}">
                      <a16:colId xmlns:a16="http://schemas.microsoft.com/office/drawing/2014/main" val="3357621136"/>
                    </a:ext>
                  </a:extLst>
                </a:gridCol>
                <a:gridCol w="3007778">
                  <a:extLst>
                    <a:ext uri="{9D8B030D-6E8A-4147-A177-3AD203B41FA5}">
                      <a16:colId xmlns:a16="http://schemas.microsoft.com/office/drawing/2014/main" val="407027584"/>
                    </a:ext>
                  </a:extLst>
                </a:gridCol>
              </a:tblGrid>
              <a:tr h="281949">
                <a:tc gridSpan="3"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Physical Actions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84112"/>
                  </a:ext>
                </a:extLst>
              </a:tr>
              <a:tr h="281949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Guideline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Nonexamples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310895"/>
                  </a:ext>
                </a:extLst>
              </a:tr>
              <a:tr h="3101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Provide access to and support with tools and assistive technologies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Teach alternate keyboard commands for mouse control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Allow customized overlays for touch screens and keyboards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Model the use of assistive technologies and accessibility tools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Require students with barriers to complete an easier assignment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Allow assistance technologies without modeling and support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4081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6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2A0F-1F36-4AC3-88C9-1B19794FB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Assistive Technology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B0FEE-D34F-49D4-9784-E4B06A2E5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Text to speech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Voice recognition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Magnifiers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Large print materials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Notetaking systems</a:t>
            </a:r>
            <a:endParaRPr lang="en-US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ADE40-262A-4EB6-ADDB-C0C10212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851C-19BE-4BEC-8B20-C67FB408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Scenario: Mrs. 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09E1-ED0B-47AD-914C-B727F9777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Mrs. D.’s students are learning about frogs and the life cycle of a frog. Students are working in groups to research and describe each stage of the frog’s life cycle. Each group has access to eBooks with the text-to-speech function, a touchscreen tablet, a laptop, and access to digital icons on their learning management system that link to specific kid-friendly websites and videos.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Mrs. D. has asked students to record their learning in a graphic organizer using Google Docs. Before placing students in groups, Mrs. D. modeled how to use the voice typing function to help those who have difficulty typing and/or spelling.  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EBE4A-B974-459E-AACA-9D7BB323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1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Return to the bellringer and consider alternative ways your teachers could provide options for physical action.  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122</TotalTime>
  <Words>493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Office Theme</vt:lpstr>
      <vt:lpstr>Instructional Practices| Unit 8: Planning for Diverse Learners| Lesson 8.11</vt:lpstr>
      <vt:lpstr>TEKS Standards &amp; Objectives</vt:lpstr>
      <vt:lpstr>Vocabulary</vt:lpstr>
      <vt:lpstr>Bellringer</vt:lpstr>
      <vt:lpstr>5</vt:lpstr>
      <vt:lpstr>Video: Physical Action</vt:lpstr>
      <vt:lpstr>Guideline: Physical Actions</vt:lpstr>
      <vt:lpstr>Guideline: Physical Actions </vt:lpstr>
      <vt:lpstr>Assistive Technology Examples</vt:lpstr>
      <vt:lpstr>Practice Scenario: Mrs. D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8.11:Multiple Means of Action &amp; Expression | Options for Physical Action</dc:title>
  <dc:subject>Lesson 8.11:Multiple Means of Action &amp; Expression | Options for Physical Action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2023-08-31T05:26:15Z</dcterms:modified>
</cp:coreProperties>
</file>
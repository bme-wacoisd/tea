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2"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D4AB33-A3B1-457C-AF26-C4F0027E239E}" v="4" dt="2022-10-10T02:01:00.3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DED4AB33-A3B1-457C-AF26-C4F0027E239E}"/>
    <pc:docChg chg="custSel delSld modSld">
      <pc:chgData name="White (she/her), Whitney" userId="65f39021-2f1d-4d8b-87dc-b123826f65bf" providerId="ADAL" clId="{DED4AB33-A3B1-457C-AF26-C4F0027E239E}" dt="2022-10-10T02:03:13.731" v="119" actId="13926"/>
      <pc:docMkLst>
        <pc:docMk/>
      </pc:docMkLst>
      <pc:sldChg chg="modSp mod">
        <pc:chgData name="White (she/her), Whitney" userId="65f39021-2f1d-4d8b-87dc-b123826f65bf" providerId="ADAL" clId="{DED4AB33-A3B1-457C-AF26-C4F0027E239E}" dt="2022-10-10T01:59:11.723" v="69" actId="20577"/>
        <pc:sldMkLst>
          <pc:docMk/>
          <pc:sldMk cId="1482277026" sldId="256"/>
        </pc:sldMkLst>
        <pc:spChg chg="mod">
          <ac:chgData name="White (she/her), Whitney" userId="65f39021-2f1d-4d8b-87dc-b123826f65bf" providerId="ADAL" clId="{DED4AB33-A3B1-457C-AF26-C4F0027E239E}" dt="2022-10-10T01:59:11.723" v="69" actId="20577"/>
          <ac:spMkLst>
            <pc:docMk/>
            <pc:sldMk cId="1482277026" sldId="256"/>
            <ac:spMk id="3" creationId="{E0FBD98F-3A67-498E-8174-652040DD7B60}"/>
          </ac:spMkLst>
        </pc:spChg>
      </pc:sldChg>
      <pc:sldChg chg="modSp mod">
        <pc:chgData name="White (she/her), Whitney" userId="65f39021-2f1d-4d8b-87dc-b123826f65bf" providerId="ADAL" clId="{DED4AB33-A3B1-457C-AF26-C4F0027E239E}" dt="2022-10-10T01:55:11.005" v="54" actId="404"/>
        <pc:sldMkLst>
          <pc:docMk/>
          <pc:sldMk cId="4071305681" sldId="258"/>
        </pc:sldMkLst>
        <pc:spChg chg="mod">
          <ac:chgData name="White (she/her), Whitney" userId="65f39021-2f1d-4d8b-87dc-b123826f65bf" providerId="ADAL" clId="{DED4AB33-A3B1-457C-AF26-C4F0027E239E}" dt="2022-10-10T01:55:11.005" v="54" actId="404"/>
          <ac:spMkLst>
            <pc:docMk/>
            <pc:sldMk cId="4071305681" sldId="258"/>
            <ac:spMk id="3" creationId="{392BE286-77A6-49DD-B15D-7E4718D52FE7}"/>
          </ac:spMkLst>
        </pc:spChg>
      </pc:sldChg>
      <pc:sldChg chg="modSp mod">
        <pc:chgData name="White (she/her), Whitney" userId="65f39021-2f1d-4d8b-87dc-b123826f65bf" providerId="ADAL" clId="{DED4AB33-A3B1-457C-AF26-C4F0027E239E}" dt="2022-10-10T01:54:50.205" v="47" actId="2711"/>
        <pc:sldMkLst>
          <pc:docMk/>
          <pc:sldMk cId="2772527113" sldId="259"/>
        </pc:sldMkLst>
        <pc:spChg chg="mod">
          <ac:chgData name="White (she/her), Whitney" userId="65f39021-2f1d-4d8b-87dc-b123826f65bf" providerId="ADAL" clId="{DED4AB33-A3B1-457C-AF26-C4F0027E239E}" dt="2022-10-10T01:54:50.205" v="47" actId="2711"/>
          <ac:spMkLst>
            <pc:docMk/>
            <pc:sldMk cId="2772527113" sldId="259"/>
            <ac:spMk id="3" creationId="{8CE08C7F-0286-423B-92F7-DEB89F31111A}"/>
          </ac:spMkLst>
        </pc:spChg>
      </pc:sldChg>
      <pc:sldChg chg="modSp mod">
        <pc:chgData name="White (she/her), Whitney" userId="65f39021-2f1d-4d8b-87dc-b123826f65bf" providerId="ADAL" clId="{DED4AB33-A3B1-457C-AF26-C4F0027E239E}" dt="2022-10-10T02:00:40.666" v="85" actId="1076"/>
        <pc:sldMkLst>
          <pc:docMk/>
          <pc:sldMk cId="2147408764" sldId="260"/>
        </pc:sldMkLst>
        <pc:spChg chg="mod">
          <ac:chgData name="White (she/her), Whitney" userId="65f39021-2f1d-4d8b-87dc-b123826f65bf" providerId="ADAL" clId="{DED4AB33-A3B1-457C-AF26-C4F0027E239E}" dt="2022-10-10T02:00:40.666" v="85" actId="1076"/>
          <ac:spMkLst>
            <pc:docMk/>
            <pc:sldMk cId="2147408764" sldId="260"/>
            <ac:spMk id="3" creationId="{49F2A5AF-3C0B-4968-A438-E435325199EA}"/>
          </ac:spMkLst>
        </pc:spChg>
      </pc:sldChg>
      <pc:sldChg chg="addSp delSp modSp mod">
        <pc:chgData name="White (she/her), Whitney" userId="65f39021-2f1d-4d8b-87dc-b123826f65bf" providerId="ADAL" clId="{DED4AB33-A3B1-457C-AF26-C4F0027E239E}" dt="2022-10-10T02:01:47.910" v="99" actId="14100"/>
        <pc:sldMkLst>
          <pc:docMk/>
          <pc:sldMk cId="3054216349" sldId="261"/>
        </pc:sldMkLst>
        <pc:spChg chg="del mod">
          <ac:chgData name="White (she/her), Whitney" userId="65f39021-2f1d-4d8b-87dc-b123826f65bf" providerId="ADAL" clId="{DED4AB33-A3B1-457C-AF26-C4F0027E239E}" dt="2022-10-10T02:01:00.367" v="87"/>
          <ac:spMkLst>
            <pc:docMk/>
            <pc:sldMk cId="3054216349" sldId="261"/>
            <ac:spMk id="3" creationId="{AE13FDB6-F093-4D9E-B14E-3D7DB894C34C}"/>
          </ac:spMkLst>
        </pc:spChg>
        <pc:graphicFrameChg chg="add mod modGraphic">
          <ac:chgData name="White (she/her), Whitney" userId="65f39021-2f1d-4d8b-87dc-b123826f65bf" providerId="ADAL" clId="{DED4AB33-A3B1-457C-AF26-C4F0027E239E}" dt="2022-10-10T02:01:47.910" v="99" actId="14100"/>
          <ac:graphicFrameMkLst>
            <pc:docMk/>
            <pc:sldMk cId="3054216349" sldId="261"/>
            <ac:graphicFrameMk id="5" creationId="{5084A674-352F-4E0B-8B19-5E45041DE4E7}"/>
          </ac:graphicFrameMkLst>
        </pc:graphicFrameChg>
      </pc:sldChg>
      <pc:sldChg chg="modSp mod">
        <pc:chgData name="White (she/her), Whitney" userId="65f39021-2f1d-4d8b-87dc-b123826f65bf" providerId="ADAL" clId="{DED4AB33-A3B1-457C-AF26-C4F0027E239E}" dt="2022-10-10T02:03:13.731" v="119" actId="13926"/>
        <pc:sldMkLst>
          <pc:docMk/>
          <pc:sldMk cId="4170921578" sldId="262"/>
        </pc:sldMkLst>
        <pc:spChg chg="mod">
          <ac:chgData name="White (she/her), Whitney" userId="65f39021-2f1d-4d8b-87dc-b123826f65bf" providerId="ADAL" clId="{DED4AB33-A3B1-457C-AF26-C4F0027E239E}" dt="2022-10-10T02:03:13.731" v="119" actId="13926"/>
          <ac:spMkLst>
            <pc:docMk/>
            <pc:sldMk cId="4170921578" sldId="262"/>
            <ac:spMk id="2" creationId="{A7DAC820-49EE-4F41-8B1F-B9E33FF6BE24}"/>
          </ac:spMkLst>
        </pc:spChg>
      </pc:sldChg>
      <pc:sldChg chg="del">
        <pc:chgData name="White (she/her), Whitney" userId="65f39021-2f1d-4d8b-87dc-b123826f65bf" providerId="ADAL" clId="{DED4AB33-A3B1-457C-AF26-C4F0027E239E}" dt="2022-10-10T02:03:02.421" v="101" actId="47"/>
        <pc:sldMkLst>
          <pc:docMk/>
          <pc:sldMk cId="1163931679" sldId="263"/>
        </pc:sldMkLst>
      </pc:sldChg>
      <pc:sldChg chg="del">
        <pc:chgData name="White (she/her), Whitney" userId="65f39021-2f1d-4d8b-87dc-b123826f65bf" providerId="ADAL" clId="{DED4AB33-A3B1-457C-AF26-C4F0027E239E}" dt="2022-10-10T02:03:01.691" v="100" actId="47"/>
        <pc:sldMkLst>
          <pc:docMk/>
          <pc:sldMk cId="3493109116"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1472"/>
            <a:ext cx="9144000" cy="370300"/>
          </a:xfrm>
        </p:spPr>
        <p:txBody>
          <a:bodyPr>
            <a:normAutofit/>
          </a:bodyPr>
          <a:lstStyle/>
          <a:p>
            <a:pPr algn="l"/>
            <a:r>
              <a:rPr lang="en-US" sz="1800" dirty="0"/>
              <a:t>Instructional Practices| Unit 5: Planning For and With Assessment | Lesson 5.09</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The Exit Ticket</a:t>
            </a:r>
          </a:p>
        </p:txBody>
      </p:sp>
      <p:sp>
        <p:nvSpPr>
          <p:cNvPr id="4" name="TextBox 3">
            <a:extLst>
              <a:ext uri="{FF2B5EF4-FFF2-40B4-BE49-F238E27FC236}">
                <a16:creationId xmlns:a16="http://schemas.microsoft.com/office/drawing/2014/main" id="{317F23EB-739A-565D-75CF-CBA407F1F0CB}"/>
              </a:ext>
            </a:extLst>
          </p:cNvPr>
          <p:cNvSpPr txBox="1"/>
          <p:nvPr/>
        </p:nvSpPr>
        <p:spPr>
          <a:xfrm>
            <a:off x="0" y="6421772"/>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8A, 8C </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ffectLst/>
                <a:ea typeface="Calibri" panose="020F0502020204030204" pitchFamily="34" charset="0"/>
                <a:cs typeface="Calibri" panose="020F0502020204030204" pitchFamily="34" charset="0"/>
              </a:rPr>
              <a:t>Define exit tickets and the characteristics of effective exit tickets</a:t>
            </a:r>
            <a:endParaRPr lang="en-US" dirty="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ea typeface="Calibri" panose="020F0502020204030204" pitchFamily="34" charset="0"/>
              </a:rPr>
              <a:t>Evaluate and revise exit tickets for alignment to success criteria </a:t>
            </a:r>
            <a:endParaRPr lang="en-US" sz="4000" dirty="0"/>
          </a:p>
          <a:p>
            <a:endParaRPr lang="en-US" dirty="0">
              <a:highlight>
                <a:srgbClr val="FFFF00"/>
              </a:highlight>
            </a:endParaRP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Calibri" panose="020F0502020204030204" pitchFamily="34" charset="0"/>
              </a:rPr>
              <a:t>1. When are quick and informal formative assessments useful?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effectLst/>
                <a:latin typeface="Calibri" panose="020F0502020204030204" pitchFamily="34" charset="0"/>
                <a:ea typeface="Calibri" panose="020F0502020204030204" pitchFamily="34" charset="0"/>
              </a:rPr>
              <a:t>2. Based on your understanding of quick informal formative assessments, when might teachers need to use additional types of formative assessments? </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5084A674-352F-4E0B-8B19-5E45041DE4E7}"/>
              </a:ext>
            </a:extLst>
          </p:cNvPr>
          <p:cNvGraphicFramePr>
            <a:graphicFrameLocks noGrp="1"/>
          </p:cNvGraphicFramePr>
          <p:nvPr>
            <p:ph idx="1"/>
            <p:extLst>
              <p:ext uri="{D42A27DB-BD31-4B8C-83A1-F6EECF244321}">
                <p14:modId xmlns:p14="http://schemas.microsoft.com/office/powerpoint/2010/main" val="833175910"/>
              </p:ext>
            </p:extLst>
          </p:nvPr>
        </p:nvGraphicFramePr>
        <p:xfrm>
          <a:off x="1368804" y="2424209"/>
          <a:ext cx="9454392" cy="931387"/>
        </p:xfrm>
        <a:graphic>
          <a:graphicData uri="http://schemas.openxmlformats.org/drawingml/2006/table">
            <a:tbl>
              <a:tblPr firstRow="1" firstCol="1" bandRow="1">
                <a:tableStyleId>{5940675A-B579-460E-94D1-54222C63F5DA}</a:tableStyleId>
              </a:tblPr>
              <a:tblGrid>
                <a:gridCol w="2038715">
                  <a:extLst>
                    <a:ext uri="{9D8B030D-6E8A-4147-A177-3AD203B41FA5}">
                      <a16:colId xmlns:a16="http://schemas.microsoft.com/office/drawing/2014/main" val="1008334220"/>
                    </a:ext>
                  </a:extLst>
                </a:gridCol>
                <a:gridCol w="7415677">
                  <a:extLst>
                    <a:ext uri="{9D8B030D-6E8A-4147-A177-3AD203B41FA5}">
                      <a16:colId xmlns:a16="http://schemas.microsoft.com/office/drawing/2014/main" val="61672055"/>
                    </a:ext>
                  </a:extLst>
                </a:gridCol>
              </a:tblGrid>
              <a:tr h="931387">
                <a:tc>
                  <a:txBody>
                    <a:bodyPr/>
                    <a:lstStyle/>
                    <a:p>
                      <a:pPr marL="0" marR="0">
                        <a:lnSpc>
                          <a:spcPct val="107000"/>
                        </a:lnSpc>
                        <a:spcBef>
                          <a:spcPts val="600"/>
                        </a:spcBef>
                        <a:spcAft>
                          <a:spcPts val="600"/>
                        </a:spcAft>
                      </a:pPr>
                      <a:r>
                        <a:rPr lang="en-US" sz="2800" dirty="0">
                          <a:effectLst/>
                        </a:rPr>
                        <a:t> Rigor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800" dirty="0">
                          <a:effectLst/>
                        </a:rPr>
                        <a:t>The level of challenging thinking involved in a lesson or activity</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8705698"/>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Exit Ticket Video</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indent="0">
              <a:buNone/>
            </a:pPr>
            <a:endParaRPr lang="en-US"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690688"/>
            <a:ext cx="10515600" cy="4351338"/>
          </a:xfrm>
        </p:spPr>
        <p:txBody>
          <a:bodyPr>
            <a:normAutofit fontScale="92500" lnSpcReduction="10000"/>
          </a:bodyPr>
          <a:lstStyle/>
          <a:p>
            <a:pPr marL="0" marR="0" indent="0">
              <a:lnSpc>
                <a:spcPct val="107000"/>
              </a:lnSpc>
              <a:spcBef>
                <a:spcPts val="0"/>
              </a:spcBef>
              <a:spcAft>
                <a:spcPts val="800"/>
              </a:spcAft>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Examine the 1</a:t>
            </a:r>
            <a:r>
              <a:rPr lang="en-US" sz="1800" baseline="30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grade Exit Ticket below. As you read, consider whether the exit ticket meets each indicator of the success criteria or not. Complete the graphic organizer to show your thinking and provide suggestions for improvement if criteria are not met.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Objective:</a:t>
            </a:r>
            <a:r>
              <a:rPr lang="en-US"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Students will learn about inference and be able to make inferences while reading a story.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Exit ticket: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sz="1800"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What is an inference?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eriod"/>
            </a:pPr>
            <a:r>
              <a:rPr lang="en-US"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Using clues to find information that authors sometimes leave out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eriod"/>
            </a:pPr>
            <a:r>
              <a:rPr lang="en-US"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Making predictions about what comes next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eriod"/>
            </a:pPr>
            <a:r>
              <a:rPr lang="en-US"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Identifying elements of the story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eriod"/>
            </a:pPr>
            <a:r>
              <a:rPr lang="en-US"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Previewing the text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0"/>
              </a:spcBef>
              <a:spcAft>
                <a:spcPts val="0"/>
              </a:spcAft>
              <a:buNone/>
            </a:pPr>
            <a:r>
              <a:rPr lang="en-US"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sz="1800"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Why is it important for a reader to make inferences?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0"/>
              </a:spcBef>
              <a:spcAft>
                <a:spcPts val="0"/>
              </a:spcAft>
              <a:buNone/>
            </a:pPr>
            <a:r>
              <a:rPr lang="en-US"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sz="1800"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 Write a summary of the story we read today and list at least two inferences you remember making while reading.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11</TotalTime>
  <Words>261</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Instructional Practices| Unit 5: Planning For and With Assessment | Lesson 5.09</vt:lpstr>
      <vt:lpstr>TEKS Standards &amp; Objectives</vt:lpstr>
      <vt:lpstr>Bellringer</vt:lpstr>
      <vt:lpstr>Vocabulary</vt:lpstr>
      <vt:lpstr>Exit Ticket Video</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5.09: The Exit Ticket</dc:title>
  <dc:subject>Lesson 5.09: The Exit Ticket</dc:subject>
  <dc:creator>Texas Education Agency</dc:creator>
  <cp:lastModifiedBy>London White</cp:lastModifiedBy>
  <cp:revision>2</cp:revision>
  <dcterms:created xsi:type="dcterms:W3CDTF">2022-09-18T22:51:48Z</dcterms:created>
  <dcterms:modified xsi:type="dcterms:W3CDTF">2023-08-31T04:14:32Z</dcterms:modified>
</cp:coreProperties>
</file>
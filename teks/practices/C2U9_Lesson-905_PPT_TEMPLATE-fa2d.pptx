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don White" userId="4d5036945c26b38c" providerId="LiveId" clId="{668E9A61-AA7D-497C-8344-850182817F63}"/>
    <pc:docChg chg="modSld">
      <pc:chgData name="London White" userId="4d5036945c26b38c" providerId="LiveId" clId="{668E9A61-AA7D-497C-8344-850182817F63}" dt="2023-08-31T03:37:18.027" v="5" actId="20577"/>
      <pc:docMkLst>
        <pc:docMk/>
      </pc:docMkLst>
      <pc:sldChg chg="modSp mod">
        <pc:chgData name="London White" userId="4d5036945c26b38c" providerId="LiveId" clId="{668E9A61-AA7D-497C-8344-850182817F63}" dt="2023-08-31T03:37:18.027" v="5" actId="20577"/>
        <pc:sldMkLst>
          <pc:docMk/>
          <pc:sldMk cId="2772527113" sldId="259"/>
        </pc:sldMkLst>
        <pc:spChg chg="mod">
          <ac:chgData name="London White" userId="4d5036945c26b38c" providerId="LiveId" clId="{668E9A61-AA7D-497C-8344-850182817F63}" dt="2023-08-31T03:37:18.027" v="5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6543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9: Feedback| Lesson 9.05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cs typeface="Calibri"/>
              </a:rPr>
              <a:t>Effective Feedback Strategies: Practice with 1:1 Conferences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043CB6F-D838-C517-8383-5E8A10FD3A17}"/>
              </a:ext>
            </a:extLst>
          </p:cNvPr>
          <p:cNvSpPr txBox="1"/>
          <p:nvPr/>
        </p:nvSpPr>
        <p:spPr>
          <a:xfrm>
            <a:off x="0" y="6416843"/>
            <a:ext cx="10154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4 B-C, 14 A,C,D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 and reflect on providing feedback to students through a 1:1 conference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240"/>
            <a:ext cx="10515600" cy="46837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Creating a safe environment for students to receive feedback is an important part of ensuring the feedback is received positively, especially during a student conference.  What are some things that a teacher can do to attend to a student’s emotions during a conference?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Practices for Planning a 1:1 Conference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EA837-5178-418C-BCC8-03CCA5491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the conferences short (5 minutes or less)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 students reflect on their own ahead of the conference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 both areas of strength and areas for improvement during the conference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993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9334"/>
          </a:xfrm>
        </p:spPr>
        <p:txBody>
          <a:bodyPr/>
          <a:lstStyle/>
          <a:p>
            <a:r>
              <a:rPr lang="en-US" dirty="0"/>
              <a:t>Steps for 1:1 Conferences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BEA837-5178-418C-BCC8-03CCA5491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683"/>
            <a:ext cx="10515600" cy="4868280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by greeting the student and briefly explain how the conference will go.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Invite students to share their thoughts or how they feel about the task/assignment first.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 your main thoughts on their progress/work.  Keep your thoughts to 3 points or less, sharing strengths first.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 the student if they have questions or need clarifications.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the student with a goal to work on after the conference and thank them for their time.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 students reflect individually on the process of the conference and what they learned/heard during the conference.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1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0945"/>
          </a:xfrm>
        </p:spPr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424" y="911226"/>
            <a:ext cx="10657667" cy="5445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As you reflect on your experience as a teacher leading a student conference, rate yourself on a scale of 1-5 (1-I didn’t do this well at all, 5-I did this exceptionally well) on following each of the steps of holding a 1:1 conference and providing effective feedback.  What feedback would you give yourself to improve the experience for next time?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sz="1800" dirty="0">
                <a:cs typeface="Calibri" panose="020F0502020204030204"/>
              </a:rPr>
              <a:t>2.  What information or supports that we discussed helped you to be success with role playing the 1:1 conference?  What made these skills important?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9E55B44-0D1C-4A56-BCA6-B867BAE7D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132515"/>
              </p:ext>
            </p:extLst>
          </p:nvPr>
        </p:nvGraphicFramePr>
        <p:xfrm>
          <a:off x="995097" y="1978130"/>
          <a:ext cx="10220984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87354">
                  <a:extLst>
                    <a:ext uri="{9D8B030D-6E8A-4147-A177-3AD203B41FA5}">
                      <a16:colId xmlns:a16="http://schemas.microsoft.com/office/drawing/2014/main" val="4273714212"/>
                    </a:ext>
                  </a:extLst>
                </a:gridCol>
                <a:gridCol w="1110375">
                  <a:extLst>
                    <a:ext uri="{9D8B030D-6E8A-4147-A177-3AD203B41FA5}">
                      <a16:colId xmlns:a16="http://schemas.microsoft.com/office/drawing/2014/main" val="352945866"/>
                    </a:ext>
                  </a:extLst>
                </a:gridCol>
                <a:gridCol w="2723255">
                  <a:extLst>
                    <a:ext uri="{9D8B030D-6E8A-4147-A177-3AD203B41FA5}">
                      <a16:colId xmlns:a16="http://schemas.microsoft.com/office/drawing/2014/main" val="3973615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Steps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Rating (1-5)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Feedback for Improvement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46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Greet the student &amp; explain the process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690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Invite student to share their reflection on work &amp; acknowledge thoughts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3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Share positive feedback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66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Share areas for improvement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9428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Ask for questions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02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Set goal for student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992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Thank student for sharing thoughts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6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Individual student reflection after conference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784678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dirty="0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424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9: Feedback| Lesson 9.05</vt:lpstr>
      <vt:lpstr>TEKS Standards &amp; Objectives</vt:lpstr>
      <vt:lpstr>Bellringer</vt:lpstr>
      <vt:lpstr>Key Practices for Planning a 1:1 Conference</vt:lpstr>
      <vt:lpstr>Steps for 1:1 Conferences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9.05:  Effective Feedback Strategies-Practice with 1:1 Conferences </dc:title>
  <dc:subject>Lesson 9.05:  Effective Feedback Strategies-Practice with 1:1 Conferences </dc:subject>
  <dc:creator>Texas Education Agency</dc:creator>
  <cp:lastModifiedBy>London White</cp:lastModifiedBy>
  <cp:revision>87</cp:revision>
  <dcterms:created xsi:type="dcterms:W3CDTF">2022-05-09T19:40:20Z</dcterms:created>
  <dcterms:modified xsi:type="dcterms:W3CDTF">2023-08-31T03:37:23Z</dcterms:modified>
</cp:coreProperties>
</file>
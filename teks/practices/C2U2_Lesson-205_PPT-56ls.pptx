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2A90A-A4D3-4561-8F60-6CF33482759C}" v="1" dt="2023-08-31T01:40:30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E182A90A-A4D3-4561-8F60-6CF33482759C}"/>
    <pc:docChg chg="modSld">
      <pc:chgData name="White (she/her), Whitney" userId="65f39021-2f1d-4d8b-87dc-b123826f65bf" providerId="ADAL" clId="{E182A90A-A4D3-4561-8F60-6CF33482759C}" dt="2023-08-31T01:40:37.476" v="6" actId="20577"/>
      <pc:docMkLst>
        <pc:docMk/>
      </pc:docMkLst>
      <pc:sldChg chg="addSp modSp mod">
        <pc:chgData name="White (she/her), Whitney" userId="65f39021-2f1d-4d8b-87dc-b123826f65bf" providerId="ADAL" clId="{E182A90A-A4D3-4561-8F60-6CF33482759C}" dt="2023-08-31T01:40:32.869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E182A90A-A4D3-4561-8F60-6CF33482759C}" dt="2023-08-31T01:40:32.869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E182A90A-A4D3-4561-8F60-6CF33482759C}" dt="2023-08-31T01:40:30.019" v="1"/>
          <ac:spMkLst>
            <pc:docMk/>
            <pc:sldMk cId="1482277026" sldId="256"/>
            <ac:spMk id="4" creationId="{90AC45AE-4A02-C0C9-5A4B-42B22D7DECD5}"/>
          </ac:spMkLst>
        </pc:spChg>
      </pc:sldChg>
      <pc:sldChg chg="modSp mod">
        <pc:chgData name="White (she/her), Whitney" userId="65f39021-2f1d-4d8b-87dc-b123826f65bf" providerId="ADAL" clId="{E182A90A-A4D3-4561-8F60-6CF33482759C}" dt="2023-08-31T01:40:37.476" v="6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E182A90A-A4D3-4561-8F60-6CF33482759C}" dt="2023-08-31T01:40:37.476" v="6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2B026CBF-8DEF-41BE-9FC5-D5EB6545FF11}"/>
    <pc:docChg chg="delSld modSld">
      <pc:chgData name="White, Whitney" userId="65f39021-2f1d-4d8b-87dc-b123826f65bf" providerId="ADAL" clId="{2B026CBF-8DEF-41BE-9FC5-D5EB6545FF11}" dt="2022-08-03T15:24:51.458" v="232" actId="20577"/>
      <pc:docMkLst>
        <pc:docMk/>
      </pc:docMkLst>
      <pc:sldChg chg="modSp mod">
        <pc:chgData name="White, Whitney" userId="65f39021-2f1d-4d8b-87dc-b123826f65bf" providerId="ADAL" clId="{2B026CBF-8DEF-41BE-9FC5-D5EB6545FF11}" dt="2022-08-03T15:24:51.458" v="232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2B026CBF-8DEF-41BE-9FC5-D5EB6545FF11}" dt="2022-08-03T15:24:51.458" v="23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B026CBF-8DEF-41BE-9FC5-D5EB6545FF11}" dt="2022-08-03T15:20:34.470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2B026CBF-8DEF-41BE-9FC5-D5EB6545FF11}" dt="2022-08-03T15:22:43.877" v="87" actId="403"/>
        <pc:sldMkLst>
          <pc:docMk/>
          <pc:sldMk cId="4071305681" sldId="258"/>
        </pc:sldMkLst>
        <pc:spChg chg="mod">
          <ac:chgData name="White, Whitney" userId="65f39021-2f1d-4d8b-87dc-b123826f65bf" providerId="ADAL" clId="{2B026CBF-8DEF-41BE-9FC5-D5EB6545FF11}" dt="2022-08-03T15:22:43.877" v="87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B026CBF-8DEF-41BE-9FC5-D5EB6545FF11}" dt="2022-08-03T15:22:06.507" v="83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2B026CBF-8DEF-41BE-9FC5-D5EB6545FF11}" dt="2022-08-03T15:22:06.507" v="83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2B026CBF-8DEF-41BE-9FC5-D5EB6545FF11}" dt="2022-08-03T15:24:30.180" v="228" actId="403"/>
        <pc:sldMkLst>
          <pc:docMk/>
          <pc:sldMk cId="2147408764" sldId="260"/>
        </pc:sldMkLst>
        <pc:spChg chg="mod">
          <ac:chgData name="White, Whitney" userId="65f39021-2f1d-4d8b-87dc-b123826f65bf" providerId="ADAL" clId="{2B026CBF-8DEF-41BE-9FC5-D5EB6545FF11}" dt="2022-08-03T15:24:30.180" v="228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2B026CBF-8DEF-41BE-9FC5-D5EB6545FF11}" dt="2022-08-03T15:23:17.860" v="99" actId="403"/>
        <pc:sldMkLst>
          <pc:docMk/>
          <pc:sldMk cId="3054216349" sldId="261"/>
        </pc:sldMkLst>
        <pc:spChg chg="add del">
          <ac:chgData name="White, Whitney" userId="65f39021-2f1d-4d8b-87dc-b123826f65bf" providerId="ADAL" clId="{2B026CBF-8DEF-41BE-9FC5-D5EB6545FF11}" dt="2022-08-03T15:23:07.006" v="90"/>
          <ac:spMkLst>
            <pc:docMk/>
            <pc:sldMk cId="3054216349" sldId="261"/>
            <ac:spMk id="3" creationId="{AE13FDB6-F093-4D9E-B14E-3D7DB894C34C}"/>
          </ac:spMkLst>
        </pc:spChg>
        <pc:graphicFrameChg chg="add del mod">
          <ac:chgData name="White, Whitney" userId="65f39021-2f1d-4d8b-87dc-b123826f65bf" providerId="ADAL" clId="{2B026CBF-8DEF-41BE-9FC5-D5EB6545FF11}" dt="2022-08-03T15:23:04.534" v="89"/>
          <ac:graphicFrameMkLst>
            <pc:docMk/>
            <pc:sldMk cId="3054216349" sldId="261"/>
            <ac:graphicFrameMk id="5" creationId="{46ED36CA-68DA-4EBB-BA59-734F2344C761}"/>
          </ac:graphicFrameMkLst>
        </pc:graphicFrameChg>
        <pc:graphicFrameChg chg="add mod modGraphic">
          <ac:chgData name="White, Whitney" userId="65f39021-2f1d-4d8b-87dc-b123826f65bf" providerId="ADAL" clId="{2B026CBF-8DEF-41BE-9FC5-D5EB6545FF11}" dt="2022-08-03T15:23:17.860" v="99" actId="403"/>
          <ac:graphicFrameMkLst>
            <pc:docMk/>
            <pc:sldMk cId="3054216349" sldId="261"/>
            <ac:graphicFrameMk id="6" creationId="{CF375D0C-6818-471A-A9AD-8D1E380948E2}"/>
          </ac:graphicFrameMkLst>
        </pc:graphicFrameChg>
      </pc:sldChg>
      <pc:sldChg chg="del">
        <pc:chgData name="White, Whitney" userId="65f39021-2f1d-4d8b-87dc-b123826f65bf" providerId="ADAL" clId="{2B026CBF-8DEF-41BE-9FC5-D5EB6545FF11}" dt="2022-08-03T15:23:53.973" v="135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2B026CBF-8DEF-41BE-9FC5-D5EB6545FF11}" dt="2022-08-03T15:23:53.144" v="134" actId="47"/>
        <pc:sldMkLst>
          <pc:docMk/>
          <pc:sldMk cId="1163931679" sldId="263"/>
        </pc:sldMkLst>
      </pc:sldChg>
      <pc:sldChg chg="modSp mod">
        <pc:chgData name="White, Whitney" userId="65f39021-2f1d-4d8b-87dc-b123826f65bf" providerId="ADAL" clId="{2B026CBF-8DEF-41BE-9FC5-D5EB6545FF11}" dt="2022-08-03T15:23:47.339" v="133" actId="403"/>
        <pc:sldMkLst>
          <pc:docMk/>
          <pc:sldMk cId="3493109116" sldId="264"/>
        </pc:sldMkLst>
        <pc:spChg chg="mod">
          <ac:chgData name="White, Whitney" userId="65f39021-2f1d-4d8b-87dc-b123826f65bf" providerId="ADAL" clId="{2B026CBF-8DEF-41BE-9FC5-D5EB6545FF11}" dt="2022-08-03T15:23:42.270" v="129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2B026CBF-8DEF-41BE-9FC5-D5EB6545FF11}" dt="2022-08-03T15:23:47.339" v="133" actId="40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16354227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Strong Voice | Formal Register,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C45AE-4A02-C0C9-5A4B-42B22D7DECD5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TEKS 3B, 3C, </a:t>
            </a:r>
            <a:r>
              <a:rPr lang="en-US" dirty="0"/>
              <a:t>4C,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nalyze and apply the strategies of Strong Voice and Positive Framing for building positive relationships with students in a role play scenario.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 with a partner to practice delivering the following instruction to students using the formal communication register: “Books open to page 11.”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375D0C-6818-471A-A9AD-8D1E38094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651820"/>
              </p:ext>
            </p:extLst>
          </p:nvPr>
        </p:nvGraphicFramePr>
        <p:xfrm>
          <a:off x="838200" y="2398643"/>
          <a:ext cx="10515600" cy="2333178"/>
        </p:xfrm>
        <a:graphic>
          <a:graphicData uri="http://schemas.openxmlformats.org/drawingml/2006/table">
            <a:tbl>
              <a:tblPr firstRow="1" firstCol="1" bandRow="1"/>
              <a:tblGrid>
                <a:gridCol w="2296217">
                  <a:extLst>
                    <a:ext uri="{9D8B030D-6E8A-4147-A177-3AD203B41FA5}">
                      <a16:colId xmlns:a16="http://schemas.microsoft.com/office/drawing/2014/main" val="2599408242"/>
                    </a:ext>
                  </a:extLst>
                </a:gridCol>
                <a:gridCol w="8219383">
                  <a:extLst>
                    <a:ext uri="{9D8B030D-6E8A-4147-A177-3AD203B41FA5}">
                      <a16:colId xmlns:a16="http://schemas.microsoft.com/office/drawing/2014/main" val="458947532"/>
                    </a:ext>
                  </a:extLst>
                </a:gridCol>
              </a:tblGrid>
              <a:tr h="116658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Symmetrical Posture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Corresponding body parts on both sides are in the same position to each other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26651"/>
                  </a:ext>
                </a:extLst>
              </a:tr>
              <a:tr h="116658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Warm Formal Register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Formal register but with a relaxed brow and just a hint of a smile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44608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Formal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Formal Register: Teach Like a Champion Team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 the scenarios on your Exit Ticket to determine the following:</a:t>
            </a: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register the teacher used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if it was the appropriate register. Why or why not?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impact of the teacher’s register choice on the classroom environment.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197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Open Sans</vt:lpstr>
      <vt:lpstr>Office Theme</vt:lpstr>
      <vt:lpstr>Instructional Practices| Unit 2: Classroom Management| Lesson 2.05</vt:lpstr>
      <vt:lpstr>TEKS Standards &amp; Objectives</vt:lpstr>
      <vt:lpstr>Bellringer</vt:lpstr>
      <vt:lpstr>Vocabulary</vt:lpstr>
      <vt:lpstr>Video: Formal Register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2.05: Strong Voice | Formal Register, Part II</dc:title>
  <dc:subject>Lesson 2.05: Strong Voice | Formal Register,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2023-08-31T01:40:37Z</dcterms:modified>
</cp:coreProperties>
</file>
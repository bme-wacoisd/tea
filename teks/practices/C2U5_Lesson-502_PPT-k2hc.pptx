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FCAD5F4A-20B3-44DF-AF1F-931D2BEE7F72}"/>
    <pc:docChg chg="delSld modSld">
      <pc:chgData name="White (she/her), Whitney" userId="65f39021-2f1d-4d8b-87dc-b123826f65bf" providerId="ADAL" clId="{FCAD5F4A-20B3-44DF-AF1F-931D2BEE7F72}" dt="2022-10-09T19:16:40.729" v="173" actId="404"/>
      <pc:docMkLst>
        <pc:docMk/>
      </pc:docMkLst>
      <pc:sldChg chg="modSp mod">
        <pc:chgData name="White (she/her), Whitney" userId="65f39021-2f1d-4d8b-87dc-b123826f65bf" providerId="ADAL" clId="{FCAD5F4A-20B3-44DF-AF1F-931D2BEE7F72}" dt="2022-10-09T19:14:31.784" v="28" actId="403"/>
        <pc:sldMkLst>
          <pc:docMk/>
          <pc:sldMk cId="4071305681" sldId="258"/>
        </pc:sldMkLst>
        <pc:spChg chg="mod">
          <ac:chgData name="White (she/her), Whitney" userId="65f39021-2f1d-4d8b-87dc-b123826f65bf" providerId="ADAL" clId="{FCAD5F4A-20B3-44DF-AF1F-931D2BEE7F72}" dt="2022-10-09T19:14:31.784" v="28" actId="403"/>
          <ac:spMkLst>
            <pc:docMk/>
            <pc:sldMk cId="4071305681" sldId="258"/>
            <ac:spMk id="3" creationId="{392BE286-77A6-49DD-B15D-7E4718D52FE7}"/>
          </ac:spMkLst>
        </pc:spChg>
      </pc:sldChg>
      <pc:sldChg chg="modSp mod">
        <pc:chgData name="White (she/her), Whitney" userId="65f39021-2f1d-4d8b-87dc-b123826f65bf" providerId="ADAL" clId="{FCAD5F4A-20B3-44DF-AF1F-931D2BEE7F72}" dt="2022-10-09T18:58:26.899" v="24" actId="255"/>
        <pc:sldMkLst>
          <pc:docMk/>
          <pc:sldMk cId="2772527113" sldId="259"/>
        </pc:sldMkLst>
        <pc:spChg chg="mod">
          <ac:chgData name="White (she/her), Whitney" userId="65f39021-2f1d-4d8b-87dc-b123826f65bf" providerId="ADAL" clId="{FCAD5F4A-20B3-44DF-AF1F-931D2BEE7F72}" dt="2022-10-09T18:58:26.899" v="24" actId="255"/>
          <ac:spMkLst>
            <pc:docMk/>
            <pc:sldMk cId="2772527113" sldId="259"/>
            <ac:spMk id="3" creationId="{8CE08C7F-0286-423B-92F7-DEB89F31111A}"/>
          </ac:spMkLst>
        </pc:spChg>
      </pc:sldChg>
      <pc:sldChg chg="modSp mod">
        <pc:chgData name="White (she/her), Whitney" userId="65f39021-2f1d-4d8b-87dc-b123826f65bf" providerId="ADAL" clId="{FCAD5F4A-20B3-44DF-AF1F-931D2BEE7F72}" dt="2022-10-09T19:16:40.729" v="173" actId="404"/>
        <pc:sldMkLst>
          <pc:docMk/>
          <pc:sldMk cId="2147408764" sldId="260"/>
        </pc:sldMkLst>
        <pc:spChg chg="mod">
          <ac:chgData name="White (she/her), Whitney" userId="65f39021-2f1d-4d8b-87dc-b123826f65bf" providerId="ADAL" clId="{FCAD5F4A-20B3-44DF-AF1F-931D2BEE7F72}" dt="2022-10-09T19:16:40.729" v="173" actId="404"/>
          <ac:spMkLst>
            <pc:docMk/>
            <pc:sldMk cId="2147408764" sldId="260"/>
            <ac:spMk id="3" creationId="{49F2A5AF-3C0B-4968-A438-E435325199EA}"/>
          </ac:spMkLst>
        </pc:spChg>
      </pc:sldChg>
      <pc:sldChg chg="modSp mod">
        <pc:chgData name="White (she/her), Whitney" userId="65f39021-2f1d-4d8b-87dc-b123826f65bf" providerId="ADAL" clId="{FCAD5F4A-20B3-44DF-AF1F-931D2BEE7F72}" dt="2022-10-09T19:14:48.860" v="113" actId="20577"/>
        <pc:sldMkLst>
          <pc:docMk/>
          <pc:sldMk cId="3054216349" sldId="261"/>
        </pc:sldMkLst>
        <pc:spChg chg="mod">
          <ac:chgData name="White (she/her), Whitney" userId="65f39021-2f1d-4d8b-87dc-b123826f65bf" providerId="ADAL" clId="{FCAD5F4A-20B3-44DF-AF1F-931D2BEE7F72}" dt="2022-10-09T19:14:48.860" v="113" actId="20577"/>
          <ac:spMkLst>
            <pc:docMk/>
            <pc:sldMk cId="3054216349" sldId="261"/>
            <ac:spMk id="3" creationId="{AE13FDB6-F093-4D9E-B14E-3D7DB894C34C}"/>
          </ac:spMkLst>
        </pc:spChg>
      </pc:sldChg>
      <pc:sldChg chg="del">
        <pc:chgData name="White (she/her), Whitney" userId="65f39021-2f1d-4d8b-87dc-b123826f65bf" providerId="ADAL" clId="{FCAD5F4A-20B3-44DF-AF1F-931D2BEE7F72}" dt="2022-10-09T19:15:43.136" v="163" actId="47"/>
        <pc:sldMkLst>
          <pc:docMk/>
          <pc:sldMk cId="4170921578" sldId="262"/>
        </pc:sldMkLst>
      </pc:sldChg>
      <pc:sldChg chg="del">
        <pc:chgData name="White (she/her), Whitney" userId="65f39021-2f1d-4d8b-87dc-b123826f65bf" providerId="ADAL" clId="{FCAD5F4A-20B3-44DF-AF1F-931D2BEE7F72}" dt="2022-10-09T19:15:42.604" v="162" actId="47"/>
        <pc:sldMkLst>
          <pc:docMk/>
          <pc:sldMk cId="1163931679" sldId="263"/>
        </pc:sldMkLst>
      </pc:sldChg>
      <pc:sldChg chg="modSp mod">
        <pc:chgData name="White (she/her), Whitney" userId="65f39021-2f1d-4d8b-87dc-b123826f65bf" providerId="ADAL" clId="{FCAD5F4A-20B3-44DF-AF1F-931D2BEE7F72}" dt="2022-10-09T19:15:21.866" v="161" actId="13926"/>
        <pc:sldMkLst>
          <pc:docMk/>
          <pc:sldMk cId="3493109116" sldId="264"/>
        </pc:sldMkLst>
        <pc:spChg chg="mod">
          <ac:chgData name="White (she/her), Whitney" userId="65f39021-2f1d-4d8b-87dc-b123826f65bf" providerId="ADAL" clId="{FCAD5F4A-20B3-44DF-AF1F-931D2BEE7F72}" dt="2022-10-09T19:15:21.866" v="161" actId="13926"/>
          <ac:spMkLst>
            <pc:docMk/>
            <pc:sldMk cId="3493109116" sldId="264"/>
            <ac:spMk id="2" creationId="{D7836664-70C0-47BA-9BFF-496A04EBBFDE}"/>
          </ac:spMkLst>
        </pc:spChg>
        <pc:spChg chg="mod">
          <ac:chgData name="White (she/her), Whitney" userId="65f39021-2f1d-4d8b-87dc-b123826f65bf" providerId="ADAL" clId="{FCAD5F4A-20B3-44DF-AF1F-931D2BEE7F72}" dt="2022-10-09T19:15:18.489" v="160" actId="255"/>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584"/>
            <a:ext cx="9144000" cy="370300"/>
          </a:xfrm>
        </p:spPr>
        <p:txBody>
          <a:bodyPr>
            <a:normAutofit/>
          </a:bodyPr>
          <a:lstStyle/>
          <a:p>
            <a:pPr algn="l"/>
            <a:r>
              <a:rPr lang="en-US" sz="1800" dirty="0"/>
              <a:t>Instructional Practices| Unit 5: Planning For and With Assessment | Lesson 5.02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Characteristics of Effective Assessment</a:t>
            </a:r>
          </a:p>
        </p:txBody>
      </p:sp>
      <p:sp>
        <p:nvSpPr>
          <p:cNvPr id="4" name="TextBox 6">
            <a:extLst>
              <a:ext uri="{FF2B5EF4-FFF2-40B4-BE49-F238E27FC236}">
                <a16:creationId xmlns:a16="http://schemas.microsoft.com/office/drawing/2014/main" id="{7043CB6F-D838-C517-8383-5E8A10FD3A17}"/>
              </a:ext>
            </a:extLst>
          </p:cNvPr>
          <p:cNvSpPr txBox="1"/>
          <p:nvPr/>
        </p:nvSpPr>
        <p:spPr>
          <a:xfrm>
            <a:off x="0" y="6488884"/>
            <a:ext cx="1015465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6D</a:t>
            </a:r>
          </a:p>
          <a:p>
            <a:pPr marL="0" indent="0">
              <a:buNone/>
            </a:pPr>
            <a:r>
              <a:rPr lang="en-US" dirty="0"/>
              <a:t>The student will:</a:t>
            </a:r>
          </a:p>
          <a:p>
            <a:pPr marL="342900" marR="0" lvl="0" indent="-342900">
              <a:lnSpc>
                <a:spcPct val="107000"/>
              </a:lnSpc>
              <a:spcBef>
                <a:spcPts val="60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Define the characteristics of effective assessment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Evaluate assessments for alignment to characteristics of effective assessment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Revise assessments for stronger alignment to characteristics of effective assessment</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Review each scenario in your student guide and determine whether the teacher should use a formative or a summative assessment.</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Rigor: The level of challenging thinking involved in a lesson or activity.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Characteristics of Effective Assessments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Assessment is aligned with learning target(s) and measures appropriate levels of </a:t>
            </a:r>
            <a:r>
              <a:rPr lang="en-US" b="1" dirty="0">
                <a:effectLst/>
                <a:latin typeface="Calibri" panose="020F0502020204030204" pitchFamily="34" charset="0"/>
                <a:ea typeface="Calibri" panose="020F0502020204030204" pitchFamily="34" charset="0"/>
                <a:cs typeface="Calibri" panose="020F0502020204030204" pitchFamily="34" charset="0"/>
              </a:rPr>
              <a:t>rigor</a:t>
            </a:r>
            <a:r>
              <a:rPr lang="en-US" dirty="0">
                <a:effectLst/>
                <a:latin typeface="Calibri" panose="020F0502020204030204" pitchFamily="34" charset="0"/>
                <a:ea typeface="Calibri" panose="020F0502020204030204" pitchFamily="34" charset="0"/>
                <a:cs typeface="Calibri" panose="020F0502020204030204" pitchFamily="34" charset="0"/>
              </a:rPr>
              <a:t> based on learning target (aligned to and requires attention to the most important content)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Assessment is fair and transparent (matches expectations of learning focus, not a “gotcha”)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Assessment is practical (time, resources, student numbers)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Assessment is cognitively engaging (why and how)</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Evaluate your copy of the formative assessment in relationship to the success criteria. Complete the graphic organizer to show your thinking.</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 D. is teaching her 4</a:t>
            </a:r>
            <a:r>
              <a:rPr lang="en-US" sz="2400" i="1" baseline="30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a:t>
            </a:r>
            <a:r>
              <a:rPr lang="en-US" sz="24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grade class about money. Specifically, the goal of this lesson is to teach students to express money amounts given in various forms as decimal numbers. Review the formative assessment linked below to determine whether it meets the characteristics of effective assessment. If the criteria are not met, provide a suggestion for improvement.</a:t>
            </a:r>
            <a:endParaRPr lang="en-US" sz="2400" i="1"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4000"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56</TotalTime>
  <Words>275</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5: Planning For and With Assessment | Lesson 5.02</vt:lpstr>
      <vt:lpstr>TEKS Standards &amp; Objectives</vt:lpstr>
      <vt:lpstr>Bellringer</vt:lpstr>
      <vt:lpstr>Vocabulary</vt:lpstr>
      <vt:lpstr>Characteristics of Effective Assessments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5.02: Characteristics of Effective Assessment</dc:title>
  <dc:subject>Lesson 5.02: Characteristics of Effective Assessment</dc:subject>
  <dc:creator>Texas Education Agency</dc:creator>
  <cp:lastModifiedBy>London White</cp:lastModifiedBy>
  <cp:revision>2</cp:revision>
  <dcterms:created xsi:type="dcterms:W3CDTF">2022-09-18T22:37:53Z</dcterms:created>
  <dcterms:modified xsi:type="dcterms:W3CDTF">2023-08-31T04:03:34Z</dcterms:modified>
</cp:coreProperties>
</file>
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8" r:id="rId4"/>
    <p:sldId id="261" r:id="rId5"/>
    <p:sldId id="264" r:id="rId6"/>
    <p:sldId id="263" r:id="rId7"/>
    <p:sldId id="262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0728F1-C30A-4DAE-9EF4-B1C6888F8CAD}" v="2" dt="2023-08-30T21:53:23.5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1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E59F2591-5F12-46AD-B5BE-F919C50C37EB}"/>
    <pc:docChg chg="custSel modSld">
      <pc:chgData name="White, Whitney" userId="65f39021-2f1d-4d8b-87dc-b123826f65bf" providerId="ADAL" clId="{E59F2591-5F12-46AD-B5BE-F919C50C37EB}" dt="2022-07-29T04:15:46.092" v="1035" actId="255"/>
      <pc:docMkLst>
        <pc:docMk/>
      </pc:docMkLst>
      <pc:sldChg chg="modSp mod">
        <pc:chgData name="White, Whitney" userId="65f39021-2f1d-4d8b-87dc-b123826f65bf" providerId="ADAL" clId="{E59F2591-5F12-46AD-B5BE-F919C50C37EB}" dt="2022-07-29T03:45:06.123" v="8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E59F2591-5F12-46AD-B5BE-F919C50C37EB}" dt="2022-07-29T03:45:06.123" v="81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E59F2591-5F12-46AD-B5BE-F919C50C37EB}" dt="2022-07-29T03:44:55.437" v="77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E59F2591-5F12-46AD-B5BE-F919C50C37EB}" dt="2022-07-29T03:46:43.830" v="167" actId="404"/>
        <pc:sldMkLst>
          <pc:docMk/>
          <pc:sldMk cId="4071305681" sldId="258"/>
        </pc:sldMkLst>
        <pc:spChg chg="mod">
          <ac:chgData name="White, Whitney" userId="65f39021-2f1d-4d8b-87dc-b123826f65bf" providerId="ADAL" clId="{E59F2591-5F12-46AD-B5BE-F919C50C37EB}" dt="2022-07-29T03:46:43.830" v="167" actId="404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E59F2591-5F12-46AD-B5BE-F919C50C37EB}" dt="2022-07-29T03:46:19.247" v="161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E59F2591-5F12-46AD-B5BE-F919C50C37EB}" dt="2022-07-29T03:46:19.247" v="161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E59F2591-5F12-46AD-B5BE-F919C50C37EB}" dt="2022-07-29T04:15:46.092" v="1035" actId="255"/>
        <pc:sldMkLst>
          <pc:docMk/>
          <pc:sldMk cId="2147408764" sldId="260"/>
        </pc:sldMkLst>
        <pc:spChg chg="mod">
          <ac:chgData name="White, Whitney" userId="65f39021-2f1d-4d8b-87dc-b123826f65bf" providerId="ADAL" clId="{E59F2591-5F12-46AD-B5BE-F919C50C37EB}" dt="2022-07-29T04:15:46.092" v="1035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E59F2591-5F12-46AD-B5BE-F919C50C37EB}" dt="2022-07-29T03:47:30.866" v="419" actId="20577"/>
        <pc:sldMkLst>
          <pc:docMk/>
          <pc:sldMk cId="3054216349" sldId="261"/>
        </pc:sldMkLst>
        <pc:spChg chg="mod">
          <ac:chgData name="White, Whitney" userId="65f39021-2f1d-4d8b-87dc-b123826f65bf" providerId="ADAL" clId="{E59F2591-5F12-46AD-B5BE-F919C50C37EB}" dt="2022-07-29T03:47:30.866" v="419" actId="20577"/>
          <ac:spMkLst>
            <pc:docMk/>
            <pc:sldMk cId="3054216349" sldId="261"/>
            <ac:spMk id="3" creationId="{AE13FDB6-F093-4D9E-B14E-3D7DB894C34C}"/>
          </ac:spMkLst>
        </pc:spChg>
      </pc:sldChg>
      <pc:sldChg chg="addSp modSp mod">
        <pc:chgData name="White, Whitney" userId="65f39021-2f1d-4d8b-87dc-b123826f65bf" providerId="ADAL" clId="{E59F2591-5F12-46AD-B5BE-F919C50C37EB}" dt="2022-07-29T04:14:53.093" v="1033" actId="20577"/>
        <pc:sldMkLst>
          <pc:docMk/>
          <pc:sldMk cId="4170921578" sldId="262"/>
        </pc:sldMkLst>
        <pc:spChg chg="mod">
          <ac:chgData name="White, Whitney" userId="65f39021-2f1d-4d8b-87dc-b123826f65bf" providerId="ADAL" clId="{E59F2591-5F12-46AD-B5BE-F919C50C37EB}" dt="2022-07-29T04:10:50.465" v="1008" actId="20577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E59F2591-5F12-46AD-B5BE-F919C50C37EB}" dt="2022-07-29T04:14:53.093" v="1033" actId="20577"/>
          <ac:spMkLst>
            <pc:docMk/>
            <pc:sldMk cId="4170921578" sldId="262"/>
            <ac:spMk id="3" creationId="{79FFCA46-4155-4484-8350-F1E0B95F6088}"/>
          </ac:spMkLst>
        </pc:spChg>
        <pc:picChg chg="add mod">
          <ac:chgData name="White, Whitney" userId="65f39021-2f1d-4d8b-87dc-b123826f65bf" providerId="ADAL" clId="{E59F2591-5F12-46AD-B5BE-F919C50C37EB}" dt="2022-07-29T04:14:21.367" v="1016" actId="1076"/>
          <ac:picMkLst>
            <pc:docMk/>
            <pc:sldMk cId="4170921578" sldId="262"/>
            <ac:picMk id="6" creationId="{BD80B2C5-8C2D-4C82-B3E5-D1F351403164}"/>
          </ac:picMkLst>
        </pc:picChg>
      </pc:sldChg>
      <pc:sldChg chg="modSp mod">
        <pc:chgData name="White, Whitney" userId="65f39021-2f1d-4d8b-87dc-b123826f65bf" providerId="ADAL" clId="{E59F2591-5F12-46AD-B5BE-F919C50C37EB}" dt="2022-07-29T04:10:25.826" v="968" actId="20577"/>
        <pc:sldMkLst>
          <pc:docMk/>
          <pc:sldMk cId="1163931679" sldId="263"/>
        </pc:sldMkLst>
        <pc:spChg chg="mod">
          <ac:chgData name="White, Whitney" userId="65f39021-2f1d-4d8b-87dc-b123826f65bf" providerId="ADAL" clId="{E59F2591-5F12-46AD-B5BE-F919C50C37EB}" dt="2022-07-29T04:10:02.289" v="803" actId="20577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E59F2591-5F12-46AD-B5BE-F919C50C37EB}" dt="2022-07-29T04:10:25.826" v="968" actId="20577"/>
          <ac:spMkLst>
            <pc:docMk/>
            <pc:sldMk cId="1163931679" sldId="263"/>
            <ac:spMk id="3" creationId="{012C84E3-4C09-4253-8964-13B9C34E5E48}"/>
          </ac:spMkLst>
        </pc:spChg>
      </pc:sldChg>
      <pc:sldChg chg="addSp delSp modSp mod modAnim">
        <pc:chgData name="White, Whitney" userId="65f39021-2f1d-4d8b-87dc-b123826f65bf" providerId="ADAL" clId="{E59F2591-5F12-46AD-B5BE-F919C50C37EB}" dt="2022-07-29T04:09:05.406" v="742"/>
        <pc:sldMkLst>
          <pc:docMk/>
          <pc:sldMk cId="3493109116" sldId="264"/>
        </pc:sldMkLst>
        <pc:spChg chg="mod">
          <ac:chgData name="White, Whitney" userId="65f39021-2f1d-4d8b-87dc-b123826f65bf" providerId="ADAL" clId="{E59F2591-5F12-46AD-B5BE-F919C50C37EB}" dt="2022-07-29T04:06:56.137" v="464" actId="20577"/>
          <ac:spMkLst>
            <pc:docMk/>
            <pc:sldMk cId="3493109116" sldId="264"/>
            <ac:spMk id="2" creationId="{D7836664-70C0-47BA-9BFF-496A04EBBFDE}"/>
          </ac:spMkLst>
        </pc:spChg>
        <pc:spChg chg="del">
          <ac:chgData name="White, Whitney" userId="65f39021-2f1d-4d8b-87dc-b123826f65bf" providerId="ADAL" clId="{E59F2591-5F12-46AD-B5BE-F919C50C37EB}" dt="2022-07-29T04:07:20.113" v="465"/>
          <ac:spMkLst>
            <pc:docMk/>
            <pc:sldMk cId="3493109116" sldId="264"/>
            <ac:spMk id="3" creationId="{F64339F5-2F5D-46B5-A25D-C197D73747BD}"/>
          </ac:spMkLst>
        </pc:spChg>
        <pc:spChg chg="add mod">
          <ac:chgData name="White, Whitney" userId="65f39021-2f1d-4d8b-87dc-b123826f65bf" providerId="ADAL" clId="{E59F2591-5F12-46AD-B5BE-F919C50C37EB}" dt="2022-07-29T04:08:45.281" v="739" actId="20577"/>
          <ac:spMkLst>
            <pc:docMk/>
            <pc:sldMk cId="3493109116" sldId="264"/>
            <ac:spMk id="7" creationId="{EEA6FBB8-8C92-4126-AD7F-E5F054767536}"/>
          </ac:spMkLst>
        </pc:spChg>
        <pc:graphicFrameChg chg="add del mod modGraphic">
          <ac:chgData name="White, Whitney" userId="65f39021-2f1d-4d8b-87dc-b123826f65bf" providerId="ADAL" clId="{E59F2591-5F12-46AD-B5BE-F919C50C37EB}" dt="2022-07-29T04:07:43.846" v="468" actId="21"/>
          <ac:graphicFrameMkLst>
            <pc:docMk/>
            <pc:sldMk cId="3493109116" sldId="264"/>
            <ac:graphicFrameMk id="5" creationId="{CA77B76B-E806-458A-8CD7-8E8506B2782C}"/>
          </ac:graphicFrameMkLst>
        </pc:graphicFrameChg>
      </pc:sldChg>
    </pc:docChg>
  </pc:docChgLst>
  <pc:docChgLst>
    <pc:chgData name="White (she/her), Whitney" userId="65f39021-2f1d-4d8b-87dc-b123826f65bf" providerId="ADAL" clId="{B20728F1-C30A-4DAE-9EF4-B1C6888F8CAD}"/>
    <pc:docChg chg="modSld">
      <pc:chgData name="White (she/her), Whitney" userId="65f39021-2f1d-4d8b-87dc-b123826f65bf" providerId="ADAL" clId="{B20728F1-C30A-4DAE-9EF4-B1C6888F8CAD}" dt="2023-08-30T21:53:49.181" v="7" actId="962"/>
      <pc:docMkLst>
        <pc:docMk/>
      </pc:docMkLst>
      <pc:sldChg chg="addSp modSp mod">
        <pc:chgData name="White (she/her), Whitney" userId="65f39021-2f1d-4d8b-87dc-b123826f65bf" providerId="ADAL" clId="{B20728F1-C30A-4DAE-9EF4-B1C6888F8CAD}" dt="2023-08-30T21:53:27.353" v="4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B20728F1-C30A-4DAE-9EF4-B1C6888F8CAD}" dt="2023-08-30T21:53:12.850" v="2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B20728F1-C30A-4DAE-9EF4-B1C6888F8CAD}" dt="2023-08-30T21:53:27.353" v="4" actId="1076"/>
          <ac:spMkLst>
            <pc:docMk/>
            <pc:sldMk cId="1482277026" sldId="256"/>
            <ac:spMk id="4" creationId="{CB2C4F4A-6A3C-BFA3-D500-8D9865680EDC}"/>
          </ac:spMkLst>
        </pc:spChg>
      </pc:sldChg>
      <pc:sldChg chg="modSp mod">
        <pc:chgData name="White (she/her), Whitney" userId="65f39021-2f1d-4d8b-87dc-b123826f65bf" providerId="ADAL" clId="{B20728F1-C30A-4DAE-9EF4-B1C6888F8CAD}" dt="2023-08-30T21:53:03.017" v="1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B20728F1-C30A-4DAE-9EF4-B1C6888F8CAD}" dt="2023-08-30T21:53:03.017" v="1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B20728F1-C30A-4DAE-9EF4-B1C6888F8CAD}" dt="2023-08-30T21:53:49.181" v="7" actId="962"/>
        <pc:sldMkLst>
          <pc:docMk/>
          <pc:sldMk cId="4170921578" sldId="262"/>
        </pc:sldMkLst>
        <pc:picChg chg="mod">
          <ac:chgData name="White (she/her), Whitney" userId="65f39021-2f1d-4d8b-87dc-b123826f65bf" providerId="ADAL" clId="{B20728F1-C30A-4DAE-9EF4-B1C6888F8CAD}" dt="2023-08-30T21:53:49.181" v="7" actId="962"/>
          <ac:picMkLst>
            <pc:docMk/>
            <pc:sldMk cId="4170921578" sldId="262"/>
            <ac:picMk id="6" creationId="{BD80B2C5-8C2D-4C82-B3E5-D1F351403164}"/>
          </ac:picMkLst>
        </pc:picChg>
      </pc:sldChg>
    </pc:docChg>
  </pc:docChgLst>
  <pc:docChgLst>
    <pc:chgData name="White, Whitney" userId="65f39021-2f1d-4d8b-87dc-b123826f65bf" providerId="ADAL" clId="{6A531146-25B0-4F02-8BD4-70B760CBD788}"/>
    <pc:docChg chg="custSel modSld">
      <pc:chgData name="White, Whitney" userId="65f39021-2f1d-4d8b-87dc-b123826f65bf" providerId="ADAL" clId="{6A531146-25B0-4F02-8BD4-70B760CBD788}" dt="2022-07-28T02:43:23.884" v="111" actId="20577"/>
      <pc:docMkLst>
        <pc:docMk/>
      </pc:docMkLst>
      <pc:sldChg chg="modSp mod">
        <pc:chgData name="White, Whitney" userId="65f39021-2f1d-4d8b-87dc-b123826f65bf" providerId="ADAL" clId="{6A531146-25B0-4F02-8BD4-70B760CBD788}" dt="2022-07-28T02:43:23.884" v="11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6A531146-25B0-4F02-8BD4-70B760CBD788}" dt="2022-07-28T02:43:23.884" v="11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drive.google.com/file/d/11Uti4O-0L1g93XByU7iZ5JL-f-CUeK0H/view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3591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 | Unit 1: Building an Effective Classroom | Classroom Culture| Lesson 1.04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Planning and Delivering Effective Directions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2C4F4A-6A3C-BFA3-D500-8D9865680EDC}"/>
              </a:ext>
            </a:extLst>
          </p:cNvPr>
          <p:cNvSpPr txBox="1"/>
          <p:nvPr/>
        </p:nvSpPr>
        <p:spPr>
          <a:xfrm>
            <a:off x="-78134" y="6423891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7A, 7C, 7D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/>
              <a:t>define and describe characteristics of effective directions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Think about the routines that we use in class, including what to do when you enter the classroom, Stand Up – Hand Up – Pair Up, and Turn and Talk. What do these routines have in common?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Transition: The space and time between instructional activities during which teachers and students make a shift from one activity to another.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Sequential: Occurring in a specific order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Observable: Able to be seen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Characteristics of Effective Directions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EA6FBB8-8C92-4126-AD7F-E5F054767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Specific</a:t>
            </a:r>
          </a:p>
          <a:p>
            <a:pPr lvl="1"/>
            <a:r>
              <a:rPr lang="en-US" dirty="0"/>
              <a:t>Effective directions describe concrete actions that students should take</a:t>
            </a:r>
          </a:p>
          <a:p>
            <a:r>
              <a:rPr lang="en-US" dirty="0"/>
              <a:t>Sequential</a:t>
            </a:r>
          </a:p>
          <a:p>
            <a:pPr lvl="1"/>
            <a:r>
              <a:rPr lang="en-US" dirty="0"/>
              <a:t>Set out the order in which actions should be taken</a:t>
            </a:r>
          </a:p>
          <a:p>
            <a:r>
              <a:rPr lang="en-US" dirty="0"/>
              <a:t>Observable</a:t>
            </a:r>
          </a:p>
          <a:p>
            <a:pPr lvl="1"/>
            <a:r>
              <a:rPr lang="en-US" dirty="0"/>
              <a:t>The teacher needs to be able to see the students following the directions</a:t>
            </a:r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When should a teacher provide effective directions?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84E3-4C09-4253-8964-13B9C34E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During a transition, which is the space and time between instructional activities during which teacher and students make a shift from one activity to another.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C820-49EE-4F41-8B1F-B9E33FF6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Video: Planning &amp; Delivering Instruction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FCA46-4155-4484-8350-F1E0B95F6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22" y="136525"/>
            <a:ext cx="10864079" cy="65849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hlinkClick r:id="rId2"/>
            </a:endParaRPr>
          </a:p>
          <a:p>
            <a:pPr marL="0" indent="0">
              <a:buNone/>
            </a:pPr>
            <a:r>
              <a:rPr lang="en-US" dirty="0">
                <a:hlinkClick r:id="rId2"/>
              </a:rPr>
              <a:t>Planning &amp; Delivering Instruction-J. </a:t>
            </a:r>
            <a:r>
              <a:rPr lang="en-US" dirty="0" err="1">
                <a:hlinkClick r:id="rId2"/>
              </a:rPr>
              <a:t>Crucetti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C1FB4-016B-4122-B211-50411DB9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80B2C5-8C2D-4C82-B3E5-D1F351403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079" y="1825625"/>
            <a:ext cx="6465841" cy="408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921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 and explain the three key characteristics of effective directions.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Words>242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Instructional Practices | Unit 1: Building an Effective Classroom | Classroom Culture| Lesson 1.04</vt:lpstr>
      <vt:lpstr>TEKS Standards &amp; Objectives</vt:lpstr>
      <vt:lpstr>Bellringer</vt:lpstr>
      <vt:lpstr>Vocabulary</vt:lpstr>
      <vt:lpstr>Characteristics of Effective Directions</vt:lpstr>
      <vt:lpstr>When should a teacher provide effective directions?</vt:lpstr>
      <vt:lpstr>Video: Planning &amp; Delivering Instruction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1.04: Planning and Delivering Effective Directions</dc:title>
  <dc:subject>Lesson 1.04: Planning and Delivering Effective Directions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2023-08-30T21:53:49Z</dcterms:modified>
</cp:coreProperties>
</file>
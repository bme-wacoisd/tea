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Lst>
  <p:notesMasterIdLst>
    <p:notesMasterId r:id="rId14"/>
  </p:notesMasterIdLst>
  <p:sldIdLst>
    <p:sldId id="285" r:id="rId3"/>
    <p:sldId id="263" r:id="rId4"/>
    <p:sldId id="258" r:id="rId5"/>
    <p:sldId id="278" r:id="rId6"/>
    <p:sldId id="279" r:id="rId7"/>
    <p:sldId id="280" r:id="rId8"/>
    <p:sldId id="281" r:id="rId9"/>
    <p:sldId id="282" r:id="rId10"/>
    <p:sldId id="283" r:id="rId11"/>
    <p:sldId id="284"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D9C45D-833B-4F47-A996-E3F82916010D}" v="5" dt="2022-09-15T18:12:11.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2" d="100"/>
          <a:sy n="62" d="100"/>
        </p:scale>
        <p:origin x="3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wati" userId="a3cadf42-9970-41e5-bb67-4a4dd3e8759e" providerId="ADAL" clId="{890CB85C-24BC-4D49-9382-1D7D95E40860}"/>
    <pc:docChg chg="custSel addSld delSld modSld">
      <pc:chgData name="Gupta, Swati" userId="a3cadf42-9970-41e5-bb67-4a4dd3e8759e" providerId="ADAL" clId="{890CB85C-24BC-4D49-9382-1D7D95E40860}" dt="2022-05-10T16:57:31.570" v="24" actId="20577"/>
      <pc:docMkLst>
        <pc:docMk/>
      </pc:docMkLst>
      <pc:sldChg chg="modSp mod delCm modCm">
        <pc:chgData name="Gupta, Swati" userId="a3cadf42-9970-41e5-bb67-4a4dd3e8759e" providerId="ADAL" clId="{890CB85C-24BC-4D49-9382-1D7D95E40860}" dt="2022-05-10T16:57:31.570" v="24" actId="20577"/>
        <pc:sldMkLst>
          <pc:docMk/>
          <pc:sldMk cId="2875402532" sldId="257"/>
        </pc:sldMkLst>
        <pc:spChg chg="mod">
          <ac:chgData name="Gupta, Swati" userId="a3cadf42-9970-41e5-bb67-4a4dd3e8759e" providerId="ADAL" clId="{890CB85C-24BC-4D49-9382-1D7D95E40860}" dt="2022-05-10T16:57:31.570" v="24" actId="20577"/>
          <ac:spMkLst>
            <pc:docMk/>
            <pc:sldMk cId="2875402532" sldId="257"/>
            <ac:spMk id="3" creationId="{81FE1C6D-F36E-48C2-992F-AFB21F6BE7E7}"/>
          </ac:spMkLst>
        </pc:spChg>
      </pc:sldChg>
      <pc:sldChg chg="modSp new del mod">
        <pc:chgData name="Gupta, Swati" userId="a3cadf42-9970-41e5-bb67-4a4dd3e8759e" providerId="ADAL" clId="{890CB85C-24BC-4D49-9382-1D7D95E40860}" dt="2022-05-10T16:57:10.315" v="18" actId="2696"/>
        <pc:sldMkLst>
          <pc:docMk/>
          <pc:sldMk cId="2893024199" sldId="258"/>
        </pc:sldMkLst>
        <pc:spChg chg="mod">
          <ac:chgData name="Gupta, Swati" userId="a3cadf42-9970-41e5-bb67-4a4dd3e8759e" providerId="ADAL" clId="{890CB85C-24BC-4D49-9382-1D7D95E40860}" dt="2022-05-10T16:56:59.001" v="17" actId="207"/>
          <ac:spMkLst>
            <pc:docMk/>
            <pc:sldMk cId="2893024199" sldId="258"/>
            <ac:spMk id="5" creationId="{EAD3D53F-2FE4-4F69-99AE-D4BE8C7CC533}"/>
          </ac:spMkLst>
        </pc:spChg>
      </pc:sldChg>
    </pc:docChg>
  </pc:docChgLst>
  <pc:docChgLst>
    <pc:chgData name="White, Whitney" userId="65f39021-2f1d-4d8b-87dc-b123826f65bf" providerId="ADAL" clId="{8699C80B-8E77-49E0-BF08-BEF33101F979}"/>
    <pc:docChg chg="undo custSel addSld delSld modSld sldOrd">
      <pc:chgData name="White, Whitney" userId="65f39021-2f1d-4d8b-87dc-b123826f65bf" providerId="ADAL" clId="{8699C80B-8E77-49E0-BF08-BEF33101F979}" dt="2022-06-10T19:48:33.824" v="891" actId="20577"/>
      <pc:docMkLst>
        <pc:docMk/>
      </pc:docMkLst>
      <pc:sldChg chg="modSp mod">
        <pc:chgData name="White, Whitney" userId="65f39021-2f1d-4d8b-87dc-b123826f65bf" providerId="ADAL" clId="{8699C80B-8E77-49E0-BF08-BEF33101F979}" dt="2022-06-10T19:48:33.824" v="891" actId="20577"/>
        <pc:sldMkLst>
          <pc:docMk/>
          <pc:sldMk cId="1482277026" sldId="256"/>
        </pc:sldMkLst>
        <pc:spChg chg="mod">
          <ac:chgData name="White, Whitney" userId="65f39021-2f1d-4d8b-87dc-b123826f65bf" providerId="ADAL" clId="{8699C80B-8E77-49E0-BF08-BEF33101F979}" dt="2022-06-10T19:48:33.824" v="891" actId="20577"/>
          <ac:spMkLst>
            <pc:docMk/>
            <pc:sldMk cId="1482277026" sldId="256"/>
            <ac:spMk id="2" creationId="{BFFCF5BD-F8FF-4A67-A8B6-EBB21E79279B}"/>
          </ac:spMkLst>
        </pc:spChg>
        <pc:spChg chg="mod">
          <ac:chgData name="White, Whitney" userId="65f39021-2f1d-4d8b-87dc-b123826f65bf" providerId="ADAL" clId="{8699C80B-8E77-49E0-BF08-BEF33101F979}" dt="2022-06-09T16:10:35.765" v="81" actId="20577"/>
          <ac:spMkLst>
            <pc:docMk/>
            <pc:sldMk cId="1482277026" sldId="256"/>
            <ac:spMk id="3" creationId="{E0FBD98F-3A67-498E-8174-652040DD7B60}"/>
          </ac:spMkLst>
        </pc:spChg>
      </pc:sldChg>
      <pc:sldChg chg="del ord">
        <pc:chgData name="White, Whitney" userId="65f39021-2f1d-4d8b-87dc-b123826f65bf" providerId="ADAL" clId="{8699C80B-8E77-49E0-BF08-BEF33101F979}" dt="2022-06-09T17:21:28.960" v="879" actId="47"/>
        <pc:sldMkLst>
          <pc:docMk/>
          <pc:sldMk cId="2875402532" sldId="257"/>
        </pc:sldMkLst>
      </pc:sldChg>
      <pc:sldChg chg="delSp modSp new mod">
        <pc:chgData name="White, Whitney" userId="65f39021-2f1d-4d8b-87dc-b123826f65bf" providerId="ADAL" clId="{8699C80B-8E77-49E0-BF08-BEF33101F979}" dt="2022-06-09T17:36:09.482" v="889" actId="478"/>
        <pc:sldMkLst>
          <pc:docMk/>
          <pc:sldMk cId="869051348" sldId="258"/>
        </pc:sldMkLst>
        <pc:spChg chg="mod">
          <ac:chgData name="White, Whitney" userId="65f39021-2f1d-4d8b-87dc-b123826f65bf" providerId="ADAL" clId="{8699C80B-8E77-49E0-BF08-BEF33101F979}" dt="2022-06-09T16:11:19.221" v="100" actId="20577"/>
          <ac:spMkLst>
            <pc:docMk/>
            <pc:sldMk cId="869051348" sldId="258"/>
            <ac:spMk id="2" creationId="{4B50FBBE-6C0B-4F7B-8E9F-A1BD243C7929}"/>
          </ac:spMkLst>
        </pc:spChg>
        <pc:spChg chg="mod">
          <ac:chgData name="White, Whitney" userId="65f39021-2f1d-4d8b-87dc-b123826f65bf" providerId="ADAL" clId="{8699C80B-8E77-49E0-BF08-BEF33101F979}" dt="2022-06-09T16:13:00.786" v="510" actId="5793"/>
          <ac:spMkLst>
            <pc:docMk/>
            <pc:sldMk cId="869051348" sldId="258"/>
            <ac:spMk id="3" creationId="{1DE4002F-1460-4577-9FE8-9FE653C73C23}"/>
          </ac:spMkLst>
        </pc:spChg>
        <pc:spChg chg="del mod">
          <ac:chgData name="White, Whitney" userId="65f39021-2f1d-4d8b-87dc-b123826f65bf" providerId="ADAL" clId="{8699C80B-8E77-49E0-BF08-BEF33101F979}" dt="2022-06-09T17:36:09.482" v="889" actId="478"/>
          <ac:spMkLst>
            <pc:docMk/>
            <pc:sldMk cId="869051348" sldId="258"/>
            <ac:spMk id="4" creationId="{7573524F-1E2B-4915-AC4A-7AD977F8F1C6}"/>
          </ac:spMkLst>
        </pc:spChg>
      </pc:sldChg>
      <pc:sldChg chg="addSp delSp modSp new del mod modClrScheme chgLayout">
        <pc:chgData name="White, Whitney" userId="65f39021-2f1d-4d8b-87dc-b123826f65bf" providerId="ADAL" clId="{8699C80B-8E77-49E0-BF08-BEF33101F979}" dt="2022-06-09T16:21:52.105" v="529" actId="2696"/>
        <pc:sldMkLst>
          <pc:docMk/>
          <pc:sldMk cId="2972536801" sldId="259"/>
        </pc:sldMkLst>
        <pc:spChg chg="mod ord">
          <ac:chgData name="White, Whitney" userId="65f39021-2f1d-4d8b-87dc-b123826f65bf" providerId="ADAL" clId="{8699C80B-8E77-49E0-BF08-BEF33101F979}" dt="2022-06-09T16:21:21.742" v="525" actId="700"/>
          <ac:spMkLst>
            <pc:docMk/>
            <pc:sldMk cId="2972536801" sldId="259"/>
            <ac:spMk id="2" creationId="{CFCEDC0A-14F7-40FE-B3CB-B7967BFC56F7}"/>
          </ac:spMkLst>
        </pc:spChg>
        <pc:spChg chg="del">
          <ac:chgData name="White, Whitney" userId="65f39021-2f1d-4d8b-87dc-b123826f65bf" providerId="ADAL" clId="{8699C80B-8E77-49E0-BF08-BEF33101F979}" dt="2022-06-09T16:21:21.742" v="525" actId="700"/>
          <ac:spMkLst>
            <pc:docMk/>
            <pc:sldMk cId="2972536801" sldId="259"/>
            <ac:spMk id="3" creationId="{2E397552-F5A9-4270-B610-21EF5F2AE6EE}"/>
          </ac:spMkLst>
        </pc:spChg>
        <pc:spChg chg="mod ord">
          <ac:chgData name="White, Whitney" userId="65f39021-2f1d-4d8b-87dc-b123826f65bf" providerId="ADAL" clId="{8699C80B-8E77-49E0-BF08-BEF33101F979}" dt="2022-06-09T16:21:28.550" v="526" actId="20577"/>
          <ac:spMkLst>
            <pc:docMk/>
            <pc:sldMk cId="2972536801" sldId="259"/>
            <ac:spMk id="4" creationId="{A8DE42ED-ECEB-4B5A-8197-A46B6006F697}"/>
          </ac:spMkLst>
        </pc:spChg>
        <pc:spChg chg="mod ord">
          <ac:chgData name="White, Whitney" userId="65f39021-2f1d-4d8b-87dc-b123826f65bf" providerId="ADAL" clId="{8699C80B-8E77-49E0-BF08-BEF33101F979}" dt="2022-06-09T16:21:21.742" v="525" actId="700"/>
          <ac:spMkLst>
            <pc:docMk/>
            <pc:sldMk cId="2972536801" sldId="259"/>
            <ac:spMk id="5" creationId="{50BA2393-D5E0-4474-9A6C-E84121B70561}"/>
          </ac:spMkLst>
        </pc:spChg>
        <pc:spChg chg="add del">
          <ac:chgData name="White, Whitney" userId="65f39021-2f1d-4d8b-87dc-b123826f65bf" providerId="ADAL" clId="{8699C80B-8E77-49E0-BF08-BEF33101F979}" dt="2022-06-09T16:21:16.556" v="524" actId="22"/>
          <ac:spMkLst>
            <pc:docMk/>
            <pc:sldMk cId="2972536801" sldId="259"/>
            <ac:spMk id="7" creationId="{017B4F76-46F0-4FC2-8F57-EB5BC5A23EF9}"/>
          </ac:spMkLst>
        </pc:spChg>
      </pc:sldChg>
      <pc:sldChg chg="new del">
        <pc:chgData name="White, Whitney" userId="65f39021-2f1d-4d8b-87dc-b123826f65bf" providerId="ADAL" clId="{8699C80B-8E77-49E0-BF08-BEF33101F979}" dt="2022-06-09T16:22:11.834" v="531" actId="2696"/>
        <pc:sldMkLst>
          <pc:docMk/>
          <pc:sldMk cId="1967260953" sldId="260"/>
        </pc:sldMkLst>
      </pc:sldChg>
      <pc:sldChg chg="new del">
        <pc:chgData name="White, Whitney" userId="65f39021-2f1d-4d8b-87dc-b123826f65bf" providerId="ADAL" clId="{8699C80B-8E77-49E0-BF08-BEF33101F979}" dt="2022-06-09T16:23:03.456" v="533" actId="2696"/>
        <pc:sldMkLst>
          <pc:docMk/>
          <pc:sldMk cId="950145530" sldId="261"/>
        </pc:sldMkLst>
      </pc:sldChg>
      <pc:sldChg chg="new del">
        <pc:chgData name="White, Whitney" userId="65f39021-2f1d-4d8b-87dc-b123826f65bf" providerId="ADAL" clId="{8699C80B-8E77-49E0-BF08-BEF33101F979}" dt="2022-06-09T16:23:43.061" v="535" actId="2696"/>
        <pc:sldMkLst>
          <pc:docMk/>
          <pc:sldMk cId="3605856785" sldId="262"/>
        </pc:sldMkLst>
      </pc:sldChg>
      <pc:sldChg chg="addSp delSp modSp new mod ord">
        <pc:chgData name="White, Whitney" userId="65f39021-2f1d-4d8b-87dc-b123826f65bf" providerId="ADAL" clId="{8699C80B-8E77-49E0-BF08-BEF33101F979}" dt="2022-06-09T17:36:04.202" v="888" actId="478"/>
        <pc:sldMkLst>
          <pc:docMk/>
          <pc:sldMk cId="1493688635" sldId="263"/>
        </pc:sldMkLst>
        <pc:spChg chg="mod">
          <ac:chgData name="White, Whitney" userId="65f39021-2f1d-4d8b-87dc-b123826f65bf" providerId="ADAL" clId="{8699C80B-8E77-49E0-BF08-BEF33101F979}" dt="2022-06-09T17:31:08.219" v="887" actId="20577"/>
          <ac:spMkLst>
            <pc:docMk/>
            <pc:sldMk cId="1493688635" sldId="263"/>
            <ac:spMk id="2" creationId="{6D0970F8-564A-4E6A-B0CE-1158FFB9587E}"/>
          </ac:spMkLst>
        </pc:spChg>
        <pc:spChg chg="add del mod">
          <ac:chgData name="White, Whitney" userId="65f39021-2f1d-4d8b-87dc-b123826f65bf" providerId="ADAL" clId="{8699C80B-8E77-49E0-BF08-BEF33101F979}" dt="2022-06-09T17:20:24.644" v="825" actId="20577"/>
          <ac:spMkLst>
            <pc:docMk/>
            <pc:sldMk cId="1493688635" sldId="263"/>
            <ac:spMk id="3" creationId="{56C7EF45-93A0-4A4D-A5C4-7D95D33E6706}"/>
          </ac:spMkLst>
        </pc:spChg>
        <pc:spChg chg="del mod">
          <ac:chgData name="White, Whitney" userId="65f39021-2f1d-4d8b-87dc-b123826f65bf" providerId="ADAL" clId="{8699C80B-8E77-49E0-BF08-BEF33101F979}" dt="2022-06-09T17:36:04.202" v="888" actId="478"/>
          <ac:spMkLst>
            <pc:docMk/>
            <pc:sldMk cId="1493688635" sldId="263"/>
            <ac:spMk id="4" creationId="{AC193C14-6755-4F13-800E-3FCC0091A567}"/>
          </ac:spMkLst>
        </pc:spChg>
        <pc:graphicFrameChg chg="add del mod">
          <ac:chgData name="White, Whitney" userId="65f39021-2f1d-4d8b-87dc-b123826f65bf" providerId="ADAL" clId="{8699C80B-8E77-49E0-BF08-BEF33101F979}" dt="2022-06-09T16:30:15.721" v="585"/>
          <ac:graphicFrameMkLst>
            <pc:docMk/>
            <pc:sldMk cId="1493688635" sldId="263"/>
            <ac:graphicFrameMk id="6" creationId="{22FBABDA-29BC-4FA9-B01F-2A5BB64411A0}"/>
          </ac:graphicFrameMkLst>
        </pc:graphicFrameChg>
      </pc:sldChg>
      <pc:sldChg chg="delSp modSp new mod">
        <pc:chgData name="White, Whitney" userId="65f39021-2f1d-4d8b-87dc-b123826f65bf" providerId="ADAL" clId="{8699C80B-8E77-49E0-BF08-BEF33101F979}" dt="2022-06-09T17:21:47.638" v="881" actId="478"/>
        <pc:sldMkLst>
          <pc:docMk/>
          <pc:sldMk cId="1333249988" sldId="264"/>
        </pc:sldMkLst>
        <pc:spChg chg="mod">
          <ac:chgData name="White, Whitney" userId="65f39021-2f1d-4d8b-87dc-b123826f65bf" providerId="ADAL" clId="{8699C80B-8E77-49E0-BF08-BEF33101F979}" dt="2022-06-09T17:20:39.803" v="842" actId="20577"/>
          <ac:spMkLst>
            <pc:docMk/>
            <pc:sldMk cId="1333249988" sldId="264"/>
            <ac:spMk id="2" creationId="{35DEA4D3-33A7-4D8F-AE5A-B006383DD21B}"/>
          </ac:spMkLst>
        </pc:spChg>
        <pc:spChg chg="mod">
          <ac:chgData name="White, Whitney" userId="65f39021-2f1d-4d8b-87dc-b123826f65bf" providerId="ADAL" clId="{8699C80B-8E77-49E0-BF08-BEF33101F979}" dt="2022-06-09T17:21:13.440" v="874" actId="403"/>
          <ac:spMkLst>
            <pc:docMk/>
            <pc:sldMk cId="1333249988" sldId="264"/>
            <ac:spMk id="3" creationId="{3472F971-CD4B-4510-ACDB-B53B305ED545}"/>
          </ac:spMkLst>
        </pc:spChg>
        <pc:spChg chg="del mod">
          <ac:chgData name="White, Whitney" userId="65f39021-2f1d-4d8b-87dc-b123826f65bf" providerId="ADAL" clId="{8699C80B-8E77-49E0-BF08-BEF33101F979}" dt="2022-06-09T17:21:47.638" v="881" actId="478"/>
          <ac:spMkLst>
            <pc:docMk/>
            <pc:sldMk cId="1333249988" sldId="264"/>
            <ac:spMk id="4" creationId="{75BBCA80-7585-4F66-9922-CC95DFE56F1B}"/>
          </ac:spMkLst>
        </pc:spChg>
      </pc:sldChg>
      <pc:sldChg chg="new del">
        <pc:chgData name="White, Whitney" userId="65f39021-2f1d-4d8b-87dc-b123826f65bf" providerId="ADAL" clId="{8699C80B-8E77-49E0-BF08-BEF33101F979}" dt="2022-06-09T17:21:27.571" v="877" actId="47"/>
        <pc:sldMkLst>
          <pc:docMk/>
          <pc:sldMk cId="1567410763" sldId="265"/>
        </pc:sldMkLst>
      </pc:sldChg>
      <pc:sldChg chg="new del">
        <pc:chgData name="White, Whitney" userId="65f39021-2f1d-4d8b-87dc-b123826f65bf" providerId="ADAL" clId="{8699C80B-8E77-49E0-BF08-BEF33101F979}" dt="2022-06-09T17:21:28.151" v="878" actId="47"/>
        <pc:sldMkLst>
          <pc:docMk/>
          <pc:sldMk cId="425089259" sldId="266"/>
        </pc:sldMkLst>
      </pc:sldChg>
      <pc:sldChg chg="add">
        <pc:chgData name="White, Whitney" userId="65f39021-2f1d-4d8b-87dc-b123826f65bf" providerId="ADAL" clId="{8699C80B-8E77-49E0-BF08-BEF33101F979}" dt="2022-06-09T16:21:39.591" v="528"/>
        <pc:sldMkLst>
          <pc:docMk/>
          <pc:sldMk cId="1998850266" sldId="278"/>
        </pc:sldMkLst>
      </pc:sldChg>
      <pc:sldChg chg="add">
        <pc:chgData name="White, Whitney" userId="65f39021-2f1d-4d8b-87dc-b123826f65bf" providerId="ADAL" clId="{8699C80B-8E77-49E0-BF08-BEF33101F979}" dt="2022-06-09T16:22:08.503" v="530"/>
        <pc:sldMkLst>
          <pc:docMk/>
          <pc:sldMk cId="3666905281" sldId="279"/>
        </pc:sldMkLst>
      </pc:sldChg>
      <pc:sldChg chg="add">
        <pc:chgData name="White, Whitney" userId="65f39021-2f1d-4d8b-87dc-b123826f65bf" providerId="ADAL" clId="{8699C80B-8E77-49E0-BF08-BEF33101F979}" dt="2022-06-09T16:23:00.137" v="532"/>
        <pc:sldMkLst>
          <pc:docMk/>
          <pc:sldMk cId="734035216" sldId="280"/>
        </pc:sldMkLst>
      </pc:sldChg>
      <pc:sldChg chg="add ord">
        <pc:chgData name="White, Whitney" userId="65f39021-2f1d-4d8b-87dc-b123826f65bf" providerId="ADAL" clId="{8699C80B-8E77-49E0-BF08-BEF33101F979}" dt="2022-06-09T16:24:28.317" v="538"/>
        <pc:sldMkLst>
          <pc:docMk/>
          <pc:sldMk cId="1583931311" sldId="281"/>
        </pc:sldMkLst>
      </pc:sldChg>
      <pc:sldChg chg="add">
        <pc:chgData name="White, Whitney" userId="65f39021-2f1d-4d8b-87dc-b123826f65bf" providerId="ADAL" clId="{8699C80B-8E77-49E0-BF08-BEF33101F979}" dt="2022-06-09T16:23:40.157" v="534"/>
        <pc:sldMkLst>
          <pc:docMk/>
          <pc:sldMk cId="1993883471" sldId="282"/>
        </pc:sldMkLst>
      </pc:sldChg>
      <pc:sldChg chg="del">
        <pc:chgData name="White, Whitney" userId="65f39021-2f1d-4d8b-87dc-b123826f65bf" providerId="ADAL" clId="{8699C80B-8E77-49E0-BF08-BEF33101F979}" dt="2022-06-09T16:25:27.371" v="539" actId="2696"/>
        <pc:sldMkLst>
          <pc:docMk/>
          <pc:sldMk cId="2874979988" sldId="283"/>
        </pc:sldMkLst>
      </pc:sldChg>
    </pc:docChg>
  </pc:docChgLst>
  <pc:docChgLst>
    <pc:chgData name="White (she/her), Whitney" userId="65f39021-2f1d-4d8b-87dc-b123826f65bf" providerId="ADAL" clId="{A6D9C45D-833B-4F47-A996-E3F82916010D}"/>
    <pc:docChg chg="delSld modSld">
      <pc:chgData name="White (she/her), Whitney" userId="65f39021-2f1d-4d8b-87dc-b123826f65bf" providerId="ADAL" clId="{A6D9C45D-833B-4F47-A996-E3F82916010D}" dt="2022-09-16T19:59:31.184" v="91" actId="20577"/>
      <pc:docMkLst>
        <pc:docMk/>
      </pc:docMkLst>
      <pc:sldChg chg="del">
        <pc:chgData name="White (she/her), Whitney" userId="65f39021-2f1d-4d8b-87dc-b123826f65bf" providerId="ADAL" clId="{A6D9C45D-833B-4F47-A996-E3F82916010D}" dt="2022-09-15T18:11:44.197" v="89" actId="2696"/>
        <pc:sldMkLst>
          <pc:docMk/>
          <pc:sldMk cId="1482277026" sldId="256"/>
        </pc:sldMkLst>
      </pc:sldChg>
      <pc:sldChg chg="modSp mod">
        <pc:chgData name="White (she/her), Whitney" userId="65f39021-2f1d-4d8b-87dc-b123826f65bf" providerId="ADAL" clId="{A6D9C45D-833B-4F47-A996-E3F82916010D}" dt="2022-09-16T19:59:31.184" v="91" actId="20577"/>
        <pc:sldMkLst>
          <pc:docMk/>
          <pc:sldMk cId="1493688635" sldId="263"/>
        </pc:sldMkLst>
        <pc:spChg chg="mod">
          <ac:chgData name="White (she/her), Whitney" userId="65f39021-2f1d-4d8b-87dc-b123826f65bf" providerId="ADAL" clId="{A6D9C45D-833B-4F47-A996-E3F82916010D}" dt="2022-09-16T19:59:31.184" v="91" actId="20577"/>
          <ac:spMkLst>
            <pc:docMk/>
            <pc:sldMk cId="1493688635" sldId="263"/>
            <ac:spMk id="3" creationId="{56C7EF45-93A0-4A4D-A5C4-7D95D33E6706}"/>
          </ac:spMkLst>
        </pc:spChg>
      </pc:sldChg>
      <pc:sldChg chg="modSp mod">
        <pc:chgData name="White (she/her), Whitney" userId="65f39021-2f1d-4d8b-87dc-b123826f65bf" providerId="ADAL" clId="{A6D9C45D-833B-4F47-A996-E3F82916010D}" dt="2022-09-15T18:11:39.931" v="88" actId="13926"/>
        <pc:sldMkLst>
          <pc:docMk/>
          <pc:sldMk cId="3976098008" sldId="285"/>
        </pc:sldMkLst>
        <pc:spChg chg="mod">
          <ac:chgData name="White (she/her), Whitney" userId="65f39021-2f1d-4d8b-87dc-b123826f65bf" providerId="ADAL" clId="{A6D9C45D-833B-4F47-A996-E3F82916010D}" dt="2022-09-15T18:11:35.236" v="87" actId="20577"/>
          <ac:spMkLst>
            <pc:docMk/>
            <pc:sldMk cId="3976098008" sldId="285"/>
            <ac:spMk id="2" creationId="{BFFCF5BD-F8FF-4A67-A8B6-EBB21E79279B}"/>
          </ac:spMkLst>
        </pc:spChg>
        <pc:spChg chg="mod">
          <ac:chgData name="White (she/her), Whitney" userId="65f39021-2f1d-4d8b-87dc-b123826f65bf" providerId="ADAL" clId="{A6D9C45D-833B-4F47-A996-E3F82916010D}" dt="2022-09-15T18:11:39.931" v="88" actId="13926"/>
          <ac:spMkLst>
            <pc:docMk/>
            <pc:sldMk cId="3976098008" sldId="285"/>
            <ac:spMk id="3" creationId="{E0FBD98F-3A67-498E-8174-652040DD7B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9/15/2022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5">
                    <a:lumMod val="50000"/>
                  </a:schemeClr>
                </a:solidFill>
                <a:latin typeface="Avenir Next LT Pro" panose="020B0504020202020204" pitchFamily="34" charset="0"/>
              </a:rPr>
              <a:t>You don’t learn anything from what is happening in the class down the hall, you learn by sensing things in this classroom, in this environment ….for instance the words on this slide and or what your teacher is saying</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1674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9170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4726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4946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0829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076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CCD9F9-E31F-49EC-86EF-05848F4D02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36019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9/15/2022</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9/15/2022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9/15/2022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9/15/2022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9/15/2022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9/15/2022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9/15/2022</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3293117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9/15/2022</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331048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9/15/2022</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747406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9/15/2022</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0332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9/15/2022</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41361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9/15/2022</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8471711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9/15/2022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9/15/2022</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458837231"/>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creativecommons.org/licenses/by-nc-nd/4.0/legalcode" TargetMode="External"/><Relationship Id="rId7"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eansforimpact.org/wp-content/uploads/2021/06/DFI_Deepening-Meaning-and-Learning.pdf" TargetMode="External"/><Relationship Id="rId4" Type="http://schemas.openxmlformats.org/officeDocument/2006/relationships/hyperlink" Target="https://www.olicav.com/#/diagram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487700"/>
            <a:ext cx="9144000" cy="370300"/>
          </a:xfrm>
        </p:spPr>
        <p:txBody>
          <a:bodyPr>
            <a:normAutofit/>
          </a:bodyPr>
          <a:lstStyle/>
          <a:p>
            <a:pPr algn="l"/>
            <a:r>
              <a:rPr lang="en-US" sz="1800" dirty="0"/>
              <a:t>Instructional Practices| Unit 4: The Science of Learning| Lesson 4.01</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The Simple Memory Model</a:t>
            </a:r>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970F8-564A-4E6A-B0CE-1158FFB9587E}"/>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56C7EF45-93A0-4A4D-A5C4-7D95D33E6706}"/>
              </a:ext>
            </a:extLst>
          </p:cNvPr>
          <p:cNvSpPr>
            <a:spLocks noGrp="1"/>
          </p:cNvSpPr>
          <p:nvPr>
            <p:ph idx="1"/>
          </p:nvPr>
        </p:nvSpPr>
        <p:spPr/>
        <p:txBody>
          <a:bodyPr/>
          <a:lstStyle/>
          <a:p>
            <a:pPr marL="0" indent="0">
              <a:buNone/>
            </a:pPr>
            <a:r>
              <a:rPr lang="en-US" dirty="0"/>
              <a:t>TEKS 4A, 4B </a:t>
            </a:r>
            <a:r>
              <a:rPr lang="en-US"/>
              <a:t>&amp; 6D</a:t>
            </a:r>
            <a:endParaRPr lang="en-US" dirty="0"/>
          </a:p>
          <a:p>
            <a:pPr marL="0" indent="0">
              <a:buNone/>
            </a:pPr>
            <a:endParaRPr lang="en-US" dirty="0"/>
          </a:p>
          <a:p>
            <a:pPr marL="0" indent="0">
              <a:buNone/>
            </a:pPr>
            <a:r>
              <a:rPr lang="en-US" dirty="0"/>
              <a:t>The student will…</a:t>
            </a:r>
          </a:p>
          <a:p>
            <a:r>
              <a:rPr lang="en-US" dirty="0"/>
              <a:t>Understand the simple memory model and its role in learning</a:t>
            </a:r>
          </a:p>
          <a:p>
            <a:r>
              <a:rPr lang="en-US" dirty="0"/>
              <a:t>Apply the simple memory model to identify why learning is or is not happening in real-life and classroom situations</a:t>
            </a:r>
          </a:p>
        </p:txBody>
      </p:sp>
      <p:sp>
        <p:nvSpPr>
          <p:cNvPr id="5" name="Slide Number Placeholder 4">
            <a:extLst>
              <a:ext uri="{FF2B5EF4-FFF2-40B4-BE49-F238E27FC236}">
                <a16:creationId xmlns:a16="http://schemas.microsoft.com/office/drawing/2014/main" id="{ADB867E1-EAB1-41FE-AFBC-C7A8F3C7170D}"/>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149368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FBBE-6C0B-4F7B-8E9F-A1BD243C7929}"/>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1DE4002F-1460-4577-9FE8-9FE653C73C23}"/>
              </a:ext>
            </a:extLst>
          </p:cNvPr>
          <p:cNvSpPr>
            <a:spLocks noGrp="1"/>
          </p:cNvSpPr>
          <p:nvPr>
            <p:ph idx="1"/>
          </p:nvPr>
        </p:nvSpPr>
        <p:spPr/>
        <p:txBody>
          <a:bodyPr/>
          <a:lstStyle/>
          <a:p>
            <a:pPr marL="0" indent="0">
              <a:buNone/>
            </a:pPr>
            <a:r>
              <a:rPr lang="en-US" dirty="0"/>
              <a:t>Think about how you tie your shoelaces. You likely learned to tie your shoes long ago and probably do it often without giving it a second thought. But how did you learn it? Based on what you anticipate about how learning works, use the chart in your Student Guide to create a list of some of the steps that you would take to help a child learn to tie their shoes.</a:t>
            </a:r>
          </a:p>
        </p:txBody>
      </p:sp>
      <p:sp>
        <p:nvSpPr>
          <p:cNvPr id="5" name="Slide Number Placeholder 4">
            <a:extLst>
              <a:ext uri="{FF2B5EF4-FFF2-40B4-BE49-F238E27FC236}">
                <a16:creationId xmlns:a16="http://schemas.microsoft.com/office/drawing/2014/main" id="{11E36C73-C163-4034-8F9A-E812F74DAA68}"/>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86905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7159594" cy="92333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F5597"/>
                </a:solidFill>
                <a:effectLst/>
                <a:uLnTx/>
                <a:uFillTx/>
                <a:latin typeface="Avenir Next LT Pro" panose="020B0504020202020204" pitchFamily="34" charset="0"/>
                <a:ea typeface="+mn-ea"/>
                <a:cs typeface="+mn-cs"/>
              </a:rPr>
              <a:t>Environment</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Learning starts with things happening in your </a:t>
            </a: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p>
        </p:txBody>
      </p:sp>
      <p:cxnSp>
        <p:nvCxnSpPr>
          <p:cNvPr id="40" name="Straight Arrow Connector 39">
            <a:extLst>
              <a:ext uri="{FF2B5EF4-FFF2-40B4-BE49-F238E27FC236}">
                <a16:creationId xmlns:a16="http://schemas.microsoft.com/office/drawing/2014/main" id="{EC556EB0-3D43-47D9-8792-9E0833B72BEA}"/>
              </a:ext>
            </a:extLst>
          </p:cNvPr>
          <p:cNvCxnSpPr>
            <a:cxnSpLocks/>
          </p:cNvCxnSpPr>
          <p:nvPr/>
        </p:nvCxnSpPr>
        <p:spPr>
          <a:xfrm>
            <a:off x="2571750" y="1996356"/>
            <a:ext cx="342900" cy="467336"/>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5A27866-DFAE-41D2-B0BE-95E507602CC6}"/>
              </a:ext>
            </a:extLst>
          </p:cNvPr>
          <p:cNvSpPr txBox="1"/>
          <p:nvPr/>
        </p:nvSpPr>
        <p:spPr>
          <a:xfrm>
            <a:off x="618495" y="1263265"/>
            <a:ext cx="6858439" cy="113877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Things happening around you that you can hear, see, read, touch, smell, taste.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cxnSp>
        <p:nvCxnSpPr>
          <p:cNvPr id="44" name="Straight Arrow Connector 43">
            <a:extLst>
              <a:ext uri="{FF2B5EF4-FFF2-40B4-BE49-F238E27FC236}">
                <a16:creationId xmlns:a16="http://schemas.microsoft.com/office/drawing/2014/main" id="{0F42454A-3D50-4A59-A02D-C4C794855C39}"/>
              </a:ext>
            </a:extLst>
          </p:cNvPr>
          <p:cNvCxnSpPr>
            <a:cxnSpLocks/>
          </p:cNvCxnSpPr>
          <p:nvPr/>
        </p:nvCxnSpPr>
        <p:spPr>
          <a:xfrm flipH="1">
            <a:off x="1839172" y="2033907"/>
            <a:ext cx="176498" cy="481525"/>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C9BE883-B9D8-42E1-AE13-361C8F9B0021}"/>
              </a:ext>
            </a:extLst>
          </p:cNvPr>
          <p:cNvCxnSpPr>
            <a:cxnSpLocks/>
          </p:cNvCxnSpPr>
          <p:nvPr/>
        </p:nvCxnSpPr>
        <p:spPr>
          <a:xfrm>
            <a:off x="2329996" y="2056784"/>
            <a:ext cx="88296" cy="559790"/>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50" name="L-Shape 49">
            <a:extLst>
              <a:ext uri="{FF2B5EF4-FFF2-40B4-BE49-F238E27FC236}">
                <a16:creationId xmlns:a16="http://schemas.microsoft.com/office/drawing/2014/main" id="{44912EB5-91FD-4520-BEB8-9EC1D5C9F012}"/>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L-Shape 50">
            <a:extLst>
              <a:ext uri="{FF2B5EF4-FFF2-40B4-BE49-F238E27FC236}">
                <a16:creationId xmlns:a16="http://schemas.microsoft.com/office/drawing/2014/main" id="{D1D6E7B7-6DE6-4838-B0C8-93EC71BEED71}"/>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L-Shape 51">
            <a:extLst>
              <a:ext uri="{FF2B5EF4-FFF2-40B4-BE49-F238E27FC236}">
                <a16:creationId xmlns:a16="http://schemas.microsoft.com/office/drawing/2014/main" id="{09C1BD24-2496-4A17-A620-2D485559E1B7}"/>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L-Shape 52">
            <a:extLst>
              <a:ext uri="{FF2B5EF4-FFF2-40B4-BE49-F238E27FC236}">
                <a16:creationId xmlns:a16="http://schemas.microsoft.com/office/drawing/2014/main" id="{6BC07E78-D597-493F-B475-CFA109785634}"/>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Oval 53">
            <a:extLst>
              <a:ext uri="{FF2B5EF4-FFF2-40B4-BE49-F238E27FC236}">
                <a16:creationId xmlns:a16="http://schemas.microsoft.com/office/drawing/2014/main" id="{CFDC478F-71A1-4801-90FC-6603CB93DD9D}"/>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Oval 54">
            <a:extLst>
              <a:ext uri="{FF2B5EF4-FFF2-40B4-BE49-F238E27FC236}">
                <a16:creationId xmlns:a16="http://schemas.microsoft.com/office/drawing/2014/main" id="{CBC816F7-7F86-4E42-ACAF-8B2610BB6AED}"/>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Oval 55">
            <a:extLst>
              <a:ext uri="{FF2B5EF4-FFF2-40B4-BE49-F238E27FC236}">
                <a16:creationId xmlns:a16="http://schemas.microsoft.com/office/drawing/2014/main" id="{1137B104-C269-4A87-9212-9653B010ACA6}"/>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Oval 56">
            <a:extLst>
              <a:ext uri="{FF2B5EF4-FFF2-40B4-BE49-F238E27FC236}">
                <a16:creationId xmlns:a16="http://schemas.microsoft.com/office/drawing/2014/main" id="{D42D8E60-6707-4F40-8CC4-76E6BDCECC77}"/>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Oval 57">
            <a:extLst>
              <a:ext uri="{FF2B5EF4-FFF2-40B4-BE49-F238E27FC236}">
                <a16:creationId xmlns:a16="http://schemas.microsoft.com/office/drawing/2014/main" id="{6E667196-DB15-4DA0-B109-C6BB9DF6A005}"/>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Oval 58">
            <a:extLst>
              <a:ext uri="{FF2B5EF4-FFF2-40B4-BE49-F238E27FC236}">
                <a16:creationId xmlns:a16="http://schemas.microsoft.com/office/drawing/2014/main" id="{6C55C686-75BB-4AA4-BB70-73F4E1DF46EA}"/>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C7DCD054-2F00-4289-8701-6FEEC6D97219}"/>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FAC57A9E-DE6F-46CF-9201-64A4ED63FEED}"/>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Oval 61">
            <a:extLst>
              <a:ext uri="{FF2B5EF4-FFF2-40B4-BE49-F238E27FC236}">
                <a16:creationId xmlns:a16="http://schemas.microsoft.com/office/drawing/2014/main" id="{A76CFF62-6796-40C0-815F-6CC9FF66908B}"/>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Oval 62">
            <a:extLst>
              <a:ext uri="{FF2B5EF4-FFF2-40B4-BE49-F238E27FC236}">
                <a16:creationId xmlns:a16="http://schemas.microsoft.com/office/drawing/2014/main" id="{73EF2A07-1125-46E8-9730-9FE2E1AE2A69}"/>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Oval 63">
            <a:extLst>
              <a:ext uri="{FF2B5EF4-FFF2-40B4-BE49-F238E27FC236}">
                <a16:creationId xmlns:a16="http://schemas.microsoft.com/office/drawing/2014/main" id="{2E30DC64-CC38-4840-AC14-AA94FD144312}"/>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FEA177CB-2B73-4E47-95D7-7CA6197E8BDD}"/>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01200555-17AF-4548-803B-5FAAF7A295D0}"/>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Oval 66">
            <a:extLst>
              <a:ext uri="{FF2B5EF4-FFF2-40B4-BE49-F238E27FC236}">
                <a16:creationId xmlns:a16="http://schemas.microsoft.com/office/drawing/2014/main" id="{4E5171CA-319C-45DC-AED5-F37EF3289A33}"/>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9F6164F6-A6B8-48B2-91B3-34254B8DCB56}"/>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a16:creationId xmlns:a16="http://schemas.microsoft.com/office/drawing/2014/main" id="{78779A2E-A738-4A79-A362-4E3C79689682}"/>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BC0F8004-19BD-438F-B426-E5748A4A3717}"/>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Oval 70">
            <a:extLst>
              <a:ext uri="{FF2B5EF4-FFF2-40B4-BE49-F238E27FC236}">
                <a16:creationId xmlns:a16="http://schemas.microsoft.com/office/drawing/2014/main" id="{6B28781E-3B8E-4412-B44D-256713350D95}"/>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Oval 71">
            <a:extLst>
              <a:ext uri="{FF2B5EF4-FFF2-40B4-BE49-F238E27FC236}">
                <a16:creationId xmlns:a16="http://schemas.microsoft.com/office/drawing/2014/main" id="{ACE052E5-EA8F-49CF-B5FF-D02470B8E93B}"/>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xmlns:a16="http://schemas.microsoft.com/office/drawing/2014/main" id="{96F1F5C1-2FA3-4418-9592-7725501A5E67}"/>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Oval 73">
            <a:extLst>
              <a:ext uri="{FF2B5EF4-FFF2-40B4-BE49-F238E27FC236}">
                <a16:creationId xmlns:a16="http://schemas.microsoft.com/office/drawing/2014/main" id="{2C6AA336-C966-4146-B70F-38560C09132F}"/>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Oval 74">
            <a:extLst>
              <a:ext uri="{FF2B5EF4-FFF2-40B4-BE49-F238E27FC236}">
                <a16:creationId xmlns:a16="http://schemas.microsoft.com/office/drawing/2014/main" id="{8A4E6F7B-A0FC-4F1B-B6D9-483F6F95C41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Oval 75">
            <a:extLst>
              <a:ext uri="{FF2B5EF4-FFF2-40B4-BE49-F238E27FC236}">
                <a16:creationId xmlns:a16="http://schemas.microsoft.com/office/drawing/2014/main" id="{3717685F-D2EC-4A6E-9924-1D176A3023CC}"/>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885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500"/>
                                        <p:tgtEl>
                                          <p:spTgt spid="5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500"/>
                                        <p:tgtEl>
                                          <p:spTgt spid="5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500"/>
                                        <p:tgtEl>
                                          <p:spTgt spid="5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fade">
                                      <p:cBhvr>
                                        <p:cTn id="28" dur="500"/>
                                        <p:tgtEl>
                                          <p:spTgt spid="5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500"/>
                                        <p:tgtEl>
                                          <p:spTgt spid="5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500"/>
                                        <p:tgtEl>
                                          <p:spTgt spid="6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500"/>
                                        <p:tgtEl>
                                          <p:spTgt spid="6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500"/>
                                        <p:tgtEl>
                                          <p:spTgt spid="6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fade">
                                      <p:cBhvr>
                                        <p:cTn id="52" dur="500"/>
                                        <p:tgtEl>
                                          <p:spTgt spid="6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fade">
                                      <p:cBhvr>
                                        <p:cTn id="55" dur="500"/>
                                        <p:tgtEl>
                                          <p:spTgt spid="6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fade">
                                      <p:cBhvr>
                                        <p:cTn id="58" dur="500"/>
                                        <p:tgtEl>
                                          <p:spTgt spid="6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500"/>
                                        <p:tgtEl>
                                          <p:spTgt spid="6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fade">
                                      <p:cBhvr>
                                        <p:cTn id="64" dur="500"/>
                                        <p:tgtEl>
                                          <p:spTgt spid="6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animEffect transition="in" filter="fade">
                                      <p:cBhvr>
                                        <p:cTn id="67" dur="500"/>
                                        <p:tgtEl>
                                          <p:spTgt spid="7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fade">
                                      <p:cBhvr>
                                        <p:cTn id="70" dur="500"/>
                                        <p:tgtEl>
                                          <p:spTgt spid="7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2"/>
                                        </p:tgtEl>
                                        <p:attrNameLst>
                                          <p:attrName>style.visibility</p:attrName>
                                        </p:attrNameLst>
                                      </p:cBhvr>
                                      <p:to>
                                        <p:strVal val="visible"/>
                                      </p:to>
                                    </p:set>
                                    <p:animEffect transition="in" filter="fade">
                                      <p:cBhvr>
                                        <p:cTn id="73" dur="500"/>
                                        <p:tgtEl>
                                          <p:spTgt spid="7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fade">
                                      <p:cBhvr>
                                        <p:cTn id="76" dur="500"/>
                                        <p:tgtEl>
                                          <p:spTgt spid="7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animEffect transition="in" filter="fade">
                                      <p:cBhvr>
                                        <p:cTn id="79" dur="500"/>
                                        <p:tgtEl>
                                          <p:spTgt spid="7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5"/>
                                        </p:tgtEl>
                                        <p:attrNameLst>
                                          <p:attrName>style.visibility</p:attrName>
                                        </p:attrNameLst>
                                      </p:cBhvr>
                                      <p:to>
                                        <p:strVal val="visible"/>
                                      </p:to>
                                    </p:set>
                                    <p:animEffect transition="in" filter="fade">
                                      <p:cBhvr>
                                        <p:cTn id="82" dur="500"/>
                                        <p:tgtEl>
                                          <p:spTgt spid="7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6"/>
                                        </p:tgtEl>
                                        <p:attrNameLst>
                                          <p:attrName>style.visibility</p:attrName>
                                        </p:attrNameLst>
                                      </p:cBhvr>
                                      <p:to>
                                        <p:strVal val="visible"/>
                                      </p:to>
                                    </p:set>
                                    <p:animEffect transition="in" filter="fade">
                                      <p:cBhvr>
                                        <p:cTn id="85" dur="500"/>
                                        <p:tgtEl>
                                          <p:spTgt spid="76"/>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500"/>
                                        <p:tgtEl>
                                          <p:spTgt spid="40"/>
                                        </p:tgtEl>
                                      </p:cBhvr>
                                    </p:animEffect>
                                  </p:childTnLst>
                                </p:cTn>
                              </p:par>
                              <p:par>
                                <p:cTn id="91" presetID="10" presetClass="entr" presetSubtype="0"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par>
                                <p:cTn id="94" presetID="10" presetClass="entr" presetSubtype="0" fill="hold" nodeType="with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fade">
                                      <p:cBhvr>
                                        <p:cTn id="96" dur="500"/>
                                        <p:tgtEl>
                                          <p:spTgt spid="4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7661586" cy="218521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The first and most vital step of learning is paying </a:t>
            </a: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 to something in your environment</a:t>
            </a: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One of the most vital actions a teacher takes in the class is </a:t>
            </a: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to direct students’ attention </a:t>
            </a: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by the questions they ask, the activities they choose, the reading they assign, and the tasks they require.</a:t>
            </a: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51" name="L-Shape 50">
            <a:extLst>
              <a:ext uri="{FF2B5EF4-FFF2-40B4-BE49-F238E27FC236}">
                <a16:creationId xmlns:a16="http://schemas.microsoft.com/office/drawing/2014/main" id="{C3434CA9-1091-450F-A38A-B0BD0876B7A9}"/>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L-Shape 51">
            <a:extLst>
              <a:ext uri="{FF2B5EF4-FFF2-40B4-BE49-F238E27FC236}">
                <a16:creationId xmlns:a16="http://schemas.microsoft.com/office/drawing/2014/main" id="{2F560CCF-C34A-41DD-9AB3-69A4DE9A234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L-Shape 52">
            <a:extLst>
              <a:ext uri="{FF2B5EF4-FFF2-40B4-BE49-F238E27FC236}">
                <a16:creationId xmlns:a16="http://schemas.microsoft.com/office/drawing/2014/main" id="{528474F2-B8CB-448B-9549-3427542D651D}"/>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L-Shape 53">
            <a:extLst>
              <a:ext uri="{FF2B5EF4-FFF2-40B4-BE49-F238E27FC236}">
                <a16:creationId xmlns:a16="http://schemas.microsoft.com/office/drawing/2014/main" id="{315614AE-B243-46E7-98B7-319D767AB0C6}"/>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Oval 54">
            <a:extLst>
              <a:ext uri="{FF2B5EF4-FFF2-40B4-BE49-F238E27FC236}">
                <a16:creationId xmlns:a16="http://schemas.microsoft.com/office/drawing/2014/main" id="{F89D80B6-44DF-4AC7-9CBD-85F0BDC89D59}"/>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Oval 55">
            <a:extLst>
              <a:ext uri="{FF2B5EF4-FFF2-40B4-BE49-F238E27FC236}">
                <a16:creationId xmlns:a16="http://schemas.microsoft.com/office/drawing/2014/main" id="{F508216D-1A81-4023-8633-6E7DB0120AE4}"/>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Oval 56">
            <a:extLst>
              <a:ext uri="{FF2B5EF4-FFF2-40B4-BE49-F238E27FC236}">
                <a16:creationId xmlns:a16="http://schemas.microsoft.com/office/drawing/2014/main" id="{3D28900A-B93E-4724-A4E8-E2527540D4C9}"/>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Oval 57">
            <a:extLst>
              <a:ext uri="{FF2B5EF4-FFF2-40B4-BE49-F238E27FC236}">
                <a16:creationId xmlns:a16="http://schemas.microsoft.com/office/drawing/2014/main" id="{7A1239B2-CACC-4293-AF93-A1D6D1B8F782}"/>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Oval 58">
            <a:extLst>
              <a:ext uri="{FF2B5EF4-FFF2-40B4-BE49-F238E27FC236}">
                <a16:creationId xmlns:a16="http://schemas.microsoft.com/office/drawing/2014/main" id="{01B21D8C-0BE9-4607-9A5F-76DDE72A003B}"/>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F9F3F4BE-132A-4D82-933B-94A77AA89324}"/>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C17BA92E-E927-46FA-8AD7-B5ECEE6C49D1}"/>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Oval 61">
            <a:extLst>
              <a:ext uri="{FF2B5EF4-FFF2-40B4-BE49-F238E27FC236}">
                <a16:creationId xmlns:a16="http://schemas.microsoft.com/office/drawing/2014/main" id="{2D8234AB-7299-413A-9AC0-0CCEBFA89C65}"/>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Oval 62">
            <a:extLst>
              <a:ext uri="{FF2B5EF4-FFF2-40B4-BE49-F238E27FC236}">
                <a16:creationId xmlns:a16="http://schemas.microsoft.com/office/drawing/2014/main" id="{CED076DE-18E5-4669-93DA-47F76C5CEE30}"/>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Oval 63">
            <a:extLst>
              <a:ext uri="{FF2B5EF4-FFF2-40B4-BE49-F238E27FC236}">
                <a16:creationId xmlns:a16="http://schemas.microsoft.com/office/drawing/2014/main" id="{2D34126D-39C9-46A7-AFE5-894E9C645C06}"/>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6077F127-9F30-46D5-A28E-774ECA59D339}"/>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AE1123D4-83BD-4DF4-9D9F-FDBC91B02749}"/>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Oval 66">
            <a:extLst>
              <a:ext uri="{FF2B5EF4-FFF2-40B4-BE49-F238E27FC236}">
                <a16:creationId xmlns:a16="http://schemas.microsoft.com/office/drawing/2014/main" id="{64C723B5-1FD4-4310-B1B9-5E6F33ED98A3}"/>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C71AFD6F-9588-4265-B632-D74F2EE69E2F}"/>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a16:creationId xmlns:a16="http://schemas.microsoft.com/office/drawing/2014/main" id="{2C040552-65C1-4156-994A-39DEB79315D3}"/>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96EDEEE6-7107-46F9-8752-E457955E8A90}"/>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Oval 70">
            <a:extLst>
              <a:ext uri="{FF2B5EF4-FFF2-40B4-BE49-F238E27FC236}">
                <a16:creationId xmlns:a16="http://schemas.microsoft.com/office/drawing/2014/main" id="{165E469E-CCED-46EC-95C1-96AABC945F9D}"/>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Oval 71">
            <a:extLst>
              <a:ext uri="{FF2B5EF4-FFF2-40B4-BE49-F238E27FC236}">
                <a16:creationId xmlns:a16="http://schemas.microsoft.com/office/drawing/2014/main" id="{C1166A0E-2224-450D-B7B8-3DD65217769A}"/>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xmlns:a16="http://schemas.microsoft.com/office/drawing/2014/main" id="{5E2E28ED-1734-4780-B531-702EBA7D35C6}"/>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Oval 73">
            <a:extLst>
              <a:ext uri="{FF2B5EF4-FFF2-40B4-BE49-F238E27FC236}">
                <a16:creationId xmlns:a16="http://schemas.microsoft.com/office/drawing/2014/main" id="{65C36A84-FF76-4E5B-843D-781981EC25CC}"/>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Oval 74">
            <a:extLst>
              <a:ext uri="{FF2B5EF4-FFF2-40B4-BE49-F238E27FC236}">
                <a16:creationId xmlns:a16="http://schemas.microsoft.com/office/drawing/2014/main" id="{7520C33C-AF0B-48DF-AF08-81B32B371681}"/>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Oval 75">
            <a:extLst>
              <a:ext uri="{FF2B5EF4-FFF2-40B4-BE49-F238E27FC236}">
                <a16:creationId xmlns:a16="http://schemas.microsoft.com/office/drawing/2014/main" id="{E0C5F252-F20B-4807-8CE9-7D77990C8F11}"/>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Oval 76">
            <a:extLst>
              <a:ext uri="{FF2B5EF4-FFF2-40B4-BE49-F238E27FC236}">
                <a16:creationId xmlns:a16="http://schemas.microsoft.com/office/drawing/2014/main" id="{8A5D0F43-6666-4B16-A394-2D4BEE21C025}"/>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8" name="Straight Arrow Connector 77">
            <a:extLst>
              <a:ext uri="{FF2B5EF4-FFF2-40B4-BE49-F238E27FC236}">
                <a16:creationId xmlns:a16="http://schemas.microsoft.com/office/drawing/2014/main" id="{D0F2ECB5-9C74-4CE2-BF10-9C878A638A05}"/>
              </a:ext>
            </a:extLst>
          </p:cNvPr>
          <p:cNvCxnSpPr>
            <a:cxnSpLocks/>
            <a:stCxn id="77"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8E2A9D4B-31E8-4EB7-BB6F-F2494F58F7BB}"/>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nvGrpSpPr>
          <p:cNvPr id="80" name="Group 79">
            <a:extLst>
              <a:ext uri="{FF2B5EF4-FFF2-40B4-BE49-F238E27FC236}">
                <a16:creationId xmlns:a16="http://schemas.microsoft.com/office/drawing/2014/main" id="{241E0DBB-FBDD-44ED-AFF1-DCDB9E9993F9}"/>
              </a:ext>
            </a:extLst>
          </p:cNvPr>
          <p:cNvGrpSpPr/>
          <p:nvPr/>
        </p:nvGrpSpPr>
        <p:grpSpPr>
          <a:xfrm>
            <a:off x="6055816" y="2360122"/>
            <a:ext cx="4034004" cy="4138163"/>
            <a:chOff x="6109966" y="2051130"/>
            <a:chExt cx="4034004" cy="4138163"/>
          </a:xfrm>
        </p:grpSpPr>
        <p:grpSp>
          <p:nvGrpSpPr>
            <p:cNvPr id="81" name="Group 80">
              <a:extLst>
                <a:ext uri="{FF2B5EF4-FFF2-40B4-BE49-F238E27FC236}">
                  <a16:creationId xmlns:a16="http://schemas.microsoft.com/office/drawing/2014/main" id="{A009BE62-4232-42FB-B3BB-055C8DEEBA8C}"/>
                </a:ext>
              </a:extLst>
            </p:cNvPr>
            <p:cNvGrpSpPr/>
            <p:nvPr/>
          </p:nvGrpSpPr>
          <p:grpSpPr>
            <a:xfrm>
              <a:off x="6109966" y="2051130"/>
              <a:ext cx="4034004" cy="4138163"/>
              <a:chOff x="5967246" y="2131522"/>
              <a:chExt cx="4034004" cy="4138163"/>
            </a:xfrm>
          </p:grpSpPr>
          <p:pic>
            <p:nvPicPr>
              <p:cNvPr id="85" name="Graphic 84" descr="Head with gears outline">
                <a:extLst>
                  <a:ext uri="{FF2B5EF4-FFF2-40B4-BE49-F238E27FC236}">
                    <a16:creationId xmlns:a16="http://schemas.microsoft.com/office/drawing/2014/main" id="{46E11CB4-C510-4C5F-9C4D-66CA66B871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86" name="Group 85">
                <a:extLst>
                  <a:ext uri="{FF2B5EF4-FFF2-40B4-BE49-F238E27FC236}">
                    <a16:creationId xmlns:a16="http://schemas.microsoft.com/office/drawing/2014/main" id="{79E87F75-E46C-40E9-B948-C4862015271F}"/>
                  </a:ext>
                </a:extLst>
              </p:cNvPr>
              <p:cNvGrpSpPr/>
              <p:nvPr/>
            </p:nvGrpSpPr>
            <p:grpSpPr>
              <a:xfrm>
                <a:off x="7267125" y="2617360"/>
                <a:ext cx="1796850" cy="2222440"/>
                <a:chOff x="7267125" y="2617360"/>
                <a:chExt cx="1796850" cy="2222440"/>
              </a:xfrm>
            </p:grpSpPr>
            <p:sp>
              <p:nvSpPr>
                <p:cNvPr id="87" name="Oval 86">
                  <a:extLst>
                    <a:ext uri="{FF2B5EF4-FFF2-40B4-BE49-F238E27FC236}">
                      <a16:creationId xmlns:a16="http://schemas.microsoft.com/office/drawing/2014/main" id="{5760FD06-DF73-46FF-A5F4-40FD242F12DE}"/>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AEC1ECC8-D8AF-4DCE-BDF6-6214EECDAEDC}"/>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 name="Oval 81">
              <a:extLst>
                <a:ext uri="{FF2B5EF4-FFF2-40B4-BE49-F238E27FC236}">
                  <a16:creationId xmlns:a16="http://schemas.microsoft.com/office/drawing/2014/main" id="{51D381C0-ECFA-4243-90E9-D13146F7072B}"/>
                </a:ext>
              </a:extLst>
            </p:cNvPr>
            <p:cNvSpPr/>
            <p:nvPr/>
          </p:nvSpPr>
          <p:spPr>
            <a:xfrm>
              <a:off x="7321713" y="3520549"/>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9" name="TextBox 88">
            <a:extLst>
              <a:ext uri="{FF2B5EF4-FFF2-40B4-BE49-F238E27FC236}">
                <a16:creationId xmlns:a16="http://schemas.microsoft.com/office/drawing/2014/main" id="{0B14054E-5AD4-480C-9D04-7D2B934005C2}"/>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366690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fade">
                                      <p:cBhvr>
                                        <p:cTn id="15" dur="500"/>
                                        <p:tgtEl>
                                          <p:spTgt spid="7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fade">
                                      <p:cBhvr>
                                        <p:cTn id="18" dur="500"/>
                                        <p:tgtEl>
                                          <p:spTgt spid="79"/>
                                        </p:tgtEl>
                                      </p:cBhvr>
                                    </p:animEffect>
                                  </p:childTnLst>
                                </p:cTn>
                              </p:par>
                              <p:par>
                                <p:cTn id="19" presetID="10" presetClass="entr" presetSubtype="0" fill="hold" nodeType="with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fade">
                                      <p:cBhvr>
                                        <p:cTn id="21" dur="500"/>
                                        <p:tgtEl>
                                          <p:spTgt spid="8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7661586" cy="193899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When you as a learner pay attention, you move things into your </a:t>
            </a: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
            </a: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 Definition</a:t>
            </a:r>
            <a:r>
              <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 Temporary memory that must be constantly activated to maintain.</a:t>
            </a: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10" name="L-Shape 9">
            <a:extLst>
              <a:ext uri="{FF2B5EF4-FFF2-40B4-BE49-F238E27FC236}">
                <a16:creationId xmlns:a16="http://schemas.microsoft.com/office/drawing/2014/main" id="{A75707CE-E07C-4659-A678-E84421CF5E78}"/>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L-Shape 10">
            <a:extLst>
              <a:ext uri="{FF2B5EF4-FFF2-40B4-BE49-F238E27FC236}">
                <a16:creationId xmlns:a16="http://schemas.microsoft.com/office/drawing/2014/main" id="{5AB10BED-482D-40FD-9D6A-A6A0721A373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Shape 13">
            <a:extLst>
              <a:ext uri="{FF2B5EF4-FFF2-40B4-BE49-F238E27FC236}">
                <a16:creationId xmlns:a16="http://schemas.microsoft.com/office/drawing/2014/main" id="{BAB3EDD8-A646-41D3-A570-0A7C7BA5594C}"/>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L-Shape 14">
            <a:extLst>
              <a:ext uri="{FF2B5EF4-FFF2-40B4-BE49-F238E27FC236}">
                <a16:creationId xmlns:a16="http://schemas.microsoft.com/office/drawing/2014/main" id="{33A4379E-C46E-49F6-B333-5A651BBED959}"/>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6EDF7BE-F502-4EB3-93BE-A5623BE757A7}"/>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41C7F090-503D-4E17-AA67-995C1E131103}"/>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E2B458B-BD70-4D84-800B-225C61E0E3D4}"/>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8CD1E50-AD76-4D6F-83FD-275A25D612AD}"/>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6F3ABE2B-7C0A-48CE-874D-C88F3D64081C}"/>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A8CB08D-3070-49CE-B305-F8803C6B5F98}"/>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474B47-93A8-4E6E-9F93-D16CD7F9710D}"/>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75092F97-B9A0-4DA8-B557-35EB8D4AB62E}"/>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181F8F95-CB4F-4A76-9D93-A137C4907E66}"/>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20B16F51-B086-466E-82D0-1E6FB71D999A}"/>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5DE32388-487B-4CCB-825E-0AD51EFEC01F}"/>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B5BB3EF-963F-477C-A6C2-EEFB9547FF8F}"/>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3AB149B-635A-41ED-89B7-176901026124}"/>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B63190B4-5EF0-4CBF-8A15-0F1C4D2C9E9D}"/>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0D9A2674-4A3D-4F32-B712-D687C8A7ECAE}"/>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534AA56-B86F-43F4-A727-6228120FDA44}"/>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4954237B-725A-43FC-AFFF-04D12C5CD0D3}"/>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7A43740A-4907-4B57-9C95-88345C9FAFAF}"/>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3B398BA4-187A-48C0-9110-E32ADC211675}"/>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20D2FB6C-FB7D-4645-8E5F-0756FDFCD369}"/>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3BE39E5A-84DB-48C6-B321-7C88BC571B66}"/>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A049212-E5BE-44A2-B97B-9674A83BA3B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2" name="Oval 1">
            <a:extLst>
              <a:ext uri="{FF2B5EF4-FFF2-40B4-BE49-F238E27FC236}">
                <a16:creationId xmlns:a16="http://schemas.microsoft.com/office/drawing/2014/main" id="{D3863C4B-E3E0-4619-8FCD-D2CA7B238D03}"/>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98FD02B-09D8-4DEE-A632-F46B21BA6104}"/>
              </a:ext>
            </a:extLst>
          </p:cNvPr>
          <p:cNvCxnSpPr>
            <a:cxnSpLocks/>
            <a:stCxn id="2"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1CF4BC-2A70-4F12-805B-01A024D52A07}"/>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nvGrpSpPr>
          <p:cNvPr id="13" name="Group 12">
            <a:extLst>
              <a:ext uri="{FF2B5EF4-FFF2-40B4-BE49-F238E27FC236}">
                <a16:creationId xmlns:a16="http://schemas.microsoft.com/office/drawing/2014/main" id="{24222D01-D579-4414-9BEB-D95ABE21D4D6}"/>
              </a:ext>
            </a:extLst>
          </p:cNvPr>
          <p:cNvGrpSpPr/>
          <p:nvPr/>
        </p:nvGrpSpPr>
        <p:grpSpPr>
          <a:xfrm>
            <a:off x="6055816" y="2360122"/>
            <a:ext cx="4034004" cy="4138163"/>
            <a:chOff x="5967246" y="2131522"/>
            <a:chExt cx="4034004" cy="4138163"/>
          </a:xfrm>
        </p:grpSpPr>
        <p:pic>
          <p:nvPicPr>
            <p:cNvPr id="8" name="Graphic 7" descr="Head with gears outline">
              <a:extLst>
                <a:ext uri="{FF2B5EF4-FFF2-40B4-BE49-F238E27FC236}">
                  <a16:creationId xmlns:a16="http://schemas.microsoft.com/office/drawing/2014/main" id="{250A3D4E-8F9D-4292-B412-58196F3B2CF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12" name="Group 11">
              <a:extLst>
                <a:ext uri="{FF2B5EF4-FFF2-40B4-BE49-F238E27FC236}">
                  <a16:creationId xmlns:a16="http://schemas.microsoft.com/office/drawing/2014/main" id="{2538A8A9-E8FD-48F5-9383-5879A1A6E88D}"/>
                </a:ext>
              </a:extLst>
            </p:cNvPr>
            <p:cNvGrpSpPr/>
            <p:nvPr/>
          </p:nvGrpSpPr>
          <p:grpSpPr>
            <a:xfrm>
              <a:off x="7267125" y="2617360"/>
              <a:ext cx="1796850" cy="2222440"/>
              <a:chOff x="7267125" y="2617360"/>
              <a:chExt cx="1796850" cy="2222440"/>
            </a:xfrm>
          </p:grpSpPr>
          <p:sp>
            <p:nvSpPr>
              <p:cNvPr id="9" name="Oval 8">
                <a:extLst>
                  <a:ext uri="{FF2B5EF4-FFF2-40B4-BE49-F238E27FC236}">
                    <a16:creationId xmlns:a16="http://schemas.microsoft.com/office/drawing/2014/main" id="{A4A42876-2D95-40FF-89A7-359A82858AFE}"/>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Oval 41">
                <a:extLst>
                  <a:ext uri="{FF2B5EF4-FFF2-40B4-BE49-F238E27FC236}">
                    <a16:creationId xmlns:a16="http://schemas.microsoft.com/office/drawing/2014/main" id="{27243ECE-B444-4221-AAB0-D8101443D491}"/>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7" name="Oval 46">
            <a:extLst>
              <a:ext uri="{FF2B5EF4-FFF2-40B4-BE49-F238E27FC236}">
                <a16:creationId xmlns:a16="http://schemas.microsoft.com/office/drawing/2014/main" id="{55C09239-D74E-4452-8DBC-7C8CCD360AC8}"/>
              </a:ext>
            </a:extLst>
          </p:cNvPr>
          <p:cNvSpPr/>
          <p:nvPr/>
        </p:nvSpPr>
        <p:spPr>
          <a:xfrm>
            <a:off x="7267563" y="3829541"/>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Oval 39">
            <a:extLst>
              <a:ext uri="{FF2B5EF4-FFF2-40B4-BE49-F238E27FC236}">
                <a16:creationId xmlns:a16="http://schemas.microsoft.com/office/drawing/2014/main" id="{7DE36666-2F6E-4815-8115-BC6DBC10CAC6}"/>
              </a:ext>
            </a:extLst>
          </p:cNvPr>
          <p:cNvSpPr>
            <a:spLocks noChangeAspect="1"/>
          </p:cNvSpPr>
          <p:nvPr/>
        </p:nvSpPr>
        <p:spPr>
          <a:xfrm>
            <a:off x="7708442" y="3391806"/>
            <a:ext cx="1137863" cy="1137863"/>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CDBEA7FD-3602-4C4E-9760-D921E7761134}"/>
              </a:ext>
            </a:extLst>
          </p:cNvPr>
          <p:cNvSpPr txBox="1"/>
          <p:nvPr/>
        </p:nvSpPr>
        <p:spPr>
          <a:xfrm>
            <a:off x="7770855" y="3668178"/>
            <a:ext cx="1825725" cy="9310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43" name="TextBox 42">
            <a:extLst>
              <a:ext uri="{FF2B5EF4-FFF2-40B4-BE49-F238E27FC236}">
                <a16:creationId xmlns:a16="http://schemas.microsoft.com/office/drawing/2014/main" id="{FB09F802-14E1-4264-B2FC-F3DB4938FF7D}"/>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734035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4558857" cy="150810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Learning</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 relatively permanent change in knowledge or behavior as a result of experience</a:t>
            </a:r>
          </a:p>
        </p:txBody>
      </p:sp>
      <p:sp>
        <p:nvSpPr>
          <p:cNvPr id="10" name="L-Shape 9">
            <a:extLst>
              <a:ext uri="{FF2B5EF4-FFF2-40B4-BE49-F238E27FC236}">
                <a16:creationId xmlns:a16="http://schemas.microsoft.com/office/drawing/2014/main" id="{A75707CE-E07C-4659-A678-E84421CF5E78}"/>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L-Shape 10">
            <a:extLst>
              <a:ext uri="{FF2B5EF4-FFF2-40B4-BE49-F238E27FC236}">
                <a16:creationId xmlns:a16="http://schemas.microsoft.com/office/drawing/2014/main" id="{5AB10BED-482D-40FD-9D6A-A6A0721A373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Shape 13">
            <a:extLst>
              <a:ext uri="{FF2B5EF4-FFF2-40B4-BE49-F238E27FC236}">
                <a16:creationId xmlns:a16="http://schemas.microsoft.com/office/drawing/2014/main" id="{BAB3EDD8-A646-41D3-A570-0A7C7BA5594C}"/>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L-Shape 14">
            <a:extLst>
              <a:ext uri="{FF2B5EF4-FFF2-40B4-BE49-F238E27FC236}">
                <a16:creationId xmlns:a16="http://schemas.microsoft.com/office/drawing/2014/main" id="{33A4379E-C46E-49F6-B333-5A651BBED959}"/>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6EDF7BE-F502-4EB3-93BE-A5623BE757A7}"/>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41C7F090-503D-4E17-AA67-995C1E131103}"/>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E2B458B-BD70-4D84-800B-225C61E0E3D4}"/>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8CD1E50-AD76-4D6F-83FD-275A25D612AD}"/>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6F3ABE2B-7C0A-48CE-874D-C88F3D64081C}"/>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A8CB08D-3070-49CE-B305-F8803C6B5F98}"/>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474B47-93A8-4E6E-9F93-D16CD7F9710D}"/>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75092F97-B9A0-4DA8-B557-35EB8D4AB62E}"/>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181F8F95-CB4F-4A76-9D93-A137C4907E66}"/>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20B16F51-B086-466E-82D0-1E6FB71D999A}"/>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5DE32388-487B-4CCB-825E-0AD51EFEC01F}"/>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B5BB3EF-963F-477C-A6C2-EEFB9547FF8F}"/>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3AB149B-635A-41ED-89B7-176901026124}"/>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B63190B4-5EF0-4CBF-8A15-0F1C4D2C9E9D}"/>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0D9A2674-4A3D-4F32-B712-D687C8A7ECAE}"/>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534AA56-B86F-43F4-A727-6228120FDA44}"/>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4954237B-725A-43FC-AFFF-04D12C5CD0D3}"/>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7A43740A-4907-4B57-9C95-88345C9FAFAF}"/>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3B398BA4-187A-48C0-9110-E32ADC211675}"/>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20D2FB6C-FB7D-4645-8E5F-0756FDFCD369}"/>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3BE39E5A-84DB-48C6-B321-7C88BC571B66}"/>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A049212-E5BE-44A2-B97B-9674A83BA3B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2" name="Oval 1">
            <a:extLst>
              <a:ext uri="{FF2B5EF4-FFF2-40B4-BE49-F238E27FC236}">
                <a16:creationId xmlns:a16="http://schemas.microsoft.com/office/drawing/2014/main" id="{D3863C4B-E3E0-4619-8FCD-D2CA7B238D03}"/>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98FD02B-09D8-4DEE-A632-F46B21BA6104}"/>
              </a:ext>
            </a:extLst>
          </p:cNvPr>
          <p:cNvCxnSpPr>
            <a:cxnSpLocks/>
            <a:stCxn id="2"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1CF4BC-2A70-4F12-805B-01A024D52A07}"/>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cxnSp>
        <p:nvCxnSpPr>
          <p:cNvPr id="41" name="Straight Arrow Connector 40">
            <a:extLst>
              <a:ext uri="{FF2B5EF4-FFF2-40B4-BE49-F238E27FC236}">
                <a16:creationId xmlns:a16="http://schemas.microsoft.com/office/drawing/2014/main" id="{A5B5B3FF-D518-4149-8893-10FFBD9F034C}"/>
              </a:ext>
            </a:extLst>
          </p:cNvPr>
          <p:cNvCxnSpPr>
            <a:cxnSpLocks/>
          </p:cNvCxnSpPr>
          <p:nvPr/>
        </p:nvCxnSpPr>
        <p:spPr>
          <a:xfrm>
            <a:off x="5917495" y="1039095"/>
            <a:ext cx="1650351" cy="170667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9FBC6AD-CE5A-46AE-B6BE-6C5E8D034422}"/>
              </a:ext>
            </a:extLst>
          </p:cNvPr>
          <p:cNvCxnSpPr>
            <a:cxnSpLocks/>
          </p:cNvCxnSpPr>
          <p:nvPr/>
        </p:nvCxnSpPr>
        <p:spPr>
          <a:xfrm flipH="1">
            <a:off x="8889912" y="907265"/>
            <a:ext cx="1628294" cy="183850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E113BD6C-9BDC-40B7-8C94-9D5609A21D19}"/>
              </a:ext>
            </a:extLst>
          </p:cNvPr>
          <p:cNvGrpSpPr/>
          <p:nvPr/>
        </p:nvGrpSpPr>
        <p:grpSpPr>
          <a:xfrm>
            <a:off x="6055816" y="2360122"/>
            <a:ext cx="4034004" cy="4138163"/>
            <a:chOff x="6109966" y="2051130"/>
            <a:chExt cx="4034004" cy="4138163"/>
          </a:xfrm>
        </p:grpSpPr>
        <p:grpSp>
          <p:nvGrpSpPr>
            <p:cNvPr id="58" name="Group 57">
              <a:extLst>
                <a:ext uri="{FF2B5EF4-FFF2-40B4-BE49-F238E27FC236}">
                  <a16:creationId xmlns:a16="http://schemas.microsoft.com/office/drawing/2014/main" id="{2B016DC4-1941-4CE2-BC91-3216AE755395}"/>
                </a:ext>
              </a:extLst>
            </p:cNvPr>
            <p:cNvGrpSpPr/>
            <p:nvPr/>
          </p:nvGrpSpPr>
          <p:grpSpPr>
            <a:xfrm>
              <a:off x="6109966" y="2051130"/>
              <a:ext cx="4034004" cy="4138163"/>
              <a:chOff x="5967246" y="2131522"/>
              <a:chExt cx="4034004" cy="4138163"/>
            </a:xfrm>
          </p:grpSpPr>
          <p:pic>
            <p:nvPicPr>
              <p:cNvPr id="62" name="Graphic 61" descr="Head with gears outline">
                <a:extLst>
                  <a:ext uri="{FF2B5EF4-FFF2-40B4-BE49-F238E27FC236}">
                    <a16:creationId xmlns:a16="http://schemas.microsoft.com/office/drawing/2014/main" id="{34364C97-1589-4078-BC3E-1FD63D42EE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63" name="Group 62">
                <a:extLst>
                  <a:ext uri="{FF2B5EF4-FFF2-40B4-BE49-F238E27FC236}">
                    <a16:creationId xmlns:a16="http://schemas.microsoft.com/office/drawing/2014/main" id="{9787595C-21C5-40CD-B07A-7042FEEFA17C}"/>
                  </a:ext>
                </a:extLst>
              </p:cNvPr>
              <p:cNvGrpSpPr/>
              <p:nvPr/>
            </p:nvGrpSpPr>
            <p:grpSpPr>
              <a:xfrm>
                <a:off x="7267125" y="2617360"/>
                <a:ext cx="1796850" cy="2222440"/>
                <a:chOff x="7267125" y="2617360"/>
                <a:chExt cx="1796850" cy="2222440"/>
              </a:xfrm>
            </p:grpSpPr>
            <p:sp>
              <p:nvSpPr>
                <p:cNvPr id="64" name="Oval 63">
                  <a:extLst>
                    <a:ext uri="{FF2B5EF4-FFF2-40B4-BE49-F238E27FC236}">
                      <a16:creationId xmlns:a16="http://schemas.microsoft.com/office/drawing/2014/main" id="{04910A94-B59D-4115-A313-925519E1B4BD}"/>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6349E713-6C2F-42FD-A8E0-38AB39CF2470}"/>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9" name="Oval 58">
              <a:extLst>
                <a:ext uri="{FF2B5EF4-FFF2-40B4-BE49-F238E27FC236}">
                  <a16:creationId xmlns:a16="http://schemas.microsoft.com/office/drawing/2014/main" id="{A460339F-B41C-4A13-B81F-1E5F761B5583}"/>
                </a:ext>
              </a:extLst>
            </p:cNvPr>
            <p:cNvSpPr/>
            <p:nvPr/>
          </p:nvSpPr>
          <p:spPr>
            <a:xfrm>
              <a:off x="7321713" y="3520549"/>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8A83E201-6DF2-4551-B0C8-022428BF9603}"/>
                </a:ext>
              </a:extLst>
            </p:cNvPr>
            <p:cNvSpPr>
              <a:spLocks noChangeAspect="1"/>
            </p:cNvSpPr>
            <p:nvPr/>
          </p:nvSpPr>
          <p:spPr>
            <a:xfrm>
              <a:off x="7762592" y="3082814"/>
              <a:ext cx="1137863" cy="1137863"/>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a:extLst>
                <a:ext uri="{FF2B5EF4-FFF2-40B4-BE49-F238E27FC236}">
                  <a16:creationId xmlns:a16="http://schemas.microsoft.com/office/drawing/2014/main" id="{B5DA7F42-249B-4688-8937-1D7104C11EB6}"/>
                </a:ext>
              </a:extLst>
            </p:cNvPr>
            <p:cNvSpPr txBox="1"/>
            <p:nvPr/>
          </p:nvSpPr>
          <p:spPr>
            <a:xfrm>
              <a:off x="7825005" y="3359186"/>
              <a:ext cx="1825725" cy="9310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sp>
        <p:nvSpPr>
          <p:cNvPr id="46" name="Arc 45">
            <a:extLst>
              <a:ext uri="{FF2B5EF4-FFF2-40B4-BE49-F238E27FC236}">
                <a16:creationId xmlns:a16="http://schemas.microsoft.com/office/drawing/2014/main" id="{0EB2086D-AA1B-474C-A74C-98564CDF0F64}"/>
              </a:ext>
            </a:extLst>
          </p:cNvPr>
          <p:cNvSpPr>
            <a:spLocks noChangeAspect="1"/>
          </p:cNvSpPr>
          <p:nvPr/>
        </p:nvSpPr>
        <p:spPr>
          <a:xfrm rot="13009140">
            <a:off x="6285903" y="1286736"/>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4DA26CB-BAEF-44FC-82E4-0591E019EAC4}"/>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67" name="TextBox 66">
            <a:extLst>
              <a:ext uri="{FF2B5EF4-FFF2-40B4-BE49-F238E27FC236}">
                <a16:creationId xmlns:a16="http://schemas.microsoft.com/office/drawing/2014/main" id="{25A5D219-EEC5-48A4-8D75-AA89A018E416}"/>
              </a:ext>
            </a:extLst>
          </p:cNvPr>
          <p:cNvSpPr txBox="1"/>
          <p:nvPr/>
        </p:nvSpPr>
        <p:spPr>
          <a:xfrm rot="18976917">
            <a:off x="4962497" y="2129289"/>
            <a:ext cx="1825725"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Learning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158393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4558857" cy="150810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Long-term Memory</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Stored information that can be retrieved even after long periods of inactivity</a:t>
            </a:r>
          </a:p>
        </p:txBody>
      </p:sp>
      <p:sp>
        <p:nvSpPr>
          <p:cNvPr id="10" name="L-Shape 9">
            <a:extLst>
              <a:ext uri="{FF2B5EF4-FFF2-40B4-BE49-F238E27FC236}">
                <a16:creationId xmlns:a16="http://schemas.microsoft.com/office/drawing/2014/main" id="{A75707CE-E07C-4659-A678-E84421CF5E78}"/>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L-Shape 10">
            <a:extLst>
              <a:ext uri="{FF2B5EF4-FFF2-40B4-BE49-F238E27FC236}">
                <a16:creationId xmlns:a16="http://schemas.microsoft.com/office/drawing/2014/main" id="{5AB10BED-482D-40FD-9D6A-A6A0721A373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Shape 13">
            <a:extLst>
              <a:ext uri="{FF2B5EF4-FFF2-40B4-BE49-F238E27FC236}">
                <a16:creationId xmlns:a16="http://schemas.microsoft.com/office/drawing/2014/main" id="{BAB3EDD8-A646-41D3-A570-0A7C7BA5594C}"/>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L-Shape 14">
            <a:extLst>
              <a:ext uri="{FF2B5EF4-FFF2-40B4-BE49-F238E27FC236}">
                <a16:creationId xmlns:a16="http://schemas.microsoft.com/office/drawing/2014/main" id="{33A4379E-C46E-49F6-B333-5A651BBED959}"/>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6EDF7BE-F502-4EB3-93BE-A5623BE757A7}"/>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41C7F090-503D-4E17-AA67-995C1E131103}"/>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E2B458B-BD70-4D84-800B-225C61E0E3D4}"/>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8CD1E50-AD76-4D6F-83FD-275A25D612AD}"/>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6F3ABE2B-7C0A-48CE-874D-C88F3D64081C}"/>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A8CB08D-3070-49CE-B305-F8803C6B5F98}"/>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474B47-93A8-4E6E-9F93-D16CD7F9710D}"/>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75092F97-B9A0-4DA8-B557-35EB8D4AB62E}"/>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181F8F95-CB4F-4A76-9D93-A137C4907E66}"/>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20B16F51-B086-466E-82D0-1E6FB71D999A}"/>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5DE32388-487B-4CCB-825E-0AD51EFEC01F}"/>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B5BB3EF-963F-477C-A6C2-EEFB9547FF8F}"/>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3AB149B-635A-41ED-89B7-176901026124}"/>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B63190B4-5EF0-4CBF-8A15-0F1C4D2C9E9D}"/>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0D9A2674-4A3D-4F32-B712-D687C8A7ECAE}"/>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534AA56-B86F-43F4-A727-6228120FDA44}"/>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4954237B-725A-43FC-AFFF-04D12C5CD0D3}"/>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7A43740A-4907-4B57-9C95-88345C9FAFAF}"/>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3B398BA4-187A-48C0-9110-E32ADC211675}"/>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20D2FB6C-FB7D-4645-8E5F-0756FDFCD369}"/>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3BE39E5A-84DB-48C6-B321-7C88BC571B66}"/>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A049212-E5BE-44A2-B97B-9674A83BA3B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2" name="Oval 1">
            <a:extLst>
              <a:ext uri="{FF2B5EF4-FFF2-40B4-BE49-F238E27FC236}">
                <a16:creationId xmlns:a16="http://schemas.microsoft.com/office/drawing/2014/main" id="{D3863C4B-E3E0-4619-8FCD-D2CA7B238D03}"/>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98FD02B-09D8-4DEE-A632-F46B21BA6104}"/>
              </a:ext>
            </a:extLst>
          </p:cNvPr>
          <p:cNvCxnSpPr>
            <a:cxnSpLocks/>
            <a:stCxn id="2"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1CF4BC-2A70-4F12-805B-01A024D52A07}"/>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cxnSp>
        <p:nvCxnSpPr>
          <p:cNvPr id="41" name="Straight Arrow Connector 40">
            <a:extLst>
              <a:ext uri="{FF2B5EF4-FFF2-40B4-BE49-F238E27FC236}">
                <a16:creationId xmlns:a16="http://schemas.microsoft.com/office/drawing/2014/main" id="{A5B5B3FF-D518-4149-8893-10FFBD9F034C}"/>
              </a:ext>
            </a:extLst>
          </p:cNvPr>
          <p:cNvCxnSpPr>
            <a:cxnSpLocks/>
          </p:cNvCxnSpPr>
          <p:nvPr/>
        </p:nvCxnSpPr>
        <p:spPr>
          <a:xfrm>
            <a:off x="5917495" y="1039095"/>
            <a:ext cx="1650351" cy="170667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9FBC6AD-CE5A-46AE-B6BE-6C5E8D034422}"/>
              </a:ext>
            </a:extLst>
          </p:cNvPr>
          <p:cNvCxnSpPr>
            <a:cxnSpLocks/>
          </p:cNvCxnSpPr>
          <p:nvPr/>
        </p:nvCxnSpPr>
        <p:spPr>
          <a:xfrm flipH="1">
            <a:off x="8889912" y="907265"/>
            <a:ext cx="1628294" cy="183850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E113BD6C-9BDC-40B7-8C94-9D5609A21D19}"/>
              </a:ext>
            </a:extLst>
          </p:cNvPr>
          <p:cNvGrpSpPr/>
          <p:nvPr/>
        </p:nvGrpSpPr>
        <p:grpSpPr>
          <a:xfrm>
            <a:off x="6055816" y="2360122"/>
            <a:ext cx="4034004" cy="4138163"/>
            <a:chOff x="6109966" y="2051130"/>
            <a:chExt cx="4034004" cy="4138163"/>
          </a:xfrm>
        </p:grpSpPr>
        <p:grpSp>
          <p:nvGrpSpPr>
            <p:cNvPr id="58" name="Group 57">
              <a:extLst>
                <a:ext uri="{FF2B5EF4-FFF2-40B4-BE49-F238E27FC236}">
                  <a16:creationId xmlns:a16="http://schemas.microsoft.com/office/drawing/2014/main" id="{2B016DC4-1941-4CE2-BC91-3216AE755395}"/>
                </a:ext>
              </a:extLst>
            </p:cNvPr>
            <p:cNvGrpSpPr/>
            <p:nvPr/>
          </p:nvGrpSpPr>
          <p:grpSpPr>
            <a:xfrm>
              <a:off x="6109966" y="2051130"/>
              <a:ext cx="4034004" cy="4138163"/>
              <a:chOff x="5967246" y="2131522"/>
              <a:chExt cx="4034004" cy="4138163"/>
            </a:xfrm>
          </p:grpSpPr>
          <p:pic>
            <p:nvPicPr>
              <p:cNvPr id="62" name="Graphic 61" descr="Head with gears outline">
                <a:extLst>
                  <a:ext uri="{FF2B5EF4-FFF2-40B4-BE49-F238E27FC236}">
                    <a16:creationId xmlns:a16="http://schemas.microsoft.com/office/drawing/2014/main" id="{34364C97-1589-4078-BC3E-1FD63D42EE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63" name="Group 62">
                <a:extLst>
                  <a:ext uri="{FF2B5EF4-FFF2-40B4-BE49-F238E27FC236}">
                    <a16:creationId xmlns:a16="http://schemas.microsoft.com/office/drawing/2014/main" id="{9787595C-21C5-40CD-B07A-7042FEEFA17C}"/>
                  </a:ext>
                </a:extLst>
              </p:cNvPr>
              <p:cNvGrpSpPr/>
              <p:nvPr/>
            </p:nvGrpSpPr>
            <p:grpSpPr>
              <a:xfrm>
                <a:off x="7267125" y="2617360"/>
                <a:ext cx="1796850" cy="2222440"/>
                <a:chOff x="7267125" y="2617360"/>
                <a:chExt cx="1796850" cy="2222440"/>
              </a:xfrm>
            </p:grpSpPr>
            <p:sp>
              <p:nvSpPr>
                <p:cNvPr id="64" name="Oval 63">
                  <a:extLst>
                    <a:ext uri="{FF2B5EF4-FFF2-40B4-BE49-F238E27FC236}">
                      <a16:creationId xmlns:a16="http://schemas.microsoft.com/office/drawing/2014/main" id="{04910A94-B59D-4115-A313-925519E1B4BD}"/>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6349E713-6C2F-42FD-A8E0-38AB39CF2470}"/>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9" name="Oval 58">
              <a:extLst>
                <a:ext uri="{FF2B5EF4-FFF2-40B4-BE49-F238E27FC236}">
                  <a16:creationId xmlns:a16="http://schemas.microsoft.com/office/drawing/2014/main" id="{A460339F-B41C-4A13-B81F-1E5F761B5583}"/>
                </a:ext>
              </a:extLst>
            </p:cNvPr>
            <p:cNvSpPr/>
            <p:nvPr/>
          </p:nvSpPr>
          <p:spPr>
            <a:xfrm>
              <a:off x="7321713" y="3520549"/>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8A83E201-6DF2-4551-B0C8-022428BF9603}"/>
                </a:ext>
              </a:extLst>
            </p:cNvPr>
            <p:cNvSpPr>
              <a:spLocks noChangeAspect="1"/>
            </p:cNvSpPr>
            <p:nvPr/>
          </p:nvSpPr>
          <p:spPr>
            <a:xfrm>
              <a:off x="7762592" y="3082814"/>
              <a:ext cx="1137863" cy="1137863"/>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a:extLst>
                <a:ext uri="{FF2B5EF4-FFF2-40B4-BE49-F238E27FC236}">
                  <a16:creationId xmlns:a16="http://schemas.microsoft.com/office/drawing/2014/main" id="{B5DA7F42-249B-4688-8937-1D7104C11EB6}"/>
                </a:ext>
              </a:extLst>
            </p:cNvPr>
            <p:cNvSpPr txBox="1"/>
            <p:nvPr/>
          </p:nvSpPr>
          <p:spPr>
            <a:xfrm>
              <a:off x="7825005" y="3359186"/>
              <a:ext cx="1825725" cy="9310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sp>
        <p:nvSpPr>
          <p:cNvPr id="46" name="Arc 45">
            <a:extLst>
              <a:ext uri="{FF2B5EF4-FFF2-40B4-BE49-F238E27FC236}">
                <a16:creationId xmlns:a16="http://schemas.microsoft.com/office/drawing/2014/main" id="{0EB2086D-AA1B-474C-A74C-98564CDF0F64}"/>
              </a:ext>
            </a:extLst>
          </p:cNvPr>
          <p:cNvSpPr>
            <a:spLocks noChangeAspect="1"/>
          </p:cNvSpPr>
          <p:nvPr/>
        </p:nvSpPr>
        <p:spPr>
          <a:xfrm rot="13009140">
            <a:off x="6285903" y="1286736"/>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4DA26CB-BAEF-44FC-82E4-0591E019EAC4}"/>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67" name="TextBox 66">
            <a:extLst>
              <a:ext uri="{FF2B5EF4-FFF2-40B4-BE49-F238E27FC236}">
                <a16:creationId xmlns:a16="http://schemas.microsoft.com/office/drawing/2014/main" id="{25A5D219-EEC5-48A4-8D75-AA89A018E416}"/>
              </a:ext>
            </a:extLst>
          </p:cNvPr>
          <p:cNvSpPr txBox="1"/>
          <p:nvPr/>
        </p:nvSpPr>
        <p:spPr>
          <a:xfrm rot="18976917">
            <a:off x="4962497" y="2129289"/>
            <a:ext cx="1825725"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Learning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sp>
        <p:nvSpPr>
          <p:cNvPr id="49" name="TextBox 48">
            <a:extLst>
              <a:ext uri="{FF2B5EF4-FFF2-40B4-BE49-F238E27FC236}">
                <a16:creationId xmlns:a16="http://schemas.microsoft.com/office/drawing/2014/main" id="{0BAB46F1-BF27-4339-B5E7-CE6481431FF3}"/>
              </a:ext>
            </a:extLst>
          </p:cNvPr>
          <p:cNvSpPr txBox="1"/>
          <p:nvPr/>
        </p:nvSpPr>
        <p:spPr>
          <a:xfrm>
            <a:off x="7450704" y="1100898"/>
            <a:ext cx="1825725" cy="830997"/>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Long-Term Memory</a:t>
            </a: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199388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229043" y="136525"/>
            <a:ext cx="4558857" cy="178510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Remembering</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The process of retrieving a memory (something you learned) and bringing it back into your working memory.</a:t>
            </a:r>
          </a:p>
        </p:txBody>
      </p:sp>
      <p:sp>
        <p:nvSpPr>
          <p:cNvPr id="10" name="L-Shape 9">
            <a:extLst>
              <a:ext uri="{FF2B5EF4-FFF2-40B4-BE49-F238E27FC236}">
                <a16:creationId xmlns:a16="http://schemas.microsoft.com/office/drawing/2014/main" id="{A75707CE-E07C-4659-A678-E84421CF5E78}"/>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L-Shape 10">
            <a:extLst>
              <a:ext uri="{FF2B5EF4-FFF2-40B4-BE49-F238E27FC236}">
                <a16:creationId xmlns:a16="http://schemas.microsoft.com/office/drawing/2014/main" id="{5AB10BED-482D-40FD-9D6A-A6A0721A373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Shape 13">
            <a:extLst>
              <a:ext uri="{FF2B5EF4-FFF2-40B4-BE49-F238E27FC236}">
                <a16:creationId xmlns:a16="http://schemas.microsoft.com/office/drawing/2014/main" id="{BAB3EDD8-A646-41D3-A570-0A7C7BA5594C}"/>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L-Shape 14">
            <a:extLst>
              <a:ext uri="{FF2B5EF4-FFF2-40B4-BE49-F238E27FC236}">
                <a16:creationId xmlns:a16="http://schemas.microsoft.com/office/drawing/2014/main" id="{33A4379E-C46E-49F6-B333-5A651BBED959}"/>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6EDF7BE-F502-4EB3-93BE-A5623BE757A7}"/>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41C7F090-503D-4E17-AA67-995C1E131103}"/>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E2B458B-BD70-4D84-800B-225C61E0E3D4}"/>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8CD1E50-AD76-4D6F-83FD-275A25D612AD}"/>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6F3ABE2B-7C0A-48CE-874D-C88F3D64081C}"/>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A8CB08D-3070-49CE-B305-F8803C6B5F98}"/>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474B47-93A8-4E6E-9F93-D16CD7F9710D}"/>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75092F97-B9A0-4DA8-B557-35EB8D4AB62E}"/>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181F8F95-CB4F-4A76-9D93-A137C4907E66}"/>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20B16F51-B086-466E-82D0-1E6FB71D999A}"/>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5DE32388-487B-4CCB-825E-0AD51EFEC01F}"/>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B5BB3EF-963F-477C-A6C2-EEFB9547FF8F}"/>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3AB149B-635A-41ED-89B7-176901026124}"/>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B63190B4-5EF0-4CBF-8A15-0F1C4D2C9E9D}"/>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0D9A2674-4A3D-4F32-B712-D687C8A7ECAE}"/>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534AA56-B86F-43F4-A727-6228120FDA44}"/>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4954237B-725A-43FC-AFFF-04D12C5CD0D3}"/>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7A43740A-4907-4B57-9C95-88345C9FAFAF}"/>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3B398BA4-187A-48C0-9110-E32ADC211675}"/>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20D2FB6C-FB7D-4645-8E5F-0756FDFCD369}"/>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3BE39E5A-84DB-48C6-B321-7C88BC571B66}"/>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A049212-E5BE-44A2-B97B-9674A83BA3B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2" name="Oval 1">
            <a:extLst>
              <a:ext uri="{FF2B5EF4-FFF2-40B4-BE49-F238E27FC236}">
                <a16:creationId xmlns:a16="http://schemas.microsoft.com/office/drawing/2014/main" id="{D3863C4B-E3E0-4619-8FCD-D2CA7B238D03}"/>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98FD02B-09D8-4DEE-A632-F46B21BA6104}"/>
              </a:ext>
            </a:extLst>
          </p:cNvPr>
          <p:cNvCxnSpPr>
            <a:cxnSpLocks/>
            <a:stCxn id="2"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1CF4BC-2A70-4F12-805B-01A024D52A07}"/>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cxnSp>
        <p:nvCxnSpPr>
          <p:cNvPr id="41" name="Straight Arrow Connector 40">
            <a:extLst>
              <a:ext uri="{FF2B5EF4-FFF2-40B4-BE49-F238E27FC236}">
                <a16:creationId xmlns:a16="http://schemas.microsoft.com/office/drawing/2014/main" id="{A5B5B3FF-D518-4149-8893-10FFBD9F034C}"/>
              </a:ext>
            </a:extLst>
          </p:cNvPr>
          <p:cNvCxnSpPr>
            <a:cxnSpLocks/>
          </p:cNvCxnSpPr>
          <p:nvPr/>
        </p:nvCxnSpPr>
        <p:spPr>
          <a:xfrm>
            <a:off x="5917495" y="1039095"/>
            <a:ext cx="1650351" cy="170667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9FBC6AD-CE5A-46AE-B6BE-6C5E8D034422}"/>
              </a:ext>
            </a:extLst>
          </p:cNvPr>
          <p:cNvCxnSpPr>
            <a:cxnSpLocks/>
          </p:cNvCxnSpPr>
          <p:nvPr/>
        </p:nvCxnSpPr>
        <p:spPr>
          <a:xfrm flipH="1">
            <a:off x="8889912" y="907265"/>
            <a:ext cx="1628294" cy="183850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E113BD6C-9BDC-40B7-8C94-9D5609A21D19}"/>
              </a:ext>
            </a:extLst>
          </p:cNvPr>
          <p:cNvGrpSpPr/>
          <p:nvPr/>
        </p:nvGrpSpPr>
        <p:grpSpPr>
          <a:xfrm>
            <a:off x="6055816" y="2360122"/>
            <a:ext cx="4034004" cy="4138163"/>
            <a:chOff x="6109966" y="2051130"/>
            <a:chExt cx="4034004" cy="4138163"/>
          </a:xfrm>
        </p:grpSpPr>
        <p:grpSp>
          <p:nvGrpSpPr>
            <p:cNvPr id="58" name="Group 57">
              <a:extLst>
                <a:ext uri="{FF2B5EF4-FFF2-40B4-BE49-F238E27FC236}">
                  <a16:creationId xmlns:a16="http://schemas.microsoft.com/office/drawing/2014/main" id="{2B016DC4-1941-4CE2-BC91-3216AE755395}"/>
                </a:ext>
              </a:extLst>
            </p:cNvPr>
            <p:cNvGrpSpPr/>
            <p:nvPr/>
          </p:nvGrpSpPr>
          <p:grpSpPr>
            <a:xfrm>
              <a:off x="6109966" y="2051130"/>
              <a:ext cx="4034004" cy="4138163"/>
              <a:chOff x="5967246" y="2131522"/>
              <a:chExt cx="4034004" cy="4138163"/>
            </a:xfrm>
          </p:grpSpPr>
          <p:pic>
            <p:nvPicPr>
              <p:cNvPr id="62" name="Graphic 61" descr="Head with gears outline">
                <a:extLst>
                  <a:ext uri="{FF2B5EF4-FFF2-40B4-BE49-F238E27FC236}">
                    <a16:creationId xmlns:a16="http://schemas.microsoft.com/office/drawing/2014/main" id="{34364C97-1589-4078-BC3E-1FD63D42EE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63" name="Group 62">
                <a:extLst>
                  <a:ext uri="{FF2B5EF4-FFF2-40B4-BE49-F238E27FC236}">
                    <a16:creationId xmlns:a16="http://schemas.microsoft.com/office/drawing/2014/main" id="{9787595C-21C5-40CD-B07A-7042FEEFA17C}"/>
                  </a:ext>
                </a:extLst>
              </p:cNvPr>
              <p:cNvGrpSpPr/>
              <p:nvPr/>
            </p:nvGrpSpPr>
            <p:grpSpPr>
              <a:xfrm>
                <a:off x="7267125" y="2617360"/>
                <a:ext cx="1796850" cy="2222440"/>
                <a:chOff x="7267125" y="2617360"/>
                <a:chExt cx="1796850" cy="2222440"/>
              </a:xfrm>
            </p:grpSpPr>
            <p:sp>
              <p:nvSpPr>
                <p:cNvPr id="64" name="Oval 63">
                  <a:extLst>
                    <a:ext uri="{FF2B5EF4-FFF2-40B4-BE49-F238E27FC236}">
                      <a16:creationId xmlns:a16="http://schemas.microsoft.com/office/drawing/2014/main" id="{04910A94-B59D-4115-A313-925519E1B4BD}"/>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6349E713-6C2F-42FD-A8E0-38AB39CF2470}"/>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9" name="Oval 58">
              <a:extLst>
                <a:ext uri="{FF2B5EF4-FFF2-40B4-BE49-F238E27FC236}">
                  <a16:creationId xmlns:a16="http://schemas.microsoft.com/office/drawing/2014/main" id="{A460339F-B41C-4A13-B81F-1E5F761B5583}"/>
                </a:ext>
              </a:extLst>
            </p:cNvPr>
            <p:cNvSpPr/>
            <p:nvPr/>
          </p:nvSpPr>
          <p:spPr>
            <a:xfrm>
              <a:off x="7321713" y="3520549"/>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8A83E201-6DF2-4551-B0C8-022428BF9603}"/>
                </a:ext>
              </a:extLst>
            </p:cNvPr>
            <p:cNvSpPr>
              <a:spLocks noChangeAspect="1"/>
            </p:cNvSpPr>
            <p:nvPr/>
          </p:nvSpPr>
          <p:spPr>
            <a:xfrm>
              <a:off x="7762592" y="3082814"/>
              <a:ext cx="1137863" cy="1137863"/>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a:extLst>
                <a:ext uri="{FF2B5EF4-FFF2-40B4-BE49-F238E27FC236}">
                  <a16:creationId xmlns:a16="http://schemas.microsoft.com/office/drawing/2014/main" id="{B5DA7F42-249B-4688-8937-1D7104C11EB6}"/>
                </a:ext>
              </a:extLst>
            </p:cNvPr>
            <p:cNvSpPr txBox="1"/>
            <p:nvPr/>
          </p:nvSpPr>
          <p:spPr>
            <a:xfrm>
              <a:off x="7825005" y="3359186"/>
              <a:ext cx="1825725" cy="9310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sp>
        <p:nvSpPr>
          <p:cNvPr id="46" name="Arc 45">
            <a:extLst>
              <a:ext uri="{FF2B5EF4-FFF2-40B4-BE49-F238E27FC236}">
                <a16:creationId xmlns:a16="http://schemas.microsoft.com/office/drawing/2014/main" id="{0EB2086D-AA1B-474C-A74C-98564CDF0F64}"/>
              </a:ext>
            </a:extLst>
          </p:cNvPr>
          <p:cNvSpPr>
            <a:spLocks noChangeAspect="1"/>
          </p:cNvSpPr>
          <p:nvPr/>
        </p:nvSpPr>
        <p:spPr>
          <a:xfrm rot="13009140">
            <a:off x="6285903" y="1286736"/>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4DA26CB-BAEF-44FC-82E4-0591E019EAC4}"/>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67" name="TextBox 66">
            <a:extLst>
              <a:ext uri="{FF2B5EF4-FFF2-40B4-BE49-F238E27FC236}">
                <a16:creationId xmlns:a16="http://schemas.microsoft.com/office/drawing/2014/main" id="{25A5D219-EEC5-48A4-8D75-AA89A018E416}"/>
              </a:ext>
            </a:extLst>
          </p:cNvPr>
          <p:cNvSpPr txBox="1"/>
          <p:nvPr/>
        </p:nvSpPr>
        <p:spPr>
          <a:xfrm rot="18976917">
            <a:off x="9062369" y="2100074"/>
            <a:ext cx="2694968"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Remembering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sp>
        <p:nvSpPr>
          <p:cNvPr id="49" name="TextBox 48">
            <a:extLst>
              <a:ext uri="{FF2B5EF4-FFF2-40B4-BE49-F238E27FC236}">
                <a16:creationId xmlns:a16="http://schemas.microsoft.com/office/drawing/2014/main" id="{0BAB46F1-BF27-4339-B5E7-CE6481431FF3}"/>
              </a:ext>
            </a:extLst>
          </p:cNvPr>
          <p:cNvSpPr txBox="1"/>
          <p:nvPr/>
        </p:nvSpPr>
        <p:spPr>
          <a:xfrm>
            <a:off x="7450704" y="1100898"/>
            <a:ext cx="1825725" cy="830997"/>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Long-Term Memory</a:t>
            </a: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50" name="Arc 49">
            <a:extLst>
              <a:ext uri="{FF2B5EF4-FFF2-40B4-BE49-F238E27FC236}">
                <a16:creationId xmlns:a16="http://schemas.microsoft.com/office/drawing/2014/main" id="{78003F50-E533-49D3-86D3-0DF07804846E}"/>
              </a:ext>
            </a:extLst>
          </p:cNvPr>
          <p:cNvSpPr>
            <a:spLocks noChangeAspect="1"/>
          </p:cNvSpPr>
          <p:nvPr/>
        </p:nvSpPr>
        <p:spPr>
          <a:xfrm rot="3408707">
            <a:off x="7488032" y="1204692"/>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Box 50">
            <a:extLst>
              <a:ext uri="{FF2B5EF4-FFF2-40B4-BE49-F238E27FC236}">
                <a16:creationId xmlns:a16="http://schemas.microsoft.com/office/drawing/2014/main" id="{0AF2B169-823F-4656-9F83-1268B49C687D}"/>
              </a:ext>
            </a:extLst>
          </p:cNvPr>
          <p:cNvSpPr txBox="1"/>
          <p:nvPr/>
        </p:nvSpPr>
        <p:spPr>
          <a:xfrm rot="18976917">
            <a:off x="5114897" y="2281689"/>
            <a:ext cx="1825725"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Learning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109876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1A99C4-A753-4B45-9D49-4B39AF1B6D06}"/>
              </a:ext>
            </a:extLst>
          </p:cNvPr>
          <p:cNvSpPr txBox="1"/>
          <p:nvPr/>
        </p:nvSpPr>
        <p:spPr>
          <a:xfrm>
            <a:off x="170401" y="161233"/>
            <a:ext cx="4558857"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Forgetting</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Not successfully storing a memory </a:t>
            </a:r>
          </a:p>
        </p:txBody>
      </p:sp>
      <p:sp>
        <p:nvSpPr>
          <p:cNvPr id="10" name="L-Shape 9">
            <a:extLst>
              <a:ext uri="{FF2B5EF4-FFF2-40B4-BE49-F238E27FC236}">
                <a16:creationId xmlns:a16="http://schemas.microsoft.com/office/drawing/2014/main" id="{A75707CE-E07C-4659-A678-E84421CF5E78}"/>
              </a:ext>
            </a:extLst>
          </p:cNvPr>
          <p:cNvSpPr/>
          <p:nvPr/>
        </p:nvSpPr>
        <p:spPr>
          <a:xfrm rot="5400000">
            <a:off x="664709" y="228922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L-Shape 10">
            <a:extLst>
              <a:ext uri="{FF2B5EF4-FFF2-40B4-BE49-F238E27FC236}">
                <a16:creationId xmlns:a16="http://schemas.microsoft.com/office/drawing/2014/main" id="{5AB10BED-482D-40FD-9D6A-A6A0721A3735}"/>
              </a:ext>
            </a:extLst>
          </p:cNvPr>
          <p:cNvSpPr/>
          <p:nvPr/>
        </p:nvSpPr>
        <p:spPr>
          <a:xfrm>
            <a:off x="704342" y="496040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Shape 13">
            <a:extLst>
              <a:ext uri="{FF2B5EF4-FFF2-40B4-BE49-F238E27FC236}">
                <a16:creationId xmlns:a16="http://schemas.microsoft.com/office/drawing/2014/main" id="{BAB3EDD8-A646-41D3-A570-0A7C7BA5594C}"/>
              </a:ext>
            </a:extLst>
          </p:cNvPr>
          <p:cNvSpPr/>
          <p:nvPr/>
        </p:nvSpPr>
        <p:spPr>
          <a:xfrm rot="10800000">
            <a:off x="3754619" y="2275088"/>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L-Shape 14">
            <a:extLst>
              <a:ext uri="{FF2B5EF4-FFF2-40B4-BE49-F238E27FC236}">
                <a16:creationId xmlns:a16="http://schemas.microsoft.com/office/drawing/2014/main" id="{33A4379E-C46E-49F6-B333-5A651BBED959}"/>
              </a:ext>
            </a:extLst>
          </p:cNvPr>
          <p:cNvSpPr/>
          <p:nvPr/>
        </p:nvSpPr>
        <p:spPr>
          <a:xfrm rot="16200000">
            <a:off x="3774338" y="4946265"/>
            <a:ext cx="546754" cy="518474"/>
          </a:xfrm>
          <a:prstGeom prst="corner">
            <a:avLst>
              <a:gd name="adj1" fmla="val 31818"/>
              <a:gd name="adj2" fmla="val 3000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F6EDF7BE-F502-4EB3-93BE-A5623BE757A7}"/>
              </a:ext>
            </a:extLst>
          </p:cNvPr>
          <p:cNvSpPr/>
          <p:nvPr/>
        </p:nvSpPr>
        <p:spPr>
          <a:xfrm>
            <a:off x="3120390" y="301752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41C7F090-503D-4E17-AA67-995C1E131103}"/>
              </a:ext>
            </a:extLst>
          </p:cNvPr>
          <p:cNvSpPr/>
          <p:nvPr/>
        </p:nvSpPr>
        <p:spPr>
          <a:xfrm>
            <a:off x="2541270" y="3291949"/>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E2B458B-BD70-4D84-800B-225C61E0E3D4}"/>
              </a:ext>
            </a:extLst>
          </p:cNvPr>
          <p:cNvSpPr/>
          <p:nvPr/>
        </p:nvSpPr>
        <p:spPr>
          <a:xfrm>
            <a:off x="3036570" y="37660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18CD1E50-AD76-4D6F-83FD-275A25D612AD}"/>
              </a:ext>
            </a:extLst>
          </p:cNvPr>
          <p:cNvSpPr/>
          <p:nvPr/>
        </p:nvSpPr>
        <p:spPr>
          <a:xfrm>
            <a:off x="1769988" y="296401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6F3ABE2B-7C0A-48CE-874D-C88F3D64081C}"/>
              </a:ext>
            </a:extLst>
          </p:cNvPr>
          <p:cNvSpPr/>
          <p:nvPr/>
        </p:nvSpPr>
        <p:spPr>
          <a:xfrm>
            <a:off x="1190868" y="323844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A8CB08D-3070-49CE-B305-F8803C6B5F98}"/>
              </a:ext>
            </a:extLst>
          </p:cNvPr>
          <p:cNvSpPr/>
          <p:nvPr/>
        </p:nvSpPr>
        <p:spPr>
          <a:xfrm>
            <a:off x="1686168" y="371253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474B47-93A8-4E6E-9F93-D16CD7F9710D}"/>
              </a:ext>
            </a:extLst>
          </p:cNvPr>
          <p:cNvSpPr/>
          <p:nvPr/>
        </p:nvSpPr>
        <p:spPr>
          <a:xfrm>
            <a:off x="276987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75092F97-B9A0-4DA8-B557-35EB8D4AB62E}"/>
              </a:ext>
            </a:extLst>
          </p:cNvPr>
          <p:cNvSpPr/>
          <p:nvPr/>
        </p:nvSpPr>
        <p:spPr>
          <a:xfrm>
            <a:off x="219075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181F8F95-CB4F-4A76-9D93-A137C4907E66}"/>
              </a:ext>
            </a:extLst>
          </p:cNvPr>
          <p:cNvSpPr/>
          <p:nvPr/>
        </p:nvSpPr>
        <p:spPr>
          <a:xfrm>
            <a:off x="268605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20B16F51-B086-466E-82D0-1E6FB71D999A}"/>
              </a:ext>
            </a:extLst>
          </p:cNvPr>
          <p:cNvSpPr/>
          <p:nvPr/>
        </p:nvSpPr>
        <p:spPr>
          <a:xfrm>
            <a:off x="1859460" y="42006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5DE32388-487B-4CCB-825E-0AD51EFEC01F}"/>
              </a:ext>
            </a:extLst>
          </p:cNvPr>
          <p:cNvSpPr/>
          <p:nvPr/>
        </p:nvSpPr>
        <p:spPr>
          <a:xfrm>
            <a:off x="1280340" y="4475033"/>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AB5BB3EF-963F-477C-A6C2-EEFB9547FF8F}"/>
              </a:ext>
            </a:extLst>
          </p:cNvPr>
          <p:cNvSpPr/>
          <p:nvPr/>
        </p:nvSpPr>
        <p:spPr>
          <a:xfrm>
            <a:off x="1775640" y="4949130"/>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43AB149B-635A-41ED-89B7-176901026124}"/>
              </a:ext>
            </a:extLst>
          </p:cNvPr>
          <p:cNvSpPr/>
          <p:nvPr/>
        </p:nvSpPr>
        <p:spPr>
          <a:xfrm>
            <a:off x="2914650" y="242879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B63190B4-5EF0-4CBF-8A15-0F1C4D2C9E9D}"/>
              </a:ext>
            </a:extLst>
          </p:cNvPr>
          <p:cNvSpPr/>
          <p:nvPr/>
        </p:nvSpPr>
        <p:spPr>
          <a:xfrm>
            <a:off x="2335530" y="270322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0D9A2674-4A3D-4F32-B712-D687C8A7ECAE}"/>
              </a:ext>
            </a:extLst>
          </p:cNvPr>
          <p:cNvSpPr/>
          <p:nvPr/>
        </p:nvSpPr>
        <p:spPr>
          <a:xfrm>
            <a:off x="2830830" y="317732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534AA56-B86F-43F4-A727-6228120FDA44}"/>
              </a:ext>
            </a:extLst>
          </p:cNvPr>
          <p:cNvSpPr/>
          <p:nvPr/>
        </p:nvSpPr>
        <p:spPr>
          <a:xfrm>
            <a:off x="1717426" y="2593242"/>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4954237B-725A-43FC-AFFF-04D12C5CD0D3}"/>
              </a:ext>
            </a:extLst>
          </p:cNvPr>
          <p:cNvSpPr/>
          <p:nvPr/>
        </p:nvSpPr>
        <p:spPr>
          <a:xfrm>
            <a:off x="1138306" y="2867671"/>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7A43740A-4907-4B57-9C95-88345C9FAFAF}"/>
              </a:ext>
            </a:extLst>
          </p:cNvPr>
          <p:cNvSpPr/>
          <p:nvPr/>
        </p:nvSpPr>
        <p:spPr>
          <a:xfrm>
            <a:off x="1633606" y="3341768"/>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3B398BA4-187A-48C0-9110-E32ADC211675}"/>
              </a:ext>
            </a:extLst>
          </p:cNvPr>
          <p:cNvSpPr/>
          <p:nvPr/>
        </p:nvSpPr>
        <p:spPr>
          <a:xfrm>
            <a:off x="2361369" y="3651746"/>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20D2FB6C-FB7D-4645-8E5F-0756FDFCD369}"/>
              </a:ext>
            </a:extLst>
          </p:cNvPr>
          <p:cNvSpPr/>
          <p:nvPr/>
        </p:nvSpPr>
        <p:spPr>
          <a:xfrm>
            <a:off x="3663072" y="333827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3BE39E5A-84DB-48C6-B321-7C88BC571B66}"/>
              </a:ext>
            </a:extLst>
          </p:cNvPr>
          <p:cNvSpPr/>
          <p:nvPr/>
        </p:nvSpPr>
        <p:spPr>
          <a:xfrm>
            <a:off x="3565980" y="4086304"/>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A049212-E5BE-44A2-B97B-9674A83BA3B2}"/>
              </a:ext>
            </a:extLst>
          </p:cNvPr>
          <p:cNvSpPr/>
          <p:nvPr/>
        </p:nvSpPr>
        <p:spPr>
          <a:xfrm>
            <a:off x="3348990" y="4846105"/>
            <a:ext cx="228600" cy="228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F0DEFD4B-2FDE-4DEB-A3EB-E90B31321CBE}"/>
              </a:ext>
            </a:extLst>
          </p:cNvPr>
          <p:cNvSpPr txBox="1"/>
          <p:nvPr/>
        </p:nvSpPr>
        <p:spPr>
          <a:xfrm>
            <a:off x="89417" y="6376439"/>
            <a:ext cx="6061946"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This graphic is used under a Creative Commons Attribution-Non Commercial </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3"/>
              </a:rPr>
              <a:t>license</a:t>
            </a:r>
            <a:r>
              <a:rPr kumimoji="0" lang="en-US" sz="1000" b="0" i="0" u="none" strike="noStrike" kern="1200" cap="none" spc="0" normalizeH="0" baseline="0" noProof="0" dirty="0" err="1">
                <a:ln>
                  <a:noFill/>
                </a:ln>
                <a:solidFill>
                  <a:prstClr val="black"/>
                </a:solidFill>
                <a:effectLst/>
                <a:uLnTx/>
                <a:uFillTx/>
                <a:latin typeface="Calibri" panose="020F0502020204030204"/>
                <a:ea typeface="+mn-ea"/>
                <a:cs typeface="+mn-cs"/>
              </a:rPr>
              <a:t>.Original</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available </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here</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hlinkClick r:id="rId5"/>
              </a:rPr>
              <a:t>https://deansforimpact.org/wp-content/uploads/2021/06/DFI_Deepening-Meaning-and-Learning.pdf</a:t>
            </a:r>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2" name="Oval 1">
            <a:extLst>
              <a:ext uri="{FF2B5EF4-FFF2-40B4-BE49-F238E27FC236}">
                <a16:creationId xmlns:a16="http://schemas.microsoft.com/office/drawing/2014/main" id="{D3863C4B-E3E0-4619-8FCD-D2CA7B238D03}"/>
              </a:ext>
            </a:extLst>
          </p:cNvPr>
          <p:cNvSpPr/>
          <p:nvPr/>
        </p:nvSpPr>
        <p:spPr>
          <a:xfrm>
            <a:off x="2915163" y="3640479"/>
            <a:ext cx="484632" cy="47973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98FD02B-09D8-4DEE-A632-F46B21BA6104}"/>
              </a:ext>
            </a:extLst>
          </p:cNvPr>
          <p:cNvCxnSpPr>
            <a:cxnSpLocks/>
            <a:stCxn id="2" idx="6"/>
          </p:cNvCxnSpPr>
          <p:nvPr/>
        </p:nvCxnSpPr>
        <p:spPr>
          <a:xfrm flipV="1">
            <a:off x="3399795" y="3872484"/>
            <a:ext cx="3403261" cy="7862"/>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1CF4BC-2A70-4F12-805B-01A024D52A07}"/>
              </a:ext>
            </a:extLst>
          </p:cNvPr>
          <p:cNvSpPr txBox="1"/>
          <p:nvPr/>
        </p:nvSpPr>
        <p:spPr>
          <a:xfrm>
            <a:off x="4587623" y="3330255"/>
            <a:ext cx="1825725"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Attention</a:t>
            </a:r>
            <a:br>
              <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cxnSp>
        <p:nvCxnSpPr>
          <p:cNvPr id="41" name="Straight Arrow Connector 40">
            <a:extLst>
              <a:ext uri="{FF2B5EF4-FFF2-40B4-BE49-F238E27FC236}">
                <a16:creationId xmlns:a16="http://schemas.microsoft.com/office/drawing/2014/main" id="{A5B5B3FF-D518-4149-8893-10FFBD9F034C}"/>
              </a:ext>
            </a:extLst>
          </p:cNvPr>
          <p:cNvCxnSpPr>
            <a:cxnSpLocks/>
          </p:cNvCxnSpPr>
          <p:nvPr/>
        </p:nvCxnSpPr>
        <p:spPr>
          <a:xfrm>
            <a:off x="5917495" y="1039095"/>
            <a:ext cx="1650351" cy="170667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9FBC6AD-CE5A-46AE-B6BE-6C5E8D034422}"/>
              </a:ext>
            </a:extLst>
          </p:cNvPr>
          <p:cNvCxnSpPr>
            <a:cxnSpLocks/>
          </p:cNvCxnSpPr>
          <p:nvPr/>
        </p:nvCxnSpPr>
        <p:spPr>
          <a:xfrm flipH="1">
            <a:off x="8889912" y="907265"/>
            <a:ext cx="1628294" cy="1838506"/>
          </a:xfrm>
          <a:prstGeom prst="straightConnector1">
            <a:avLst/>
          </a:prstGeom>
          <a:ln w="34925">
            <a:solidFill>
              <a:srgbClr val="002060"/>
            </a:solidFill>
            <a:prstDash val="sysDash"/>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E113BD6C-9BDC-40B7-8C94-9D5609A21D19}"/>
              </a:ext>
            </a:extLst>
          </p:cNvPr>
          <p:cNvGrpSpPr/>
          <p:nvPr/>
        </p:nvGrpSpPr>
        <p:grpSpPr>
          <a:xfrm>
            <a:off x="6055816" y="2360122"/>
            <a:ext cx="4034004" cy="4138163"/>
            <a:chOff x="6109966" y="2051130"/>
            <a:chExt cx="4034004" cy="4138163"/>
          </a:xfrm>
        </p:grpSpPr>
        <p:grpSp>
          <p:nvGrpSpPr>
            <p:cNvPr id="58" name="Group 57">
              <a:extLst>
                <a:ext uri="{FF2B5EF4-FFF2-40B4-BE49-F238E27FC236}">
                  <a16:creationId xmlns:a16="http://schemas.microsoft.com/office/drawing/2014/main" id="{2B016DC4-1941-4CE2-BC91-3216AE755395}"/>
                </a:ext>
              </a:extLst>
            </p:cNvPr>
            <p:cNvGrpSpPr/>
            <p:nvPr/>
          </p:nvGrpSpPr>
          <p:grpSpPr>
            <a:xfrm>
              <a:off x="6109966" y="2051130"/>
              <a:ext cx="4034004" cy="4138163"/>
              <a:chOff x="5967246" y="2131522"/>
              <a:chExt cx="4034004" cy="4138163"/>
            </a:xfrm>
          </p:grpSpPr>
          <p:pic>
            <p:nvPicPr>
              <p:cNvPr id="62" name="Graphic 61" descr="Head with gears outline">
                <a:extLst>
                  <a:ext uri="{FF2B5EF4-FFF2-40B4-BE49-F238E27FC236}">
                    <a16:creationId xmlns:a16="http://schemas.microsoft.com/office/drawing/2014/main" id="{34364C97-1589-4078-BC3E-1FD63D42EE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5967246" y="2131522"/>
                <a:ext cx="4034004" cy="4138163"/>
              </a:xfrm>
              <a:prstGeom prst="rect">
                <a:avLst/>
              </a:prstGeom>
            </p:spPr>
          </p:pic>
          <p:grpSp>
            <p:nvGrpSpPr>
              <p:cNvPr id="63" name="Group 62">
                <a:extLst>
                  <a:ext uri="{FF2B5EF4-FFF2-40B4-BE49-F238E27FC236}">
                    <a16:creationId xmlns:a16="http://schemas.microsoft.com/office/drawing/2014/main" id="{9787595C-21C5-40CD-B07A-7042FEEFA17C}"/>
                  </a:ext>
                </a:extLst>
              </p:cNvPr>
              <p:cNvGrpSpPr/>
              <p:nvPr/>
            </p:nvGrpSpPr>
            <p:grpSpPr>
              <a:xfrm>
                <a:off x="7267125" y="2617360"/>
                <a:ext cx="1796850" cy="2222440"/>
                <a:chOff x="7267125" y="2617360"/>
                <a:chExt cx="1796850" cy="2222440"/>
              </a:xfrm>
            </p:grpSpPr>
            <p:sp>
              <p:nvSpPr>
                <p:cNvPr id="64" name="Oval 63">
                  <a:extLst>
                    <a:ext uri="{FF2B5EF4-FFF2-40B4-BE49-F238E27FC236}">
                      <a16:creationId xmlns:a16="http://schemas.microsoft.com/office/drawing/2014/main" id="{04910A94-B59D-4115-A313-925519E1B4BD}"/>
                    </a:ext>
                  </a:extLst>
                </p:cNvPr>
                <p:cNvSpPr/>
                <p:nvPr/>
              </p:nvSpPr>
              <p:spPr>
                <a:xfrm>
                  <a:off x="7267125" y="2617360"/>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6349E713-6C2F-42FD-A8E0-38AB39CF2470}"/>
                    </a:ext>
                  </a:extLst>
                </p:cNvPr>
                <p:cNvSpPr/>
                <p:nvPr/>
              </p:nvSpPr>
              <p:spPr>
                <a:xfrm>
                  <a:off x="7486020" y="2793563"/>
                  <a:ext cx="1577955" cy="2046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9" name="Oval 58">
              <a:extLst>
                <a:ext uri="{FF2B5EF4-FFF2-40B4-BE49-F238E27FC236}">
                  <a16:creationId xmlns:a16="http://schemas.microsoft.com/office/drawing/2014/main" id="{A460339F-B41C-4A13-B81F-1E5F761B5583}"/>
                </a:ext>
              </a:extLst>
            </p:cNvPr>
            <p:cNvSpPr/>
            <p:nvPr/>
          </p:nvSpPr>
          <p:spPr>
            <a:xfrm>
              <a:off x="7321713" y="3520549"/>
              <a:ext cx="180899" cy="186883"/>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8A83E201-6DF2-4551-B0C8-022428BF9603}"/>
                </a:ext>
              </a:extLst>
            </p:cNvPr>
            <p:cNvSpPr>
              <a:spLocks noChangeAspect="1"/>
            </p:cNvSpPr>
            <p:nvPr/>
          </p:nvSpPr>
          <p:spPr>
            <a:xfrm>
              <a:off x="7762592" y="3082814"/>
              <a:ext cx="1137863" cy="1137863"/>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a:extLst>
                <a:ext uri="{FF2B5EF4-FFF2-40B4-BE49-F238E27FC236}">
                  <a16:creationId xmlns:a16="http://schemas.microsoft.com/office/drawing/2014/main" id="{B5DA7F42-249B-4688-8937-1D7104C11EB6}"/>
                </a:ext>
              </a:extLst>
            </p:cNvPr>
            <p:cNvSpPr txBox="1"/>
            <p:nvPr/>
          </p:nvSpPr>
          <p:spPr>
            <a:xfrm>
              <a:off x="7825005" y="3359186"/>
              <a:ext cx="1825725" cy="93102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Working Memory</a:t>
              </a:r>
              <a:br>
                <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br>
              <a:endParaRPr kumimoji="0" lang="en-US" sz="105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grpSp>
      <p:sp>
        <p:nvSpPr>
          <p:cNvPr id="46" name="Arc 45">
            <a:extLst>
              <a:ext uri="{FF2B5EF4-FFF2-40B4-BE49-F238E27FC236}">
                <a16:creationId xmlns:a16="http://schemas.microsoft.com/office/drawing/2014/main" id="{0EB2086D-AA1B-474C-A74C-98564CDF0F64}"/>
              </a:ext>
            </a:extLst>
          </p:cNvPr>
          <p:cNvSpPr>
            <a:spLocks noChangeAspect="1"/>
          </p:cNvSpPr>
          <p:nvPr/>
        </p:nvSpPr>
        <p:spPr>
          <a:xfrm rot="13009140">
            <a:off x="6285903" y="1286736"/>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4DA26CB-BAEF-44FC-82E4-0591E019EAC4}"/>
              </a:ext>
            </a:extLst>
          </p:cNvPr>
          <p:cNvSpPr txBox="1"/>
          <p:nvPr/>
        </p:nvSpPr>
        <p:spPr>
          <a:xfrm>
            <a:off x="1614512" y="5336808"/>
            <a:ext cx="1785283" cy="64633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Environment</a:t>
            </a:r>
            <a:endParaRPr kumimoji="0" lang="en-US" sz="14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a:p>
            <a:pPr marL="571500" marR="0" lvl="0" indent="-57150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49" name="TextBox 48">
            <a:extLst>
              <a:ext uri="{FF2B5EF4-FFF2-40B4-BE49-F238E27FC236}">
                <a16:creationId xmlns:a16="http://schemas.microsoft.com/office/drawing/2014/main" id="{0BAB46F1-BF27-4339-B5E7-CE6481431FF3}"/>
              </a:ext>
            </a:extLst>
          </p:cNvPr>
          <p:cNvSpPr txBox="1"/>
          <p:nvPr/>
        </p:nvSpPr>
        <p:spPr>
          <a:xfrm>
            <a:off x="7450704" y="1100898"/>
            <a:ext cx="1825725" cy="830997"/>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rPr>
              <a:t>Long-Term Memory</a:t>
            </a:r>
            <a:endParaRPr kumimoji="0" lang="en-US" sz="1400" b="1" i="0" u="none" strike="noStrike" kern="1200" cap="none" spc="0" normalizeH="0" baseline="0" noProof="0" dirty="0">
              <a:ln>
                <a:noFill/>
              </a:ln>
              <a:solidFill>
                <a:srgbClr val="5B9BD5">
                  <a:lumMod val="50000"/>
                </a:srgbClr>
              </a:solidFill>
              <a:effectLst/>
              <a:uLnTx/>
              <a:uFillTx/>
              <a:latin typeface="Avenir Next LT Pro" panose="020B0504020202020204" pitchFamily="34" charset="0"/>
              <a:ea typeface="+mn-ea"/>
              <a:cs typeface="+mn-cs"/>
            </a:endParaRPr>
          </a:p>
        </p:txBody>
      </p:sp>
      <p:sp>
        <p:nvSpPr>
          <p:cNvPr id="50" name="Arc 49">
            <a:extLst>
              <a:ext uri="{FF2B5EF4-FFF2-40B4-BE49-F238E27FC236}">
                <a16:creationId xmlns:a16="http://schemas.microsoft.com/office/drawing/2014/main" id="{78003F50-E533-49D3-86D3-0DF07804846E}"/>
              </a:ext>
            </a:extLst>
          </p:cNvPr>
          <p:cNvSpPr>
            <a:spLocks noChangeAspect="1"/>
          </p:cNvSpPr>
          <p:nvPr/>
        </p:nvSpPr>
        <p:spPr>
          <a:xfrm rot="3408707">
            <a:off x="7488032" y="1204692"/>
            <a:ext cx="2803762" cy="2808813"/>
          </a:xfrm>
          <a:prstGeom prst="arc">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Box 50">
            <a:extLst>
              <a:ext uri="{FF2B5EF4-FFF2-40B4-BE49-F238E27FC236}">
                <a16:creationId xmlns:a16="http://schemas.microsoft.com/office/drawing/2014/main" id="{0AF2B169-823F-4656-9F83-1268B49C687D}"/>
              </a:ext>
            </a:extLst>
          </p:cNvPr>
          <p:cNvSpPr txBox="1"/>
          <p:nvPr/>
        </p:nvSpPr>
        <p:spPr>
          <a:xfrm rot="18976917">
            <a:off x="5114897" y="2281689"/>
            <a:ext cx="1825725"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Learning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cxnSp>
        <p:nvCxnSpPr>
          <p:cNvPr id="52" name="Straight Arrow Connector 51">
            <a:extLst>
              <a:ext uri="{FF2B5EF4-FFF2-40B4-BE49-F238E27FC236}">
                <a16:creationId xmlns:a16="http://schemas.microsoft.com/office/drawing/2014/main" id="{DBB8EDB8-5C01-4DAF-BBA1-DA25C02189D9}"/>
              </a:ext>
            </a:extLst>
          </p:cNvPr>
          <p:cNvCxnSpPr>
            <a:cxnSpLocks/>
          </p:cNvCxnSpPr>
          <p:nvPr/>
        </p:nvCxnSpPr>
        <p:spPr>
          <a:xfrm>
            <a:off x="8721257" y="4148034"/>
            <a:ext cx="1695103" cy="1542221"/>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03E82F5-8748-4DB1-B0E9-49C3769F7C09}"/>
              </a:ext>
            </a:extLst>
          </p:cNvPr>
          <p:cNvSpPr txBox="1"/>
          <p:nvPr/>
        </p:nvSpPr>
        <p:spPr>
          <a:xfrm rot="18976917">
            <a:off x="9750950" y="5475853"/>
            <a:ext cx="1825725"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Avenir Next LT Pro" panose="020B0504020202020204" pitchFamily="34" charset="0"/>
                <a:ea typeface="+mn-ea"/>
                <a:cs typeface="+mn-cs"/>
              </a:rPr>
              <a:t>Forgetting</a:t>
            </a:r>
            <a:endParaRPr kumimoji="0" lang="en-US" sz="1400" b="1" i="0" u="none" strike="noStrike" kern="1200" cap="none" spc="0" normalizeH="0" baseline="0" noProof="0" dirty="0">
              <a:ln>
                <a:noFill/>
              </a:ln>
              <a:solidFill>
                <a:srgbClr val="C00000"/>
              </a:solidFill>
              <a:effectLst/>
              <a:uLnTx/>
              <a:uFillTx/>
              <a:latin typeface="Avenir Next LT Pro" panose="020B0504020202020204" pitchFamily="34" charset="0"/>
              <a:ea typeface="+mn-ea"/>
              <a:cs typeface="+mn-cs"/>
            </a:endParaRPr>
          </a:p>
        </p:txBody>
      </p:sp>
      <p:cxnSp>
        <p:nvCxnSpPr>
          <p:cNvPr id="54" name="Straight Arrow Connector 53">
            <a:extLst>
              <a:ext uri="{FF2B5EF4-FFF2-40B4-BE49-F238E27FC236}">
                <a16:creationId xmlns:a16="http://schemas.microsoft.com/office/drawing/2014/main" id="{93EBFFEB-1374-4F45-8F49-B25C2457CDA0}"/>
              </a:ext>
            </a:extLst>
          </p:cNvPr>
          <p:cNvCxnSpPr>
            <a:cxnSpLocks/>
          </p:cNvCxnSpPr>
          <p:nvPr/>
        </p:nvCxnSpPr>
        <p:spPr>
          <a:xfrm>
            <a:off x="10543086" y="966453"/>
            <a:ext cx="44582" cy="4512426"/>
          </a:xfrm>
          <a:prstGeom prst="straightConnector1">
            <a:avLst/>
          </a:prstGeom>
          <a:ln w="3492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F4738BB-5C4B-4DEB-B0AA-5C764D5E6222}"/>
              </a:ext>
            </a:extLst>
          </p:cNvPr>
          <p:cNvSpPr txBox="1"/>
          <p:nvPr/>
        </p:nvSpPr>
        <p:spPr>
          <a:xfrm rot="18976917">
            <a:off x="9062369" y="2100074"/>
            <a:ext cx="2694968"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rPr>
              <a:t>Remembering</a:t>
            </a:r>
            <a:endParaRPr kumimoji="0" lang="en-US" sz="1400" b="1" i="0" u="none" strike="noStrike" kern="1200" cap="none" spc="0" normalizeH="0" baseline="0" noProof="0" dirty="0">
              <a:ln>
                <a:noFill/>
              </a:ln>
              <a:solidFill>
                <a:srgbClr val="70AD47">
                  <a:lumMod val="75000"/>
                </a:srgbClr>
              </a:solidFill>
              <a:effectLst/>
              <a:uLnTx/>
              <a:uFillTx/>
              <a:latin typeface="Avenir Next LT Pro" panose="020B0504020202020204" pitchFamily="34" charset="0"/>
              <a:ea typeface="+mn-ea"/>
              <a:cs typeface="+mn-cs"/>
            </a:endParaRPr>
          </a:p>
        </p:txBody>
      </p:sp>
    </p:spTree>
    <p:extLst>
      <p:ext uri="{BB962C8B-B14F-4D97-AF65-F5344CB8AC3E}">
        <p14:creationId xmlns:p14="http://schemas.microsoft.com/office/powerpoint/2010/main" val="238231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A4D3-33A7-4D8F-AE5A-B006383DD21B}"/>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3472F971-CD4B-4510-ACDB-B53B305ED545}"/>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In your student guide, </a:t>
            </a:r>
            <a:r>
              <a:rPr lang="en-US" dirty="0">
                <a:latin typeface="Calibri" panose="020F0502020204030204" pitchFamily="34" charset="0"/>
                <a:ea typeface="Calibri" panose="020F0502020204030204" pitchFamily="34" charset="0"/>
                <a:cs typeface="Times New Roman" panose="02020603050405020304" pitchFamily="18" charset="0"/>
              </a:rPr>
              <a:t>u</a:t>
            </a:r>
            <a:r>
              <a:rPr lang="en-US" dirty="0">
                <a:effectLst/>
                <a:latin typeface="Calibri" panose="020F0502020204030204" pitchFamily="34" charset="0"/>
                <a:ea typeface="Calibri" panose="020F0502020204030204" pitchFamily="34" charset="0"/>
                <a:cs typeface="Times New Roman" panose="02020603050405020304" pitchFamily="18" charset="0"/>
              </a:rPr>
              <a:t>se the blank template of the simple memory model of learning to annotate the process for new ideas becoming part of part of long-term memory.</a:t>
            </a:r>
          </a:p>
          <a:p>
            <a:pPr marL="0" indent="0">
              <a:buNone/>
            </a:pPr>
            <a:endParaRPr lang="en-US" dirty="0"/>
          </a:p>
        </p:txBody>
      </p:sp>
      <p:sp>
        <p:nvSpPr>
          <p:cNvPr id="5" name="Slide Number Placeholder 4">
            <a:extLst>
              <a:ext uri="{FF2B5EF4-FFF2-40B4-BE49-F238E27FC236}">
                <a16:creationId xmlns:a16="http://schemas.microsoft.com/office/drawing/2014/main" id="{1A42D33A-ACB1-4B18-A2F3-DBD50339526B}"/>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1333249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1664</TotalTime>
  <Words>679</Words>
  <Application>Microsoft Office PowerPoint</Application>
  <PresentationFormat>Widescreen</PresentationFormat>
  <Paragraphs>81</Paragraphs>
  <Slides>11</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Avenir Next LT Pro</vt:lpstr>
      <vt:lpstr>Calibri</vt:lpstr>
      <vt:lpstr>Calibri Light</vt:lpstr>
      <vt:lpstr>Office Theme</vt:lpstr>
      <vt:lpstr>1_Office Theme</vt:lpstr>
      <vt:lpstr>Instructional Practices| Unit 4: The Science of Learning| Lesson 4.01</vt:lpstr>
      <vt:lpstr>TEKS Standards &amp; Objectives</vt:lpstr>
      <vt:lpstr>Bellringer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4.01: The Simple Memory Model</dc:title>
  <dc:subject>Lesson 4.01: The Simple Memory Model</dc:subject>
  <dc:creator>Texas Education Agency</dc:creator>
  <cp:lastModifiedBy>White (she/her), Whitney</cp:lastModifiedBy>
  <cp:revision>8</cp:revision>
  <dcterms:created xsi:type="dcterms:W3CDTF">2022-05-09T19:40:20Z</dcterms:created>
  <dcterms:modified xsi:type="dcterms:W3CDTF">2022-09-16T19:59:35Z</dcterms:modified>
</cp:coreProperties>
</file>
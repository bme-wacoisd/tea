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F7B968-0D75-4D7C-9B9A-3E28FB461420}" v="1" dt="2023-08-31T01:07:55.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84D4A8FD-8648-4FE1-A1E0-8667405DD9C1}"/>
    <pc:docChg chg="undo custSel delSld modSld">
      <pc:chgData name="White, Whitney" userId="65f39021-2f1d-4d8b-87dc-b123826f65bf" providerId="ADAL" clId="{84D4A8FD-8648-4FE1-A1E0-8667405DD9C1}" dt="2022-07-29T05:29:59.371" v="94" actId="20577"/>
      <pc:docMkLst>
        <pc:docMk/>
      </pc:docMkLst>
      <pc:sldChg chg="modSp mod">
        <pc:chgData name="White, Whitney" userId="65f39021-2f1d-4d8b-87dc-b123826f65bf" providerId="ADAL" clId="{84D4A8FD-8648-4FE1-A1E0-8667405DD9C1}" dt="2022-07-29T05:29:59.371" v="94" actId="20577"/>
        <pc:sldMkLst>
          <pc:docMk/>
          <pc:sldMk cId="1482277026" sldId="256"/>
        </pc:sldMkLst>
        <pc:spChg chg="mod">
          <ac:chgData name="White, Whitney" userId="65f39021-2f1d-4d8b-87dc-b123826f65bf" providerId="ADAL" clId="{84D4A8FD-8648-4FE1-A1E0-8667405DD9C1}" dt="2022-07-29T05:29:59.371" v="94" actId="20577"/>
          <ac:spMkLst>
            <pc:docMk/>
            <pc:sldMk cId="1482277026" sldId="256"/>
            <ac:spMk id="2" creationId="{BFFCF5BD-F8FF-4A67-A8B6-EBB21E79279B}"/>
          </ac:spMkLst>
        </pc:spChg>
        <pc:spChg chg="mod">
          <ac:chgData name="White, Whitney" userId="65f39021-2f1d-4d8b-87dc-b123826f65bf" providerId="ADAL" clId="{84D4A8FD-8648-4FE1-A1E0-8667405DD9C1}" dt="2022-07-29T05:29:46.877" v="85" actId="20577"/>
          <ac:spMkLst>
            <pc:docMk/>
            <pc:sldMk cId="1482277026" sldId="256"/>
            <ac:spMk id="3" creationId="{E0FBD98F-3A67-498E-8174-652040DD7B60}"/>
          </ac:spMkLst>
        </pc:spChg>
      </pc:sldChg>
      <pc:sldChg chg="modSp mod">
        <pc:chgData name="White, Whitney" userId="65f39021-2f1d-4d8b-87dc-b123826f65bf" providerId="ADAL" clId="{84D4A8FD-8648-4FE1-A1E0-8667405DD9C1}" dt="2022-07-29T05:28:07.873" v="26" actId="255"/>
        <pc:sldMkLst>
          <pc:docMk/>
          <pc:sldMk cId="4071305681" sldId="258"/>
        </pc:sldMkLst>
        <pc:spChg chg="mod">
          <ac:chgData name="White, Whitney" userId="65f39021-2f1d-4d8b-87dc-b123826f65bf" providerId="ADAL" clId="{84D4A8FD-8648-4FE1-A1E0-8667405DD9C1}" dt="2022-07-29T05:28:07.873" v="26" actId="255"/>
          <ac:spMkLst>
            <pc:docMk/>
            <pc:sldMk cId="4071305681" sldId="258"/>
            <ac:spMk id="3" creationId="{392BE286-77A6-49DD-B15D-7E4718D52FE7}"/>
          </ac:spMkLst>
        </pc:spChg>
      </pc:sldChg>
      <pc:sldChg chg="modSp mod">
        <pc:chgData name="White, Whitney" userId="65f39021-2f1d-4d8b-87dc-b123826f65bf" providerId="ADAL" clId="{84D4A8FD-8648-4FE1-A1E0-8667405DD9C1}" dt="2022-07-29T05:27:53.945" v="24" actId="404"/>
        <pc:sldMkLst>
          <pc:docMk/>
          <pc:sldMk cId="2772527113" sldId="259"/>
        </pc:sldMkLst>
        <pc:spChg chg="mod">
          <ac:chgData name="White, Whitney" userId="65f39021-2f1d-4d8b-87dc-b123826f65bf" providerId="ADAL" clId="{84D4A8FD-8648-4FE1-A1E0-8667405DD9C1}" dt="2022-07-29T05:27:53.945" v="24" actId="404"/>
          <ac:spMkLst>
            <pc:docMk/>
            <pc:sldMk cId="2772527113" sldId="259"/>
            <ac:spMk id="3" creationId="{8CE08C7F-0286-423B-92F7-DEB89F31111A}"/>
          </ac:spMkLst>
        </pc:spChg>
      </pc:sldChg>
      <pc:sldChg chg="modSp mod">
        <pc:chgData name="White, Whitney" userId="65f39021-2f1d-4d8b-87dc-b123826f65bf" providerId="ADAL" clId="{84D4A8FD-8648-4FE1-A1E0-8667405DD9C1}" dt="2022-07-29T05:29:20.621" v="51" actId="255"/>
        <pc:sldMkLst>
          <pc:docMk/>
          <pc:sldMk cId="2147408764" sldId="260"/>
        </pc:sldMkLst>
        <pc:spChg chg="mod">
          <ac:chgData name="White, Whitney" userId="65f39021-2f1d-4d8b-87dc-b123826f65bf" providerId="ADAL" clId="{84D4A8FD-8648-4FE1-A1E0-8667405DD9C1}" dt="2022-07-29T05:29:20.621" v="51" actId="255"/>
          <ac:spMkLst>
            <pc:docMk/>
            <pc:sldMk cId="2147408764" sldId="260"/>
            <ac:spMk id="3" creationId="{49F2A5AF-3C0B-4968-A438-E435325199EA}"/>
          </ac:spMkLst>
        </pc:spChg>
      </pc:sldChg>
      <pc:sldChg chg="del">
        <pc:chgData name="White, Whitney" userId="65f39021-2f1d-4d8b-87dc-b123826f65bf" providerId="ADAL" clId="{84D4A8FD-8648-4FE1-A1E0-8667405DD9C1}" dt="2022-07-29T05:28:15.109" v="27" actId="2696"/>
        <pc:sldMkLst>
          <pc:docMk/>
          <pc:sldMk cId="3054216349" sldId="261"/>
        </pc:sldMkLst>
      </pc:sldChg>
      <pc:sldChg chg="del">
        <pc:chgData name="White, Whitney" userId="65f39021-2f1d-4d8b-87dc-b123826f65bf" providerId="ADAL" clId="{84D4A8FD-8648-4FE1-A1E0-8667405DD9C1}" dt="2022-07-29T05:29:07.513" v="30" actId="47"/>
        <pc:sldMkLst>
          <pc:docMk/>
          <pc:sldMk cId="4170921578" sldId="262"/>
        </pc:sldMkLst>
      </pc:sldChg>
      <pc:sldChg chg="del">
        <pc:chgData name="White, Whitney" userId="65f39021-2f1d-4d8b-87dc-b123826f65bf" providerId="ADAL" clId="{84D4A8FD-8648-4FE1-A1E0-8667405DD9C1}" dt="2022-07-29T05:29:06.993" v="29" actId="47"/>
        <pc:sldMkLst>
          <pc:docMk/>
          <pc:sldMk cId="1163931679" sldId="263"/>
        </pc:sldMkLst>
      </pc:sldChg>
      <pc:sldChg chg="del">
        <pc:chgData name="White, Whitney" userId="65f39021-2f1d-4d8b-87dc-b123826f65bf" providerId="ADAL" clId="{84D4A8FD-8648-4FE1-A1E0-8667405DD9C1}" dt="2022-07-29T05:29:06.517" v="28" actId="47"/>
        <pc:sldMkLst>
          <pc:docMk/>
          <pc:sldMk cId="3493109116" sldId="264"/>
        </pc:sldMkLst>
      </pc:sldChg>
    </pc:docChg>
  </pc:docChgLst>
  <pc:docChgLst>
    <pc:chgData name="White, Whitney" userId="65f39021-2f1d-4d8b-87dc-b123826f65bf" providerId="ADAL" clId="{6A531146-25B0-4F02-8BD4-70B760CBD788}"/>
    <pc:docChg chg="custSel modSld">
      <pc:chgData name="White, Whitney" userId="65f39021-2f1d-4d8b-87dc-b123826f65bf" providerId="ADAL" clId="{6A531146-25B0-4F02-8BD4-70B760CBD788}" dt="2022-07-28T02:43:23.884" v="111" actId="20577"/>
      <pc:docMkLst>
        <pc:docMk/>
      </pc:docMkLst>
      <pc:sldChg chg="modSp mod">
        <pc:chgData name="White, Whitney" userId="65f39021-2f1d-4d8b-87dc-b123826f65bf" providerId="ADAL" clId="{6A531146-25B0-4F02-8BD4-70B760CBD788}" dt="2022-07-28T02:43:23.884" v="111" actId="20577"/>
        <pc:sldMkLst>
          <pc:docMk/>
          <pc:sldMk cId="1482277026" sldId="256"/>
        </pc:sldMkLst>
        <pc:spChg chg="mod">
          <ac:chgData name="White, Whitney" userId="65f39021-2f1d-4d8b-87dc-b123826f65bf" providerId="ADAL" clId="{6A531146-25B0-4F02-8BD4-70B760CBD788}" dt="2022-07-28T02:43:23.884" v="111"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7CF7B968-0D75-4D7C-9B9A-3E28FB461420}"/>
    <pc:docChg chg="modSld">
      <pc:chgData name="White (she/her), Whitney" userId="65f39021-2f1d-4d8b-87dc-b123826f65bf" providerId="ADAL" clId="{7CF7B968-0D75-4D7C-9B9A-3E28FB461420}" dt="2023-08-31T01:08:02.013" v="3" actId="1076"/>
      <pc:docMkLst>
        <pc:docMk/>
      </pc:docMkLst>
      <pc:sldChg chg="addSp modSp mod">
        <pc:chgData name="White (she/her), Whitney" userId="65f39021-2f1d-4d8b-87dc-b123826f65bf" providerId="ADAL" clId="{7CF7B968-0D75-4D7C-9B9A-3E28FB461420}" dt="2023-08-31T01:08:02.013" v="3" actId="1076"/>
        <pc:sldMkLst>
          <pc:docMk/>
          <pc:sldMk cId="1482277026" sldId="256"/>
        </pc:sldMkLst>
        <pc:spChg chg="mod">
          <ac:chgData name="White (she/her), Whitney" userId="65f39021-2f1d-4d8b-87dc-b123826f65bf" providerId="ADAL" clId="{7CF7B968-0D75-4D7C-9B9A-3E28FB461420}" dt="2023-08-31T01:08:02.013" v="3" actId="1076"/>
          <ac:spMkLst>
            <pc:docMk/>
            <pc:sldMk cId="1482277026" sldId="256"/>
            <ac:spMk id="2" creationId="{BFFCF5BD-F8FF-4A67-A8B6-EBB21E79279B}"/>
          </ac:spMkLst>
        </pc:spChg>
        <pc:spChg chg="add mod">
          <ac:chgData name="White (she/her), Whitney" userId="65f39021-2f1d-4d8b-87dc-b123826f65bf" providerId="ADAL" clId="{7CF7B968-0D75-4D7C-9B9A-3E28FB461420}" dt="2023-08-31T01:08:00.259" v="2" actId="1076"/>
          <ac:spMkLst>
            <pc:docMk/>
            <pc:sldMk cId="1482277026" sldId="256"/>
            <ac:spMk id="4" creationId="{F19737C6-1059-2E13-E1AB-8B01A4B683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93670"/>
            <a:ext cx="9144000" cy="370300"/>
          </a:xfrm>
        </p:spPr>
        <p:txBody>
          <a:bodyPr>
            <a:normAutofit/>
          </a:bodyPr>
          <a:lstStyle/>
          <a:p>
            <a:pPr algn="l"/>
            <a:r>
              <a:rPr lang="en-US" sz="1800" dirty="0"/>
              <a:t>Instructional Practices | Unit 1: Building an Effective Classroom | Classroom Culture| Lesson 1.12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Rolling Out Systems and Routines</a:t>
            </a:r>
          </a:p>
        </p:txBody>
      </p:sp>
      <p:sp>
        <p:nvSpPr>
          <p:cNvPr id="4" name="TextBox 3">
            <a:extLst>
              <a:ext uri="{FF2B5EF4-FFF2-40B4-BE49-F238E27FC236}">
                <a16:creationId xmlns:a16="http://schemas.microsoft.com/office/drawing/2014/main" id="{F19737C6-1059-2E13-E1AB-8B01A4B68376}"/>
              </a:ext>
            </a:extLst>
          </p:cNvPr>
          <p:cNvSpPr txBox="1"/>
          <p:nvPr/>
        </p:nvSpPr>
        <p:spPr>
          <a:xfrm>
            <a:off x="0" y="6363970"/>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 </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a:t>
            </a:r>
            <a:r>
              <a:rPr lang="en-US" dirty="0">
                <a:effectLst/>
                <a:latin typeface="Calibri" panose="020F0502020204030204" pitchFamily="34" charset="0"/>
                <a:ea typeface="Calibri" panose="020F0502020204030204" pitchFamily="34" charset="0"/>
                <a:cs typeface="Times New Roman" panose="02020603050405020304" pitchFamily="18" charset="0"/>
              </a:rPr>
              <a:t>dentify possible pitfalls of a routine</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Arial" panose="020B0604020202020204" pitchFamily="34" charset="0"/>
              </a:rPr>
              <a:t>u</a:t>
            </a:r>
            <a:r>
              <a:rPr lang="en-US" dirty="0">
                <a:effectLst/>
                <a:latin typeface="Calibri" panose="020F0502020204030204" pitchFamily="34" charset="0"/>
                <a:ea typeface="Calibri" panose="020F0502020204030204" pitchFamily="34" charset="0"/>
                <a:cs typeface="Arial" panose="020B0604020202020204" pitchFamily="34" charset="0"/>
              </a:rPr>
              <a:t>se a double plan and possible pitfalls to plan for deliberate practice of a routine</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Consider the routine you designed with your small group earlier in this unit. What are some of the potential pitfalls of this routine? What might students need to practice to ensure that this routine is enacted successfully?</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Review the sample double-plan for the practice of a routine on your Exit Ticket. </a:t>
            </a:r>
            <a:r>
              <a:rPr lang="en-US" dirty="0">
                <a:effectLst/>
                <a:latin typeface="Calibri" panose="020F0502020204030204" pitchFamily="34" charset="0"/>
                <a:ea typeface="Calibri" panose="020F0502020204030204" pitchFamily="34" charset="0"/>
                <a:cs typeface="Arial" panose="020B0604020202020204" pitchFamily="34" charset="0"/>
              </a:rPr>
              <a:t>Complete the “Potential Pitfalls” and “How to Practice” columns of the table below.</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TotalTime>
  <Words>149</Words>
  <Application>Microsoft Office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Instructional Practices | Unit 1: Building an Effective Classroom | Classroom Culture| Lesson 1.12</vt:lpstr>
      <vt:lpstr>TEKS Standards &amp; Objectives</vt:lpstr>
      <vt:lpstr>Bellringer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1.12: Rolling Out Systems and Routines</dc:title>
  <dc:subject>Lesson 1.12: Rolling Out Systems and Routines</dc:subject>
  <dc:creator>Texas Education Agency</dc:creator>
  <cp:lastModifiedBy>White (she/her), Whitney</cp:lastModifiedBy>
  <cp:revision>3</cp:revision>
  <dcterms:created xsi:type="dcterms:W3CDTF">2022-05-09T19:40:20Z</dcterms:created>
  <dcterms:modified xsi:type="dcterms:W3CDTF">2023-08-31T01:08:09Z</dcterms:modified>
</cp:coreProperties>
</file>
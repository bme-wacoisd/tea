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1"/>
    <p:sldMasterId id="2147483665" r:id="rId2"/>
  </p:sldMasterIdLst>
  <p:notesMasterIdLst>
    <p:notesMasterId r:id="rId14"/>
  </p:notesMasterIdLst>
  <p:sldIdLst>
    <p:sldId id="285" r:id="rId3"/>
    <p:sldId id="257" r:id="rId4"/>
    <p:sldId id="287" r:id="rId5"/>
    <p:sldId id="294" r:id="rId6"/>
    <p:sldId id="288" r:id="rId7"/>
    <p:sldId id="289" r:id="rId8"/>
    <p:sldId id="290" r:id="rId9"/>
    <p:sldId id="295" r:id="rId10"/>
    <p:sldId id="296" r:id="rId11"/>
    <p:sldId id="297" r:id="rId12"/>
    <p:sldId id="28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oeper, Martha" initials="HM" lastIdx="2" clrIdx="0">
    <p:extLst>
      <p:ext uri="{19B8F6BF-5375-455C-9EA6-DF929625EA0E}">
        <p15:presenceInfo xmlns:p15="http://schemas.microsoft.com/office/powerpoint/2012/main" userId="S::mhoeper@rti.org::ff51605c-305b-4384-af24-13ba70b4092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7171"/>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BB9134-0B62-446D-B602-F972F6FA3325}" v="11" dt="2022-09-17T05:22:09.5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8" autoAdjust="0"/>
    <p:restoredTop sz="96517" autoAdjust="0"/>
  </p:normalViewPr>
  <p:slideViewPr>
    <p:cSldViewPr snapToGrid="0">
      <p:cViewPr varScale="1">
        <p:scale>
          <a:sx n="115" d="100"/>
          <a:sy n="115" d="100"/>
        </p:scale>
        <p:origin x="318" y="10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pta, Swati" userId="a3cadf42-9970-41e5-bb67-4a4dd3e8759e" providerId="ADAL" clId="{890CB85C-24BC-4D49-9382-1D7D95E40860}"/>
    <pc:docChg chg="custSel addSld delSld modSld">
      <pc:chgData name="Gupta, Swati" userId="a3cadf42-9970-41e5-bb67-4a4dd3e8759e" providerId="ADAL" clId="{890CB85C-24BC-4D49-9382-1D7D95E40860}" dt="2022-05-10T16:57:31.570" v="24" actId="20577"/>
      <pc:docMkLst>
        <pc:docMk/>
      </pc:docMkLst>
      <pc:sldChg chg="modSp mod delCm modCm">
        <pc:chgData name="Gupta, Swati" userId="a3cadf42-9970-41e5-bb67-4a4dd3e8759e" providerId="ADAL" clId="{890CB85C-24BC-4D49-9382-1D7D95E40860}" dt="2022-05-10T16:57:31.570" v="24" actId="20577"/>
        <pc:sldMkLst>
          <pc:docMk/>
          <pc:sldMk cId="2875402532" sldId="257"/>
        </pc:sldMkLst>
        <pc:spChg chg="mod">
          <ac:chgData name="Gupta, Swati" userId="a3cadf42-9970-41e5-bb67-4a4dd3e8759e" providerId="ADAL" clId="{890CB85C-24BC-4D49-9382-1D7D95E40860}" dt="2022-05-10T16:57:31.570" v="24" actId="20577"/>
          <ac:spMkLst>
            <pc:docMk/>
            <pc:sldMk cId="2875402532" sldId="257"/>
            <ac:spMk id="3" creationId="{81FE1C6D-F36E-48C2-992F-AFB21F6BE7E7}"/>
          </ac:spMkLst>
        </pc:spChg>
      </pc:sldChg>
      <pc:sldChg chg="modSp new del mod">
        <pc:chgData name="Gupta, Swati" userId="a3cadf42-9970-41e5-bb67-4a4dd3e8759e" providerId="ADAL" clId="{890CB85C-24BC-4D49-9382-1D7D95E40860}" dt="2022-05-10T16:57:10.315" v="18" actId="2696"/>
        <pc:sldMkLst>
          <pc:docMk/>
          <pc:sldMk cId="2893024199" sldId="258"/>
        </pc:sldMkLst>
        <pc:spChg chg="mod">
          <ac:chgData name="Gupta, Swati" userId="a3cadf42-9970-41e5-bb67-4a4dd3e8759e" providerId="ADAL" clId="{890CB85C-24BC-4D49-9382-1D7D95E40860}" dt="2022-05-10T16:56:59.001" v="17" actId="207"/>
          <ac:spMkLst>
            <pc:docMk/>
            <pc:sldMk cId="2893024199" sldId="258"/>
            <ac:spMk id="5" creationId="{EAD3D53F-2FE4-4F69-99AE-D4BE8C7CC533}"/>
          </ac:spMkLst>
        </pc:spChg>
      </pc:sldChg>
    </pc:docChg>
  </pc:docChgLst>
  <pc:docChgLst>
    <pc:chgData name="White (she/her), Whitney" userId="65f39021-2f1d-4d8b-87dc-b123826f65bf" providerId="ADAL" clId="{28BB9134-0B62-446D-B602-F972F6FA3325}"/>
    <pc:docChg chg="undo custSel addSld delSld modSld sldOrd delMainMaster">
      <pc:chgData name="White (she/her), Whitney" userId="65f39021-2f1d-4d8b-87dc-b123826f65bf" providerId="ADAL" clId="{28BB9134-0B62-446D-B602-F972F6FA3325}" dt="2022-09-17T05:28:55.878" v="1987" actId="5793"/>
      <pc:docMkLst>
        <pc:docMk/>
      </pc:docMkLst>
      <pc:sldChg chg="del">
        <pc:chgData name="White (she/her), Whitney" userId="65f39021-2f1d-4d8b-87dc-b123826f65bf" providerId="ADAL" clId="{28BB9134-0B62-446D-B602-F972F6FA3325}" dt="2022-09-16T03:39:29.195" v="66" actId="2696"/>
        <pc:sldMkLst>
          <pc:docMk/>
          <pc:sldMk cId="1482277026" sldId="256"/>
        </pc:sldMkLst>
      </pc:sldChg>
      <pc:sldChg chg="modSp del mod ord">
        <pc:chgData name="White (she/her), Whitney" userId="65f39021-2f1d-4d8b-87dc-b123826f65bf" providerId="ADAL" clId="{28BB9134-0B62-446D-B602-F972F6FA3325}" dt="2022-09-17T05:09:43.777" v="290" actId="20577"/>
        <pc:sldMkLst>
          <pc:docMk/>
          <pc:sldMk cId="2875402532" sldId="257"/>
        </pc:sldMkLst>
        <pc:spChg chg="mod">
          <ac:chgData name="White (she/her), Whitney" userId="65f39021-2f1d-4d8b-87dc-b123826f65bf" providerId="ADAL" clId="{28BB9134-0B62-446D-B602-F972F6FA3325}" dt="2022-09-17T05:09:43.777" v="290" actId="20577"/>
          <ac:spMkLst>
            <pc:docMk/>
            <pc:sldMk cId="2875402532" sldId="257"/>
            <ac:spMk id="3" creationId="{81FE1C6D-F36E-48C2-992F-AFB21F6BE7E7}"/>
          </ac:spMkLst>
        </pc:spChg>
      </pc:sldChg>
      <pc:sldChg chg="modSp mod">
        <pc:chgData name="White (she/her), Whitney" userId="65f39021-2f1d-4d8b-87dc-b123826f65bf" providerId="ADAL" clId="{28BB9134-0B62-446D-B602-F972F6FA3325}" dt="2022-09-16T03:38:42.358" v="65" actId="20577"/>
        <pc:sldMkLst>
          <pc:docMk/>
          <pc:sldMk cId="3976098008" sldId="285"/>
        </pc:sldMkLst>
        <pc:spChg chg="mod">
          <ac:chgData name="White (she/her), Whitney" userId="65f39021-2f1d-4d8b-87dc-b123826f65bf" providerId="ADAL" clId="{28BB9134-0B62-446D-B602-F972F6FA3325}" dt="2022-09-16T03:38:42.358" v="65" actId="20577"/>
          <ac:spMkLst>
            <pc:docMk/>
            <pc:sldMk cId="3976098008" sldId="285"/>
            <ac:spMk id="2" creationId="{BFFCF5BD-F8FF-4A67-A8B6-EBB21E79279B}"/>
          </ac:spMkLst>
        </pc:spChg>
        <pc:spChg chg="mod">
          <ac:chgData name="White (she/her), Whitney" userId="65f39021-2f1d-4d8b-87dc-b123826f65bf" providerId="ADAL" clId="{28BB9134-0B62-446D-B602-F972F6FA3325}" dt="2022-09-16T03:38:35.887" v="61" actId="20577"/>
          <ac:spMkLst>
            <pc:docMk/>
            <pc:sldMk cId="3976098008" sldId="285"/>
            <ac:spMk id="3" creationId="{E0FBD98F-3A67-498E-8174-652040DD7B60}"/>
          </ac:spMkLst>
        </pc:spChg>
      </pc:sldChg>
      <pc:sldChg chg="modSp mod">
        <pc:chgData name="White (she/her), Whitney" userId="65f39021-2f1d-4d8b-87dc-b123826f65bf" providerId="ADAL" clId="{28BB9134-0B62-446D-B602-F972F6FA3325}" dt="2022-09-17T05:28:55.878" v="1987" actId="5793"/>
        <pc:sldMkLst>
          <pc:docMk/>
          <pc:sldMk cId="288503356" sldId="286"/>
        </pc:sldMkLst>
        <pc:spChg chg="mod">
          <ac:chgData name="White (she/her), Whitney" userId="65f39021-2f1d-4d8b-87dc-b123826f65bf" providerId="ADAL" clId="{28BB9134-0B62-446D-B602-F972F6FA3325}" dt="2022-09-17T05:28:55.878" v="1987" actId="5793"/>
          <ac:spMkLst>
            <pc:docMk/>
            <pc:sldMk cId="288503356" sldId="286"/>
            <ac:spMk id="3" creationId="{81FE1C6D-F36E-48C2-992F-AFB21F6BE7E7}"/>
          </ac:spMkLst>
        </pc:spChg>
      </pc:sldChg>
      <pc:sldChg chg="add del">
        <pc:chgData name="White (she/her), Whitney" userId="65f39021-2f1d-4d8b-87dc-b123826f65bf" providerId="ADAL" clId="{28BB9134-0B62-446D-B602-F972F6FA3325}" dt="2022-09-17T03:47:08.721" v="70" actId="47"/>
        <pc:sldMkLst>
          <pc:docMk/>
          <pc:sldMk cId="1651600358" sldId="286"/>
        </pc:sldMkLst>
      </pc:sldChg>
      <pc:sldChg chg="modSp mod">
        <pc:chgData name="White (she/her), Whitney" userId="65f39021-2f1d-4d8b-87dc-b123826f65bf" providerId="ADAL" clId="{28BB9134-0B62-446D-B602-F972F6FA3325}" dt="2022-09-17T05:10:51.863" v="299" actId="20577"/>
        <pc:sldMkLst>
          <pc:docMk/>
          <pc:sldMk cId="223193067" sldId="287"/>
        </pc:sldMkLst>
        <pc:spChg chg="mod">
          <ac:chgData name="White (she/her), Whitney" userId="65f39021-2f1d-4d8b-87dc-b123826f65bf" providerId="ADAL" clId="{28BB9134-0B62-446D-B602-F972F6FA3325}" dt="2022-09-17T05:10:51.863" v="299" actId="20577"/>
          <ac:spMkLst>
            <pc:docMk/>
            <pc:sldMk cId="223193067" sldId="287"/>
            <ac:spMk id="3" creationId="{81FE1C6D-F36E-48C2-992F-AFB21F6BE7E7}"/>
          </ac:spMkLst>
        </pc:spChg>
      </pc:sldChg>
      <pc:sldChg chg="del">
        <pc:chgData name="White (she/her), Whitney" userId="65f39021-2f1d-4d8b-87dc-b123826f65bf" providerId="ADAL" clId="{28BB9134-0B62-446D-B602-F972F6FA3325}" dt="2022-09-17T03:47:09.434" v="71" actId="47"/>
        <pc:sldMkLst>
          <pc:docMk/>
          <pc:sldMk cId="227100986" sldId="287"/>
        </pc:sldMkLst>
      </pc:sldChg>
      <pc:sldChg chg="addSp delSp modSp mod ord setBg">
        <pc:chgData name="White (she/her), Whitney" userId="65f39021-2f1d-4d8b-87dc-b123826f65bf" providerId="ADAL" clId="{28BB9134-0B62-446D-B602-F972F6FA3325}" dt="2022-09-17T05:18:00.946" v="959" actId="27614"/>
        <pc:sldMkLst>
          <pc:docMk/>
          <pc:sldMk cId="2859908621" sldId="288"/>
        </pc:sldMkLst>
        <pc:spChg chg="del">
          <ac:chgData name="White (she/her), Whitney" userId="65f39021-2f1d-4d8b-87dc-b123826f65bf" providerId="ADAL" clId="{28BB9134-0B62-446D-B602-F972F6FA3325}" dt="2022-09-17T05:17:58.236" v="956" actId="26606"/>
          <ac:spMkLst>
            <pc:docMk/>
            <pc:sldMk cId="2859908621" sldId="288"/>
            <ac:spMk id="2" creationId="{CA1EE61B-138F-43A4-8B56-5EF03A58679B}"/>
          </ac:spMkLst>
        </pc:spChg>
        <pc:spChg chg="del">
          <ac:chgData name="White (she/her), Whitney" userId="65f39021-2f1d-4d8b-87dc-b123826f65bf" providerId="ADAL" clId="{28BB9134-0B62-446D-B602-F972F6FA3325}" dt="2022-09-17T05:17:45.941" v="955"/>
          <ac:spMkLst>
            <pc:docMk/>
            <pc:sldMk cId="2859908621" sldId="288"/>
            <ac:spMk id="3" creationId="{81FE1C6D-F36E-48C2-992F-AFB21F6BE7E7}"/>
          </ac:spMkLst>
        </pc:spChg>
        <pc:spChg chg="mod ord">
          <ac:chgData name="White (she/her), Whitney" userId="65f39021-2f1d-4d8b-87dc-b123826f65bf" providerId="ADAL" clId="{28BB9134-0B62-446D-B602-F972F6FA3325}" dt="2022-09-17T05:17:58.236" v="956" actId="26606"/>
          <ac:spMkLst>
            <pc:docMk/>
            <pc:sldMk cId="2859908621" sldId="288"/>
            <ac:spMk id="5" creationId="{E771288C-B13A-490D-9B00-790E8D5BC0CB}"/>
          </ac:spMkLst>
        </pc:spChg>
        <pc:spChg chg="add">
          <ac:chgData name="White (she/her), Whitney" userId="65f39021-2f1d-4d8b-87dc-b123826f65bf" providerId="ADAL" clId="{28BB9134-0B62-446D-B602-F972F6FA3325}" dt="2022-09-17T05:17:58.236" v="956" actId="26606"/>
          <ac:spMkLst>
            <pc:docMk/>
            <pc:sldMk cId="2859908621" sldId="288"/>
            <ac:spMk id="11" creationId="{32BC26D8-82FB-445E-AA49-62A77D7C1EE0}"/>
          </ac:spMkLst>
        </pc:spChg>
        <pc:spChg chg="add">
          <ac:chgData name="White (she/her), Whitney" userId="65f39021-2f1d-4d8b-87dc-b123826f65bf" providerId="ADAL" clId="{28BB9134-0B62-446D-B602-F972F6FA3325}" dt="2022-09-17T05:17:58.236" v="956" actId="26606"/>
          <ac:spMkLst>
            <pc:docMk/>
            <pc:sldMk cId="2859908621" sldId="288"/>
            <ac:spMk id="13" creationId="{CB44330D-EA18-4254-AA95-EB49948539B8}"/>
          </ac:spMkLst>
        </pc:spChg>
        <pc:picChg chg="add mod">
          <ac:chgData name="White (she/her), Whitney" userId="65f39021-2f1d-4d8b-87dc-b123826f65bf" providerId="ADAL" clId="{28BB9134-0B62-446D-B602-F972F6FA3325}" dt="2022-09-17T05:18:00.946" v="959" actId="27614"/>
          <ac:picMkLst>
            <pc:docMk/>
            <pc:sldMk cId="2859908621" sldId="288"/>
            <ac:picMk id="6" creationId="{B17DA39B-B666-4C9C-BFEB-B20528BD0F93}"/>
          </ac:picMkLst>
        </pc:picChg>
      </pc:sldChg>
      <pc:sldChg chg="modSp mod">
        <pc:chgData name="White (she/her), Whitney" userId="65f39021-2f1d-4d8b-87dc-b123826f65bf" providerId="ADAL" clId="{28BB9134-0B62-446D-B602-F972F6FA3325}" dt="2022-09-17T05:15:10.326" v="914" actId="1076"/>
        <pc:sldMkLst>
          <pc:docMk/>
          <pc:sldMk cId="1894735719" sldId="289"/>
        </pc:sldMkLst>
        <pc:spChg chg="mod">
          <ac:chgData name="White (she/her), Whitney" userId="65f39021-2f1d-4d8b-87dc-b123826f65bf" providerId="ADAL" clId="{28BB9134-0B62-446D-B602-F972F6FA3325}" dt="2022-09-17T05:15:10.326" v="914" actId="1076"/>
          <ac:spMkLst>
            <pc:docMk/>
            <pc:sldMk cId="1894735719" sldId="289"/>
            <ac:spMk id="3" creationId="{81FE1C6D-F36E-48C2-992F-AFB21F6BE7E7}"/>
          </ac:spMkLst>
        </pc:spChg>
      </pc:sldChg>
      <pc:sldChg chg="modSp mod">
        <pc:chgData name="White (she/her), Whitney" userId="65f39021-2f1d-4d8b-87dc-b123826f65bf" providerId="ADAL" clId="{28BB9134-0B62-446D-B602-F972F6FA3325}" dt="2022-09-17T05:20:19.325" v="1499" actId="20577"/>
        <pc:sldMkLst>
          <pc:docMk/>
          <pc:sldMk cId="2621417627" sldId="290"/>
        </pc:sldMkLst>
        <pc:spChg chg="mod">
          <ac:chgData name="White (she/her), Whitney" userId="65f39021-2f1d-4d8b-87dc-b123826f65bf" providerId="ADAL" clId="{28BB9134-0B62-446D-B602-F972F6FA3325}" dt="2022-09-17T05:20:19.325" v="1499" actId="20577"/>
          <ac:spMkLst>
            <pc:docMk/>
            <pc:sldMk cId="2621417627" sldId="290"/>
            <ac:spMk id="2" creationId="{CA1EE61B-138F-43A4-8B56-5EF03A58679B}"/>
          </ac:spMkLst>
        </pc:spChg>
        <pc:spChg chg="mod">
          <ac:chgData name="White (she/her), Whitney" userId="65f39021-2f1d-4d8b-87dc-b123826f65bf" providerId="ADAL" clId="{28BB9134-0B62-446D-B602-F972F6FA3325}" dt="2022-09-17T05:20:11.068" v="1482" actId="114"/>
          <ac:spMkLst>
            <pc:docMk/>
            <pc:sldMk cId="2621417627" sldId="290"/>
            <ac:spMk id="3" creationId="{81FE1C6D-F36E-48C2-992F-AFB21F6BE7E7}"/>
          </ac:spMkLst>
        </pc:spChg>
      </pc:sldChg>
      <pc:sldChg chg="ord">
        <pc:chgData name="White (she/her), Whitney" userId="65f39021-2f1d-4d8b-87dc-b123826f65bf" providerId="ADAL" clId="{28BB9134-0B62-446D-B602-F972F6FA3325}" dt="2022-09-17T05:15:33.923" v="918"/>
        <pc:sldMkLst>
          <pc:docMk/>
          <pc:sldMk cId="230325457" sldId="294"/>
        </pc:sldMkLst>
      </pc:sldChg>
      <pc:sldChg chg="modSp add mod">
        <pc:chgData name="White (she/her), Whitney" userId="65f39021-2f1d-4d8b-87dc-b123826f65bf" providerId="ADAL" clId="{28BB9134-0B62-446D-B602-F972F6FA3325}" dt="2022-09-17T05:22:02.220" v="1605" actId="20577"/>
        <pc:sldMkLst>
          <pc:docMk/>
          <pc:sldMk cId="2657781880" sldId="295"/>
        </pc:sldMkLst>
        <pc:spChg chg="mod">
          <ac:chgData name="White (she/her), Whitney" userId="65f39021-2f1d-4d8b-87dc-b123826f65bf" providerId="ADAL" clId="{28BB9134-0B62-446D-B602-F972F6FA3325}" dt="2022-09-17T05:22:02.220" v="1605" actId="20577"/>
          <ac:spMkLst>
            <pc:docMk/>
            <pc:sldMk cId="2657781880" sldId="295"/>
            <ac:spMk id="2" creationId="{CA1EE61B-138F-43A4-8B56-5EF03A58679B}"/>
          </ac:spMkLst>
        </pc:spChg>
        <pc:spChg chg="mod">
          <ac:chgData name="White (she/her), Whitney" userId="65f39021-2f1d-4d8b-87dc-b123826f65bf" providerId="ADAL" clId="{28BB9134-0B62-446D-B602-F972F6FA3325}" dt="2022-09-17T05:21:50.627" v="1584" actId="114"/>
          <ac:spMkLst>
            <pc:docMk/>
            <pc:sldMk cId="2657781880" sldId="295"/>
            <ac:spMk id="3" creationId="{81FE1C6D-F36E-48C2-992F-AFB21F6BE7E7}"/>
          </ac:spMkLst>
        </pc:spChg>
      </pc:sldChg>
      <pc:sldChg chg="modSp mod">
        <pc:chgData name="White (she/her), Whitney" userId="65f39021-2f1d-4d8b-87dc-b123826f65bf" providerId="ADAL" clId="{28BB9134-0B62-446D-B602-F972F6FA3325}" dt="2022-09-17T05:23:34.631" v="1741" actId="114"/>
        <pc:sldMkLst>
          <pc:docMk/>
          <pc:sldMk cId="3869100480" sldId="296"/>
        </pc:sldMkLst>
        <pc:spChg chg="mod">
          <ac:chgData name="White (she/her), Whitney" userId="65f39021-2f1d-4d8b-87dc-b123826f65bf" providerId="ADAL" clId="{28BB9134-0B62-446D-B602-F972F6FA3325}" dt="2022-09-17T05:23:06.125" v="1733" actId="20577"/>
          <ac:spMkLst>
            <pc:docMk/>
            <pc:sldMk cId="3869100480" sldId="296"/>
            <ac:spMk id="2" creationId="{CA1EE61B-138F-43A4-8B56-5EF03A58679B}"/>
          </ac:spMkLst>
        </pc:spChg>
        <pc:spChg chg="mod">
          <ac:chgData name="White (she/her), Whitney" userId="65f39021-2f1d-4d8b-87dc-b123826f65bf" providerId="ADAL" clId="{28BB9134-0B62-446D-B602-F972F6FA3325}" dt="2022-09-17T05:23:34.631" v="1741" actId="114"/>
          <ac:spMkLst>
            <pc:docMk/>
            <pc:sldMk cId="3869100480" sldId="296"/>
            <ac:spMk id="3" creationId="{81FE1C6D-F36E-48C2-992F-AFB21F6BE7E7}"/>
          </ac:spMkLst>
        </pc:spChg>
      </pc:sldChg>
      <pc:sldChg chg="modSp add mod">
        <pc:chgData name="White (she/her), Whitney" userId="65f39021-2f1d-4d8b-87dc-b123826f65bf" providerId="ADAL" clId="{28BB9134-0B62-446D-B602-F972F6FA3325}" dt="2022-09-17T05:24:45.010" v="1934" actId="114"/>
        <pc:sldMkLst>
          <pc:docMk/>
          <pc:sldMk cId="3645529609" sldId="297"/>
        </pc:sldMkLst>
        <pc:spChg chg="mod">
          <ac:chgData name="White (she/her), Whitney" userId="65f39021-2f1d-4d8b-87dc-b123826f65bf" providerId="ADAL" clId="{28BB9134-0B62-446D-B602-F972F6FA3325}" dt="2022-09-17T05:23:53.077" v="1775" actId="20577"/>
          <ac:spMkLst>
            <pc:docMk/>
            <pc:sldMk cId="3645529609" sldId="297"/>
            <ac:spMk id="2" creationId="{CA1EE61B-138F-43A4-8B56-5EF03A58679B}"/>
          </ac:spMkLst>
        </pc:spChg>
        <pc:spChg chg="mod">
          <ac:chgData name="White (she/her), Whitney" userId="65f39021-2f1d-4d8b-87dc-b123826f65bf" providerId="ADAL" clId="{28BB9134-0B62-446D-B602-F972F6FA3325}" dt="2022-09-17T05:24:45.010" v="1934" actId="114"/>
          <ac:spMkLst>
            <pc:docMk/>
            <pc:sldMk cId="3645529609" sldId="297"/>
            <ac:spMk id="3" creationId="{81FE1C6D-F36E-48C2-992F-AFB21F6BE7E7}"/>
          </ac:spMkLst>
        </pc:spChg>
      </pc:sldChg>
      <pc:sldChg chg="add del">
        <pc:chgData name="White (she/her), Whitney" userId="65f39021-2f1d-4d8b-87dc-b123826f65bf" providerId="ADAL" clId="{28BB9134-0B62-446D-B602-F972F6FA3325}" dt="2022-09-17T05:25:21.397" v="1935" actId="47"/>
        <pc:sldMkLst>
          <pc:docMk/>
          <pc:sldMk cId="810454015" sldId="298"/>
        </pc:sldMkLst>
      </pc:sldChg>
      <pc:sldChg chg="add del">
        <pc:chgData name="White (she/her), Whitney" userId="65f39021-2f1d-4d8b-87dc-b123826f65bf" providerId="ADAL" clId="{28BB9134-0B62-446D-B602-F972F6FA3325}" dt="2022-09-17T05:25:22.117" v="1936" actId="47"/>
        <pc:sldMkLst>
          <pc:docMk/>
          <pc:sldMk cId="3435837912" sldId="299"/>
        </pc:sldMkLst>
      </pc:sldChg>
      <pc:sldMasterChg chg="del delSldLayout">
        <pc:chgData name="White (she/her), Whitney" userId="65f39021-2f1d-4d8b-87dc-b123826f65bf" providerId="ADAL" clId="{28BB9134-0B62-446D-B602-F972F6FA3325}" dt="2022-09-17T03:47:09.882" v="72" actId="47"/>
        <pc:sldMasterMkLst>
          <pc:docMk/>
          <pc:sldMasterMk cId="3955077458" sldId="2147483648"/>
        </pc:sldMasterMkLst>
        <pc:sldLayoutChg chg="del">
          <pc:chgData name="White (she/her), Whitney" userId="65f39021-2f1d-4d8b-87dc-b123826f65bf" providerId="ADAL" clId="{28BB9134-0B62-446D-B602-F972F6FA3325}" dt="2022-09-17T03:47:09.882" v="72" actId="47"/>
          <pc:sldLayoutMkLst>
            <pc:docMk/>
            <pc:sldMasterMk cId="3955077458" sldId="2147483648"/>
            <pc:sldLayoutMk cId="1960563727" sldId="2147483649"/>
          </pc:sldLayoutMkLst>
        </pc:sldLayoutChg>
        <pc:sldLayoutChg chg="del">
          <pc:chgData name="White (she/her), Whitney" userId="65f39021-2f1d-4d8b-87dc-b123826f65bf" providerId="ADAL" clId="{28BB9134-0B62-446D-B602-F972F6FA3325}" dt="2022-09-17T03:47:09.882" v="72" actId="47"/>
          <pc:sldLayoutMkLst>
            <pc:docMk/>
            <pc:sldMasterMk cId="3955077458" sldId="2147483648"/>
            <pc:sldLayoutMk cId="866395689" sldId="2147483650"/>
          </pc:sldLayoutMkLst>
        </pc:sldLayoutChg>
        <pc:sldLayoutChg chg="del">
          <pc:chgData name="White (she/her), Whitney" userId="65f39021-2f1d-4d8b-87dc-b123826f65bf" providerId="ADAL" clId="{28BB9134-0B62-446D-B602-F972F6FA3325}" dt="2022-09-17T03:47:09.882" v="72" actId="47"/>
          <pc:sldLayoutMkLst>
            <pc:docMk/>
            <pc:sldMasterMk cId="3955077458" sldId="2147483648"/>
            <pc:sldLayoutMk cId="6404041" sldId="2147483652"/>
          </pc:sldLayoutMkLst>
        </pc:sldLayoutChg>
        <pc:sldLayoutChg chg="del">
          <pc:chgData name="White (she/her), Whitney" userId="65f39021-2f1d-4d8b-87dc-b123826f65bf" providerId="ADAL" clId="{28BB9134-0B62-446D-B602-F972F6FA3325}" dt="2022-09-17T03:47:09.882" v="72" actId="47"/>
          <pc:sldLayoutMkLst>
            <pc:docMk/>
            <pc:sldMasterMk cId="3955077458" sldId="2147483648"/>
            <pc:sldLayoutMk cId="2879760363" sldId="2147483654"/>
          </pc:sldLayoutMkLst>
        </pc:sldLayoutChg>
        <pc:sldLayoutChg chg="del">
          <pc:chgData name="White (she/her), Whitney" userId="65f39021-2f1d-4d8b-87dc-b123826f65bf" providerId="ADAL" clId="{28BB9134-0B62-446D-B602-F972F6FA3325}" dt="2022-09-17T03:47:09.882" v="72" actId="47"/>
          <pc:sldLayoutMkLst>
            <pc:docMk/>
            <pc:sldMasterMk cId="3955077458" sldId="2147483648"/>
            <pc:sldLayoutMk cId="339149044" sldId="2147483656"/>
          </pc:sldLayoutMkLst>
        </pc:sldLayoutChg>
        <pc:sldLayoutChg chg="del">
          <pc:chgData name="White (she/her), Whitney" userId="65f39021-2f1d-4d8b-87dc-b123826f65bf" providerId="ADAL" clId="{28BB9134-0B62-446D-B602-F972F6FA3325}" dt="2022-09-17T03:47:09.882" v="72" actId="47"/>
          <pc:sldLayoutMkLst>
            <pc:docMk/>
            <pc:sldMasterMk cId="3955077458" sldId="2147483648"/>
            <pc:sldLayoutMk cId="3819197707" sldId="2147483657"/>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8/30/2023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27669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2722000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8/30/2023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1100289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8/30/2023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352925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8/30/2023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67744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8/30/2023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205417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solidFill>
                  <a:srgbClr val="717171"/>
                </a:solidFill>
              </a:defRPr>
            </a:lvl1pPr>
          </a:lstStyle>
          <a:p>
            <a:fld id="{95F45DF0-00B2-468D-ADF1-6351EEFB9CD7}" type="datetime1">
              <a:rPr lang="en-US" smtClean="0"/>
              <a:pPr/>
              <a:t>8/30/2023</a:t>
            </a:fld>
            <a:endParaRPr lang="en-US" dirty="0"/>
          </a:p>
        </p:txBody>
      </p:sp>
      <p:pic>
        <p:nvPicPr>
          <p:cNvPr id="9" name="Picture 8" descr="Logo: Texas Education Agency ">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 for Texas Education Agency (TEA) Education and Training ">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4090549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solidFill>
                  <a:srgbClr val="717171"/>
                </a:solidFill>
              </a:defRPr>
            </a:lvl1pPr>
          </a:lstStyle>
          <a:p>
            <a:fld id="{A50A4456-6D77-4237-8218-40872579093E}" type="datetime1">
              <a:rPr lang="en-US" smtClean="0"/>
              <a:pPr/>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lvl1pPr>
              <a:defRPr>
                <a:solidFill>
                  <a:srgbClr val="717171"/>
                </a:solidFill>
              </a:defRPr>
            </a:lvl1p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16701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9FAF0A51-8860-45B4-B3C2-078DBFFE3F11}" type="datetime1">
              <a:rPr lang="en-US" smtClean="0"/>
              <a:t>8/30/2023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593124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0EC8E0D3-5DEF-4424-A66B-248169F8979E}" type="datetime1">
              <a:rPr lang="en-US" smtClean="0"/>
              <a:t>8/30/2023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084877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084D87F3-74DF-4702-8D1B-0BA8CE9CA57F}" type="datetime1">
              <a:rPr lang="en-US" smtClean="0"/>
              <a:t>8/30/2023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1350220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6BE42763-A1D0-477C-A610-38D23465485E}" type="datetime1">
              <a:rPr lang="en-US" smtClean="0"/>
              <a:t>8/30/2023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17021915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8/30/2023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2474474333"/>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rgbClr val="717171"/>
                </a:solidFill>
              </a:defRPr>
            </a:lvl1pPr>
          </a:lstStyle>
          <a:p>
            <a:fld id="{1B00EFE5-A68C-4E4B-9D40-F26D6ED979C1}" type="datetime1">
              <a:rPr lang="en-US" smtClean="0"/>
              <a:pPr/>
              <a:t>8/30/2023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rgbClr val="717171"/>
                </a:solidFill>
              </a:defRPr>
            </a:lvl1pPr>
          </a:lstStyle>
          <a:p>
            <a:endParaRPr lang="en-US"/>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717171"/>
                </a:solidFill>
              </a:defRPr>
            </a:lvl1pPr>
          </a:lstStyle>
          <a:p>
            <a:fld id="{E2D56C8B-F564-4051-AFED-A78F1C6A2F0E}" type="slidenum">
              <a:rPr lang="en-US" smtClean="0"/>
              <a:pPr/>
              <a:t>‹#›</a:t>
            </a:fld>
            <a:endParaRPr lang="en-US"/>
          </a:p>
        </p:txBody>
      </p:sp>
    </p:spTree>
    <p:extLst>
      <p:ext uri="{BB962C8B-B14F-4D97-AF65-F5344CB8AC3E}">
        <p14:creationId xmlns:p14="http://schemas.microsoft.com/office/powerpoint/2010/main" val="4156371471"/>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06437"/>
            <a:ext cx="9144000" cy="370300"/>
          </a:xfrm>
        </p:spPr>
        <p:txBody>
          <a:bodyPr>
            <a:normAutofit/>
          </a:bodyPr>
          <a:lstStyle/>
          <a:p>
            <a:pPr algn="l"/>
            <a:r>
              <a:rPr lang="en-US" sz="1800" dirty="0"/>
              <a:t>Instructional Practices| Unit 4: The Science of Learning| Lesson 4.13</a:t>
            </a:r>
            <a:endParaRPr lang="en-US" sz="1800" dirty="0">
              <a:highlight>
                <a:srgbClr val="FFFF00"/>
              </a:highlight>
            </a:endParaRP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Practice with Feedback | Deliberate Practice</a:t>
            </a:r>
          </a:p>
        </p:txBody>
      </p:sp>
      <p:sp>
        <p:nvSpPr>
          <p:cNvPr id="4" name="TextBox 4">
            <a:extLst>
              <a:ext uri="{FF2B5EF4-FFF2-40B4-BE49-F238E27FC236}">
                <a16:creationId xmlns:a16="http://schemas.microsoft.com/office/drawing/2014/main" id="{767E2B18-5A6C-4EB0-E97C-51C3093BF8A5}"/>
              </a:ext>
            </a:extLst>
          </p:cNvPr>
          <p:cNvSpPr txBox="1"/>
          <p:nvPr/>
        </p:nvSpPr>
        <p:spPr>
          <a:xfrm>
            <a:off x="0" y="6376737"/>
            <a:ext cx="10387263" cy="33855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solidFill>
                  <a:srgbClr val="464646"/>
                </a:solidFill>
                <a:effectLst/>
                <a:latin typeface="Calibri" panose="020F0502020204030204" pitchFamily="34" charset="0"/>
                <a:ea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rPr>
              <a:t>.</a:t>
            </a:r>
            <a:endParaRPr lang="en-US" sz="1600" dirty="0"/>
          </a:p>
        </p:txBody>
      </p:sp>
    </p:spTree>
    <p:extLst>
      <p:ext uri="{BB962C8B-B14F-4D97-AF65-F5344CB8AC3E}">
        <p14:creationId xmlns:p14="http://schemas.microsoft.com/office/powerpoint/2010/main" val="3976098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EE61B-138F-43A4-8B56-5EF03A58679B}"/>
              </a:ext>
            </a:extLst>
          </p:cNvPr>
          <p:cNvSpPr>
            <a:spLocks noGrp="1"/>
          </p:cNvSpPr>
          <p:nvPr>
            <p:ph type="title"/>
          </p:nvPr>
        </p:nvSpPr>
        <p:spPr/>
        <p:txBody>
          <a:bodyPr/>
          <a:lstStyle/>
          <a:p>
            <a:r>
              <a:rPr lang="en-US" dirty="0"/>
              <a:t>TEKS &amp; Objectives</a:t>
            </a:r>
          </a:p>
        </p:txBody>
      </p:sp>
      <p:sp>
        <p:nvSpPr>
          <p:cNvPr id="3" name="Content Placeholder 2">
            <a:extLst>
              <a:ext uri="{FF2B5EF4-FFF2-40B4-BE49-F238E27FC236}">
                <a16:creationId xmlns:a16="http://schemas.microsoft.com/office/drawing/2014/main" id="{81FE1C6D-F36E-48C2-992F-AFB21F6BE7E7}"/>
              </a:ext>
            </a:extLst>
          </p:cNvPr>
          <p:cNvSpPr>
            <a:spLocks noGrp="1"/>
          </p:cNvSpPr>
          <p:nvPr>
            <p:ph idx="1"/>
          </p:nvPr>
        </p:nvSpPr>
        <p:spPr/>
        <p:txBody>
          <a:bodyPr>
            <a:normAutofit/>
          </a:bodyPr>
          <a:lstStyle/>
          <a:p>
            <a:pPr marL="0" indent="0">
              <a:buNone/>
            </a:pPr>
            <a:r>
              <a:rPr lang="en-US" dirty="0">
                <a:latin typeface="Calibri" panose="020F0502020204030204" pitchFamily="34" charset="0"/>
              </a:rPr>
              <a:t>TEKS 4A, 4B</a:t>
            </a:r>
          </a:p>
          <a:p>
            <a:pPr marL="0" indent="0">
              <a:buNone/>
            </a:pPr>
            <a:endParaRPr lang="en-US" dirty="0">
              <a:latin typeface="Calibri" panose="020F0502020204030204" pitchFamily="34" charset="0"/>
            </a:endParaRPr>
          </a:p>
          <a:p>
            <a:pPr marL="0" indent="0">
              <a:buNone/>
            </a:pPr>
            <a:r>
              <a:rPr lang="en-US" dirty="0">
                <a:latin typeface="Calibri" panose="020F0502020204030204" pitchFamily="34" charset="0"/>
              </a:rPr>
              <a:t>The learner will…</a:t>
            </a:r>
          </a:p>
          <a:p>
            <a:pPr marL="0" indent="0">
              <a:buNone/>
            </a:pPr>
            <a:r>
              <a:rPr lang="en-US" dirty="0">
                <a:latin typeface="Calibri" panose="020F0502020204030204" pitchFamily="34" charset="0"/>
              </a:rPr>
              <a:t>…understand why practice is vital to learning</a:t>
            </a:r>
          </a:p>
          <a:p>
            <a:pPr marL="0" indent="0">
              <a:buNone/>
            </a:pPr>
            <a:r>
              <a:rPr lang="en-US" dirty="0">
                <a:latin typeface="Calibri" panose="020F0502020204030204" pitchFamily="34" charset="0"/>
              </a:rPr>
              <a:t>…relate and implement principles and theories about the learning process to teaching and training situations</a:t>
            </a:r>
          </a:p>
        </p:txBody>
      </p:sp>
      <p:sp>
        <p:nvSpPr>
          <p:cNvPr id="5" name="Slide Number Placeholder 4">
            <a:extLst>
              <a:ext uri="{FF2B5EF4-FFF2-40B4-BE49-F238E27FC236}">
                <a16:creationId xmlns:a16="http://schemas.microsoft.com/office/drawing/2014/main" id="{E771288C-B13A-490D-9B00-790E8D5BC0C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D56C8B-F564-4051-AFED-A78F1C6A2F0E}" type="slidenum">
              <a:rPr kumimoji="0" lang="en-US" sz="1200" b="0" i="0" u="none" strike="noStrike" kern="1200" cap="none" spc="0" normalizeH="0" baseline="0" noProof="0" smtClean="0">
                <a:ln>
                  <a:noFill/>
                </a:ln>
                <a:solidFill>
                  <a:srgbClr val="71717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srgbClr val="71717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54025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EE61B-138F-43A4-8B56-5EF03A58679B}"/>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81FE1C6D-F36E-48C2-992F-AFB21F6BE7E7}"/>
              </a:ext>
            </a:extLst>
          </p:cNvPr>
          <p:cNvSpPr>
            <a:spLocks noGrp="1"/>
          </p:cNvSpPr>
          <p:nvPr>
            <p:ph idx="1"/>
          </p:nvPr>
        </p:nvSpPr>
        <p:spPr/>
        <p:txBody>
          <a:bodyPr>
            <a:normAutofit/>
          </a:bodyPr>
          <a:lstStyle/>
          <a:p>
            <a:pPr marL="0" indent="0">
              <a:buNone/>
            </a:pPr>
            <a:r>
              <a:rPr lang="en-US" dirty="0">
                <a:effectLst/>
                <a:latin typeface="Calibri" panose="020F0502020204030204" pitchFamily="34" charset="0"/>
                <a:ea typeface="Calibri" panose="020F0502020204030204" pitchFamily="34" charset="0"/>
              </a:rPr>
              <a:t>Have you ever heard someone use the phrase “practice makes perfect?”  </a:t>
            </a:r>
          </a:p>
          <a:p>
            <a:pPr marL="0" indent="0">
              <a:buNone/>
            </a:pPr>
            <a:endParaRPr lang="en-US" dirty="0">
              <a:effectLst/>
              <a:latin typeface="Calibri" panose="020F0502020204030204" pitchFamily="34" charset="0"/>
              <a:ea typeface="Calibri" panose="020F0502020204030204" pitchFamily="34" charset="0"/>
            </a:endParaRPr>
          </a:p>
          <a:p>
            <a:pPr marL="0" indent="0">
              <a:buNone/>
            </a:pPr>
            <a:r>
              <a:rPr lang="en-US" dirty="0">
                <a:effectLst/>
                <a:latin typeface="Calibri" panose="020F0502020204030204" pitchFamily="34" charset="0"/>
                <a:ea typeface="Calibri" panose="020F0502020204030204" pitchFamily="34" charset="0"/>
              </a:rPr>
              <a:t>Why do you think practicing helps to learn new concepts or ideas? </a:t>
            </a:r>
          </a:p>
          <a:p>
            <a:pPr marL="0" indent="0">
              <a:buNone/>
            </a:pPr>
            <a:endParaRPr lang="en-US" dirty="0">
              <a:effectLst/>
              <a:latin typeface="Calibri" panose="020F0502020204030204" pitchFamily="34" charset="0"/>
              <a:ea typeface="Calibri" panose="020F0502020204030204" pitchFamily="34" charset="0"/>
            </a:endParaRPr>
          </a:p>
          <a:p>
            <a:pPr marL="0" indent="0">
              <a:buNone/>
            </a:pPr>
            <a:r>
              <a:rPr lang="en-US" dirty="0">
                <a:effectLst/>
                <a:latin typeface="Calibri" panose="020F0502020204030204" pitchFamily="34" charset="0"/>
                <a:ea typeface="Calibri" panose="020F0502020204030204" pitchFamily="34" charset="0"/>
              </a:rPr>
              <a:t>How does this relate to what you already know about the simple memory model?</a:t>
            </a:r>
            <a:endParaRPr lang="en-US" dirty="0">
              <a:latin typeface="Calibri" panose="020F0502020204030204" pitchFamily="34" charset="0"/>
            </a:endParaRPr>
          </a:p>
        </p:txBody>
      </p:sp>
      <p:sp>
        <p:nvSpPr>
          <p:cNvPr id="5" name="Slide Number Placeholder 4">
            <a:extLst>
              <a:ext uri="{FF2B5EF4-FFF2-40B4-BE49-F238E27FC236}">
                <a16:creationId xmlns:a16="http://schemas.microsoft.com/office/drawing/2014/main" id="{E771288C-B13A-490D-9B00-790E8D5BC0C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D56C8B-F564-4051-AFED-A78F1C6A2F0E}" type="slidenum">
              <a:rPr kumimoji="0" lang="en-US" sz="1200" b="0" i="0" u="none" strike="noStrike" kern="1200" cap="none" spc="0" normalizeH="0" baseline="0" noProof="0" smtClean="0">
                <a:ln>
                  <a:noFill/>
                </a:ln>
                <a:solidFill>
                  <a:srgbClr val="71717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srgbClr val="71717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193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A330DF-1BCC-4430-B0B0-A887633FD9CC}"/>
              </a:ext>
            </a:extLst>
          </p:cNvPr>
          <p:cNvSpPr txBox="1">
            <a:spLocks noGrp="1"/>
          </p:cNvSpPr>
          <p:nvPr>
            <p:ph type="title" idx="4294967295"/>
          </p:nvPr>
        </p:nvSpPr>
        <p:spPr>
          <a:xfrm>
            <a:off x="359425" y="688286"/>
            <a:ext cx="11941767" cy="1138773"/>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rPr>
              <a:t>Five Principles for Teaching based on the Science of Learning</a:t>
            </a:r>
            <a:endParaRPr kumimoji="0" lang="en-US" sz="2000" b="0"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p:txBody>
      </p:sp>
      <p:sp>
        <p:nvSpPr>
          <p:cNvPr id="11" name="TextBox 10">
            <a:extLst>
              <a:ext uri="{FF2B5EF4-FFF2-40B4-BE49-F238E27FC236}">
                <a16:creationId xmlns:a16="http://schemas.microsoft.com/office/drawing/2014/main" id="{590A430C-81BB-481D-81D2-2D5CA5063D67}"/>
              </a:ext>
            </a:extLst>
          </p:cNvPr>
          <p:cNvSpPr txBox="1"/>
          <p:nvPr/>
        </p:nvSpPr>
        <p:spPr>
          <a:xfrm>
            <a:off x="4400644" y="1707527"/>
            <a:ext cx="1918090" cy="64633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5B9BD5">
                    <a:lumMod val="50000"/>
                  </a:srgbClr>
                </a:solidFill>
                <a:effectLst/>
                <a:uLnTx/>
                <a:uFillTx/>
                <a:latin typeface="Avenir Next LT Pro"/>
                <a:ea typeface="Calibri" panose="020F0502020204030204" pitchFamily="34" charset="0"/>
                <a:cs typeface="Times New Roman"/>
              </a:rPr>
              <a:t>Principle 2</a:t>
            </a: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p:txBody>
      </p:sp>
      <p:grpSp>
        <p:nvGrpSpPr>
          <p:cNvPr id="3" name="Group 2" descr="The Five Science of Learning Principles. &#10;&#10;Top row: Three boxes (Orange: Attending; Green: Prior Knowledge; Red: Avoiding Overload)&#10;&#10;Bottom Row: Two boxes (Blue: Cognitive Engagement; Gray: Practice with Feedback)&#10;&#10;Text:&#10;Attending: Learning requires attending to the most important content.&#10;&#10;Prior Knowledge: Learning builds on prior knowledge.&#10;&#10;Avoiding Overload: Too much information at once can interfere with learning.&#10;&#10;Cognitive Engagement: Learning requires cognitive engagement and should be effortful.&#10;&#10;Practice with Feedback:&#10;Practice and feedback are essential to move ideas permanently into long-term memory.">
            <a:extLst>
              <a:ext uri="{FF2B5EF4-FFF2-40B4-BE49-F238E27FC236}">
                <a16:creationId xmlns:a16="http://schemas.microsoft.com/office/drawing/2014/main" id="{B2DB7BB0-608C-B44B-9311-248F5316B4EA}"/>
              </a:ext>
            </a:extLst>
          </p:cNvPr>
          <p:cNvGrpSpPr/>
          <p:nvPr/>
        </p:nvGrpSpPr>
        <p:grpSpPr>
          <a:xfrm>
            <a:off x="681682" y="1719841"/>
            <a:ext cx="10526676" cy="4289251"/>
            <a:chOff x="681682" y="1719841"/>
            <a:chExt cx="10526676" cy="4289251"/>
          </a:xfrm>
        </p:grpSpPr>
        <p:sp>
          <p:nvSpPr>
            <p:cNvPr id="2" name="Rectangle: Rounded Corners 1">
              <a:extLst>
                <a:ext uri="{FF2B5EF4-FFF2-40B4-BE49-F238E27FC236}">
                  <a16:creationId xmlns:a16="http://schemas.microsoft.com/office/drawing/2014/main" id="{BB885A39-507A-45EE-9196-F8F61826FB9C}"/>
                </a:ext>
              </a:extLst>
            </p:cNvPr>
            <p:cNvSpPr/>
            <p:nvPr/>
          </p:nvSpPr>
          <p:spPr>
            <a:xfrm>
              <a:off x="681682" y="2095178"/>
              <a:ext cx="2809341" cy="567160"/>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rPr>
                <a:t>Attending</a:t>
              </a:r>
            </a:p>
          </p:txBody>
        </p:sp>
        <p:sp>
          <p:nvSpPr>
            <p:cNvPr id="6" name="TextBox 5">
              <a:extLst>
                <a:ext uri="{FF2B5EF4-FFF2-40B4-BE49-F238E27FC236}">
                  <a16:creationId xmlns:a16="http://schemas.microsoft.com/office/drawing/2014/main" id="{C0A34B0B-CB57-4F4B-98FF-B76DA4F1326F}"/>
                </a:ext>
              </a:extLst>
            </p:cNvPr>
            <p:cNvSpPr txBox="1"/>
            <p:nvPr/>
          </p:nvSpPr>
          <p:spPr>
            <a:xfrm>
              <a:off x="681682" y="1737314"/>
              <a:ext cx="1918090" cy="64633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5B9BD5">
                      <a:lumMod val="50000"/>
                    </a:srgbClr>
                  </a:solidFill>
                  <a:effectLst/>
                  <a:uLnTx/>
                  <a:uFillTx/>
                  <a:latin typeface="Avenir Next LT Pro"/>
                  <a:ea typeface="Calibri" panose="020F0502020204030204" pitchFamily="34" charset="0"/>
                  <a:cs typeface="Times New Roman"/>
                </a:rPr>
                <a:t>Principle 1</a:t>
              </a: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p:txBody>
        </p:sp>
        <p:sp>
          <p:nvSpPr>
            <p:cNvPr id="9" name="TextBox 8">
              <a:extLst>
                <a:ext uri="{FF2B5EF4-FFF2-40B4-BE49-F238E27FC236}">
                  <a16:creationId xmlns:a16="http://schemas.microsoft.com/office/drawing/2014/main" id="{0C8594BF-215F-4968-BE88-0831802F07B5}"/>
                </a:ext>
              </a:extLst>
            </p:cNvPr>
            <p:cNvSpPr txBox="1"/>
            <p:nvPr/>
          </p:nvSpPr>
          <p:spPr>
            <a:xfrm>
              <a:off x="681682" y="2766369"/>
              <a:ext cx="3002736" cy="76944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Avenir Next LT Pro" panose="020B0504020202020204" pitchFamily="34" charset="0"/>
                  <a:ea typeface="Calibri" panose="020F0502020204030204" pitchFamily="34" charset="0"/>
                  <a:cs typeface="Times New Roman" panose="02020603050405020304" pitchFamily="18" charset="0"/>
                </a:rPr>
                <a:t>Learning requires attending to the most important content</a:t>
              </a:r>
              <a:endParaRPr kumimoji="0" lang="en-US" sz="1200" b="0" i="0" u="none" strike="noStrike" kern="1200" cap="none" spc="0" normalizeH="0" baseline="0" noProof="0" dirty="0">
                <a:ln>
                  <a:noFill/>
                </a:ln>
                <a:solidFill>
                  <a:srgbClr val="002060"/>
                </a:solidFill>
                <a:effectLst/>
                <a:uLnTx/>
                <a:uFillTx/>
                <a:latin typeface="Avenir Next LT Pro" panose="020B0504020202020204" pitchFamily="34" charset="0"/>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2060"/>
                </a:solidFill>
                <a:effectLst/>
                <a:uLnTx/>
                <a:uFillTx/>
                <a:latin typeface="Avenir Next LT Pro" panose="020B0504020202020204" pitchFamily="34" charset="0"/>
                <a:ea typeface="+mn-ea"/>
                <a:cs typeface="Times New Roman"/>
              </a:endParaRPr>
            </a:p>
          </p:txBody>
        </p:sp>
        <p:sp>
          <p:nvSpPr>
            <p:cNvPr id="10" name="Rectangle: Rounded Corners 9">
              <a:extLst>
                <a:ext uri="{FF2B5EF4-FFF2-40B4-BE49-F238E27FC236}">
                  <a16:creationId xmlns:a16="http://schemas.microsoft.com/office/drawing/2014/main" id="{320AE0D8-3369-446D-8619-05D71A300E5D}"/>
                </a:ext>
              </a:extLst>
            </p:cNvPr>
            <p:cNvSpPr/>
            <p:nvPr/>
          </p:nvSpPr>
          <p:spPr>
            <a:xfrm>
              <a:off x="2558558" y="4229389"/>
              <a:ext cx="2809341" cy="567160"/>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rPr>
                <a:t>Cognitive Engagement</a:t>
              </a:r>
            </a:p>
          </p:txBody>
        </p:sp>
        <p:sp>
          <p:nvSpPr>
            <p:cNvPr id="13" name="TextBox 12">
              <a:extLst>
                <a:ext uri="{FF2B5EF4-FFF2-40B4-BE49-F238E27FC236}">
                  <a16:creationId xmlns:a16="http://schemas.microsoft.com/office/drawing/2014/main" id="{944DBDCB-3A3C-4F9F-BE48-C8B10F45BE83}"/>
                </a:ext>
              </a:extLst>
            </p:cNvPr>
            <p:cNvSpPr txBox="1"/>
            <p:nvPr/>
          </p:nvSpPr>
          <p:spPr>
            <a:xfrm>
              <a:off x="2558558" y="4900580"/>
              <a:ext cx="3002736" cy="83099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Avenir Next LT Pro" panose="020B0504020202020204" pitchFamily="34" charset="0"/>
                  <a:ea typeface="Calibri" panose="020F0502020204030204" pitchFamily="34" charset="0"/>
                  <a:cs typeface="Times New Roman" panose="02020603050405020304" pitchFamily="18" charset="0"/>
                </a:rPr>
                <a:t>Learning requires cognitive engagement and should be effortful.</a:t>
              </a:r>
              <a:endParaRPr kumimoji="0" lang="en-US" sz="1200" b="0" i="0" u="none" strike="noStrike" kern="1200" cap="none" spc="0" normalizeH="0" baseline="0" noProof="0" dirty="0">
                <a:ln>
                  <a:noFill/>
                </a:ln>
                <a:solidFill>
                  <a:srgbClr val="002060"/>
                </a:solidFill>
                <a:effectLst/>
                <a:uLnTx/>
                <a:uFillTx/>
                <a:latin typeface="Avenir Next LT Pro" panose="020B0504020202020204" pitchFamily="34" charset="0"/>
                <a:ea typeface="+mn-ea"/>
                <a:cs typeface="Times New Roman"/>
              </a:endParaRPr>
            </a:p>
          </p:txBody>
        </p:sp>
        <p:sp>
          <p:nvSpPr>
            <p:cNvPr id="14" name="Rectangle: Rounded Corners 13">
              <a:extLst>
                <a:ext uri="{FF2B5EF4-FFF2-40B4-BE49-F238E27FC236}">
                  <a16:creationId xmlns:a16="http://schemas.microsoft.com/office/drawing/2014/main" id="{6C4369FC-BE26-42ED-BF07-FCDED6C6E5DB}"/>
                </a:ext>
              </a:extLst>
            </p:cNvPr>
            <p:cNvSpPr/>
            <p:nvPr/>
          </p:nvSpPr>
          <p:spPr>
            <a:xfrm>
              <a:off x="4474837" y="2089404"/>
              <a:ext cx="2809341" cy="567160"/>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rPr>
                <a:t>Prior Knowledge</a:t>
              </a:r>
            </a:p>
          </p:txBody>
        </p:sp>
        <p:sp>
          <p:nvSpPr>
            <p:cNvPr id="15" name="TextBox 14">
              <a:extLst>
                <a:ext uri="{FF2B5EF4-FFF2-40B4-BE49-F238E27FC236}">
                  <a16:creationId xmlns:a16="http://schemas.microsoft.com/office/drawing/2014/main" id="{F85F8674-35C6-4E0D-B4E1-BC91DEFDE9EE}"/>
                </a:ext>
              </a:extLst>
            </p:cNvPr>
            <p:cNvSpPr txBox="1"/>
            <p:nvPr/>
          </p:nvSpPr>
          <p:spPr>
            <a:xfrm>
              <a:off x="8175429" y="1719841"/>
              <a:ext cx="1918090" cy="64633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5B9BD5">
                      <a:lumMod val="50000"/>
                    </a:srgbClr>
                  </a:solidFill>
                  <a:effectLst/>
                  <a:uLnTx/>
                  <a:uFillTx/>
                  <a:latin typeface="Avenir Next LT Pro"/>
                  <a:ea typeface="Calibri" panose="020F0502020204030204" pitchFamily="34" charset="0"/>
                  <a:cs typeface="Times New Roman"/>
                </a:rPr>
                <a:t>Principle 3</a:t>
              </a: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p:txBody>
        </p:sp>
        <p:sp>
          <p:nvSpPr>
            <p:cNvPr id="17" name="TextBox 16">
              <a:extLst>
                <a:ext uri="{FF2B5EF4-FFF2-40B4-BE49-F238E27FC236}">
                  <a16:creationId xmlns:a16="http://schemas.microsoft.com/office/drawing/2014/main" id="{BF8A83E4-6B1C-4802-A847-9A43E7EF3575}"/>
                </a:ext>
              </a:extLst>
            </p:cNvPr>
            <p:cNvSpPr txBox="1"/>
            <p:nvPr/>
          </p:nvSpPr>
          <p:spPr>
            <a:xfrm>
              <a:off x="4474837" y="2760595"/>
              <a:ext cx="3002736" cy="58477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Avenir Next LT Pro" panose="020B0504020202020204" pitchFamily="34" charset="0"/>
                  <a:ea typeface="Calibri" panose="020F0502020204030204" pitchFamily="34" charset="0"/>
                  <a:cs typeface="Times New Roman" panose="02020603050405020304" pitchFamily="18" charset="0"/>
                </a:rPr>
                <a:t>Learning builds on prior knowledge.</a:t>
              </a:r>
              <a:endParaRPr kumimoji="0" lang="en-US" sz="1200" b="0" i="0" u="none" strike="noStrike" kern="1200" cap="none" spc="0" normalizeH="0" baseline="0" noProof="0" dirty="0">
                <a:ln>
                  <a:noFill/>
                </a:ln>
                <a:solidFill>
                  <a:srgbClr val="002060"/>
                </a:solidFill>
                <a:effectLst/>
                <a:uLnTx/>
                <a:uFillTx/>
                <a:latin typeface="Avenir Next LT Pro" panose="020B0504020202020204" pitchFamily="34" charset="0"/>
                <a:ea typeface="+mn-ea"/>
                <a:cs typeface="Times New Roman"/>
              </a:endParaRPr>
            </a:p>
          </p:txBody>
        </p:sp>
        <p:sp>
          <p:nvSpPr>
            <p:cNvPr id="18" name="Rectangle: Rounded Corners 17">
              <a:extLst>
                <a:ext uri="{FF2B5EF4-FFF2-40B4-BE49-F238E27FC236}">
                  <a16:creationId xmlns:a16="http://schemas.microsoft.com/office/drawing/2014/main" id="{72A3E8E6-1F7C-4312-A94D-33E5D8E775AF}"/>
                </a:ext>
              </a:extLst>
            </p:cNvPr>
            <p:cNvSpPr/>
            <p:nvPr/>
          </p:nvSpPr>
          <p:spPr>
            <a:xfrm>
              <a:off x="6711128" y="4260683"/>
              <a:ext cx="2809341" cy="567160"/>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rPr>
                <a:t>Practice with Feedback</a:t>
              </a:r>
            </a:p>
          </p:txBody>
        </p:sp>
        <p:sp>
          <p:nvSpPr>
            <p:cNvPr id="19" name="TextBox 18">
              <a:extLst>
                <a:ext uri="{FF2B5EF4-FFF2-40B4-BE49-F238E27FC236}">
                  <a16:creationId xmlns:a16="http://schemas.microsoft.com/office/drawing/2014/main" id="{F0CA7FF1-C83B-462B-B19D-BC77285B711A}"/>
                </a:ext>
              </a:extLst>
            </p:cNvPr>
            <p:cNvSpPr txBox="1"/>
            <p:nvPr/>
          </p:nvSpPr>
          <p:spPr>
            <a:xfrm>
              <a:off x="2482554" y="3639841"/>
              <a:ext cx="1918090" cy="64633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5B9BD5">
                      <a:lumMod val="50000"/>
                    </a:srgbClr>
                  </a:solidFill>
                  <a:effectLst/>
                  <a:uLnTx/>
                  <a:uFillTx/>
                  <a:latin typeface="Avenir Next LT Pro"/>
                  <a:ea typeface="Calibri" panose="020F0502020204030204" pitchFamily="34" charset="0"/>
                  <a:cs typeface="Times New Roman"/>
                </a:rPr>
                <a:t>Principle 4</a:t>
              </a: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p:txBody>
        </p:sp>
        <p:sp>
          <p:nvSpPr>
            <p:cNvPr id="20" name="TextBox 19">
              <a:extLst>
                <a:ext uri="{FF2B5EF4-FFF2-40B4-BE49-F238E27FC236}">
                  <a16:creationId xmlns:a16="http://schemas.microsoft.com/office/drawing/2014/main" id="{C5597D05-3955-40B3-AF4E-99CFBA7C4623}"/>
                </a:ext>
              </a:extLst>
            </p:cNvPr>
            <p:cNvSpPr txBox="1"/>
            <p:nvPr/>
          </p:nvSpPr>
          <p:spPr>
            <a:xfrm>
              <a:off x="6711128" y="4931874"/>
              <a:ext cx="3002736" cy="1077218"/>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Avenir Next LT Pro" panose="020B0504020202020204" pitchFamily="34" charset="0"/>
                  <a:ea typeface="Calibri" panose="020F0502020204030204" pitchFamily="34" charset="0"/>
                  <a:cs typeface="Times New Roman" panose="02020603050405020304" pitchFamily="18" charset="0"/>
                </a:rPr>
                <a:t>Practice and feedback are essential to move ideas permanently into long-term memory.</a:t>
              </a:r>
              <a:endParaRPr kumimoji="0" lang="en-US" sz="1200" b="0" i="0" u="none" strike="noStrike" kern="1200" cap="none" spc="0" normalizeH="0" baseline="0" noProof="0" dirty="0">
                <a:ln>
                  <a:noFill/>
                </a:ln>
                <a:solidFill>
                  <a:srgbClr val="002060"/>
                </a:solidFill>
                <a:effectLst/>
                <a:uLnTx/>
                <a:uFillTx/>
                <a:latin typeface="Avenir Next LT Pro" panose="020B0504020202020204" pitchFamily="34" charset="0"/>
                <a:ea typeface="+mn-ea"/>
                <a:cs typeface="Times New Roman"/>
              </a:endParaRPr>
            </a:p>
          </p:txBody>
        </p:sp>
        <p:sp>
          <p:nvSpPr>
            <p:cNvPr id="21" name="Rectangle: Rounded Corners 20">
              <a:extLst>
                <a:ext uri="{FF2B5EF4-FFF2-40B4-BE49-F238E27FC236}">
                  <a16:creationId xmlns:a16="http://schemas.microsoft.com/office/drawing/2014/main" id="{73043B92-E3FD-472C-8091-673A2CC07D07}"/>
                </a:ext>
              </a:extLst>
            </p:cNvPr>
            <p:cNvSpPr/>
            <p:nvPr/>
          </p:nvSpPr>
          <p:spPr>
            <a:xfrm>
              <a:off x="8205622" y="2098139"/>
              <a:ext cx="2809341" cy="56716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rPr>
                <a:t>Avoiding Overload</a:t>
              </a:r>
            </a:p>
          </p:txBody>
        </p:sp>
        <p:sp>
          <p:nvSpPr>
            <p:cNvPr id="23" name="TextBox 22">
              <a:extLst>
                <a:ext uri="{FF2B5EF4-FFF2-40B4-BE49-F238E27FC236}">
                  <a16:creationId xmlns:a16="http://schemas.microsoft.com/office/drawing/2014/main" id="{78E6F118-C533-423F-821E-C74599E7B5BD}"/>
                </a:ext>
              </a:extLst>
            </p:cNvPr>
            <p:cNvSpPr txBox="1"/>
            <p:nvPr/>
          </p:nvSpPr>
          <p:spPr>
            <a:xfrm>
              <a:off x="8205622" y="2769330"/>
              <a:ext cx="3002736" cy="58477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Avenir Next LT Pro" panose="020B0504020202020204" pitchFamily="34" charset="0"/>
                  <a:ea typeface="Calibri" panose="020F0502020204030204" pitchFamily="34" charset="0"/>
                  <a:cs typeface="Times New Roman" panose="02020603050405020304" pitchFamily="18" charset="0"/>
                </a:rPr>
                <a:t>Too much information at once can interfere with learning. </a:t>
              </a:r>
              <a:endParaRPr kumimoji="0" lang="en-US" sz="1200" b="0" i="0" u="none" strike="noStrike" kern="1200" cap="none" spc="0" normalizeH="0" baseline="0" noProof="0" dirty="0">
                <a:ln>
                  <a:noFill/>
                </a:ln>
                <a:solidFill>
                  <a:srgbClr val="002060"/>
                </a:solidFill>
                <a:effectLst/>
                <a:uLnTx/>
                <a:uFillTx/>
                <a:latin typeface="Avenir Next LT Pro" panose="020B0504020202020204" pitchFamily="34" charset="0"/>
                <a:ea typeface="+mn-ea"/>
                <a:cs typeface="Times New Roman"/>
              </a:endParaRPr>
            </a:p>
          </p:txBody>
        </p:sp>
        <p:sp>
          <p:nvSpPr>
            <p:cNvPr id="25" name="TextBox 24">
              <a:extLst>
                <a:ext uri="{FF2B5EF4-FFF2-40B4-BE49-F238E27FC236}">
                  <a16:creationId xmlns:a16="http://schemas.microsoft.com/office/drawing/2014/main" id="{5F5F9617-20C4-4ECD-AD0A-793BE7FFD026}"/>
                </a:ext>
              </a:extLst>
            </p:cNvPr>
            <p:cNvSpPr txBox="1"/>
            <p:nvPr/>
          </p:nvSpPr>
          <p:spPr>
            <a:xfrm>
              <a:off x="6680935" y="3784477"/>
              <a:ext cx="1918090" cy="64633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5B9BD5">
                      <a:lumMod val="50000"/>
                    </a:srgbClr>
                  </a:solidFill>
                  <a:effectLst/>
                  <a:uLnTx/>
                  <a:uFillTx/>
                  <a:latin typeface="Avenir Next LT Pro"/>
                  <a:ea typeface="Calibri" panose="020F0502020204030204" pitchFamily="34" charset="0"/>
                  <a:cs typeface="Times New Roman"/>
                </a:rPr>
                <a:t>Principle 5</a:t>
              </a: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5B9BD5">
                    <a:lumMod val="50000"/>
                  </a:srgbClr>
                </a:solidFill>
                <a:effectLst/>
                <a:uLnTx/>
                <a:uFillTx/>
                <a:latin typeface="Avenir Next LT Pro"/>
                <a:ea typeface="+mn-ea"/>
                <a:cs typeface="Times New Roman"/>
              </a:endParaRPr>
            </a:p>
          </p:txBody>
        </p:sp>
      </p:grpSp>
    </p:spTree>
    <p:extLst>
      <p:ext uri="{BB962C8B-B14F-4D97-AF65-F5344CB8AC3E}">
        <p14:creationId xmlns:p14="http://schemas.microsoft.com/office/powerpoint/2010/main" val="230325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843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D58C96-87B5-141F-560A-5B7EABA90845}"/>
              </a:ext>
            </a:extLst>
          </p:cNvPr>
          <p:cNvSpPr>
            <a:spLocks noGrp="1"/>
          </p:cNvSpPr>
          <p:nvPr>
            <p:ph type="title"/>
          </p:nvPr>
        </p:nvSpPr>
        <p:spPr/>
        <p:txBody>
          <a:bodyPr/>
          <a:lstStyle/>
          <a:p>
            <a:r>
              <a:rPr lang="en-US" dirty="0"/>
              <a:t>The Simple Memory Model</a:t>
            </a:r>
          </a:p>
        </p:txBody>
      </p:sp>
      <p:pic>
        <p:nvPicPr>
          <p:cNvPr id="6" name="Content Placeholder 5" descr="Science of Learning diagram for &quot;Remembering.&quot;&#10;The text reads: &#10;Stored information that can be retrieved even after long periods of inactivity.&#10;&#10;The image is of a cluster of blue circles  that represent the environment. One of them is circled in red and is the one that the outline of a human head is looking at. Inside the outline of the human head is a blue circle with the words &quot;Working Memory.&quot; Additionally, there is an arched arrow starting at the eyes and going approximately 1/4 of the way up the head that says &quot;Learning.&quot; Next to the learning arrow there are two dotted lines that create a v shape pointing to the center of the head. Inside this v shape are the words &quot;Long-term Memory.&quot; On the back of the head is an arrow from long term memory, with the word &quot;Remembering.&quot; From the &quot;Working Memory&quot; circle in the center of the head, there is a dotted arrow to the word Forgetting.">
            <a:extLst>
              <a:ext uri="{FF2B5EF4-FFF2-40B4-BE49-F238E27FC236}">
                <a16:creationId xmlns:a16="http://schemas.microsoft.com/office/drawing/2014/main" id="{B17DA39B-B666-4C9C-BFEB-B20528BD0F93}"/>
              </a:ext>
            </a:extLst>
          </p:cNvPr>
          <p:cNvPicPr>
            <a:picLocks noGrp="1" noChangeAspect="1"/>
          </p:cNvPicPr>
          <p:nvPr>
            <p:ph idx="1"/>
          </p:nvPr>
        </p:nvPicPr>
        <p:blipFill>
          <a:blip r:embed="rId2"/>
          <a:stretch>
            <a:fillRect/>
          </a:stretch>
        </p:blipFill>
        <p:spPr>
          <a:xfrm>
            <a:off x="2693323" y="1361875"/>
            <a:ext cx="7987917" cy="4852658"/>
          </a:xfrm>
          <a:prstGeom prst="rect">
            <a:avLst/>
          </a:prstGeom>
        </p:spPr>
      </p:pic>
      <p:sp>
        <p:nvSpPr>
          <p:cNvPr id="5" name="Slide Number Placeholder 4">
            <a:extLst>
              <a:ext uri="{FF2B5EF4-FFF2-40B4-BE49-F238E27FC236}">
                <a16:creationId xmlns:a16="http://schemas.microsoft.com/office/drawing/2014/main" id="{E771288C-B13A-490D-9B00-790E8D5BC0C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fld id="{E2D56C8B-F564-4051-AFED-A78F1C6A2F0E}" type="slidenum">
              <a:rPr kumimoji="0" lang="en-US" b="0" i="0" u="none" strike="noStrike" cap="none" spc="0" normalizeH="0" baseline="0" noProof="0">
                <a:ln>
                  <a:noFill/>
                </a:ln>
                <a:solidFill>
                  <a:srgbClr val="FFFFFF"/>
                </a:solidFill>
                <a:effectLst/>
                <a:uLnTx/>
                <a:uFillTx/>
              </a:rPr>
              <a:pPr marR="0" lvl="0" indent="0" fontAlgn="auto">
                <a:spcBef>
                  <a:spcPts val="0"/>
                </a:spcBef>
                <a:spcAft>
                  <a:spcPts val="600"/>
                </a:spcAft>
                <a:buClrTx/>
                <a:buSzTx/>
                <a:buFontTx/>
                <a:buNone/>
                <a:tabLst/>
                <a:defRPr/>
              </a:pPr>
              <a:t>5</a:t>
            </a:fld>
            <a:endParaRPr kumimoji="0" lang="en-US" b="0" i="0" u="none" strike="noStrike"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2859908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EE61B-138F-43A4-8B56-5EF03A58679B}"/>
              </a:ext>
            </a:extLst>
          </p:cNvPr>
          <p:cNvSpPr>
            <a:spLocks noGrp="1"/>
          </p:cNvSpPr>
          <p:nvPr>
            <p:ph type="title"/>
          </p:nvPr>
        </p:nvSpPr>
        <p:spPr/>
        <p:txBody>
          <a:bodyPr/>
          <a:lstStyle/>
          <a:p>
            <a:r>
              <a:rPr lang="en-US" dirty="0"/>
              <a:t>Vocabulary</a:t>
            </a:r>
          </a:p>
        </p:txBody>
      </p:sp>
      <p:sp>
        <p:nvSpPr>
          <p:cNvPr id="3" name="Content Placeholder 2">
            <a:extLst>
              <a:ext uri="{FF2B5EF4-FFF2-40B4-BE49-F238E27FC236}">
                <a16:creationId xmlns:a16="http://schemas.microsoft.com/office/drawing/2014/main" id="{81FE1C6D-F36E-48C2-992F-AFB21F6BE7E7}"/>
              </a:ext>
            </a:extLst>
          </p:cNvPr>
          <p:cNvSpPr>
            <a:spLocks noGrp="1"/>
          </p:cNvSpPr>
          <p:nvPr>
            <p:ph idx="1"/>
          </p:nvPr>
        </p:nvSpPr>
        <p:spPr>
          <a:xfrm>
            <a:off x="838200" y="1690688"/>
            <a:ext cx="10515600" cy="4351338"/>
          </a:xfrm>
        </p:spPr>
        <p:txBody>
          <a:bodyPr>
            <a:normAutofit lnSpcReduction="10000"/>
          </a:bodyPr>
          <a:lstStyle/>
          <a:p>
            <a:pPr marL="0" indent="0">
              <a:buNone/>
            </a:pPr>
            <a:r>
              <a:rPr lang="en-US" sz="2400" dirty="0">
                <a:latin typeface="Calibri" panose="020F0502020204030204" pitchFamily="34" charset="0"/>
              </a:rPr>
              <a:t>Guided Practice: Practice where students are engaged in working on problems or practicing skills with support provided by the teacher.</a:t>
            </a:r>
          </a:p>
          <a:p>
            <a:pPr marL="0" indent="0">
              <a:buNone/>
            </a:pPr>
            <a:endParaRPr lang="en-US" sz="2400" dirty="0">
              <a:latin typeface="Calibri" panose="020F0502020204030204" pitchFamily="34" charset="0"/>
            </a:endParaRPr>
          </a:p>
          <a:p>
            <a:pPr marL="0" indent="0">
              <a:buNone/>
            </a:pPr>
            <a:r>
              <a:rPr lang="en-US" sz="2400" dirty="0">
                <a:latin typeface="Calibri" panose="020F0502020204030204" pitchFamily="34" charset="0"/>
              </a:rPr>
              <a:t>Independent Practice: Practice where students engage in working on problems or practicing skills on their own.</a:t>
            </a:r>
          </a:p>
          <a:p>
            <a:pPr marL="0" indent="0">
              <a:buNone/>
            </a:pPr>
            <a:endParaRPr lang="en-US" sz="2400" dirty="0">
              <a:latin typeface="Calibri" panose="020F0502020204030204" pitchFamily="34" charset="0"/>
            </a:endParaRPr>
          </a:p>
          <a:p>
            <a:pPr marL="0" indent="0">
              <a:buNone/>
            </a:pPr>
            <a:r>
              <a:rPr lang="en-US" sz="2400" dirty="0">
                <a:latin typeface="Calibri" panose="020F0502020204030204" pitchFamily="34" charset="0"/>
              </a:rPr>
              <a:t>Deliberate Practice: Practice that performs the learning goal (authentic), is spaced over time, is low-stakes, and is paired with timely feedback for improvement.</a:t>
            </a:r>
          </a:p>
          <a:p>
            <a:pPr marL="0" indent="0">
              <a:buNone/>
            </a:pPr>
            <a:endParaRPr lang="en-US" sz="2400" dirty="0">
              <a:latin typeface="Calibri" panose="020F0502020204030204" pitchFamily="34" charset="0"/>
            </a:endParaRPr>
          </a:p>
          <a:p>
            <a:pPr marL="0" indent="0">
              <a:buNone/>
            </a:pPr>
            <a:r>
              <a:rPr lang="en-US" sz="2400" dirty="0">
                <a:latin typeface="Calibri" panose="020F0502020204030204" pitchFamily="34" charset="0"/>
              </a:rPr>
              <a:t>Feedback: Practice of giving students information about their performance against a standard with the purpose of improving student performance.</a:t>
            </a:r>
          </a:p>
        </p:txBody>
      </p:sp>
      <p:sp>
        <p:nvSpPr>
          <p:cNvPr id="5" name="Slide Number Placeholder 4">
            <a:extLst>
              <a:ext uri="{FF2B5EF4-FFF2-40B4-BE49-F238E27FC236}">
                <a16:creationId xmlns:a16="http://schemas.microsoft.com/office/drawing/2014/main" id="{E771288C-B13A-490D-9B00-790E8D5BC0C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D56C8B-F564-4051-AFED-A78F1C6A2F0E}" type="slidenum">
              <a:rPr kumimoji="0" lang="en-US" sz="1200" b="0" i="0" u="none" strike="noStrike" kern="1200" cap="none" spc="0" normalizeH="0" baseline="0" noProof="0" smtClean="0">
                <a:ln>
                  <a:noFill/>
                </a:ln>
                <a:solidFill>
                  <a:srgbClr val="71717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srgbClr val="71717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94735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EE61B-138F-43A4-8B56-5EF03A58679B}"/>
              </a:ext>
            </a:extLst>
          </p:cNvPr>
          <p:cNvSpPr>
            <a:spLocks noGrp="1"/>
          </p:cNvSpPr>
          <p:nvPr>
            <p:ph type="title"/>
          </p:nvPr>
        </p:nvSpPr>
        <p:spPr/>
        <p:txBody>
          <a:bodyPr/>
          <a:lstStyle/>
          <a:p>
            <a:r>
              <a:rPr lang="en-US" dirty="0"/>
              <a:t>Deliberate Practice is Authentic</a:t>
            </a:r>
          </a:p>
        </p:txBody>
      </p:sp>
      <p:sp>
        <p:nvSpPr>
          <p:cNvPr id="3" name="Content Placeholder 2">
            <a:extLst>
              <a:ext uri="{FF2B5EF4-FFF2-40B4-BE49-F238E27FC236}">
                <a16:creationId xmlns:a16="http://schemas.microsoft.com/office/drawing/2014/main" id="{81FE1C6D-F36E-48C2-992F-AFB21F6BE7E7}"/>
              </a:ext>
            </a:extLst>
          </p:cNvPr>
          <p:cNvSpPr>
            <a:spLocks noGrp="1"/>
          </p:cNvSpPr>
          <p:nvPr>
            <p:ph idx="1"/>
          </p:nvPr>
        </p:nvSpPr>
        <p:spPr/>
        <p:txBody>
          <a:bodyPr>
            <a:normAutofit lnSpcReduction="10000"/>
          </a:bodyPr>
          <a:lstStyle/>
          <a:p>
            <a:pPr marL="0" indent="0">
              <a:buNone/>
            </a:pPr>
            <a:r>
              <a:rPr lang="en-US" i="1" dirty="0">
                <a:latin typeface="Calibri" panose="020F0502020204030204" pitchFamily="34" charset="0"/>
              </a:rPr>
              <a:t>Authentic: Practice should require the student to perform the actual learning goal.</a:t>
            </a:r>
          </a:p>
          <a:p>
            <a:pPr marL="0" indent="0">
              <a:buNone/>
            </a:pPr>
            <a:endParaRPr lang="en-US" dirty="0">
              <a:latin typeface="Calibri" panose="020F0502020204030204" pitchFamily="34" charset="0"/>
            </a:endParaRPr>
          </a:p>
          <a:p>
            <a:pPr marL="0" indent="0">
              <a:buNone/>
            </a:pPr>
            <a:r>
              <a:rPr lang="en-US" dirty="0">
                <a:latin typeface="Calibri" panose="020F0502020204030204" pitchFamily="34" charset="0"/>
              </a:rPr>
              <a:t>Example: If the goal is to write a thesis statement for an essay, students should practice writing thesis statements before moving to writing the entire essay.</a:t>
            </a:r>
          </a:p>
          <a:p>
            <a:pPr marL="0" indent="0">
              <a:buNone/>
            </a:pPr>
            <a:endParaRPr lang="en-US" dirty="0">
              <a:latin typeface="Calibri" panose="020F0502020204030204" pitchFamily="34" charset="0"/>
            </a:endParaRPr>
          </a:p>
          <a:p>
            <a:pPr marL="0" indent="0">
              <a:buNone/>
            </a:pPr>
            <a:r>
              <a:rPr lang="en-US" dirty="0">
                <a:latin typeface="Calibri" panose="020F0502020204030204" pitchFamily="34" charset="0"/>
              </a:rPr>
              <a:t>Non-Example: Students were asked to read through essays and identify the thesis statements. They are not practicing the skill of writing the thesis statements which make the practice authentic. </a:t>
            </a:r>
          </a:p>
        </p:txBody>
      </p:sp>
      <p:sp>
        <p:nvSpPr>
          <p:cNvPr id="5" name="Slide Number Placeholder 4">
            <a:extLst>
              <a:ext uri="{FF2B5EF4-FFF2-40B4-BE49-F238E27FC236}">
                <a16:creationId xmlns:a16="http://schemas.microsoft.com/office/drawing/2014/main" id="{E771288C-B13A-490D-9B00-790E8D5BC0C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D56C8B-F564-4051-AFED-A78F1C6A2F0E}" type="slidenum">
              <a:rPr kumimoji="0" lang="en-US" sz="1200" b="0" i="0" u="none" strike="noStrike" kern="1200" cap="none" spc="0" normalizeH="0" baseline="0" noProof="0" smtClean="0">
                <a:ln>
                  <a:noFill/>
                </a:ln>
                <a:solidFill>
                  <a:srgbClr val="71717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srgbClr val="71717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1417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EE61B-138F-43A4-8B56-5EF03A58679B}"/>
              </a:ext>
            </a:extLst>
          </p:cNvPr>
          <p:cNvSpPr>
            <a:spLocks noGrp="1"/>
          </p:cNvSpPr>
          <p:nvPr>
            <p:ph type="title"/>
          </p:nvPr>
        </p:nvSpPr>
        <p:spPr/>
        <p:txBody>
          <a:bodyPr/>
          <a:lstStyle/>
          <a:p>
            <a:r>
              <a:rPr lang="en-US" dirty="0"/>
              <a:t>Deliberate Practice is Spaced Over Time</a:t>
            </a:r>
          </a:p>
        </p:txBody>
      </p:sp>
      <p:sp>
        <p:nvSpPr>
          <p:cNvPr id="3" name="Content Placeholder 2">
            <a:extLst>
              <a:ext uri="{FF2B5EF4-FFF2-40B4-BE49-F238E27FC236}">
                <a16:creationId xmlns:a16="http://schemas.microsoft.com/office/drawing/2014/main" id="{81FE1C6D-F36E-48C2-992F-AFB21F6BE7E7}"/>
              </a:ext>
            </a:extLst>
          </p:cNvPr>
          <p:cNvSpPr>
            <a:spLocks noGrp="1"/>
          </p:cNvSpPr>
          <p:nvPr>
            <p:ph idx="1"/>
          </p:nvPr>
        </p:nvSpPr>
        <p:spPr/>
        <p:txBody>
          <a:bodyPr>
            <a:normAutofit/>
          </a:bodyPr>
          <a:lstStyle/>
          <a:p>
            <a:pPr marL="0" indent="0">
              <a:buNone/>
            </a:pPr>
            <a:r>
              <a:rPr lang="en-US" i="1" dirty="0">
                <a:latin typeface="Calibri" panose="020F0502020204030204" pitchFamily="34" charset="0"/>
              </a:rPr>
              <a:t>Spaced Over Time: Practice should happen regularly over time.</a:t>
            </a:r>
          </a:p>
          <a:p>
            <a:pPr marL="0" indent="0">
              <a:buNone/>
            </a:pPr>
            <a:endParaRPr lang="en-US" dirty="0">
              <a:latin typeface="Calibri" panose="020F0502020204030204" pitchFamily="34" charset="0"/>
            </a:endParaRPr>
          </a:p>
          <a:p>
            <a:pPr marL="0" indent="0">
              <a:buNone/>
            </a:pPr>
            <a:r>
              <a:rPr lang="en-US" dirty="0">
                <a:latin typeface="Calibri" panose="020F0502020204030204" pitchFamily="34" charset="0"/>
              </a:rPr>
              <a:t>Example: </a:t>
            </a:r>
            <a:r>
              <a:rPr lang="en-US" dirty="0">
                <a:effectLst/>
                <a:latin typeface="Calibri" panose="020F0502020204030204" pitchFamily="34" charset="0"/>
                <a:ea typeface="Calibri" panose="020F0502020204030204" pitchFamily="34" charset="0"/>
              </a:rPr>
              <a:t>If you are introduced to new vocabulary words in Spanish class.  You are initially introduced to the words, then you practice using the words in speaking and writing each day throughout the entire unit. </a:t>
            </a:r>
            <a:endParaRPr lang="en-US" dirty="0">
              <a:latin typeface="Calibri" panose="020F0502020204030204" pitchFamily="34" charset="0"/>
            </a:endParaRPr>
          </a:p>
          <a:p>
            <a:pPr marL="0" indent="0">
              <a:buNone/>
            </a:pPr>
            <a:endParaRPr lang="en-US" dirty="0">
              <a:latin typeface="Calibri" panose="020F0502020204030204" pitchFamily="34" charset="0"/>
            </a:endParaRPr>
          </a:p>
          <a:p>
            <a:pPr marL="0" indent="0">
              <a:buNone/>
            </a:pPr>
            <a:r>
              <a:rPr lang="en-US" dirty="0">
                <a:latin typeface="Calibri" panose="020F0502020204030204" pitchFamily="34" charset="0"/>
              </a:rPr>
              <a:t>Non-Example: </a:t>
            </a:r>
            <a:r>
              <a:rPr lang="en-US" dirty="0">
                <a:effectLst/>
                <a:latin typeface="Calibri" panose="020F0502020204030204" pitchFamily="34" charset="0"/>
                <a:ea typeface="Calibri" panose="020F0502020204030204" pitchFamily="34" charset="0"/>
              </a:rPr>
              <a:t>If you learned new vocabulary in Spanish class, practiced it in that class but never returned or used that vocabulary again, that is not an example of practice spaced over time.</a:t>
            </a:r>
            <a:endParaRPr lang="en-US" dirty="0">
              <a:latin typeface="Calibri" panose="020F0502020204030204" pitchFamily="34" charset="0"/>
            </a:endParaRPr>
          </a:p>
        </p:txBody>
      </p:sp>
      <p:sp>
        <p:nvSpPr>
          <p:cNvPr id="5" name="Slide Number Placeholder 4">
            <a:extLst>
              <a:ext uri="{FF2B5EF4-FFF2-40B4-BE49-F238E27FC236}">
                <a16:creationId xmlns:a16="http://schemas.microsoft.com/office/drawing/2014/main" id="{E771288C-B13A-490D-9B00-790E8D5BC0C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D56C8B-F564-4051-AFED-A78F1C6A2F0E}" type="slidenum">
              <a:rPr kumimoji="0" lang="en-US" sz="1200" b="0" i="0" u="none" strike="noStrike" kern="1200" cap="none" spc="0" normalizeH="0" baseline="0" noProof="0" smtClean="0">
                <a:ln>
                  <a:noFill/>
                </a:ln>
                <a:solidFill>
                  <a:srgbClr val="71717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srgbClr val="71717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7781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EE61B-138F-43A4-8B56-5EF03A58679B}"/>
              </a:ext>
            </a:extLst>
          </p:cNvPr>
          <p:cNvSpPr>
            <a:spLocks noGrp="1"/>
          </p:cNvSpPr>
          <p:nvPr>
            <p:ph type="title"/>
          </p:nvPr>
        </p:nvSpPr>
        <p:spPr/>
        <p:txBody>
          <a:bodyPr/>
          <a:lstStyle/>
          <a:p>
            <a:r>
              <a:rPr lang="en-US" dirty="0"/>
              <a:t>Deliberate Practice is Low Stakes</a:t>
            </a:r>
          </a:p>
        </p:txBody>
      </p:sp>
      <p:sp>
        <p:nvSpPr>
          <p:cNvPr id="3" name="Content Placeholder 2">
            <a:extLst>
              <a:ext uri="{FF2B5EF4-FFF2-40B4-BE49-F238E27FC236}">
                <a16:creationId xmlns:a16="http://schemas.microsoft.com/office/drawing/2014/main" id="{81FE1C6D-F36E-48C2-992F-AFB21F6BE7E7}"/>
              </a:ext>
            </a:extLst>
          </p:cNvPr>
          <p:cNvSpPr>
            <a:spLocks noGrp="1"/>
          </p:cNvSpPr>
          <p:nvPr>
            <p:ph idx="1"/>
          </p:nvPr>
        </p:nvSpPr>
        <p:spPr/>
        <p:txBody>
          <a:bodyPr>
            <a:normAutofit fontScale="92500"/>
          </a:bodyPr>
          <a:lstStyle/>
          <a:p>
            <a:pPr marL="0" indent="0">
              <a:buNone/>
            </a:pPr>
            <a:r>
              <a:rPr lang="en-US" i="1" dirty="0">
                <a:latin typeface="Calibri" panose="020F0502020204030204" pitchFamily="34" charset="0"/>
              </a:rPr>
              <a:t>Low Stakes: Practice should happen before assigning major grades or placing high value.</a:t>
            </a:r>
          </a:p>
          <a:p>
            <a:pPr marL="0" indent="0">
              <a:buNone/>
            </a:pPr>
            <a:endParaRPr lang="en-US" dirty="0">
              <a:latin typeface="Calibri" panose="020F0502020204030204" pitchFamily="34" charset="0"/>
            </a:endParaRPr>
          </a:p>
          <a:p>
            <a:pPr marL="0" indent="0">
              <a:buNone/>
            </a:pPr>
            <a:r>
              <a:rPr lang="en-US" dirty="0">
                <a:latin typeface="Calibri" panose="020F0502020204030204" pitchFamily="34" charset="0"/>
              </a:rPr>
              <a:t>Example: </a:t>
            </a:r>
            <a:r>
              <a:rPr lang="en-US" dirty="0">
                <a:effectLst/>
                <a:latin typeface="Calibri" panose="020F0502020204030204" pitchFamily="34" charset="0"/>
                <a:ea typeface="Calibri" panose="020F0502020204030204" pitchFamily="34" charset="0"/>
              </a:rPr>
              <a:t>If students must give a big speech, they may practice at home first, then give to a friend before delivering speech in class.</a:t>
            </a:r>
            <a:endParaRPr lang="en-US" dirty="0">
              <a:latin typeface="Calibri" panose="020F0502020204030204" pitchFamily="34" charset="0"/>
            </a:endParaRPr>
          </a:p>
          <a:p>
            <a:pPr marL="0" indent="0">
              <a:buNone/>
            </a:pPr>
            <a:endParaRPr lang="en-US" dirty="0">
              <a:latin typeface="Calibri" panose="020F0502020204030204" pitchFamily="34" charset="0"/>
            </a:endParaRPr>
          </a:p>
          <a:p>
            <a:pPr marL="0" indent="0">
              <a:buNone/>
            </a:pPr>
            <a:r>
              <a:rPr lang="en-US" dirty="0">
                <a:latin typeface="Calibri" panose="020F0502020204030204" pitchFamily="34" charset="0"/>
              </a:rPr>
              <a:t>Non-Example: </a:t>
            </a:r>
            <a:r>
              <a:rPr lang="en-US" dirty="0">
                <a:effectLst/>
                <a:latin typeface="Calibri" panose="020F0502020204030204" pitchFamily="34" charset="0"/>
                <a:ea typeface="Calibri" panose="020F0502020204030204" pitchFamily="34" charset="0"/>
              </a:rPr>
              <a:t>A non-example of low stakes would be standing up in front of a large group of people you don’t know to practice the speech. This is high stakes because you might feel self -conscious or uncomfortable practicing in front of you don’t know or feel like they are judging you.</a:t>
            </a:r>
            <a:endParaRPr lang="en-US" dirty="0">
              <a:latin typeface="Calibri" panose="020F0502020204030204" pitchFamily="34" charset="0"/>
            </a:endParaRPr>
          </a:p>
        </p:txBody>
      </p:sp>
      <p:sp>
        <p:nvSpPr>
          <p:cNvPr id="5" name="Slide Number Placeholder 4">
            <a:extLst>
              <a:ext uri="{FF2B5EF4-FFF2-40B4-BE49-F238E27FC236}">
                <a16:creationId xmlns:a16="http://schemas.microsoft.com/office/drawing/2014/main" id="{E771288C-B13A-490D-9B00-790E8D5BC0C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D56C8B-F564-4051-AFED-A78F1C6A2F0E}" type="slidenum">
              <a:rPr kumimoji="0" lang="en-US" sz="1200" b="0" i="0" u="none" strike="noStrike" kern="1200" cap="none" spc="0" normalizeH="0" baseline="0" noProof="0" smtClean="0">
                <a:ln>
                  <a:noFill/>
                </a:ln>
                <a:solidFill>
                  <a:srgbClr val="71717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srgbClr val="71717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9100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EE61B-138F-43A4-8B56-5EF03A58679B}"/>
              </a:ext>
            </a:extLst>
          </p:cNvPr>
          <p:cNvSpPr>
            <a:spLocks noGrp="1"/>
          </p:cNvSpPr>
          <p:nvPr>
            <p:ph type="title"/>
          </p:nvPr>
        </p:nvSpPr>
        <p:spPr/>
        <p:txBody>
          <a:bodyPr/>
          <a:lstStyle/>
          <a:p>
            <a:r>
              <a:rPr lang="en-US" dirty="0"/>
              <a:t>Deliberate Practice is Paired with Timely Feedback</a:t>
            </a:r>
          </a:p>
        </p:txBody>
      </p:sp>
      <p:sp>
        <p:nvSpPr>
          <p:cNvPr id="3" name="Content Placeholder 2">
            <a:extLst>
              <a:ext uri="{FF2B5EF4-FFF2-40B4-BE49-F238E27FC236}">
                <a16:creationId xmlns:a16="http://schemas.microsoft.com/office/drawing/2014/main" id="{81FE1C6D-F36E-48C2-992F-AFB21F6BE7E7}"/>
              </a:ext>
            </a:extLst>
          </p:cNvPr>
          <p:cNvSpPr>
            <a:spLocks noGrp="1"/>
          </p:cNvSpPr>
          <p:nvPr>
            <p:ph idx="1"/>
          </p:nvPr>
        </p:nvSpPr>
        <p:spPr/>
        <p:txBody>
          <a:bodyPr>
            <a:normAutofit/>
          </a:bodyPr>
          <a:lstStyle/>
          <a:p>
            <a:pPr marL="0" indent="0">
              <a:buNone/>
            </a:pPr>
            <a:r>
              <a:rPr lang="en-US" i="1" dirty="0">
                <a:latin typeface="Calibri" panose="020F0502020204030204" pitchFamily="34" charset="0"/>
              </a:rPr>
              <a:t>Paired with Timely Feedback: Practice provides opportunities to check to make sure that the skills and content practiced are correct. </a:t>
            </a:r>
          </a:p>
          <a:p>
            <a:pPr marL="0" indent="0">
              <a:buNone/>
            </a:pPr>
            <a:endParaRPr lang="en-US" dirty="0">
              <a:latin typeface="Calibri" panose="020F0502020204030204" pitchFamily="34" charset="0"/>
            </a:endParaRPr>
          </a:p>
          <a:p>
            <a:pPr marL="0" indent="0">
              <a:buNone/>
            </a:pPr>
            <a:r>
              <a:rPr lang="en-US" dirty="0">
                <a:latin typeface="Calibri" panose="020F0502020204030204" pitchFamily="34" charset="0"/>
              </a:rPr>
              <a:t>Example: </a:t>
            </a:r>
            <a:r>
              <a:rPr lang="en-US" dirty="0">
                <a:effectLst/>
                <a:latin typeface="Calibri" panose="020F0502020204030204" pitchFamily="34" charset="0"/>
                <a:ea typeface="Calibri" panose="020F0502020204030204" pitchFamily="34" charset="0"/>
              </a:rPr>
              <a:t>A teacher circulates around the room during independent practice and identifies one strength and one areas of growth for each student.</a:t>
            </a:r>
            <a:endParaRPr lang="en-US" dirty="0">
              <a:latin typeface="Calibri" panose="020F0502020204030204" pitchFamily="34" charset="0"/>
            </a:endParaRPr>
          </a:p>
          <a:p>
            <a:pPr marL="0" indent="0">
              <a:buNone/>
            </a:pPr>
            <a:endParaRPr lang="en-US" dirty="0">
              <a:latin typeface="Calibri" panose="020F0502020204030204" pitchFamily="34" charset="0"/>
            </a:endParaRPr>
          </a:p>
          <a:p>
            <a:pPr marL="0" indent="0">
              <a:buNone/>
            </a:pPr>
            <a:r>
              <a:rPr lang="en-US" dirty="0">
                <a:latin typeface="Calibri" panose="020F0502020204030204" pitchFamily="34" charset="0"/>
              </a:rPr>
              <a:t>Non-Example: </a:t>
            </a:r>
            <a:r>
              <a:rPr lang="en-US" dirty="0">
                <a:effectLst/>
                <a:latin typeface="Calibri" panose="020F0502020204030204" pitchFamily="34" charset="0"/>
                <a:ea typeface="Calibri" panose="020F0502020204030204" pitchFamily="34" charset="0"/>
              </a:rPr>
              <a:t>A teacher collects student homework, grades it for completion and returns it a week later.</a:t>
            </a:r>
            <a:endParaRPr lang="en-US" dirty="0">
              <a:latin typeface="Calibri" panose="020F0502020204030204" pitchFamily="34" charset="0"/>
            </a:endParaRPr>
          </a:p>
        </p:txBody>
      </p:sp>
      <p:sp>
        <p:nvSpPr>
          <p:cNvPr id="5" name="Slide Number Placeholder 4">
            <a:extLst>
              <a:ext uri="{FF2B5EF4-FFF2-40B4-BE49-F238E27FC236}">
                <a16:creationId xmlns:a16="http://schemas.microsoft.com/office/drawing/2014/main" id="{E771288C-B13A-490D-9B00-790E8D5BC0C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D56C8B-F564-4051-AFED-A78F1C6A2F0E}" type="slidenum">
              <a:rPr kumimoji="0" lang="en-US" sz="1200" b="0" i="0" u="none" strike="noStrike" kern="1200" cap="none" spc="0" normalizeH="0" baseline="0" noProof="0" smtClean="0">
                <a:ln>
                  <a:noFill/>
                </a:ln>
                <a:solidFill>
                  <a:srgbClr val="71717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srgbClr val="71717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5529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EE61B-138F-43A4-8B56-5EF03A58679B}"/>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81FE1C6D-F36E-48C2-992F-AFB21F6BE7E7}"/>
              </a:ext>
            </a:extLst>
          </p:cNvPr>
          <p:cNvSpPr>
            <a:spLocks noGrp="1"/>
          </p:cNvSpPr>
          <p:nvPr>
            <p:ph idx="1"/>
          </p:nvPr>
        </p:nvSpPr>
        <p:spPr>
          <a:xfrm>
            <a:off x="838199" y="1562153"/>
            <a:ext cx="10677041" cy="4930721"/>
          </a:xfrm>
        </p:spPr>
        <p:txBody>
          <a:bodyPr>
            <a:normAutofit/>
          </a:bodyPr>
          <a:lstStyle/>
          <a:p>
            <a:pPr marL="457200" marR="0" lvl="0" indent="-457200">
              <a:spcBef>
                <a:spcPts val="600"/>
              </a:spcBef>
              <a:spcAft>
                <a:spcPts val="600"/>
              </a:spcAft>
              <a:buFont typeface="+mj-lt"/>
              <a:buAutoNum type="arabicPeriod"/>
            </a:pPr>
            <a:r>
              <a:rPr lang="en-US" dirty="0">
                <a:effectLst/>
                <a:latin typeface="Calibri" panose="020F0502020204030204" pitchFamily="34" charset="0"/>
                <a:ea typeface="Calibri" panose="020F0502020204030204" pitchFamily="34" charset="0"/>
                <a:cs typeface="Calibri" panose="020F0502020204030204" pitchFamily="34" charset="0"/>
              </a:rPr>
              <a:t>A kindergarten teacher has created the following lesson goal and planned practice in her math lesson on the topic of attributes of two related objects.  Examine the lesson goal and the corresponding practice.  </a:t>
            </a:r>
          </a:p>
          <a:p>
            <a:pPr lvl="1">
              <a:spcBef>
                <a:spcPts val="600"/>
              </a:spcBef>
              <a:spcAft>
                <a:spcPts val="600"/>
              </a:spcAft>
            </a:pPr>
            <a:r>
              <a:rPr lang="en-US" dirty="0">
                <a:effectLst/>
                <a:latin typeface="Calibri" panose="020F0502020204030204" pitchFamily="34" charset="0"/>
                <a:ea typeface="Calibri" panose="020F0502020204030204" pitchFamily="34" charset="0"/>
                <a:cs typeface="Calibri" panose="020F0502020204030204" pitchFamily="34" charset="0"/>
              </a:rPr>
              <a:t>Does this practice activity reflect the characteristics of deliberate practice?  </a:t>
            </a:r>
          </a:p>
          <a:p>
            <a:pPr lvl="1">
              <a:spcBef>
                <a:spcPts val="600"/>
              </a:spcBef>
              <a:spcAft>
                <a:spcPts val="600"/>
              </a:spcAft>
            </a:pPr>
            <a:r>
              <a:rPr lang="en-US" dirty="0">
                <a:effectLst/>
                <a:latin typeface="Calibri" panose="020F0502020204030204" pitchFamily="34" charset="0"/>
                <a:ea typeface="Calibri" panose="020F0502020204030204" pitchFamily="34" charset="0"/>
                <a:cs typeface="Calibri" panose="020F0502020204030204" pitchFamily="34" charset="0"/>
              </a:rPr>
              <a:t>Explain why or why not.</a:t>
            </a:r>
          </a:p>
          <a:p>
            <a:pPr marL="457200" lvl="1" indent="0">
              <a:spcBef>
                <a:spcPts val="600"/>
              </a:spcBef>
              <a:spcAft>
                <a:spcPts val="600"/>
              </a:spcAft>
              <a:buNone/>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457200" marR="0" lvl="0" indent="-457200">
              <a:spcBef>
                <a:spcPts val="600"/>
              </a:spcBef>
              <a:spcAft>
                <a:spcPts val="600"/>
              </a:spcAft>
              <a:buFont typeface="+mj-lt"/>
              <a:buAutoNum type="arabicPeriod"/>
            </a:pPr>
            <a:r>
              <a:rPr lang="en-US" dirty="0">
                <a:effectLst/>
                <a:latin typeface="Calibri" panose="020F0502020204030204" pitchFamily="34" charset="0"/>
                <a:ea typeface="Calibri" panose="020F0502020204030204" pitchFamily="34" charset="0"/>
                <a:cs typeface="Calibri" panose="020F0502020204030204" pitchFamily="34" charset="0"/>
              </a:rPr>
              <a:t>Why is deliberate practice important to the learning process?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1800" dirty="0">
              <a:solidFill>
                <a:srgbClr val="717171"/>
              </a:solidFill>
              <a:latin typeface="Calibri" panose="020F0502020204030204" pitchFamily="34" charset="0"/>
            </a:endParaRPr>
          </a:p>
        </p:txBody>
      </p:sp>
      <p:sp>
        <p:nvSpPr>
          <p:cNvPr id="5" name="Slide Number Placeholder 4">
            <a:extLst>
              <a:ext uri="{FF2B5EF4-FFF2-40B4-BE49-F238E27FC236}">
                <a16:creationId xmlns:a16="http://schemas.microsoft.com/office/drawing/2014/main" id="{E771288C-B13A-490D-9B00-790E8D5BC0C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D56C8B-F564-4051-AFED-A78F1C6A2F0E}" type="slidenum">
              <a:rPr kumimoji="0" lang="en-US" sz="1200" b="0" i="0" u="none" strike="noStrike" kern="1200" cap="none" spc="0" normalizeH="0" baseline="0" noProof="0" smtClean="0">
                <a:ln>
                  <a:noFill/>
                </a:ln>
                <a:solidFill>
                  <a:srgbClr val="717171"/>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srgbClr val="71717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50335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129</TotalTime>
  <Words>700</Words>
  <Application>Microsoft Office PowerPoint</Application>
  <PresentationFormat>Widescreen</PresentationFormat>
  <Paragraphs>79</Paragraphs>
  <Slides>11</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Arial</vt:lpstr>
      <vt:lpstr>Avenir Next LT Pro</vt:lpstr>
      <vt:lpstr>Calibri</vt:lpstr>
      <vt:lpstr>Calibri Light</vt:lpstr>
      <vt:lpstr>1_Office Theme</vt:lpstr>
      <vt:lpstr>Office Theme</vt:lpstr>
      <vt:lpstr>Instructional Practices| Unit 4: The Science of Learning| Lesson 4.13</vt:lpstr>
      <vt:lpstr>TEKS &amp; Objectives</vt:lpstr>
      <vt:lpstr>Bellringer</vt:lpstr>
      <vt:lpstr>Five Principles for Teaching based on the Science of Learning  </vt:lpstr>
      <vt:lpstr>The Simple Memory Model</vt:lpstr>
      <vt:lpstr>Vocabulary</vt:lpstr>
      <vt:lpstr>Deliberate Practice is Authentic</vt:lpstr>
      <vt:lpstr>Deliberate Practice is Spaced Over Time</vt:lpstr>
      <vt:lpstr>Deliberate Practice is Low Stakes</vt:lpstr>
      <vt:lpstr>Deliberate Practice is Paired with Timely Feedback</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4.13: Practice with Feedback | Deliberate Practice</dc:title>
  <dc:subject>Lesson 4.13: Practice with Feedback | Deliberate Practice</dc:subject>
  <dc:creator>Texas Education Agency</dc:creator>
  <cp:lastModifiedBy>London White</cp:lastModifiedBy>
  <cp:revision>9</cp:revision>
  <dcterms:created xsi:type="dcterms:W3CDTF">2022-05-09T19:40:20Z</dcterms:created>
  <dcterms:modified xsi:type="dcterms:W3CDTF">2023-08-31T03:19:27Z</dcterms:modified>
</cp:coreProperties>
</file>
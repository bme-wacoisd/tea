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4"/>
  </p:notesMasterIdLst>
  <p:sldIdLst>
    <p:sldId id="285" r:id="rId3"/>
    <p:sldId id="257" r:id="rId4"/>
    <p:sldId id="287" r:id="rId5"/>
    <p:sldId id="289" r:id="rId6"/>
    <p:sldId id="288" r:id="rId7"/>
    <p:sldId id="293" r:id="rId8"/>
    <p:sldId id="290" r:id="rId9"/>
    <p:sldId id="292" r:id="rId10"/>
    <p:sldId id="291" r:id="rId11"/>
    <p:sldId id="294" r:id="rId12"/>
    <p:sldId id="29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171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E0AB6-7BDA-446F-BC57-18815BA0B3CE}" v="4" dt="2022-09-17T04:41:16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C76E0AB6-7BDA-446F-BC57-18815BA0B3CE}"/>
    <pc:docChg chg="custSel addSld delSld modSld sldOrd">
      <pc:chgData name="White (she/her), Whitney" userId="65f39021-2f1d-4d8b-87dc-b123826f65bf" providerId="ADAL" clId="{C76E0AB6-7BDA-446F-BC57-18815BA0B3CE}" dt="2022-09-17T04:43:34.505" v="796" actId="255"/>
      <pc:docMkLst>
        <pc:docMk/>
      </pc:docMkLst>
      <pc:sldChg chg="del">
        <pc:chgData name="White (she/her), Whitney" userId="65f39021-2f1d-4d8b-87dc-b123826f65bf" providerId="ADAL" clId="{C76E0AB6-7BDA-446F-BC57-18815BA0B3CE}" dt="2022-09-16T03:17:45.635" v="0" actId="2696"/>
        <pc:sldMkLst>
          <pc:docMk/>
          <pc:sldMk cId="1482277026" sldId="256"/>
        </pc:sldMkLst>
      </pc:sldChg>
      <pc:sldChg chg="delSp modSp mod ord">
        <pc:chgData name="White (she/her), Whitney" userId="65f39021-2f1d-4d8b-87dc-b123826f65bf" providerId="ADAL" clId="{C76E0AB6-7BDA-446F-BC57-18815BA0B3CE}" dt="2022-09-17T03:49:21.080" v="346" actId="403"/>
        <pc:sldMkLst>
          <pc:docMk/>
          <pc:sldMk cId="2875402532" sldId="257"/>
        </pc:sldMkLst>
        <pc:spChg chg="mod">
          <ac:chgData name="White (she/her), Whitney" userId="65f39021-2f1d-4d8b-87dc-b123826f65bf" providerId="ADAL" clId="{C76E0AB6-7BDA-446F-BC57-18815BA0B3CE}" dt="2022-09-17T03:45:55.832" v="27" actId="20577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C76E0AB6-7BDA-446F-BC57-18815BA0B3CE}" dt="2022-09-17T03:49:21.080" v="346" actId="403"/>
          <ac:spMkLst>
            <pc:docMk/>
            <pc:sldMk cId="2875402532" sldId="257"/>
            <ac:spMk id="3" creationId="{81FE1C6D-F36E-48C2-992F-AFB21F6BE7E7}"/>
          </ac:spMkLst>
        </pc:spChg>
        <pc:spChg chg="del">
          <ac:chgData name="White (she/her), Whitney" userId="65f39021-2f1d-4d8b-87dc-b123826f65bf" providerId="ADAL" clId="{C76E0AB6-7BDA-446F-BC57-18815BA0B3CE}" dt="2022-09-17T03:44:51.914" v="1" actId="21"/>
          <ac:spMkLst>
            <pc:docMk/>
            <pc:sldMk cId="2875402532" sldId="257"/>
            <ac:spMk id="4" creationId="{65501AFF-23E0-4DC7-A670-5487F12FC4DF}"/>
          </ac:spMkLst>
        </pc:spChg>
      </pc:sldChg>
      <pc:sldChg chg="modSp add del mod">
        <pc:chgData name="White (she/her), Whitney" userId="65f39021-2f1d-4d8b-87dc-b123826f65bf" providerId="ADAL" clId="{C76E0AB6-7BDA-446F-BC57-18815BA0B3CE}" dt="2022-09-17T04:39:33.387" v="730" actId="2696"/>
        <pc:sldMkLst>
          <pc:docMk/>
          <pc:sldMk cId="288503356" sldId="286"/>
        </pc:sldMkLst>
        <pc:spChg chg="mod">
          <ac:chgData name="White (she/her), Whitney" userId="65f39021-2f1d-4d8b-87dc-b123826f65bf" providerId="ADAL" clId="{C76E0AB6-7BDA-446F-BC57-18815BA0B3CE}" dt="2022-09-17T03:46:15.823" v="64" actId="20577"/>
          <ac:spMkLst>
            <pc:docMk/>
            <pc:sldMk cId="288503356" sldId="286"/>
            <ac:spMk id="2" creationId="{CA1EE61B-138F-43A4-8B56-5EF03A58679B}"/>
          </ac:spMkLst>
        </pc:spChg>
      </pc:sldChg>
      <pc:sldChg chg="addSp delSp modSp add mod">
        <pc:chgData name="White (she/her), Whitney" userId="65f39021-2f1d-4d8b-87dc-b123826f65bf" providerId="ADAL" clId="{C76E0AB6-7BDA-446F-BC57-18815BA0B3CE}" dt="2022-09-17T03:50:13.057" v="351" actId="20577"/>
        <pc:sldMkLst>
          <pc:docMk/>
          <pc:sldMk cId="223193067" sldId="287"/>
        </pc:sldMkLst>
        <pc:spChg chg="mod">
          <ac:chgData name="White (she/her), Whitney" userId="65f39021-2f1d-4d8b-87dc-b123826f65bf" providerId="ADAL" clId="{C76E0AB6-7BDA-446F-BC57-18815BA0B3CE}" dt="2022-09-17T03:46:00.318" v="37" actId="20577"/>
          <ac:spMkLst>
            <pc:docMk/>
            <pc:sldMk cId="223193067" sldId="287"/>
            <ac:spMk id="2" creationId="{CA1EE61B-138F-43A4-8B56-5EF03A58679B}"/>
          </ac:spMkLst>
        </pc:spChg>
        <pc:spChg chg="add del mod">
          <ac:chgData name="White (she/her), Whitney" userId="65f39021-2f1d-4d8b-87dc-b123826f65bf" providerId="ADAL" clId="{C76E0AB6-7BDA-446F-BC57-18815BA0B3CE}" dt="2022-09-17T03:50:13.057" v="351" actId="20577"/>
          <ac:spMkLst>
            <pc:docMk/>
            <pc:sldMk cId="223193067" sldId="287"/>
            <ac:spMk id="3" creationId="{81FE1C6D-F36E-48C2-992F-AFB21F6BE7E7}"/>
          </ac:spMkLst>
        </pc:spChg>
        <pc:spChg chg="add del mod">
          <ac:chgData name="White (she/her), Whitney" userId="65f39021-2f1d-4d8b-87dc-b123826f65bf" providerId="ADAL" clId="{C76E0AB6-7BDA-446F-BC57-18815BA0B3CE}" dt="2022-09-17T03:50:00.125" v="348"/>
          <ac:spMkLst>
            <pc:docMk/>
            <pc:sldMk cId="223193067" sldId="287"/>
            <ac:spMk id="6" creationId="{A88ADCB4-AA04-45EB-BB25-4F63F7DBCA33}"/>
          </ac:spMkLst>
        </pc:spChg>
        <pc:spChg chg="add del mod">
          <ac:chgData name="White (she/her), Whitney" userId="65f39021-2f1d-4d8b-87dc-b123826f65bf" providerId="ADAL" clId="{C76E0AB6-7BDA-446F-BC57-18815BA0B3CE}" dt="2022-09-17T03:50:00.125" v="348"/>
          <ac:spMkLst>
            <pc:docMk/>
            <pc:sldMk cId="223193067" sldId="287"/>
            <ac:spMk id="7" creationId="{A9928A61-334F-48F4-BC5B-37362253F1C9}"/>
          </ac:spMkLst>
        </pc:spChg>
        <pc:spChg chg="add del mod">
          <ac:chgData name="White (she/her), Whitney" userId="65f39021-2f1d-4d8b-87dc-b123826f65bf" providerId="ADAL" clId="{C76E0AB6-7BDA-446F-BC57-18815BA0B3CE}" dt="2022-09-17T03:50:00.125" v="348"/>
          <ac:spMkLst>
            <pc:docMk/>
            <pc:sldMk cId="223193067" sldId="287"/>
            <ac:spMk id="8" creationId="{A1C906CA-7EA4-434B-91E4-E8761B108EFF}"/>
          </ac:spMkLst>
        </pc:spChg>
        <pc:spChg chg="add del mod">
          <ac:chgData name="White (she/her), Whitney" userId="65f39021-2f1d-4d8b-87dc-b123826f65bf" providerId="ADAL" clId="{C76E0AB6-7BDA-446F-BC57-18815BA0B3CE}" dt="2022-09-17T03:50:00.125" v="348"/>
          <ac:spMkLst>
            <pc:docMk/>
            <pc:sldMk cId="223193067" sldId="287"/>
            <ac:spMk id="9" creationId="{262E2A2A-B91D-4346-A83B-27D59862ED5B}"/>
          </ac:spMkLst>
        </pc:spChg>
        <pc:spChg chg="add del mod">
          <ac:chgData name="White (she/her), Whitney" userId="65f39021-2f1d-4d8b-87dc-b123826f65bf" providerId="ADAL" clId="{C76E0AB6-7BDA-446F-BC57-18815BA0B3CE}" dt="2022-09-17T03:50:00.125" v="348"/>
          <ac:spMkLst>
            <pc:docMk/>
            <pc:sldMk cId="223193067" sldId="287"/>
            <ac:spMk id="10" creationId="{37E4BFB3-0E43-4756-8C57-987AFB0179DA}"/>
          </ac:spMkLst>
        </pc:spChg>
        <pc:graphicFrameChg chg="add del mod">
          <ac:chgData name="White (she/her), Whitney" userId="65f39021-2f1d-4d8b-87dc-b123826f65bf" providerId="ADAL" clId="{C76E0AB6-7BDA-446F-BC57-18815BA0B3CE}" dt="2022-09-17T03:50:00.125" v="348"/>
          <ac:graphicFrameMkLst>
            <pc:docMk/>
            <pc:sldMk cId="223193067" sldId="287"/>
            <ac:graphicFrameMk id="4" creationId="{E5958B71-46D0-4DE5-8C86-9E806F6B87D6}"/>
          </ac:graphicFrameMkLst>
        </pc:graphicFrameChg>
      </pc:sldChg>
      <pc:sldChg chg="modSp add mod ord">
        <pc:chgData name="White (she/her), Whitney" userId="65f39021-2f1d-4d8b-87dc-b123826f65bf" providerId="ADAL" clId="{C76E0AB6-7BDA-446F-BC57-18815BA0B3CE}" dt="2022-09-17T04:35:17.811" v="648" actId="20577"/>
        <pc:sldMkLst>
          <pc:docMk/>
          <pc:sldMk cId="2859908621" sldId="288"/>
        </pc:sldMkLst>
        <pc:spChg chg="mod">
          <ac:chgData name="White (she/her), Whitney" userId="65f39021-2f1d-4d8b-87dc-b123826f65bf" providerId="ADAL" clId="{C76E0AB6-7BDA-446F-BC57-18815BA0B3CE}" dt="2022-09-17T04:35:05.497" v="645" actId="20577"/>
          <ac:spMkLst>
            <pc:docMk/>
            <pc:sldMk cId="2859908621" sldId="288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C76E0AB6-7BDA-446F-BC57-18815BA0B3CE}" dt="2022-09-17T04:35:17.811" v="648" actId="20577"/>
          <ac:spMkLst>
            <pc:docMk/>
            <pc:sldMk cId="2859908621" sldId="288"/>
            <ac:spMk id="3" creationId="{81FE1C6D-F36E-48C2-992F-AFB21F6BE7E7}"/>
          </ac:spMkLst>
        </pc:spChg>
      </pc:sldChg>
      <pc:sldChg chg="modSp add mod">
        <pc:chgData name="White (she/her), Whitney" userId="65f39021-2f1d-4d8b-87dc-b123826f65bf" providerId="ADAL" clId="{C76E0AB6-7BDA-446F-BC57-18815BA0B3CE}" dt="2022-09-17T03:54:26.470" v="546" actId="20577"/>
        <pc:sldMkLst>
          <pc:docMk/>
          <pc:sldMk cId="1894735719" sldId="289"/>
        </pc:sldMkLst>
        <pc:spChg chg="mod">
          <ac:chgData name="White (she/her), Whitney" userId="65f39021-2f1d-4d8b-87dc-b123826f65bf" providerId="ADAL" clId="{C76E0AB6-7BDA-446F-BC57-18815BA0B3CE}" dt="2022-09-17T03:46:10.263" v="47" actId="20577"/>
          <ac:spMkLst>
            <pc:docMk/>
            <pc:sldMk cId="1894735719" sldId="289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C76E0AB6-7BDA-446F-BC57-18815BA0B3CE}" dt="2022-09-17T03:54:26.470" v="546" actId="20577"/>
          <ac:spMkLst>
            <pc:docMk/>
            <pc:sldMk cId="1894735719" sldId="289"/>
            <ac:spMk id="3" creationId="{81FE1C6D-F36E-48C2-992F-AFB21F6BE7E7}"/>
          </ac:spMkLst>
        </pc:spChg>
      </pc:sldChg>
      <pc:sldChg chg="addSp delSp modSp add mod setBg">
        <pc:chgData name="White (she/her), Whitney" userId="65f39021-2f1d-4d8b-87dc-b123826f65bf" providerId="ADAL" clId="{C76E0AB6-7BDA-446F-BC57-18815BA0B3CE}" dt="2022-09-17T03:58:09.984" v="575" actId="26606"/>
        <pc:sldMkLst>
          <pc:docMk/>
          <pc:sldMk cId="2621417627" sldId="290"/>
        </pc:sldMkLst>
        <pc:spChg chg="mod">
          <ac:chgData name="White (she/her), Whitney" userId="65f39021-2f1d-4d8b-87dc-b123826f65bf" providerId="ADAL" clId="{C76E0AB6-7BDA-446F-BC57-18815BA0B3CE}" dt="2022-09-17T03:58:09.984" v="575" actId="26606"/>
          <ac:spMkLst>
            <pc:docMk/>
            <pc:sldMk cId="2621417627" sldId="290"/>
            <ac:spMk id="2" creationId="{CA1EE61B-138F-43A4-8B56-5EF03A58679B}"/>
          </ac:spMkLst>
        </pc:spChg>
        <pc:spChg chg="del">
          <ac:chgData name="White (she/her), Whitney" userId="65f39021-2f1d-4d8b-87dc-b123826f65bf" providerId="ADAL" clId="{C76E0AB6-7BDA-446F-BC57-18815BA0B3CE}" dt="2022-09-17T03:57:25.513" v="573"/>
          <ac:spMkLst>
            <pc:docMk/>
            <pc:sldMk cId="2621417627" sldId="290"/>
            <ac:spMk id="3" creationId="{81FE1C6D-F36E-48C2-992F-AFB21F6BE7E7}"/>
          </ac:spMkLst>
        </pc:spChg>
        <pc:spChg chg="mod">
          <ac:chgData name="White (she/her), Whitney" userId="65f39021-2f1d-4d8b-87dc-b123826f65bf" providerId="ADAL" clId="{C76E0AB6-7BDA-446F-BC57-18815BA0B3CE}" dt="2022-09-17T03:58:09.984" v="575" actId="26606"/>
          <ac:spMkLst>
            <pc:docMk/>
            <pc:sldMk cId="2621417627" sldId="290"/>
            <ac:spMk id="5" creationId="{E771288C-B13A-490D-9B00-790E8D5BC0CB}"/>
          </ac:spMkLst>
        </pc:spChg>
        <pc:spChg chg="add del">
          <ac:chgData name="White (she/her), Whitney" userId="65f39021-2f1d-4d8b-87dc-b123826f65bf" providerId="ADAL" clId="{C76E0AB6-7BDA-446F-BC57-18815BA0B3CE}" dt="2022-09-17T03:58:09.984" v="575" actId="26606"/>
          <ac:spMkLst>
            <pc:docMk/>
            <pc:sldMk cId="2621417627" sldId="290"/>
            <ac:spMk id="10" creationId="{42A5316D-ED2F-4F89-B4B4-8D9240B1A348}"/>
          </ac:spMkLst>
        </pc:spChg>
        <pc:spChg chg="add">
          <ac:chgData name="White (she/her), Whitney" userId="65f39021-2f1d-4d8b-87dc-b123826f65bf" providerId="ADAL" clId="{C76E0AB6-7BDA-446F-BC57-18815BA0B3CE}" dt="2022-09-17T03:58:09.984" v="575" actId="26606"/>
          <ac:spMkLst>
            <pc:docMk/>
            <pc:sldMk cId="2621417627" sldId="290"/>
            <ac:spMk id="15" creationId="{ADF2AA3E-C714-4E8D-9F46-9E6FFF7FBA36}"/>
          </ac:spMkLst>
        </pc:spChg>
        <pc:graphicFrameChg chg="add mod ord modGraphic">
          <ac:chgData name="White (she/her), Whitney" userId="65f39021-2f1d-4d8b-87dc-b123826f65bf" providerId="ADAL" clId="{C76E0AB6-7BDA-446F-BC57-18815BA0B3CE}" dt="2022-09-17T03:58:09.984" v="575" actId="26606"/>
          <ac:graphicFrameMkLst>
            <pc:docMk/>
            <pc:sldMk cId="2621417627" sldId="290"/>
            <ac:graphicFrameMk id="4" creationId="{5D368546-4FF6-440C-A9D3-25CE7858E160}"/>
          </ac:graphicFrameMkLst>
        </pc:graphicFrameChg>
      </pc:sldChg>
      <pc:sldChg chg="modSp add mod">
        <pc:chgData name="White (she/her), Whitney" userId="65f39021-2f1d-4d8b-87dc-b123826f65bf" providerId="ADAL" clId="{C76E0AB6-7BDA-446F-BC57-18815BA0B3CE}" dt="2022-09-17T04:38:59.461" v="728" actId="403"/>
        <pc:sldMkLst>
          <pc:docMk/>
          <pc:sldMk cId="4120536405" sldId="291"/>
        </pc:sldMkLst>
        <pc:spChg chg="mod">
          <ac:chgData name="White (she/her), Whitney" userId="65f39021-2f1d-4d8b-87dc-b123826f65bf" providerId="ADAL" clId="{C76E0AB6-7BDA-446F-BC57-18815BA0B3CE}" dt="2022-09-17T04:38:30.432" v="718" actId="20577"/>
          <ac:spMkLst>
            <pc:docMk/>
            <pc:sldMk cId="4120536405" sldId="291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C76E0AB6-7BDA-446F-BC57-18815BA0B3CE}" dt="2022-09-17T04:38:59.461" v="728" actId="403"/>
          <ac:spMkLst>
            <pc:docMk/>
            <pc:sldMk cId="4120536405" sldId="291"/>
            <ac:spMk id="3" creationId="{81FE1C6D-F36E-48C2-992F-AFB21F6BE7E7}"/>
          </ac:spMkLst>
        </pc:spChg>
      </pc:sldChg>
      <pc:sldChg chg="modSp add mod ord">
        <pc:chgData name="White (she/her), Whitney" userId="65f39021-2f1d-4d8b-87dc-b123826f65bf" providerId="ADAL" clId="{C76E0AB6-7BDA-446F-BC57-18815BA0B3CE}" dt="2022-09-17T04:37:28.369" v="704"/>
        <pc:sldMkLst>
          <pc:docMk/>
          <pc:sldMk cId="2549107752" sldId="292"/>
        </pc:sldMkLst>
        <pc:spChg chg="mod">
          <ac:chgData name="White (she/her), Whitney" userId="65f39021-2f1d-4d8b-87dc-b123826f65bf" providerId="ADAL" clId="{C76E0AB6-7BDA-446F-BC57-18815BA0B3CE}" dt="2022-09-17T04:37:12.273" v="701" actId="20577"/>
          <ac:spMkLst>
            <pc:docMk/>
            <pc:sldMk cId="2549107752" sldId="292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C76E0AB6-7BDA-446F-BC57-18815BA0B3CE}" dt="2022-09-17T04:37:19.885" v="702"/>
          <ac:spMkLst>
            <pc:docMk/>
            <pc:sldMk cId="2549107752" sldId="292"/>
            <ac:spMk id="3" creationId="{81FE1C6D-F36E-48C2-992F-AFB21F6BE7E7}"/>
          </ac:spMkLst>
        </pc:spChg>
      </pc:sldChg>
      <pc:sldChg chg="modSp add mod ord">
        <pc:chgData name="White (she/her), Whitney" userId="65f39021-2f1d-4d8b-87dc-b123826f65bf" providerId="ADAL" clId="{C76E0AB6-7BDA-446F-BC57-18815BA0B3CE}" dt="2022-09-17T04:36:12.188" v="685" actId="403"/>
        <pc:sldMkLst>
          <pc:docMk/>
          <pc:sldMk cId="91053559" sldId="293"/>
        </pc:sldMkLst>
        <pc:spChg chg="mod">
          <ac:chgData name="White (she/her), Whitney" userId="65f39021-2f1d-4d8b-87dc-b123826f65bf" providerId="ADAL" clId="{C76E0AB6-7BDA-446F-BC57-18815BA0B3CE}" dt="2022-09-17T04:35:46.423" v="670" actId="20577"/>
          <ac:spMkLst>
            <pc:docMk/>
            <pc:sldMk cId="91053559" sldId="293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C76E0AB6-7BDA-446F-BC57-18815BA0B3CE}" dt="2022-09-17T04:36:12.188" v="685" actId="403"/>
          <ac:spMkLst>
            <pc:docMk/>
            <pc:sldMk cId="91053559" sldId="293"/>
            <ac:spMk id="3" creationId="{81FE1C6D-F36E-48C2-992F-AFB21F6BE7E7}"/>
          </ac:spMkLst>
        </pc:spChg>
      </pc:sldChg>
      <pc:sldChg chg="modSp add mod">
        <pc:chgData name="White (she/her), Whitney" userId="65f39021-2f1d-4d8b-87dc-b123826f65bf" providerId="ADAL" clId="{C76E0AB6-7BDA-446F-BC57-18815BA0B3CE}" dt="2022-09-17T04:40:17.036" v="758" actId="114"/>
        <pc:sldMkLst>
          <pc:docMk/>
          <pc:sldMk cId="3266174043" sldId="294"/>
        </pc:sldMkLst>
        <pc:spChg chg="mod">
          <ac:chgData name="White (she/her), Whitney" userId="65f39021-2f1d-4d8b-87dc-b123826f65bf" providerId="ADAL" clId="{C76E0AB6-7BDA-446F-BC57-18815BA0B3CE}" dt="2022-09-17T04:39:50.658" v="748" actId="20577"/>
          <ac:spMkLst>
            <pc:docMk/>
            <pc:sldMk cId="3266174043" sldId="294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C76E0AB6-7BDA-446F-BC57-18815BA0B3CE}" dt="2022-09-17T04:40:17.036" v="758" actId="114"/>
          <ac:spMkLst>
            <pc:docMk/>
            <pc:sldMk cId="3266174043" sldId="294"/>
            <ac:spMk id="3" creationId="{81FE1C6D-F36E-48C2-992F-AFB21F6BE7E7}"/>
          </ac:spMkLst>
        </pc:spChg>
      </pc:sldChg>
      <pc:sldChg chg="add del">
        <pc:chgData name="White (she/her), Whitney" userId="65f39021-2f1d-4d8b-87dc-b123826f65bf" providerId="ADAL" clId="{C76E0AB6-7BDA-446F-BC57-18815BA0B3CE}" dt="2022-09-17T04:43:20.397" v="795" actId="2696"/>
        <pc:sldMkLst>
          <pc:docMk/>
          <pc:sldMk cId="1822052680" sldId="295"/>
        </pc:sldMkLst>
      </pc:sldChg>
      <pc:sldChg chg="addSp modSp add mod">
        <pc:chgData name="White (she/her), Whitney" userId="65f39021-2f1d-4d8b-87dc-b123826f65bf" providerId="ADAL" clId="{C76E0AB6-7BDA-446F-BC57-18815BA0B3CE}" dt="2022-09-17T04:43:34.505" v="796" actId="255"/>
        <pc:sldMkLst>
          <pc:docMk/>
          <pc:sldMk cId="851803220" sldId="296"/>
        </pc:sldMkLst>
        <pc:spChg chg="mod">
          <ac:chgData name="White (she/her), Whitney" userId="65f39021-2f1d-4d8b-87dc-b123826f65bf" providerId="ADAL" clId="{C76E0AB6-7BDA-446F-BC57-18815BA0B3CE}" dt="2022-09-17T04:43:34.505" v="796" actId="255"/>
          <ac:spMkLst>
            <pc:docMk/>
            <pc:sldMk cId="851803220" sldId="296"/>
            <ac:spMk id="3" creationId="{81FE1C6D-F36E-48C2-992F-AFB21F6BE7E7}"/>
          </ac:spMkLst>
        </pc:spChg>
        <pc:graphicFrameChg chg="add mod modGraphic">
          <ac:chgData name="White (she/her), Whitney" userId="65f39021-2f1d-4d8b-87dc-b123826f65bf" providerId="ADAL" clId="{C76E0AB6-7BDA-446F-BC57-18815BA0B3CE}" dt="2022-09-17T04:43:12.638" v="794" actId="14734"/>
          <ac:graphicFrameMkLst>
            <pc:docMk/>
            <pc:sldMk cId="851803220" sldId="296"/>
            <ac:graphicFrameMk id="4" creationId="{B3F9265C-311A-48B0-8840-849321DE938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8/30/2023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117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93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0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9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8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huzWmM0dnDZLbsC4WOd-rCgcX-8DARYY/view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Saqw8wyl2cWL7KeLRh2OmbRRpOJMwXyQ/view?usp=shari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46543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4.01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Meaningful Questioning for Cognitive Engagement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7E2B18-5A6C-4EB0-E97C-51C3093BF8A5}"/>
              </a:ext>
            </a:extLst>
          </p:cNvPr>
          <p:cNvSpPr txBox="1"/>
          <p:nvPr/>
        </p:nvSpPr>
        <p:spPr>
          <a:xfrm>
            <a:off x="0" y="6416843"/>
            <a:ext cx="10387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TEKS: 4A, 4B, 6D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The learner will…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…analyze how meaningful questions lead to cognitive engagement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…use questioning strategies to cognitively engage students and require effortful thinking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0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Mr. Elliott plans to introduce the concept of rectangles to his class. He wants to provide examples and nonexamples of a rectangle based on the following definition: A rectangle is a four-sided polygon with four right angles. 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 Mr. Elliott by creating two examples and two nonexamples of a rectangle. Then, write a short statement Mr. Elliott might use to explain the connections and distinctions between the different examples and nonexamples.</a:t>
            </a: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Stretch It: Respond to students’ correct answers with more challenging questions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Directive Prompts: Question prompts to guide students to think further in a specific way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73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TLAC Video: Directive &amp; Non-Directive-Michael Towne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TLAC Directive &amp; Non-Directive: Michael Towne</a:t>
            </a:r>
            <a:endParaRPr lang="en-US" sz="1800" u="sng" dirty="0">
              <a:solidFill>
                <a:srgbClr val="0D6CB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u="sng" dirty="0">
              <a:solidFill>
                <a:srgbClr val="0D6CB9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90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eward a “right” answer with a more challenging gauge student thinking and help students build long-term memory 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ush students to answer with precision and confidence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the tone for a classroom where no answer is taken for granted and students are always searching for why. 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Establish a classroom culture that values a growth mindset</a:t>
            </a:r>
            <a:endParaRPr lang="en-US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3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DF2AA3E-C714-4E8D-9F46-9E6FFF7F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38328"/>
            <a:ext cx="11438793" cy="1577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541"/>
            <a:ext cx="10515600" cy="1325563"/>
          </a:xfrm>
          <a:prstGeom prst="ellipse">
            <a:avLst/>
          </a:prstGeo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Types of Directive Prompts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898989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368546-4FF6-440C-A9D3-25CE7858E1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549899"/>
              </p:ext>
            </p:extLst>
          </p:nvPr>
        </p:nvGraphicFramePr>
        <p:xfrm>
          <a:off x="838200" y="2292980"/>
          <a:ext cx="10515601" cy="3916483"/>
        </p:xfrm>
        <a:graphic>
          <a:graphicData uri="http://schemas.openxmlformats.org/drawingml/2006/table">
            <a:tbl>
              <a:tblPr firstRow="1" firstCol="1" bandRow="1"/>
              <a:tblGrid>
                <a:gridCol w="3553187">
                  <a:extLst>
                    <a:ext uri="{9D8B030D-6E8A-4147-A177-3AD203B41FA5}">
                      <a16:colId xmlns:a16="http://schemas.microsoft.com/office/drawing/2014/main" val="3072004757"/>
                    </a:ext>
                  </a:extLst>
                </a:gridCol>
                <a:gridCol w="6962414">
                  <a:extLst>
                    <a:ext uri="{9D8B030D-6E8A-4147-A177-3AD203B41FA5}">
                      <a16:colId xmlns:a16="http://schemas.microsoft.com/office/drawing/2014/main" val="3998323231"/>
                    </a:ext>
                  </a:extLst>
                </a:gridCol>
              </a:tblGrid>
              <a:tr h="236779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Prompt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85782"/>
                  </a:ext>
                </a:extLst>
              </a:tr>
              <a:tr h="613284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Ask How or Why</a:t>
                      </a: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 is the perimeter of the rectangle?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Fourteen centimeters.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How did you get that?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014898"/>
                  </a:ext>
                </a:extLst>
              </a:tr>
              <a:tr h="613284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Ask for Another Way to Reach the Same Answer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How did you get your answer?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 got 95 by counting up 4 from 86, then adding the remaining 5 in 9 to get 95.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Nice! Can you think of another way to get the same answer?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794751"/>
                  </a:ext>
                </a:extLst>
              </a:tr>
              <a:tr h="613284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Ask for More Precise Expression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How did Terri respond when she saw the photograph?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Terri was surprised when she saw the photograph.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What's an even stronger word for "surprised?"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877444"/>
                  </a:ext>
                </a:extLst>
              </a:tr>
              <a:tr h="613284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Ask for Evidence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What’s one way to describe Hamlet?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He is indecisive. He’s hesitant to act.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 lines in this scene show he is indecisive?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17803"/>
                  </a:ext>
                </a:extLst>
              </a:tr>
              <a:tr h="613284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Ask for Integration of a Related Skill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What’s 7+5?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82880" marR="0" indent="-18288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12.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 number sentence could you use to confirm that’s correct?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163292"/>
                  </a:ext>
                </a:extLst>
              </a:tr>
              <a:tr h="613284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Ask for Application of the Same Skill in a New Setting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 is the perimeter of the square?</a:t>
                      </a: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Student:</a:t>
                      </a: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Twenty centimeters.</a:t>
                      </a: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Teacher:</a:t>
                      </a: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If this were a pentagon instead of a square, what would the perimeter be?</a:t>
                      </a: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00" marR="78300" marT="108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3011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41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TLAC Video: Directive &amp; Non-Directive –Arielle </a:t>
            </a:r>
            <a:r>
              <a:rPr lang="en-US" dirty="0" err="1"/>
              <a:t>Hoo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Texas TLAC Online “Directive &amp; Non-Directive Prompts: Arielle </a:t>
            </a:r>
            <a:r>
              <a:rPr lang="en-US" sz="1800" u="sng" dirty="0" err="1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Hoo</a:t>
            </a: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07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Examine the following sample student-teacher interactions: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Teacher: Use the word "reassured" in a sentence.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Student: My mother reassured me that we were safe inside the house during the storm.</a:t>
            </a: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53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#2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Examine the following sample student-teacher interactions: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Teacher: What are the three branches of the federal government?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Student: The three branches of the federal government are executive, judicial, and legislative.</a:t>
            </a: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17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46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each prompt below and determine which prompts are examples of Directive Prompts. Use the guidelines for directive prompts to support your answer.</a:t>
            </a: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F9265C-311A-48B0-8840-849321DE9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703706"/>
              </p:ext>
            </p:extLst>
          </p:nvPr>
        </p:nvGraphicFramePr>
        <p:xfrm>
          <a:off x="723254" y="2117375"/>
          <a:ext cx="10630546" cy="427978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34903">
                  <a:extLst>
                    <a:ext uri="{9D8B030D-6E8A-4147-A177-3AD203B41FA5}">
                      <a16:colId xmlns:a16="http://schemas.microsoft.com/office/drawing/2014/main" val="3368480708"/>
                    </a:ext>
                  </a:extLst>
                </a:gridCol>
                <a:gridCol w="3260792">
                  <a:extLst>
                    <a:ext uri="{9D8B030D-6E8A-4147-A177-3AD203B41FA5}">
                      <a16:colId xmlns:a16="http://schemas.microsoft.com/office/drawing/2014/main" val="2310375028"/>
                    </a:ext>
                  </a:extLst>
                </a:gridCol>
                <a:gridCol w="3634851">
                  <a:extLst>
                    <a:ext uri="{9D8B030D-6E8A-4147-A177-3AD203B41FA5}">
                      <a16:colId xmlns:a16="http://schemas.microsoft.com/office/drawing/2014/main" val="3769972613"/>
                    </a:ext>
                  </a:extLst>
                </a:gridCol>
              </a:tblGrid>
              <a:tr h="3778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Prompt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Directive Prompt? (Y or N)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Evidence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8603480"/>
                  </a:ext>
                </a:extLst>
              </a:tr>
              <a:tr h="8370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Can you think of another way you can get the same answer?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4157178"/>
                  </a:ext>
                </a:extLst>
              </a:tr>
              <a:tr h="8370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What part of the paragraph shows he is aggressive?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2975282"/>
                  </a:ext>
                </a:extLst>
              </a:tr>
              <a:tr h="5538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Tell me more.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7238509"/>
                  </a:ext>
                </a:extLst>
              </a:tr>
              <a:tr h="8370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That was a great response to the question.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5777838"/>
                  </a:ext>
                </a:extLst>
              </a:tr>
              <a:tr h="8370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How did the character change throughout the story?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766043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0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679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1_Office Theme</vt:lpstr>
      <vt:lpstr>Instructional Practices| Unit 4: The Science of Learning| Lesson 4.01</vt:lpstr>
      <vt:lpstr>TEKS &amp; Objectives</vt:lpstr>
      <vt:lpstr>Bellringer</vt:lpstr>
      <vt:lpstr>Vocabulary</vt:lpstr>
      <vt:lpstr>TLAC Video: Directive &amp; Non-Directive-Michael Towne</vt:lpstr>
      <vt:lpstr>Stretch It</vt:lpstr>
      <vt:lpstr>Types of Directive Prompts</vt:lpstr>
      <vt:lpstr>TLAC Video: Directive &amp; Non-Directive –Arielle Hoo</vt:lpstr>
      <vt:lpstr>Interaction #1</vt:lpstr>
      <vt:lpstr>Interaction #2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Gupta, Swati</dc:creator>
  <cp:lastModifiedBy>London White</cp:lastModifiedBy>
  <cp:revision>10</cp:revision>
  <dcterms:created xsi:type="dcterms:W3CDTF">2022-05-09T19:40:20Z</dcterms:created>
  <dcterms:modified xsi:type="dcterms:W3CDTF">2023-08-31T03:16:00Z</dcterms:modified>
</cp:coreProperties>
</file>
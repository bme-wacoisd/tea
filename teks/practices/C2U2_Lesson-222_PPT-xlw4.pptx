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863D6-6D48-4140-998D-503809B8ED84}" v="1" dt="2023-08-31T01:29:43.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166863D6-6D48-4140-998D-503809B8ED84}"/>
    <pc:docChg chg="modSld">
      <pc:chgData name="White (she/her), Whitney" userId="65f39021-2f1d-4d8b-87dc-b123826f65bf" providerId="ADAL" clId="{166863D6-6D48-4140-998D-503809B8ED84}" dt="2023-08-31T01:29:54.671" v="8" actId="20577"/>
      <pc:docMkLst>
        <pc:docMk/>
      </pc:docMkLst>
      <pc:sldChg chg="addSp modSp mod">
        <pc:chgData name="White (she/her), Whitney" userId="65f39021-2f1d-4d8b-87dc-b123826f65bf" providerId="ADAL" clId="{166863D6-6D48-4140-998D-503809B8ED84}" dt="2023-08-31T01:29:49.640" v="5" actId="1076"/>
        <pc:sldMkLst>
          <pc:docMk/>
          <pc:sldMk cId="1482277026" sldId="256"/>
        </pc:sldMkLst>
        <pc:spChg chg="mod">
          <ac:chgData name="White (she/her), Whitney" userId="65f39021-2f1d-4d8b-87dc-b123826f65bf" providerId="ADAL" clId="{166863D6-6D48-4140-998D-503809B8ED84}" dt="2023-08-31T01:29:49.640" v="5" actId="1076"/>
          <ac:spMkLst>
            <pc:docMk/>
            <pc:sldMk cId="1482277026" sldId="256"/>
            <ac:spMk id="2" creationId="{BFFCF5BD-F8FF-4A67-A8B6-EBB21E79279B}"/>
          </ac:spMkLst>
        </pc:spChg>
        <pc:spChg chg="add mod">
          <ac:chgData name="White (she/her), Whitney" userId="65f39021-2f1d-4d8b-87dc-b123826f65bf" providerId="ADAL" clId="{166863D6-6D48-4140-998D-503809B8ED84}" dt="2023-08-31T01:29:46.207" v="4" actId="1076"/>
          <ac:spMkLst>
            <pc:docMk/>
            <pc:sldMk cId="1482277026" sldId="256"/>
            <ac:spMk id="4" creationId="{EA5257DD-9504-F232-2E7C-B77C30300125}"/>
          </ac:spMkLst>
        </pc:spChg>
      </pc:sldChg>
      <pc:sldChg chg="modSp mod">
        <pc:chgData name="White (she/her), Whitney" userId="65f39021-2f1d-4d8b-87dc-b123826f65bf" providerId="ADAL" clId="{166863D6-6D48-4140-998D-503809B8ED84}" dt="2023-08-31T01:29:54.671" v="8" actId="20577"/>
        <pc:sldMkLst>
          <pc:docMk/>
          <pc:sldMk cId="2772527113" sldId="259"/>
        </pc:sldMkLst>
        <pc:spChg chg="mod">
          <ac:chgData name="White (she/her), Whitney" userId="65f39021-2f1d-4d8b-87dc-b123826f65bf" providerId="ADAL" clId="{166863D6-6D48-4140-998D-503809B8ED84}" dt="2023-08-31T01:29:54.671" v="8" actId="20577"/>
          <ac:spMkLst>
            <pc:docMk/>
            <pc:sldMk cId="2772527113" sldId="259"/>
            <ac:spMk id="3" creationId="{8CE08C7F-0286-423B-92F7-DEB89F31111A}"/>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3BE614EE-773C-479E-B799-7B71219D88EF}"/>
    <pc:docChg chg="custSel modSld">
      <pc:chgData name="White, Whitney" userId="65f39021-2f1d-4d8b-87dc-b123826f65bf" providerId="ADAL" clId="{3BE614EE-773C-479E-B799-7B71219D88EF}" dt="2022-08-03T20:30:16.271" v="204" actId="113"/>
      <pc:docMkLst>
        <pc:docMk/>
      </pc:docMkLst>
      <pc:sldChg chg="modSp mod">
        <pc:chgData name="White, Whitney" userId="65f39021-2f1d-4d8b-87dc-b123826f65bf" providerId="ADAL" clId="{3BE614EE-773C-479E-B799-7B71219D88EF}" dt="2022-08-03T20:25:07.099" v="57" actId="20577"/>
        <pc:sldMkLst>
          <pc:docMk/>
          <pc:sldMk cId="1482277026" sldId="256"/>
        </pc:sldMkLst>
        <pc:spChg chg="mod">
          <ac:chgData name="White, Whitney" userId="65f39021-2f1d-4d8b-87dc-b123826f65bf" providerId="ADAL" clId="{3BE614EE-773C-479E-B799-7B71219D88EF}" dt="2022-08-03T20:25:07.099" v="57" actId="20577"/>
          <ac:spMkLst>
            <pc:docMk/>
            <pc:sldMk cId="1482277026" sldId="256"/>
            <ac:spMk id="2" creationId="{BFFCF5BD-F8FF-4A67-A8B6-EBB21E79279B}"/>
          </ac:spMkLst>
        </pc:spChg>
        <pc:spChg chg="mod">
          <ac:chgData name="White, Whitney" userId="65f39021-2f1d-4d8b-87dc-b123826f65bf" providerId="ADAL" clId="{3BE614EE-773C-479E-B799-7B71219D88EF}" dt="2022-08-03T20:25:03.531" v="53" actId="20577"/>
          <ac:spMkLst>
            <pc:docMk/>
            <pc:sldMk cId="1482277026" sldId="256"/>
            <ac:spMk id="3" creationId="{E0FBD98F-3A67-498E-8174-652040DD7B60}"/>
          </ac:spMkLst>
        </pc:spChg>
      </pc:sldChg>
      <pc:sldChg chg="modSp mod">
        <pc:chgData name="White, Whitney" userId="65f39021-2f1d-4d8b-87dc-b123826f65bf" providerId="ADAL" clId="{3BE614EE-773C-479E-B799-7B71219D88EF}" dt="2022-08-03T20:24:53.823" v="31" actId="255"/>
        <pc:sldMkLst>
          <pc:docMk/>
          <pc:sldMk cId="4071305681" sldId="258"/>
        </pc:sldMkLst>
        <pc:spChg chg="mod">
          <ac:chgData name="White, Whitney" userId="65f39021-2f1d-4d8b-87dc-b123826f65bf" providerId="ADAL" clId="{3BE614EE-773C-479E-B799-7B71219D88EF}" dt="2022-08-03T20:24:53.823" v="31" actId="255"/>
          <ac:spMkLst>
            <pc:docMk/>
            <pc:sldMk cId="4071305681" sldId="258"/>
            <ac:spMk id="3" creationId="{392BE286-77A6-49DD-B15D-7E4718D52FE7}"/>
          </ac:spMkLst>
        </pc:spChg>
      </pc:sldChg>
      <pc:sldChg chg="modSp mod">
        <pc:chgData name="White, Whitney" userId="65f39021-2f1d-4d8b-87dc-b123826f65bf" providerId="ADAL" clId="{3BE614EE-773C-479E-B799-7B71219D88EF}" dt="2022-08-03T20:24:34.061" v="27" actId="20577"/>
        <pc:sldMkLst>
          <pc:docMk/>
          <pc:sldMk cId="2772527113" sldId="259"/>
        </pc:sldMkLst>
        <pc:spChg chg="mod">
          <ac:chgData name="White, Whitney" userId="65f39021-2f1d-4d8b-87dc-b123826f65bf" providerId="ADAL" clId="{3BE614EE-773C-479E-B799-7B71219D88EF}" dt="2022-08-03T20:24:34.061" v="27" actId="20577"/>
          <ac:spMkLst>
            <pc:docMk/>
            <pc:sldMk cId="2772527113" sldId="259"/>
            <ac:spMk id="3" creationId="{8CE08C7F-0286-423B-92F7-DEB89F31111A}"/>
          </ac:spMkLst>
        </pc:spChg>
      </pc:sldChg>
      <pc:sldChg chg="modSp mod">
        <pc:chgData name="White, Whitney" userId="65f39021-2f1d-4d8b-87dc-b123826f65bf" providerId="ADAL" clId="{3BE614EE-773C-479E-B799-7B71219D88EF}" dt="2022-08-03T20:30:16.271" v="204" actId="113"/>
        <pc:sldMkLst>
          <pc:docMk/>
          <pc:sldMk cId="2147408764" sldId="260"/>
        </pc:sldMkLst>
        <pc:spChg chg="mod">
          <ac:chgData name="White, Whitney" userId="65f39021-2f1d-4d8b-87dc-b123826f65bf" providerId="ADAL" clId="{3BE614EE-773C-479E-B799-7B71219D88EF}" dt="2022-08-03T20:30:16.271" v="204" actId="113"/>
          <ac:spMkLst>
            <pc:docMk/>
            <pc:sldMk cId="2147408764" sldId="260"/>
            <ac:spMk id="3" creationId="{49F2A5AF-3C0B-4968-A438-E435325199EA}"/>
          </ac:spMkLst>
        </pc:spChg>
      </pc:sldChg>
      <pc:sldChg chg="addSp delSp modSp mod">
        <pc:chgData name="White, Whitney" userId="65f39021-2f1d-4d8b-87dc-b123826f65bf" providerId="ADAL" clId="{3BE614EE-773C-479E-B799-7B71219D88EF}" dt="2022-08-03T20:24:01.980" v="3" actId="1076"/>
        <pc:sldMkLst>
          <pc:docMk/>
          <pc:sldMk cId="3054216349" sldId="261"/>
        </pc:sldMkLst>
        <pc:spChg chg="del">
          <ac:chgData name="White, Whitney" userId="65f39021-2f1d-4d8b-87dc-b123826f65bf" providerId="ADAL" clId="{3BE614EE-773C-479E-B799-7B71219D88EF}" dt="2022-08-03T20:23:50.955" v="0"/>
          <ac:spMkLst>
            <pc:docMk/>
            <pc:sldMk cId="3054216349" sldId="261"/>
            <ac:spMk id="3" creationId="{AE13FDB6-F093-4D9E-B14E-3D7DB894C34C}"/>
          </ac:spMkLst>
        </pc:spChg>
        <pc:graphicFrameChg chg="add mod modGraphic">
          <ac:chgData name="White, Whitney" userId="65f39021-2f1d-4d8b-87dc-b123826f65bf" providerId="ADAL" clId="{3BE614EE-773C-479E-B799-7B71219D88EF}" dt="2022-08-03T20:24:01.980" v="3" actId="1076"/>
          <ac:graphicFrameMkLst>
            <pc:docMk/>
            <pc:sldMk cId="3054216349" sldId="261"/>
            <ac:graphicFrameMk id="5" creationId="{E90D5299-0ABD-48CA-8E1D-0240D2CEA716}"/>
          </ac:graphicFrameMkLst>
        </pc:graphicFrameChg>
      </pc:sldChg>
      <pc:sldChg chg="modSp mod">
        <pc:chgData name="White, Whitney" userId="65f39021-2f1d-4d8b-87dc-b123826f65bf" providerId="ADAL" clId="{3BE614EE-773C-479E-B799-7B71219D88EF}" dt="2022-08-03T20:28:18.578" v="184" actId="114"/>
        <pc:sldMkLst>
          <pc:docMk/>
          <pc:sldMk cId="4170921578" sldId="262"/>
        </pc:sldMkLst>
        <pc:spChg chg="mod">
          <ac:chgData name="White, Whitney" userId="65f39021-2f1d-4d8b-87dc-b123826f65bf" providerId="ADAL" clId="{3BE614EE-773C-479E-B799-7B71219D88EF}" dt="2022-08-03T20:27:48.004" v="176" actId="20577"/>
          <ac:spMkLst>
            <pc:docMk/>
            <pc:sldMk cId="4170921578" sldId="262"/>
            <ac:spMk id="2" creationId="{A7DAC820-49EE-4F41-8B1F-B9E33FF6BE24}"/>
          </ac:spMkLst>
        </pc:spChg>
        <pc:spChg chg="mod">
          <ac:chgData name="White, Whitney" userId="65f39021-2f1d-4d8b-87dc-b123826f65bf" providerId="ADAL" clId="{3BE614EE-773C-479E-B799-7B71219D88EF}" dt="2022-08-03T20:28:18.578" v="184" actId="114"/>
          <ac:spMkLst>
            <pc:docMk/>
            <pc:sldMk cId="4170921578" sldId="262"/>
            <ac:spMk id="3" creationId="{79FFCA46-4155-4484-8350-F1E0B95F6088}"/>
          </ac:spMkLst>
        </pc:spChg>
      </pc:sldChg>
      <pc:sldChg chg="modSp mod">
        <pc:chgData name="White, Whitney" userId="65f39021-2f1d-4d8b-87dc-b123826f65bf" providerId="ADAL" clId="{3BE614EE-773C-479E-B799-7B71219D88EF}" dt="2022-08-03T20:28:22.630" v="185" actId="114"/>
        <pc:sldMkLst>
          <pc:docMk/>
          <pc:sldMk cId="1163931679" sldId="263"/>
        </pc:sldMkLst>
        <pc:spChg chg="mod">
          <ac:chgData name="White, Whitney" userId="65f39021-2f1d-4d8b-87dc-b123826f65bf" providerId="ADAL" clId="{3BE614EE-773C-479E-B799-7B71219D88EF}" dt="2022-08-03T20:27:06.437" v="136" actId="20577"/>
          <ac:spMkLst>
            <pc:docMk/>
            <pc:sldMk cId="1163931679" sldId="263"/>
            <ac:spMk id="2" creationId="{531ECDB3-7F62-4124-A1E9-E48D699D2427}"/>
          </ac:spMkLst>
        </pc:spChg>
        <pc:spChg chg="mod">
          <ac:chgData name="White, Whitney" userId="65f39021-2f1d-4d8b-87dc-b123826f65bf" providerId="ADAL" clId="{3BE614EE-773C-479E-B799-7B71219D88EF}" dt="2022-08-03T20:28:22.630" v="185" actId="114"/>
          <ac:spMkLst>
            <pc:docMk/>
            <pc:sldMk cId="1163931679" sldId="263"/>
            <ac:spMk id="3" creationId="{012C84E3-4C09-4253-8964-13B9C34E5E48}"/>
          </ac:spMkLst>
        </pc:spChg>
      </pc:sldChg>
      <pc:sldChg chg="modSp mod">
        <pc:chgData name="White, Whitney" userId="65f39021-2f1d-4d8b-87dc-b123826f65bf" providerId="ADAL" clId="{3BE614EE-773C-479E-B799-7B71219D88EF}" dt="2022-08-03T20:26:39.304" v="113" actId="27636"/>
        <pc:sldMkLst>
          <pc:docMk/>
          <pc:sldMk cId="3493109116" sldId="264"/>
        </pc:sldMkLst>
        <pc:spChg chg="mod">
          <ac:chgData name="White, Whitney" userId="65f39021-2f1d-4d8b-87dc-b123826f65bf" providerId="ADAL" clId="{3BE614EE-773C-479E-B799-7B71219D88EF}" dt="2022-08-03T20:26:07.966" v="92" actId="20577"/>
          <ac:spMkLst>
            <pc:docMk/>
            <pc:sldMk cId="3493109116" sldId="264"/>
            <ac:spMk id="2" creationId="{D7836664-70C0-47BA-9BFF-496A04EBBFDE}"/>
          </ac:spMkLst>
        </pc:spChg>
        <pc:spChg chg="mod">
          <ac:chgData name="White, Whitney" userId="65f39021-2f1d-4d8b-87dc-b123826f65bf" providerId="ADAL" clId="{3BE614EE-773C-479E-B799-7B71219D88EF}" dt="2022-08-03T20:26:39.304" v="113" actId="27636"/>
          <ac:spMkLst>
            <pc:docMk/>
            <pc:sldMk cId="3493109116" sldId="264"/>
            <ac:spMk id="3" creationId="{F64339F5-2F5D-46B5-A25D-C197D73747BD}"/>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vimeo.com/163464885"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vimeo.com/166426890" TargetMode="External"/><Relationship Id="rId2" Type="http://schemas.openxmlformats.org/officeDocument/2006/relationships/hyperlink" Target="https://vimeo.com/166426887"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93670"/>
            <a:ext cx="9144000" cy="370300"/>
          </a:xfrm>
        </p:spPr>
        <p:txBody>
          <a:bodyPr>
            <a:normAutofit/>
          </a:bodyPr>
          <a:lstStyle/>
          <a:p>
            <a:pPr algn="l"/>
            <a:r>
              <a:rPr lang="en-US" sz="1800" dirty="0"/>
              <a:t>Instructional Practices| Unit 2: Classroom Management| Lesson 2.22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Do Not Talk Over</a:t>
            </a:r>
          </a:p>
        </p:txBody>
      </p:sp>
      <p:sp>
        <p:nvSpPr>
          <p:cNvPr id="4" name="TextBox 3">
            <a:extLst>
              <a:ext uri="{FF2B5EF4-FFF2-40B4-BE49-F238E27FC236}">
                <a16:creationId xmlns:a16="http://schemas.microsoft.com/office/drawing/2014/main" id="{EA5257DD-9504-F232-2E7C-B77C30300125}"/>
              </a:ext>
            </a:extLst>
          </p:cNvPr>
          <p:cNvSpPr txBox="1"/>
          <p:nvPr/>
        </p:nvSpPr>
        <p:spPr>
          <a:xfrm>
            <a:off x="0" y="6363970"/>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a:t>TEKS 3B, 3C, </a:t>
            </a:r>
            <a:r>
              <a:rPr lang="en-US" dirty="0"/>
              <a:t>4C, 7A, 7E</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rPr>
              <a:t>a</a:t>
            </a:r>
            <a:r>
              <a:rPr lang="en-US" dirty="0">
                <a:effectLst/>
                <a:latin typeface="Calibri" panose="020F0502020204030204" pitchFamily="34" charset="0"/>
                <a:ea typeface="Calibri" panose="020F0502020204030204" pitchFamily="34" charset="0"/>
              </a:rPr>
              <a:t>nalyze and apply the strategies of the Strong Voice principle Do Not Talk Over to provide clear instructions to all students.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rPr>
              <a:t>Ms. K is a fourth-grade math teacher. She is explaining how to do a problem and is talking loudly over side conversations, the grinding of the pencil sharpener, and the rustling of papers. </a:t>
            </a:r>
          </a:p>
          <a:p>
            <a:pPr marL="0" indent="0">
              <a:buNone/>
            </a:pPr>
            <a:endParaRPr lang="en-US" dirty="0">
              <a:solidFill>
                <a:srgbClr val="000000"/>
              </a:solidFill>
              <a:latin typeface="Calibri" panose="020F0502020204030204" pitchFamily="34" charset="0"/>
              <a:ea typeface="Times New Roman" panose="02020603050405020304" pitchFamily="18" charset="0"/>
            </a:endParaRPr>
          </a:p>
          <a:p>
            <a:pPr marL="0" indent="0">
              <a:buNone/>
            </a:pPr>
            <a:r>
              <a:rPr lang="en-US" dirty="0">
                <a:solidFill>
                  <a:srgbClr val="000000"/>
                </a:solidFill>
                <a:effectLst/>
                <a:latin typeface="Calibri" panose="020F0502020204030204" pitchFamily="34" charset="0"/>
                <a:ea typeface="Times New Roman" panose="02020603050405020304" pitchFamily="18" charset="0"/>
              </a:rPr>
              <a:t>What is the likely impact on learning in the classroom? What is the likely impact on the classroom culture?</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E90D5299-0ABD-48CA-8E1D-0240D2CEA716}"/>
              </a:ext>
            </a:extLst>
          </p:cNvPr>
          <p:cNvGraphicFramePr>
            <a:graphicFrameLocks noGrp="1"/>
          </p:cNvGraphicFramePr>
          <p:nvPr>
            <p:ph idx="1"/>
            <p:extLst>
              <p:ext uri="{D42A27DB-BD31-4B8C-83A1-F6EECF244321}">
                <p14:modId xmlns:p14="http://schemas.microsoft.com/office/powerpoint/2010/main" val="1229058417"/>
              </p:ext>
            </p:extLst>
          </p:nvPr>
        </p:nvGraphicFramePr>
        <p:xfrm>
          <a:off x="763656" y="1867535"/>
          <a:ext cx="10664687" cy="3122930"/>
        </p:xfrm>
        <a:graphic>
          <a:graphicData uri="http://schemas.openxmlformats.org/drawingml/2006/table">
            <a:tbl>
              <a:tblPr firstRow="1" firstCol="1" bandRow="1"/>
              <a:tblGrid>
                <a:gridCol w="2328772">
                  <a:extLst>
                    <a:ext uri="{9D8B030D-6E8A-4147-A177-3AD203B41FA5}">
                      <a16:colId xmlns:a16="http://schemas.microsoft.com/office/drawing/2014/main" val="3021808425"/>
                    </a:ext>
                  </a:extLst>
                </a:gridCol>
                <a:gridCol w="8335915">
                  <a:extLst>
                    <a:ext uri="{9D8B030D-6E8A-4147-A177-3AD203B41FA5}">
                      <a16:colId xmlns:a16="http://schemas.microsoft.com/office/drawing/2014/main" val="3264396567"/>
                    </a:ext>
                  </a:extLst>
                </a:gridCol>
              </a:tblGrid>
              <a:tr h="1082755">
                <a:tc>
                  <a:txBody>
                    <a:bodyPr/>
                    <a:lstStyle/>
                    <a:p>
                      <a:pPr marL="0" marR="0">
                        <a:lnSpc>
                          <a:spcPct val="107000"/>
                        </a:lnSpc>
                        <a:spcBef>
                          <a:spcPts val="0"/>
                        </a:spcBef>
                        <a:spcAft>
                          <a:spcPts val="0"/>
                        </a:spcAft>
                      </a:pPr>
                      <a:r>
                        <a:rPr lang="en-US" sz="2800">
                          <a:effectLst/>
                          <a:latin typeface="Calibri" panose="020F0502020204030204" pitchFamily="34" charset="0"/>
                          <a:ea typeface="Calibri" panose="020F0502020204030204" pitchFamily="34" charset="0"/>
                          <a:cs typeface="Calibri" panose="020F0502020204030204" pitchFamily="34" charset="0"/>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800">
                          <a:effectLst/>
                          <a:latin typeface="Calibri" panose="020F0502020204030204" pitchFamily="34" charset="0"/>
                          <a:ea typeface="Calibri" panose="020F0502020204030204" pitchFamily="34" charset="0"/>
                          <a:cs typeface="Calibri" panose="020F0502020204030204" pitchFamily="34" charset="0"/>
                        </a:rPr>
                        <a:t>Strong Voice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600"/>
                        </a:spcBef>
                        <a:spcAft>
                          <a:spcPts val="600"/>
                        </a:spcAft>
                      </a:pPr>
                      <a:r>
                        <a:rPr lang="en-US" sz="2800" b="1">
                          <a:effectLst/>
                          <a:latin typeface="Calibri" panose="020F0502020204030204" pitchFamily="34" charset="0"/>
                          <a:ea typeface="Calibri" panose="020F0502020204030204" pitchFamily="34" charset="0"/>
                          <a:cs typeface="Calibri" panose="020F0502020204030204" pitchFamily="34" charset="0"/>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Calibri" panose="020F0502020204030204" pitchFamily="34" charset="0"/>
                        </a:rPr>
                        <a:t>Technique for adjusting your speech and body language to ensure students listen carefully to what you say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9087062"/>
                  </a:ext>
                </a:extLst>
              </a:tr>
              <a:tr h="1082755">
                <a:tc>
                  <a:txBody>
                    <a:bodyPr/>
                    <a:lstStyle/>
                    <a:p>
                      <a:pPr marL="0" marR="0">
                        <a:lnSpc>
                          <a:spcPct val="107000"/>
                        </a:lnSpc>
                        <a:spcBef>
                          <a:spcPts val="0"/>
                        </a:spcBef>
                        <a:spcAft>
                          <a:spcPts val="0"/>
                        </a:spcAft>
                      </a:pPr>
                      <a:r>
                        <a:rPr lang="en-US" sz="2800">
                          <a:effectLst/>
                          <a:latin typeface="Calibri" panose="020F0502020204030204" pitchFamily="34" charset="0"/>
                          <a:ea typeface="Calibri" panose="020F0502020204030204" pitchFamily="34" charset="0"/>
                          <a:cs typeface="Calibri" panose="020F0502020204030204" pitchFamily="34" charset="0"/>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800">
                          <a:effectLst/>
                          <a:latin typeface="Calibri" panose="020F0502020204030204" pitchFamily="34" charset="0"/>
                          <a:ea typeface="Calibri" panose="020F0502020204030204" pitchFamily="34" charset="0"/>
                          <a:cs typeface="Calibri" panose="020F0502020204030204" pitchFamily="34" charset="0"/>
                        </a:rPr>
                        <a:t>Self-Interrupt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600"/>
                        </a:spcBef>
                        <a:spcAft>
                          <a:spcPts val="600"/>
                        </a:spcAft>
                      </a:pPr>
                      <a:r>
                        <a:rPr lang="en-US" sz="2800" b="1">
                          <a:effectLst/>
                          <a:latin typeface="Calibri" panose="020F0502020204030204" pitchFamily="34" charset="0"/>
                          <a:ea typeface="Calibri" panose="020F0502020204030204" pitchFamily="34" charset="0"/>
                          <a:cs typeface="Calibri" panose="020F0502020204030204" pitchFamily="34" charset="0"/>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A Strong Voice principle which involves pausing briefly mid-statement in response to distracting classroom talk or noises as a reminder that the content of your class is important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4417089"/>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Self Interrupt Success Criteria</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Adopt a symmetrical stance and hold still.  </a:t>
            </a:r>
          </a:p>
          <a:p>
            <a:pPr marL="342900" marR="0" lvl="0" indent="-342900">
              <a:lnSpc>
                <a:spcPct val="107000"/>
              </a:lnSpc>
              <a:spcBef>
                <a:spcPts val="0"/>
              </a:spcBef>
              <a:spcAft>
                <a:spcPts val="0"/>
              </a:spcAft>
              <a:buFont typeface="+mj-lt"/>
              <a:buAutoNum type="arabicPeriod"/>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Hold the pause in your speech for one or two seconds to signal that what you’re about to say is of the utmost importance.  </a:t>
            </a:r>
          </a:p>
          <a:p>
            <a:pPr marL="342900" marR="0" lvl="0" indent="-342900">
              <a:lnSpc>
                <a:spcPct val="107000"/>
              </a:lnSpc>
              <a:spcBef>
                <a:spcPts val="0"/>
              </a:spcBef>
              <a:spcAft>
                <a:spcPts val="0"/>
              </a:spcAft>
              <a:buFont typeface="+mj-lt"/>
              <a:buAutoNum type="arabicPeriod"/>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To enhance the strategy, raise your eyebrows.  </a:t>
            </a:r>
          </a:p>
          <a:p>
            <a:pPr marL="342900" marR="0" lvl="0" indent="-342900">
              <a:lnSpc>
                <a:spcPct val="107000"/>
              </a:lnSpc>
              <a:spcBef>
                <a:spcPts val="0"/>
              </a:spcBef>
              <a:spcAft>
                <a:spcPts val="0"/>
              </a:spcAft>
              <a:buFont typeface="+mj-lt"/>
              <a:buAutoNum type="arabicPeriod"/>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Finally, when you do begin speaking again, speak quieter, slower, evenly, and at a slightly lower pitch.</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Video: Do Not Talk Over</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Video: Do Not Talk Over: Laura Fern</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Videos: Applying Self Interrupt</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marR="0" indent="0">
              <a:spcBef>
                <a:spcPts val="600"/>
              </a:spcBef>
              <a:spcAft>
                <a:spcPts val="600"/>
              </a:spcAft>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Video: Do Not Talk Over: Doug Lemov (Round 1)</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i="1" dirty="0">
                <a:effectLst/>
                <a:latin typeface="Calibri" panose="020F0502020204030204" pitchFamily="34" charset="0"/>
                <a:ea typeface="Calibri" panose="020F0502020204030204" pitchFamily="34" charset="0"/>
                <a:cs typeface="Calibri" panose="020F0502020204030204" pitchFamily="34" charset="0"/>
              </a:rPr>
              <a:t> </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Video: Do Not Talk Over: Doug Lemov (Round 2)</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i="1" dirty="0">
                <a:effectLst/>
                <a:latin typeface="Calibri" panose="020F0502020204030204" pitchFamily="34" charset="0"/>
                <a:ea typeface="Calibri" panose="020F0502020204030204" pitchFamily="34" charset="0"/>
                <a:cs typeface="Calibri" panose="020F0502020204030204" pitchFamily="34" charset="0"/>
              </a:rPr>
              <a:t> </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3"/>
              </a:rPr>
              <a:t>Video: Do Not Talk Over: Doug Lemov (Round 3)</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i="1" dirty="0">
                <a:effectLst/>
                <a:latin typeface="Calibri" panose="020F0502020204030204" pitchFamily="34" charset="0"/>
                <a:ea typeface="Calibri" panose="020F0502020204030204" pitchFamily="34" charset="0"/>
                <a:cs typeface="Calibri" panose="020F0502020204030204" pitchFamily="34" charset="0"/>
              </a:rPr>
              <a:t> </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3"/>
              </a:rPr>
              <a:t>Video: Do Not Talk Over: Doug Lemov (Round 4)</a:t>
            </a:r>
            <a:endParaRPr lang="en-US" i="1"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494320"/>
            <a:ext cx="10730948" cy="4862030"/>
          </a:xfrm>
        </p:spPr>
        <p:txBody>
          <a:bodyPr>
            <a:normAutofit fontScale="92500"/>
          </a:bodyPr>
          <a:lstStyle/>
          <a:p>
            <a:pPr marL="0" marR="0" indent="0">
              <a:lnSpc>
                <a:spcPct val="107000"/>
              </a:lnSpc>
              <a:spcBef>
                <a:spcPts val="0"/>
              </a:spcBef>
              <a:spcAft>
                <a:spcPts val="800"/>
              </a:spcAft>
              <a:buNone/>
            </a:pP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Towards the end of the school day, Mrs. </a:t>
            </a:r>
            <a:r>
              <a:rPr lang="en-US" sz="2000" i="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Robleque-Chardrum</a:t>
            </a: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is rushing to get through an important review of the process of photosynthesis ahead of tomorrow’s exam. While she is speaking and referencing a series of images diagraming the process of photosynthesis, students are expected to take notes in their study guides.  However, one student is loudly sharpening her pencil, another student is gathering the class set of folders from each students’ desk, while several other students frequently interrupt to ask questions or share their thoughts without raising their hands and waiting to be called on.  Also, since it’s the end of the day, most of the students begin rustling papers, packing up their backpacks, and engaging in audible background chatter about ten minutes before the bell will ring.  Given the importance of the information and the pending exam, Mrs. </a:t>
            </a:r>
            <a:r>
              <a:rPr lang="en-US" sz="2000" i="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Robleque-Chardrum</a:t>
            </a: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begins speaking faster and louder.  </a:t>
            </a:r>
            <a:endParaRPr lang="en-US" sz="20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nSpc>
                <a:spcPct val="107000"/>
              </a:lnSpc>
              <a:spcBef>
                <a:spcPts val="0"/>
              </a:spcBef>
              <a:spcAft>
                <a:spcPts val="800"/>
              </a:spcAft>
              <a:buNone/>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Read the scenario above, identify the problem, and </a:t>
            </a: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suggest how to use the Strong Voice principle, Do Not Talk Over, to address and remedy the situation.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impact can the Strong Voice principle – Do Not Talk Over, have </a:t>
            </a:r>
            <a:r>
              <a:rPr lang="en-US" sz="2000" b="1" dirty="0">
                <a:effectLst/>
                <a:latin typeface="Calibri" panose="020F0502020204030204" pitchFamily="34" charset="0"/>
                <a:ea typeface="Times New Roman" panose="02020603050405020304" pitchFamily="18" charset="0"/>
                <a:cs typeface="Calibri" panose="020F0502020204030204" pitchFamily="34" charset="0"/>
              </a:rPr>
              <a:t>on the classroom </a:t>
            </a:r>
            <a:r>
              <a:rPr lang="en-US" sz="2000" b="1" dirty="0">
                <a:effectLst/>
                <a:latin typeface="Calibri" panose="020F0502020204030204" pitchFamily="34" charset="0"/>
                <a:ea typeface="Calibri" panose="020F0502020204030204" pitchFamily="34" charset="0"/>
                <a:cs typeface="Calibri" panose="020F0502020204030204" pitchFamily="34" charset="0"/>
              </a:rPr>
              <a:t>culture and student productivity?</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TotalTime>
  <Words>551</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Instructional Practices| Unit 2: Classroom Management| Lesson 2.22</vt:lpstr>
      <vt:lpstr>TEKS Standards &amp; Objectives</vt:lpstr>
      <vt:lpstr>Bellringer</vt:lpstr>
      <vt:lpstr>Vocabulary</vt:lpstr>
      <vt:lpstr>Self Interrupt Success Criteria</vt:lpstr>
      <vt:lpstr>Video: Do Not Talk Over</vt:lpstr>
      <vt:lpstr>Videos: Applying Self Interrupt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2.22: Do Not Talk Over</dc:title>
  <dc:subject>Lesson 2.22: Do Not Talk Over</dc:subject>
  <dc:creator>Texas Education Agency</dc:creator>
  <cp:lastModifiedBy>White (she/her), Whitney</cp:lastModifiedBy>
  <cp:revision>3</cp:revision>
  <dcterms:created xsi:type="dcterms:W3CDTF">2022-05-09T19:40:20Z</dcterms:created>
  <dcterms:modified xsi:type="dcterms:W3CDTF">2023-08-31T01:30:00Z</dcterms:modified>
</cp:coreProperties>
</file>
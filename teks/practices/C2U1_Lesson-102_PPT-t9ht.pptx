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63" r:id="rId2"/>
    <p:sldId id="259" r:id="rId3"/>
    <p:sldId id="258" r:id="rId4"/>
    <p:sldId id="261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0609C8-00C1-46AF-A63D-7634B2B29747}" v="1" dt="2023-08-30T21:51:08.8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5A0609C8-00C1-46AF-A63D-7634B2B29747}"/>
    <pc:docChg chg="custSel modSld">
      <pc:chgData name="White (she/her), Whitney" userId="65f39021-2f1d-4d8b-87dc-b123826f65bf" providerId="ADAL" clId="{5A0609C8-00C1-46AF-A63D-7634B2B29747}" dt="2023-08-31T01:15:59.768" v="8" actId="21"/>
      <pc:docMkLst>
        <pc:docMk/>
      </pc:docMkLst>
      <pc:sldChg chg="delSp mod">
        <pc:chgData name="White (she/her), Whitney" userId="65f39021-2f1d-4d8b-87dc-b123826f65bf" providerId="ADAL" clId="{5A0609C8-00C1-46AF-A63D-7634B2B29747}" dt="2023-08-31T01:15:59.768" v="8" actId="21"/>
        <pc:sldMkLst>
          <pc:docMk/>
          <pc:sldMk cId="2772527113" sldId="259"/>
        </pc:sldMkLst>
        <pc:spChg chg="del">
          <ac:chgData name="White (she/her), Whitney" userId="65f39021-2f1d-4d8b-87dc-b123826f65bf" providerId="ADAL" clId="{5A0609C8-00C1-46AF-A63D-7634B2B29747}" dt="2023-08-31T01:15:59.768" v="8" actId="21"/>
          <ac:spMkLst>
            <pc:docMk/>
            <pc:sldMk cId="2772527113" sldId="259"/>
            <ac:spMk id="4" creationId="{6156ADCE-AD69-4BAF-A0B5-1FBCA650BF7B}"/>
          </ac:spMkLst>
        </pc:spChg>
      </pc:sldChg>
      <pc:sldChg chg="modSp mod">
        <pc:chgData name="White (she/her), Whitney" userId="65f39021-2f1d-4d8b-87dc-b123826f65bf" providerId="ADAL" clId="{5A0609C8-00C1-46AF-A63D-7634B2B29747}" dt="2023-08-30T21:51:33.531" v="7" actId="962"/>
        <pc:sldMkLst>
          <pc:docMk/>
          <pc:sldMk cId="3866104343" sldId="262"/>
        </pc:sldMkLst>
        <pc:spChg chg="ord">
          <ac:chgData name="White (she/her), Whitney" userId="65f39021-2f1d-4d8b-87dc-b123826f65bf" providerId="ADAL" clId="{5A0609C8-00C1-46AF-A63D-7634B2B29747}" dt="2023-08-30T21:51:24.349" v="3" actId="13244"/>
          <ac:spMkLst>
            <pc:docMk/>
            <pc:sldMk cId="3866104343" sldId="262"/>
            <ac:spMk id="5" creationId="{907E8EAA-3D7A-4597-B724-187ED260DA47}"/>
          </ac:spMkLst>
        </pc:spChg>
        <pc:cxnChg chg="mod">
          <ac:chgData name="White (she/her), Whitney" userId="65f39021-2f1d-4d8b-87dc-b123826f65bf" providerId="ADAL" clId="{5A0609C8-00C1-46AF-A63D-7634B2B29747}" dt="2023-08-30T21:51:31.954" v="4" actId="962"/>
          <ac:cxnSpMkLst>
            <pc:docMk/>
            <pc:sldMk cId="3866104343" sldId="262"/>
            <ac:cxnSpMk id="36" creationId="{B37B4250-EF74-439A-9F4C-FD6CD5CE351D}"/>
          </ac:cxnSpMkLst>
        </pc:cxnChg>
        <pc:cxnChg chg="mod">
          <ac:chgData name="White (she/her), Whitney" userId="65f39021-2f1d-4d8b-87dc-b123826f65bf" providerId="ADAL" clId="{5A0609C8-00C1-46AF-A63D-7634B2B29747}" dt="2023-08-30T21:51:32.426" v="5" actId="962"/>
          <ac:cxnSpMkLst>
            <pc:docMk/>
            <pc:sldMk cId="3866104343" sldId="262"/>
            <ac:cxnSpMk id="38" creationId="{C7F2B25A-CFDE-4994-8CEF-39F8BC2C5263}"/>
          </ac:cxnSpMkLst>
        </pc:cxnChg>
        <pc:cxnChg chg="mod">
          <ac:chgData name="White (she/her), Whitney" userId="65f39021-2f1d-4d8b-87dc-b123826f65bf" providerId="ADAL" clId="{5A0609C8-00C1-46AF-A63D-7634B2B29747}" dt="2023-08-30T21:51:32.979" v="6" actId="962"/>
          <ac:cxnSpMkLst>
            <pc:docMk/>
            <pc:sldMk cId="3866104343" sldId="262"/>
            <ac:cxnSpMk id="43" creationId="{D4B9149A-3586-44E6-B747-2DBE91EB3F55}"/>
          </ac:cxnSpMkLst>
        </pc:cxnChg>
        <pc:cxnChg chg="mod">
          <ac:chgData name="White (she/her), Whitney" userId="65f39021-2f1d-4d8b-87dc-b123826f65bf" providerId="ADAL" clId="{5A0609C8-00C1-46AF-A63D-7634B2B29747}" dt="2023-08-30T21:51:33.531" v="7" actId="962"/>
          <ac:cxnSpMkLst>
            <pc:docMk/>
            <pc:sldMk cId="3866104343" sldId="262"/>
            <ac:cxnSpMk id="46" creationId="{D352B6E6-9A11-488D-9EF9-74DCC1EEB15B}"/>
          </ac:cxnSpMkLst>
        </pc:cxnChg>
      </pc:sldChg>
      <pc:sldChg chg="addSp modSp mod">
        <pc:chgData name="White (she/her), Whitney" userId="65f39021-2f1d-4d8b-87dc-b123826f65bf" providerId="ADAL" clId="{5A0609C8-00C1-46AF-A63D-7634B2B29747}" dt="2023-08-30T21:51:11.224" v="2" actId="1076"/>
        <pc:sldMkLst>
          <pc:docMk/>
          <pc:sldMk cId="4235832906" sldId="263"/>
        </pc:sldMkLst>
        <pc:spChg chg="mod">
          <ac:chgData name="White (she/her), Whitney" userId="65f39021-2f1d-4d8b-87dc-b123826f65bf" providerId="ADAL" clId="{5A0609C8-00C1-46AF-A63D-7634B2B29747}" dt="2023-08-30T21:51:11.224" v="2" actId="1076"/>
          <ac:spMkLst>
            <pc:docMk/>
            <pc:sldMk cId="4235832906" sldId="263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5A0609C8-00C1-46AF-A63D-7634B2B29747}" dt="2023-08-30T21:51:08.858" v="1"/>
          <ac:spMkLst>
            <pc:docMk/>
            <pc:sldMk cId="4235832906" sldId="263"/>
            <ac:spMk id="4" creationId="{A7F7894C-47C6-FBE3-36BF-9B4EF3630CE1}"/>
          </ac:spMkLst>
        </pc:spChg>
      </pc:sldChg>
    </pc:docChg>
  </pc:docChgLst>
  <pc:docChgLst>
    <pc:chgData name="White, Whitney" userId="65f39021-2f1d-4d8b-87dc-b123826f65bf" providerId="ADAL" clId="{F54A2E86-6A11-4DAE-84C6-E6AC17D2FBA8}"/>
    <pc:docChg chg="addSld delSld modSld">
      <pc:chgData name="White, Whitney" userId="65f39021-2f1d-4d8b-87dc-b123826f65bf" providerId="ADAL" clId="{F54A2E86-6A11-4DAE-84C6-E6AC17D2FBA8}" dt="2022-06-10T19:06:10.121" v="67" actId="2696"/>
      <pc:docMkLst>
        <pc:docMk/>
      </pc:docMkLst>
      <pc:sldChg chg="del">
        <pc:chgData name="White, Whitney" userId="65f39021-2f1d-4d8b-87dc-b123826f65bf" providerId="ADAL" clId="{F54A2E86-6A11-4DAE-84C6-E6AC17D2FBA8}" dt="2022-06-10T19:06:10.121" v="67" actId="2696"/>
        <pc:sldMkLst>
          <pc:docMk/>
          <pc:sldMk cId="2875402532" sldId="257"/>
        </pc:sldMkLst>
      </pc:sldChg>
      <pc:sldChg chg="modSp new mod">
        <pc:chgData name="White, Whitney" userId="65f39021-2f1d-4d8b-87dc-b123826f65bf" providerId="ADAL" clId="{F54A2E86-6A11-4DAE-84C6-E6AC17D2FBA8}" dt="2022-06-10T19:05:40.920" v="10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F54A2E86-6A11-4DAE-84C6-E6AC17D2FBA8}" dt="2022-06-10T19:05:40.920" v="10" actId="20577"/>
          <ac:spMkLst>
            <pc:docMk/>
            <pc:sldMk cId="4071305681" sldId="258"/>
            <ac:spMk id="2" creationId="{2F03F004-EE4F-44F2-AA0E-56B8CFF11342}"/>
          </ac:spMkLst>
        </pc:spChg>
      </pc:sldChg>
      <pc:sldChg chg="modSp new mod">
        <pc:chgData name="White, Whitney" userId="65f39021-2f1d-4d8b-87dc-b123826f65bf" providerId="ADAL" clId="{F54A2E86-6A11-4DAE-84C6-E6AC17D2FBA8}" dt="2022-06-10T19:05:59.363" v="54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F54A2E86-6A11-4DAE-84C6-E6AC17D2FBA8}" dt="2022-06-10T19:05:59.363" v="54" actId="20577"/>
          <ac:spMkLst>
            <pc:docMk/>
            <pc:sldMk cId="2772527113" sldId="259"/>
            <ac:spMk id="2" creationId="{B4A3C58C-DC1D-4BDF-8706-48D86266F7FD}"/>
          </ac:spMkLst>
        </pc:spChg>
      </pc:sldChg>
      <pc:sldChg chg="modSp new mod">
        <pc:chgData name="White, Whitney" userId="65f39021-2f1d-4d8b-87dc-b123826f65bf" providerId="ADAL" clId="{F54A2E86-6A11-4DAE-84C6-E6AC17D2FBA8}" dt="2022-06-10T19:06:04.598" v="66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F54A2E86-6A11-4DAE-84C6-E6AC17D2FBA8}" dt="2022-06-10T19:06:04.598" v="66" actId="20577"/>
          <ac:spMkLst>
            <pc:docMk/>
            <pc:sldMk cId="2147408764" sldId="260"/>
            <ac:spMk id="2" creationId="{9AFB837C-3E07-4129-B371-9F5CA97D5605}"/>
          </ac:spMkLst>
        </pc:spChg>
      </pc:sldChg>
    </pc:docChg>
  </pc:docChgLst>
  <pc:docChgLst>
    <pc:chgData name="White, Whitney" userId="65f39021-2f1d-4d8b-87dc-b123826f65bf" providerId="ADAL" clId="{E3EC7228-3F4E-44CE-889A-ECC15156FCC9}"/>
    <pc:docChg chg="addSld delSld modSld">
      <pc:chgData name="White, Whitney" userId="65f39021-2f1d-4d8b-87dc-b123826f65bf" providerId="ADAL" clId="{E3EC7228-3F4E-44CE-889A-ECC15156FCC9}" dt="2022-07-28T18:40:30.688" v="30" actId="20577"/>
      <pc:docMkLst>
        <pc:docMk/>
      </pc:docMkLst>
      <pc:sldChg chg="del">
        <pc:chgData name="White, Whitney" userId="65f39021-2f1d-4d8b-87dc-b123826f65bf" providerId="ADAL" clId="{E3EC7228-3F4E-44CE-889A-ECC15156FCC9}" dt="2022-07-28T18:40:23.575" v="26" actId="2696"/>
        <pc:sldMkLst>
          <pc:docMk/>
          <pc:sldMk cId="1482277026" sldId="256"/>
        </pc:sldMkLst>
      </pc:sldChg>
      <pc:sldChg chg="modSp mod">
        <pc:chgData name="White, Whitney" userId="65f39021-2f1d-4d8b-87dc-b123826f65bf" providerId="ADAL" clId="{E3EC7228-3F4E-44CE-889A-ECC15156FCC9}" dt="2022-07-28T18:39:51.617" v="4" actId="12"/>
        <pc:sldMkLst>
          <pc:docMk/>
          <pc:sldMk cId="2772527113" sldId="259"/>
        </pc:sldMkLst>
        <pc:spChg chg="mod">
          <ac:chgData name="White, Whitney" userId="65f39021-2f1d-4d8b-87dc-b123826f65bf" providerId="ADAL" clId="{E3EC7228-3F4E-44CE-889A-ECC15156FCC9}" dt="2022-07-28T18:39:51.617" v="4" actId="12"/>
          <ac:spMkLst>
            <pc:docMk/>
            <pc:sldMk cId="2772527113" sldId="259"/>
            <ac:spMk id="3" creationId="{8CE08C7F-0286-423B-92F7-DEB89F31111A}"/>
          </ac:spMkLst>
        </pc:spChg>
      </pc:sldChg>
      <pc:sldChg chg="modSp add mod">
        <pc:chgData name="White, Whitney" userId="65f39021-2f1d-4d8b-87dc-b123826f65bf" providerId="ADAL" clId="{E3EC7228-3F4E-44CE-889A-ECC15156FCC9}" dt="2022-07-28T18:40:30.688" v="30" actId="20577"/>
        <pc:sldMkLst>
          <pc:docMk/>
          <pc:sldMk cId="4235832906" sldId="263"/>
        </pc:sldMkLst>
        <pc:spChg chg="mod">
          <ac:chgData name="White, Whitney" userId="65f39021-2f1d-4d8b-87dc-b123826f65bf" providerId="ADAL" clId="{E3EC7228-3F4E-44CE-889A-ECC15156FCC9}" dt="2022-07-28T18:40:30.688" v="30" actId="20577"/>
          <ac:spMkLst>
            <pc:docMk/>
            <pc:sldMk cId="4235832906" sldId="263"/>
            <ac:spMk id="2" creationId="{BFFCF5BD-F8FF-4A67-A8B6-EBB21E79279B}"/>
          </ac:spMkLst>
        </pc:spChg>
        <pc:spChg chg="mod">
          <ac:chgData name="White, Whitney" userId="65f39021-2f1d-4d8b-87dc-b123826f65bf" providerId="ADAL" clId="{E3EC7228-3F4E-44CE-889A-ECC15156FCC9}" dt="2022-07-28T18:40:17.129" v="25" actId="20577"/>
          <ac:spMkLst>
            <pc:docMk/>
            <pc:sldMk cId="4235832906" sldId="263"/>
            <ac:spMk id="3" creationId="{E0FBD98F-3A67-498E-8174-652040DD7B60}"/>
          </ac:spMkLst>
        </pc:spChg>
      </pc:sldChg>
    </pc:docChg>
  </pc:docChgLst>
  <pc:docChgLst>
    <pc:chgData name="Gupta, Swati" userId="a3cadf42-9970-41e5-bb67-4a4dd3e8759e" providerId="ADAL" clId="{1175A794-129F-4030-93E7-B2CD18F3DFB3}"/>
    <pc:docChg chg="undo custSel addSld delSld modSld modMainMaster">
      <pc:chgData name="Gupta, Swati" userId="a3cadf42-9970-41e5-bb67-4a4dd3e8759e" providerId="ADAL" clId="{1175A794-129F-4030-93E7-B2CD18F3DFB3}" dt="2022-05-09T20:48:02.166" v="449" actId="47"/>
      <pc:docMkLst>
        <pc:docMk/>
      </pc:docMkLst>
      <pc:sldChg chg="modSp">
        <pc:chgData name="Gupta, Swati" userId="a3cadf42-9970-41e5-bb67-4a4dd3e8759e" providerId="ADAL" clId="{1175A794-129F-4030-93E7-B2CD18F3DFB3}" dt="2022-05-09T20:34:28.647" v="376"/>
        <pc:sldMkLst>
          <pc:docMk/>
          <pc:sldMk cId="1482277026" sldId="256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3" creationId="{E0FBD98F-3A67-498E-8174-652040DD7B60}"/>
          </ac:spMkLst>
        </pc:spChg>
      </pc:sldChg>
      <pc:sldChg chg="modSp new mod">
        <pc:chgData name="Gupta, Swati" userId="a3cadf42-9970-41e5-bb67-4a4dd3e8759e" providerId="ADAL" clId="{1175A794-129F-4030-93E7-B2CD18F3DFB3}" dt="2022-05-09T20:47:15.084" v="447" actId="20577"/>
        <pc:sldMkLst>
          <pc:docMk/>
          <pc:sldMk cId="2875402532" sldId="257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2" creationId="{CA1EE61B-138F-43A4-8B56-5EF03A58679B}"/>
          </ac:spMkLst>
        </pc:spChg>
        <pc:spChg chg="mod">
          <ac:chgData name="Gupta, Swati" userId="a3cadf42-9970-41e5-bb67-4a4dd3e8759e" providerId="ADAL" clId="{1175A794-129F-4030-93E7-B2CD18F3DFB3}" dt="2022-05-09T20:47:15.084" v="447" actId="20577"/>
          <ac:spMkLst>
            <pc:docMk/>
            <pc:sldMk cId="2875402532" sldId="257"/>
            <ac:spMk id="3" creationId="{81FE1C6D-F36E-48C2-992F-AFB21F6BE7E7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4" creationId="{65501AFF-23E0-4DC7-A670-5487F12FC4DF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5" creationId="{E771288C-B13A-490D-9B00-790E8D5BC0CB}"/>
          </ac:spMkLst>
        </pc:spChg>
      </pc:sldChg>
      <pc:sldChg chg="new del">
        <pc:chgData name="Gupta, Swati" userId="a3cadf42-9970-41e5-bb67-4a4dd3e8759e" providerId="ADAL" clId="{1175A794-129F-4030-93E7-B2CD18F3DFB3}" dt="2022-05-09T20:48:02.166" v="449" actId="47"/>
        <pc:sldMkLst>
          <pc:docMk/>
          <pc:sldMk cId="1059394166" sldId="258"/>
        </pc:sldMkLst>
      </pc:sldChg>
      <pc:sldChg chg="new del">
        <pc:chgData name="Gupta, Swati" userId="a3cadf42-9970-41e5-bb67-4a4dd3e8759e" providerId="ADAL" clId="{1175A794-129F-4030-93E7-B2CD18F3DFB3}" dt="2022-05-09T20:37:32.625" v="397" actId="47"/>
        <pc:sldMkLst>
          <pc:docMk/>
          <pc:sldMk cId="2138312952" sldId="258"/>
        </pc:sldMkLst>
      </pc:sldChg>
      <pc:sldMasterChg chg="delSldLayout modSldLayout">
        <pc:chgData name="Gupta, Swati" userId="a3cadf42-9970-41e5-bb67-4a4dd3e8759e" providerId="ADAL" clId="{1175A794-129F-4030-93E7-B2CD18F3DFB3}" dt="2022-05-09T20:36:37.876" v="395" actId="170"/>
        <pc:sldMasterMkLst>
          <pc:docMk/>
          <pc:sldMasterMk cId="3955077458" sldId="2147483648"/>
        </pc:sldMasterMkLst>
        <pc:sldLayoutChg chg="modSp mod">
          <pc:chgData name="Gupta, Swati" userId="a3cadf42-9970-41e5-bb67-4a4dd3e8759e" providerId="ADAL" clId="{1175A794-129F-4030-93E7-B2CD18F3DFB3}" dt="2022-05-09T20:36:37.876" v="395" actId="170"/>
          <pc:sldLayoutMkLst>
            <pc:docMk/>
            <pc:sldMasterMk cId="3955077458" sldId="2147483648"/>
            <pc:sldLayoutMk cId="1960563727" sldId="2147483649"/>
          </pc:sldLayoutMkLst>
          <pc:spChg chg="mod">
            <ac:chgData name="Gupta, Swati" userId="a3cadf42-9970-41e5-bb67-4a4dd3e8759e" providerId="ADAL" clId="{1175A794-129F-4030-93E7-B2CD18F3DFB3}" dt="2022-05-09T20:26:50.607" v="47" actId="6549"/>
            <ac:spMkLst>
              <pc:docMk/>
              <pc:sldMasterMk cId="3955077458" sldId="2147483648"/>
              <pc:sldLayoutMk cId="1960563727" sldId="2147483649"/>
              <ac:spMk id="2" creationId="{550E4FD1-C863-4F6C-BC67-9529A3DF2F59}"/>
            </ac:spMkLst>
          </pc:spChg>
          <pc:spChg chg="mod">
            <ac:chgData name="Gupta, Swati" userId="a3cadf42-9970-41e5-bb67-4a4dd3e8759e" providerId="ADAL" clId="{1175A794-129F-4030-93E7-B2CD18F3DFB3}" dt="2022-05-09T20:26:38.010" v="46" actId="20577"/>
            <ac:spMkLst>
              <pc:docMk/>
              <pc:sldMasterMk cId="3955077458" sldId="2147483648"/>
              <pc:sldLayoutMk cId="1960563727" sldId="2147483649"/>
              <ac:spMk id="3" creationId="{5F02A33A-B5BD-43C3-902B-F6F09D5D238A}"/>
            </ac:spMkLst>
          </pc:spChg>
          <pc:spChg chg="mod">
            <ac:chgData name="Gupta, Swati" userId="a3cadf42-9970-41e5-bb67-4a4dd3e8759e" providerId="ADAL" clId="{1175A794-129F-4030-93E7-B2CD18F3DFB3}" dt="2022-05-09T20:27:13.169" v="69" actId="20577"/>
            <ac:spMkLst>
              <pc:docMk/>
              <pc:sldMasterMk cId="3955077458" sldId="2147483648"/>
              <pc:sldLayoutMk cId="1960563727" sldId="2147483649"/>
              <ac:spMk id="4" creationId="{AD677D06-A159-4AA2-93DA-1C52F18ECBD7}"/>
            </ac:spMkLst>
          </pc:spChg>
          <pc:picChg chg="mod ord">
            <ac:chgData name="Gupta, Swati" userId="a3cadf42-9970-41e5-bb67-4a4dd3e8759e" providerId="ADAL" clId="{1175A794-129F-4030-93E7-B2CD18F3DFB3}" dt="2022-05-09T20:36:37.876" v="395" actId="170"/>
            <ac:picMkLst>
              <pc:docMk/>
              <pc:sldMasterMk cId="3955077458" sldId="2147483648"/>
              <pc:sldLayoutMk cId="1960563727" sldId="2147483649"/>
              <ac:picMk id="8" creationId="{253E1ECF-C55D-47F6-BD1B-E5CFD8AC6DC2}"/>
            </ac:picMkLst>
          </pc:picChg>
          <pc:picChg chg="mod">
            <ac:chgData name="Gupta, Swati" userId="a3cadf42-9970-41e5-bb67-4a4dd3e8759e" providerId="ADAL" clId="{1175A794-129F-4030-93E7-B2CD18F3DFB3}" dt="2022-05-09T20:31:00.660" v="279" actId="962"/>
            <ac:picMkLst>
              <pc:docMk/>
              <pc:sldMasterMk cId="3955077458" sldId="2147483648"/>
              <pc:sldLayoutMk cId="1960563727" sldId="2147483649"/>
              <ac:picMk id="9" creationId="{659EBB25-66A1-4A3B-BD33-7EA229672757}"/>
            </ac:picMkLst>
          </pc:picChg>
        </pc:sldLayoutChg>
        <pc:sldLayoutChg chg="delSp modSp mod">
          <pc:chgData name="Gupta, Swati" userId="a3cadf42-9970-41e5-bb67-4a4dd3e8759e" providerId="ADAL" clId="{1175A794-129F-4030-93E7-B2CD18F3DFB3}" dt="2022-05-09T20:36:28.380" v="394" actId="167"/>
          <pc:sldLayoutMkLst>
            <pc:docMk/>
            <pc:sldMasterMk cId="3955077458" sldId="2147483648"/>
            <pc:sldLayoutMk cId="866395689" sldId="2147483650"/>
          </pc:sldLayoutMkLst>
          <pc:spChg chg="mod">
            <ac:chgData name="Gupta, Swati" userId="a3cadf42-9970-41e5-bb67-4a4dd3e8759e" providerId="ADAL" clId="{1175A794-129F-4030-93E7-B2CD18F3DFB3}" dt="2022-05-09T20:27:29.071" v="76" actId="20577"/>
            <ac:spMkLst>
              <pc:docMk/>
              <pc:sldMasterMk cId="3955077458" sldId="2147483648"/>
              <pc:sldLayoutMk cId="866395689" sldId="2147483650"/>
              <ac:spMk id="4" creationId="{1D2676C1-1BAD-4C95-93B1-0521C6096717}"/>
            </ac:spMkLst>
          </pc:spChg>
          <pc:spChg chg="del">
            <ac:chgData name="Gupta, Swati" userId="a3cadf42-9970-41e5-bb67-4a4dd3e8759e" providerId="ADAL" clId="{1175A794-129F-4030-93E7-B2CD18F3DFB3}" dt="2022-05-09T20:27:21.633" v="70" actId="478"/>
            <ac:spMkLst>
              <pc:docMk/>
              <pc:sldMasterMk cId="3955077458" sldId="2147483648"/>
              <pc:sldLayoutMk cId="866395689" sldId="2147483650"/>
              <ac:spMk id="5" creationId="{723DF8FD-2FB5-4F5A-97DC-4D56EFF6E6BB}"/>
            </ac:spMkLst>
          </pc:spChg>
          <pc:spChg chg="mod">
            <ac:chgData name="Gupta, Swati" userId="a3cadf42-9970-41e5-bb67-4a4dd3e8759e" providerId="ADAL" clId="{1175A794-129F-4030-93E7-B2CD18F3DFB3}" dt="2022-05-09T20:25:47.868" v="2" actId="20577"/>
            <ac:spMkLst>
              <pc:docMk/>
              <pc:sldMasterMk cId="3955077458" sldId="2147483648"/>
              <pc:sldLayoutMk cId="866395689" sldId="2147483650"/>
              <ac:spMk id="6" creationId="{46950A59-130A-44A5-9168-67E5241BD61D}"/>
            </ac:spMkLst>
          </pc:spChg>
          <pc:picChg chg="mod ord">
            <ac:chgData name="Gupta, Swati" userId="a3cadf42-9970-41e5-bb67-4a4dd3e8759e" providerId="ADAL" clId="{1175A794-129F-4030-93E7-B2CD18F3DFB3}" dt="2022-05-09T20:36:24.843" v="393" actId="167"/>
            <ac:picMkLst>
              <pc:docMk/>
              <pc:sldMasterMk cId="3955077458" sldId="2147483648"/>
              <pc:sldLayoutMk cId="866395689" sldId="2147483650"/>
              <ac:picMk id="7" creationId="{5E0CFE64-7D39-43D0-AAFE-02B4F49538FD}"/>
            </ac:picMkLst>
          </pc:picChg>
          <pc:picChg chg="mod ord">
            <ac:chgData name="Gupta, Swati" userId="a3cadf42-9970-41e5-bb67-4a4dd3e8759e" providerId="ADAL" clId="{1175A794-129F-4030-93E7-B2CD18F3DFB3}" dt="2022-05-09T20:36:28.380" v="394" actId="167"/>
            <ac:picMkLst>
              <pc:docMk/>
              <pc:sldMasterMk cId="3955077458" sldId="2147483648"/>
              <pc:sldLayoutMk cId="866395689" sldId="2147483650"/>
              <ac:picMk id="9" creationId="{3952EC27-F26B-4322-BE1D-79E86DF93672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29:42.493" v="208" actId="2696"/>
          <pc:sldLayoutMkLst>
            <pc:docMk/>
            <pc:sldMasterMk cId="3955077458" sldId="2147483648"/>
            <pc:sldLayoutMk cId="1065787794" sldId="2147483651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21.009" v="392" actId="167"/>
          <pc:sldLayoutMkLst>
            <pc:docMk/>
            <pc:sldMasterMk cId="3955077458" sldId="2147483648"/>
            <pc:sldLayoutMk cId="6404041" sldId="2147483652"/>
          </pc:sldLayoutMkLst>
          <pc:spChg chg="del">
            <ac:chgData name="Gupta, Swati" userId="a3cadf42-9970-41e5-bb67-4a4dd3e8759e" providerId="ADAL" clId="{1175A794-129F-4030-93E7-B2CD18F3DFB3}" dt="2022-05-09T20:29:47.011" v="209" actId="478"/>
            <ac:spMkLst>
              <pc:docMk/>
              <pc:sldMasterMk cId="3955077458" sldId="2147483648"/>
              <pc:sldLayoutMk cId="6404041" sldId="2147483652"/>
              <ac:spMk id="6" creationId="{834DB673-8E3B-49FA-B8EE-4CA3CCE4267C}"/>
            </ac:spMkLst>
          </pc:spChg>
          <pc:picChg chg="add mod ord">
            <ac:chgData name="Gupta, Swati" userId="a3cadf42-9970-41e5-bb67-4a4dd3e8759e" providerId="ADAL" clId="{1175A794-129F-4030-93E7-B2CD18F3DFB3}" dt="2022-05-09T20:36:17.920" v="391" actId="167"/>
            <ac:picMkLst>
              <pc:docMk/>
              <pc:sldMasterMk cId="3955077458" sldId="2147483648"/>
              <pc:sldLayoutMk cId="6404041" sldId="2147483652"/>
              <ac:picMk id="8" creationId="{007F5972-B8BD-4624-B605-5D7E30461D9B}"/>
            </ac:picMkLst>
          </pc:picChg>
          <pc:picChg chg="add mod ord">
            <ac:chgData name="Gupta, Swati" userId="a3cadf42-9970-41e5-bb67-4a4dd3e8759e" providerId="ADAL" clId="{1175A794-129F-4030-93E7-B2CD18F3DFB3}" dt="2022-05-09T20:36:21.009" v="392" actId="167"/>
            <ac:picMkLst>
              <pc:docMk/>
              <pc:sldMasterMk cId="3955077458" sldId="2147483648"/>
              <pc:sldLayoutMk cId="6404041" sldId="2147483652"/>
              <ac:picMk id="9" creationId="{EB2BA44D-5463-4739-92DD-A12DF6D39EE3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1:58.442" v="368" actId="2696"/>
          <pc:sldLayoutMkLst>
            <pc:docMk/>
            <pc:sldMasterMk cId="3955077458" sldId="2147483648"/>
            <pc:sldLayoutMk cId="251332728" sldId="2147483653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13.905" v="390" actId="167"/>
          <pc:sldLayoutMkLst>
            <pc:docMk/>
            <pc:sldMasterMk cId="3955077458" sldId="2147483648"/>
            <pc:sldLayoutMk cId="2879760363" sldId="2147483654"/>
          </pc:sldLayoutMkLst>
          <pc:spChg chg="del">
            <ac:chgData name="Gupta, Swati" userId="a3cadf42-9970-41e5-bb67-4a4dd3e8759e" providerId="ADAL" clId="{1175A794-129F-4030-93E7-B2CD18F3DFB3}" dt="2022-05-09T20:32:20.943" v="370" actId="478"/>
            <ac:spMkLst>
              <pc:docMk/>
              <pc:sldMasterMk cId="3955077458" sldId="2147483648"/>
              <pc:sldLayoutMk cId="2879760363" sldId="2147483654"/>
              <ac:spMk id="4" creationId="{E602E473-F026-426E-B69B-C75E45BAA16A}"/>
            </ac:spMkLst>
          </pc:spChg>
          <pc:picChg chg="add mod ord">
            <ac:chgData name="Gupta, Swati" userId="a3cadf42-9970-41e5-bb67-4a4dd3e8759e" providerId="ADAL" clId="{1175A794-129F-4030-93E7-B2CD18F3DFB3}" dt="2022-05-09T20:36:11.302" v="389" actId="167"/>
            <ac:picMkLst>
              <pc:docMk/>
              <pc:sldMasterMk cId="3955077458" sldId="2147483648"/>
              <pc:sldLayoutMk cId="2879760363" sldId="2147483654"/>
              <ac:picMk id="6" creationId="{AFD2FB0B-28F4-4754-AC40-6EB57E165198}"/>
            </ac:picMkLst>
          </pc:picChg>
          <pc:picChg chg="add mod ord">
            <ac:chgData name="Gupta, Swati" userId="a3cadf42-9970-41e5-bb67-4a4dd3e8759e" providerId="ADAL" clId="{1175A794-129F-4030-93E7-B2CD18F3DFB3}" dt="2022-05-09T20:36:13.905" v="390" actId="167"/>
            <ac:picMkLst>
              <pc:docMk/>
              <pc:sldMasterMk cId="3955077458" sldId="2147483648"/>
              <pc:sldLayoutMk cId="2879760363" sldId="2147483654"/>
              <ac:picMk id="7" creationId="{ED6DCFE0-29AE-4AD0-BD08-B81AC0B7E71B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2:25.295" v="371" actId="2696"/>
          <pc:sldLayoutMkLst>
            <pc:docMk/>
            <pc:sldMasterMk cId="3955077458" sldId="2147483648"/>
            <pc:sldLayoutMk cId="1780436486" sldId="2147483655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06.828" v="388" actId="167"/>
          <pc:sldLayoutMkLst>
            <pc:docMk/>
            <pc:sldMasterMk cId="3955077458" sldId="2147483648"/>
            <pc:sldLayoutMk cId="339149044" sldId="2147483656"/>
          </pc:sldLayoutMkLst>
          <pc:spChg chg="del">
            <ac:chgData name="Gupta, Swati" userId="a3cadf42-9970-41e5-bb67-4a4dd3e8759e" providerId="ADAL" clId="{1175A794-129F-4030-93E7-B2CD18F3DFB3}" dt="2022-05-09T20:32:36.789" v="373" actId="478"/>
            <ac:spMkLst>
              <pc:docMk/>
              <pc:sldMasterMk cId="3955077458" sldId="2147483648"/>
              <pc:sldLayoutMk cId="339149044" sldId="2147483656"/>
              <ac:spMk id="6" creationId="{6E099699-7372-429C-8D7F-B60702B67CFB}"/>
            </ac:spMkLst>
          </pc:spChg>
          <pc:picChg chg="add mod ord">
            <ac:chgData name="Gupta, Swati" userId="a3cadf42-9970-41e5-bb67-4a4dd3e8759e" providerId="ADAL" clId="{1175A794-129F-4030-93E7-B2CD18F3DFB3}" dt="2022-05-09T20:36:03.969" v="387" actId="167"/>
            <ac:picMkLst>
              <pc:docMk/>
              <pc:sldMasterMk cId="3955077458" sldId="2147483648"/>
              <pc:sldLayoutMk cId="339149044" sldId="2147483656"/>
              <ac:picMk id="8" creationId="{D54A681B-39F8-4AF9-B518-FCFAA5D3B4FA}"/>
            </ac:picMkLst>
          </pc:picChg>
          <pc:picChg chg="add mod ord">
            <ac:chgData name="Gupta, Swati" userId="a3cadf42-9970-41e5-bb67-4a4dd3e8759e" providerId="ADAL" clId="{1175A794-129F-4030-93E7-B2CD18F3DFB3}" dt="2022-05-09T20:36:06.828" v="388" actId="167"/>
            <ac:picMkLst>
              <pc:docMk/>
              <pc:sldMasterMk cId="3955077458" sldId="2147483648"/>
              <pc:sldLayoutMk cId="339149044" sldId="2147483656"/>
              <ac:picMk id="9" creationId="{B5FAF1F7-69D1-48B7-B507-F3B679B89092}"/>
            </ac:picMkLst>
          </pc:picChg>
        </pc:sldLayoutChg>
        <pc:sldLayoutChg chg="addSp delSp modSp mod">
          <pc:chgData name="Gupta, Swati" userId="a3cadf42-9970-41e5-bb67-4a4dd3e8759e" providerId="ADAL" clId="{1175A794-129F-4030-93E7-B2CD18F3DFB3}" dt="2022-05-09T20:36:00.497" v="386" actId="167"/>
          <pc:sldLayoutMkLst>
            <pc:docMk/>
            <pc:sldMasterMk cId="3955077458" sldId="2147483648"/>
            <pc:sldLayoutMk cId="3819197707" sldId="2147483657"/>
          </pc:sldLayoutMkLst>
          <pc:spChg chg="del">
            <ac:chgData name="Gupta, Swati" userId="a3cadf42-9970-41e5-bb67-4a4dd3e8759e" providerId="ADAL" clId="{1175A794-129F-4030-93E7-B2CD18F3DFB3}" dt="2022-05-09T20:33:05.033" v="375" actId="478"/>
            <ac:spMkLst>
              <pc:docMk/>
              <pc:sldMasterMk cId="3955077458" sldId="2147483648"/>
              <pc:sldLayoutMk cId="3819197707" sldId="2147483657"/>
              <ac:spMk id="6" creationId="{45B692AF-B731-4CB6-A811-1DBCAC0E3A4C}"/>
            </ac:spMkLst>
          </pc:spChg>
          <pc:spChg chg="add del">
            <ac:chgData name="Gupta, Swati" userId="a3cadf42-9970-41e5-bb67-4a4dd3e8759e" providerId="ADAL" clId="{1175A794-129F-4030-93E7-B2CD18F3DFB3}" dt="2022-05-09T20:34:54.206" v="377" actId="11529"/>
            <ac:spMkLst>
              <pc:docMk/>
              <pc:sldMasterMk cId="3955077458" sldId="2147483648"/>
              <pc:sldLayoutMk cId="3819197707" sldId="2147483657"/>
              <ac:spMk id="10" creationId="{517E7A4D-2905-4CB8-ACEB-6B64081B6D81}"/>
            </ac:spMkLst>
          </pc:spChg>
          <pc:spChg chg="add del mod">
            <ac:chgData name="Gupta, Swati" userId="a3cadf42-9970-41e5-bb67-4a4dd3e8759e" providerId="ADAL" clId="{1175A794-129F-4030-93E7-B2CD18F3DFB3}" dt="2022-05-09T20:34:58.368" v="378" actId="478"/>
            <ac:spMkLst>
              <pc:docMk/>
              <pc:sldMasterMk cId="3955077458" sldId="2147483648"/>
              <pc:sldLayoutMk cId="3819197707" sldId="2147483657"/>
              <ac:spMk id="11" creationId="{00246E88-1C24-4759-9F70-0A57AAA72023}"/>
            </ac:spMkLst>
          </pc:spChg>
          <pc:picChg chg="add mod ord">
            <ac:chgData name="Gupta, Swati" userId="a3cadf42-9970-41e5-bb67-4a4dd3e8759e" providerId="ADAL" clId="{1175A794-129F-4030-93E7-B2CD18F3DFB3}" dt="2022-05-09T20:35:58.032" v="385" actId="167"/>
            <ac:picMkLst>
              <pc:docMk/>
              <pc:sldMasterMk cId="3955077458" sldId="2147483648"/>
              <pc:sldLayoutMk cId="3819197707" sldId="2147483657"/>
              <ac:picMk id="8" creationId="{25C4FCAD-219B-4F99-A83E-DA5126B57DE5}"/>
            </ac:picMkLst>
          </pc:picChg>
          <pc:picChg chg="add mod ord">
            <ac:chgData name="Gupta, Swati" userId="a3cadf42-9970-41e5-bb67-4a4dd3e8759e" providerId="ADAL" clId="{1175A794-129F-4030-93E7-B2CD18F3DFB3}" dt="2022-05-09T20:36:00.497" v="386" actId="167"/>
            <ac:picMkLst>
              <pc:docMk/>
              <pc:sldMasterMk cId="3955077458" sldId="2147483648"/>
              <pc:sldLayoutMk cId="3819197707" sldId="2147483657"/>
              <ac:picMk id="9" creationId="{E0EEECB2-4807-41E3-B2D3-991EE641007B}"/>
            </ac:picMkLst>
          </pc:picChg>
        </pc:sldLayoutChg>
      </pc:sldMasterChg>
    </pc:docChg>
  </pc:docChgLst>
  <pc:docChgLst>
    <pc:chgData name="White, Whitney" userId="65f39021-2f1d-4d8b-87dc-b123826f65bf" providerId="ADAL" clId="{7A44EF48-0C5F-4E3B-AC46-2A389AF006D4}"/>
    <pc:docChg chg="modSld sldOrd">
      <pc:chgData name="White, Whitney" userId="65f39021-2f1d-4d8b-87dc-b123826f65bf" providerId="ADAL" clId="{7A44EF48-0C5F-4E3B-AC46-2A389AF006D4}" dt="2022-06-16T06:59:25.629" v="1"/>
      <pc:docMkLst>
        <pc:docMk/>
      </pc:docMkLst>
      <pc:sldChg chg="ord">
        <pc:chgData name="White, Whitney" userId="65f39021-2f1d-4d8b-87dc-b123826f65bf" providerId="ADAL" clId="{7A44EF48-0C5F-4E3B-AC46-2A389AF006D4}" dt="2022-06-16T06:59:25.629" v="1"/>
        <pc:sldMkLst>
          <pc:docMk/>
          <pc:sldMk cId="2772527113" sldId="259"/>
        </pc:sldMkLst>
      </pc:sldChg>
    </pc:docChg>
  </pc:docChgLst>
  <pc:docChgLst>
    <pc:chgData name="White, Whitney" userId="65f39021-2f1d-4d8b-87dc-b123826f65bf" providerId="ADAL" clId="{0B3062B6-ED59-4C82-A307-1723D8498A13}"/>
    <pc:docChg chg="undo custSel addSld modSld sldOrd">
      <pc:chgData name="White, Whitney" userId="65f39021-2f1d-4d8b-87dc-b123826f65bf" providerId="ADAL" clId="{0B3062B6-ED59-4C82-A307-1723D8498A13}" dt="2022-06-10T19:43:28.682" v="1855" actId="21"/>
      <pc:docMkLst>
        <pc:docMk/>
      </pc:docMkLst>
      <pc:sldChg chg="modSp mod">
        <pc:chgData name="White, Whitney" userId="65f39021-2f1d-4d8b-87dc-b123826f65bf" providerId="ADAL" clId="{0B3062B6-ED59-4C82-A307-1723D8498A13}" dt="2022-06-10T19:25:13.957" v="75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0B3062B6-ED59-4C82-A307-1723D8498A13}" dt="2022-06-10T19:25:02.732" v="34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0B3062B6-ED59-4C82-A307-1723D8498A13}" dt="2022-06-10T19:25:13.957" v="75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Sp modSp mod">
        <pc:chgData name="White, Whitney" userId="65f39021-2f1d-4d8b-87dc-b123826f65bf" providerId="ADAL" clId="{0B3062B6-ED59-4C82-A307-1723D8498A13}" dt="2022-06-10T19:43:28.682" v="1855" actId="21"/>
        <pc:sldMkLst>
          <pc:docMk/>
          <pc:sldMk cId="4071305681" sldId="258"/>
        </pc:sldMkLst>
        <pc:spChg chg="mod">
          <ac:chgData name="White, Whitney" userId="65f39021-2f1d-4d8b-87dc-b123826f65bf" providerId="ADAL" clId="{0B3062B6-ED59-4C82-A307-1723D8498A13}" dt="2022-06-10T19:27:12.436" v="491" actId="20577"/>
          <ac:spMkLst>
            <pc:docMk/>
            <pc:sldMk cId="4071305681" sldId="258"/>
            <ac:spMk id="3" creationId="{392BE286-77A6-49DD-B15D-7E4718D52FE7}"/>
          </ac:spMkLst>
        </pc:spChg>
        <pc:spChg chg="del">
          <ac:chgData name="White, Whitney" userId="65f39021-2f1d-4d8b-87dc-b123826f65bf" providerId="ADAL" clId="{0B3062B6-ED59-4C82-A307-1723D8498A13}" dt="2022-06-10T19:43:28.682" v="1855" actId="21"/>
          <ac:spMkLst>
            <pc:docMk/>
            <pc:sldMk cId="4071305681" sldId="258"/>
            <ac:spMk id="4" creationId="{86451B0D-5AB4-49BF-9B29-498829F37A5E}"/>
          </ac:spMkLst>
        </pc:spChg>
      </pc:sldChg>
      <pc:sldChg chg="modSp mod">
        <pc:chgData name="White, Whitney" userId="65f39021-2f1d-4d8b-87dc-b123826f65bf" providerId="ADAL" clId="{0B3062B6-ED59-4C82-A307-1723D8498A13}" dt="2022-06-10T19:43:24.297" v="1854" actId="21"/>
        <pc:sldMkLst>
          <pc:docMk/>
          <pc:sldMk cId="2772527113" sldId="259"/>
        </pc:sldMkLst>
        <pc:spChg chg="mod">
          <ac:chgData name="White, Whitney" userId="65f39021-2f1d-4d8b-87dc-b123826f65bf" providerId="ADAL" clId="{0B3062B6-ED59-4C82-A307-1723D8498A13}" dt="2022-06-10T19:28:54.916" v="1015" actId="20577"/>
          <ac:spMkLst>
            <pc:docMk/>
            <pc:sldMk cId="2772527113" sldId="259"/>
            <ac:spMk id="3" creationId="{8CE08C7F-0286-423B-92F7-DEB89F31111A}"/>
          </ac:spMkLst>
        </pc:spChg>
        <pc:spChg chg="mod">
          <ac:chgData name="White, Whitney" userId="65f39021-2f1d-4d8b-87dc-b123826f65bf" providerId="ADAL" clId="{0B3062B6-ED59-4C82-A307-1723D8498A13}" dt="2022-06-10T19:43:24.297" v="1854" actId="21"/>
          <ac:spMkLst>
            <pc:docMk/>
            <pc:sldMk cId="2772527113" sldId="259"/>
            <ac:spMk id="4" creationId="{6156ADCE-AD69-4BAF-A0B5-1FBCA650BF7B}"/>
          </ac:spMkLst>
        </pc:spChg>
      </pc:sldChg>
      <pc:sldChg chg="delSp modSp mod">
        <pc:chgData name="White, Whitney" userId="65f39021-2f1d-4d8b-87dc-b123826f65bf" providerId="ADAL" clId="{0B3062B6-ED59-4C82-A307-1723D8498A13}" dt="2022-06-10T19:43:20.253" v="1853" actId="21"/>
        <pc:sldMkLst>
          <pc:docMk/>
          <pc:sldMk cId="2147408764" sldId="260"/>
        </pc:sldMkLst>
        <pc:spChg chg="mod">
          <ac:chgData name="White, Whitney" userId="65f39021-2f1d-4d8b-87dc-b123826f65bf" providerId="ADAL" clId="{0B3062B6-ED59-4C82-A307-1723D8498A13}" dt="2022-06-10T19:43:12.654" v="1851" actId="20577"/>
          <ac:spMkLst>
            <pc:docMk/>
            <pc:sldMk cId="2147408764" sldId="260"/>
            <ac:spMk id="3" creationId="{49F2A5AF-3C0B-4968-A438-E435325199EA}"/>
          </ac:spMkLst>
        </pc:spChg>
        <pc:spChg chg="del">
          <ac:chgData name="White, Whitney" userId="65f39021-2f1d-4d8b-87dc-b123826f65bf" providerId="ADAL" clId="{0B3062B6-ED59-4C82-A307-1723D8498A13}" dt="2022-06-10T19:43:20.253" v="1853" actId="21"/>
          <ac:spMkLst>
            <pc:docMk/>
            <pc:sldMk cId="2147408764" sldId="260"/>
            <ac:spMk id="4" creationId="{096A50DB-6BBE-470E-8204-84AB046317B8}"/>
          </ac:spMkLst>
        </pc:spChg>
      </pc:sldChg>
      <pc:sldChg chg="delSp modSp new mod ord modAnim">
        <pc:chgData name="White, Whitney" userId="65f39021-2f1d-4d8b-87dc-b123826f65bf" providerId="ADAL" clId="{0B3062B6-ED59-4C82-A307-1723D8498A13}" dt="2022-06-10T19:43:17.298" v="1852" actId="21"/>
        <pc:sldMkLst>
          <pc:docMk/>
          <pc:sldMk cId="3864104489" sldId="261"/>
        </pc:sldMkLst>
        <pc:spChg chg="mod">
          <ac:chgData name="White, Whitney" userId="65f39021-2f1d-4d8b-87dc-b123826f65bf" providerId="ADAL" clId="{0B3062B6-ED59-4C82-A307-1723D8498A13}" dt="2022-06-10T19:30:36.467" v="1036" actId="20577"/>
          <ac:spMkLst>
            <pc:docMk/>
            <pc:sldMk cId="3864104489" sldId="261"/>
            <ac:spMk id="2" creationId="{8DEC0A62-4814-4AC7-B460-B33D5E446B60}"/>
          </ac:spMkLst>
        </pc:spChg>
        <pc:spChg chg="mod">
          <ac:chgData name="White, Whitney" userId="65f39021-2f1d-4d8b-87dc-b123826f65bf" providerId="ADAL" clId="{0B3062B6-ED59-4C82-A307-1723D8498A13}" dt="2022-06-10T19:31:20.857" v="1159" actId="114"/>
          <ac:spMkLst>
            <pc:docMk/>
            <pc:sldMk cId="3864104489" sldId="261"/>
            <ac:spMk id="3" creationId="{2D0E1579-1D56-4542-9668-4473BB7DA4A4}"/>
          </ac:spMkLst>
        </pc:spChg>
        <pc:spChg chg="del">
          <ac:chgData name="White, Whitney" userId="65f39021-2f1d-4d8b-87dc-b123826f65bf" providerId="ADAL" clId="{0B3062B6-ED59-4C82-A307-1723D8498A13}" dt="2022-06-10T19:43:17.298" v="1852" actId="21"/>
          <ac:spMkLst>
            <pc:docMk/>
            <pc:sldMk cId="3864104489" sldId="261"/>
            <ac:spMk id="4" creationId="{57B89263-0634-4BC6-982A-024582A0A7C2}"/>
          </ac:spMkLst>
        </pc:spChg>
      </pc:sldChg>
      <pc:sldChg chg="addSp delSp modSp new mod modClrScheme modAnim chgLayout">
        <pc:chgData name="White, Whitney" userId="65f39021-2f1d-4d8b-87dc-b123826f65bf" providerId="ADAL" clId="{0B3062B6-ED59-4C82-A307-1723D8498A13}" dt="2022-06-10T19:40:55.462" v="1287"/>
        <pc:sldMkLst>
          <pc:docMk/>
          <pc:sldMk cId="3866104343" sldId="262"/>
        </pc:sldMkLst>
        <pc:spChg chg="del mod ord">
          <ac:chgData name="White, Whitney" userId="65f39021-2f1d-4d8b-87dc-b123826f65bf" providerId="ADAL" clId="{0B3062B6-ED59-4C82-A307-1723D8498A13}" dt="2022-06-10T19:32:22.847" v="1167" actId="700"/>
          <ac:spMkLst>
            <pc:docMk/>
            <pc:sldMk cId="3866104343" sldId="262"/>
            <ac:spMk id="2" creationId="{7C622E6A-C464-4F8A-9315-2AA7D3C6FB26}"/>
          </ac:spMkLst>
        </pc:spChg>
        <pc:spChg chg="del">
          <ac:chgData name="White, Whitney" userId="65f39021-2f1d-4d8b-87dc-b123826f65bf" providerId="ADAL" clId="{0B3062B6-ED59-4C82-A307-1723D8498A13}" dt="2022-06-10T19:32:22.847" v="1167" actId="700"/>
          <ac:spMkLst>
            <pc:docMk/>
            <pc:sldMk cId="3866104343" sldId="262"/>
            <ac:spMk id="3" creationId="{2786A9B7-E8AC-4FA7-92D5-D8C2B9359FD6}"/>
          </ac:spMkLst>
        </pc:spChg>
        <pc:spChg chg="del mod ord">
          <ac:chgData name="White, Whitney" userId="65f39021-2f1d-4d8b-87dc-b123826f65bf" providerId="ADAL" clId="{0B3062B6-ED59-4C82-A307-1723D8498A13}" dt="2022-06-10T19:35:43.569" v="1203" actId="21"/>
          <ac:spMkLst>
            <pc:docMk/>
            <pc:sldMk cId="3866104343" sldId="262"/>
            <ac:spMk id="4" creationId="{288B7D64-3BA0-4F72-9952-33E2FCF540AD}"/>
          </ac:spMkLst>
        </pc:spChg>
        <pc:spChg chg="mod ord">
          <ac:chgData name="White, Whitney" userId="65f39021-2f1d-4d8b-87dc-b123826f65bf" providerId="ADAL" clId="{0B3062B6-ED59-4C82-A307-1723D8498A13}" dt="2022-06-10T19:32:22.847" v="1167" actId="700"/>
          <ac:spMkLst>
            <pc:docMk/>
            <pc:sldMk cId="3866104343" sldId="262"/>
            <ac:spMk id="5" creationId="{907E8EAA-3D7A-4597-B724-187ED260DA47}"/>
          </ac:spMkLst>
        </pc:spChg>
        <pc:spChg chg="add mod ord">
          <ac:chgData name="White, Whitney" userId="65f39021-2f1d-4d8b-87dc-b123826f65bf" providerId="ADAL" clId="{0B3062B6-ED59-4C82-A307-1723D8498A13}" dt="2022-06-10T19:32:27.725" v="1184" actId="20577"/>
          <ac:spMkLst>
            <pc:docMk/>
            <pc:sldMk cId="3866104343" sldId="262"/>
            <ac:spMk id="6" creationId="{B016D0FF-7731-4CC0-A0DC-67A85FF175A3}"/>
          </ac:spMkLst>
        </pc:spChg>
        <pc:spChg chg="add del">
          <ac:chgData name="White, Whitney" userId="65f39021-2f1d-4d8b-87dc-b123826f65bf" providerId="ADAL" clId="{0B3062B6-ED59-4C82-A307-1723D8498A13}" dt="2022-06-10T19:32:37.617" v="1186"/>
          <ac:spMkLst>
            <pc:docMk/>
            <pc:sldMk cId="3866104343" sldId="262"/>
            <ac:spMk id="7" creationId="{B3EEA583-CCE1-4748-910E-D5C4472CB382}"/>
          </ac:spMkLst>
        </pc:spChg>
        <pc:spChg chg="add del">
          <ac:chgData name="White, Whitney" userId="65f39021-2f1d-4d8b-87dc-b123826f65bf" providerId="ADAL" clId="{0B3062B6-ED59-4C82-A307-1723D8498A13}" dt="2022-06-10T19:32:37.617" v="1186"/>
          <ac:spMkLst>
            <pc:docMk/>
            <pc:sldMk cId="3866104343" sldId="262"/>
            <ac:spMk id="8" creationId="{911D8BE4-867D-418B-A86B-51ECB9BC04F4}"/>
          </ac:spMkLst>
        </pc:spChg>
        <pc:spChg chg="add del">
          <ac:chgData name="White, Whitney" userId="65f39021-2f1d-4d8b-87dc-b123826f65bf" providerId="ADAL" clId="{0B3062B6-ED59-4C82-A307-1723D8498A13}" dt="2022-06-10T19:32:37.617" v="1186"/>
          <ac:spMkLst>
            <pc:docMk/>
            <pc:sldMk cId="3866104343" sldId="262"/>
            <ac:spMk id="9" creationId="{39077A5D-DD7D-4F32-B18B-8E0E0B921221}"/>
          </ac:spMkLst>
        </pc:spChg>
        <pc:spChg chg="add del">
          <ac:chgData name="White, Whitney" userId="65f39021-2f1d-4d8b-87dc-b123826f65bf" providerId="ADAL" clId="{0B3062B6-ED59-4C82-A307-1723D8498A13}" dt="2022-06-10T19:32:37.617" v="1186"/>
          <ac:spMkLst>
            <pc:docMk/>
            <pc:sldMk cId="3866104343" sldId="262"/>
            <ac:spMk id="10" creationId="{3FDE3C39-8272-4418-B2C4-8492F5B1E14E}"/>
          </ac:spMkLst>
        </pc:spChg>
        <pc:spChg chg="add del">
          <ac:chgData name="White, Whitney" userId="65f39021-2f1d-4d8b-87dc-b123826f65bf" providerId="ADAL" clId="{0B3062B6-ED59-4C82-A307-1723D8498A13}" dt="2022-06-10T19:32:37.617" v="1186"/>
          <ac:spMkLst>
            <pc:docMk/>
            <pc:sldMk cId="3866104343" sldId="262"/>
            <ac:spMk id="11" creationId="{0FC77C94-45CA-427D-BC17-F7236F90C384}"/>
          </ac:spMkLst>
        </pc:spChg>
        <pc:spChg chg="add del">
          <ac:chgData name="White, Whitney" userId="65f39021-2f1d-4d8b-87dc-b123826f65bf" providerId="ADAL" clId="{0B3062B6-ED59-4C82-A307-1723D8498A13}" dt="2022-06-10T19:32:37.617" v="1186"/>
          <ac:spMkLst>
            <pc:docMk/>
            <pc:sldMk cId="3866104343" sldId="262"/>
            <ac:spMk id="16" creationId="{891CA8D8-C3A7-413C-9EF2-948774D64EE6}"/>
          </ac:spMkLst>
        </pc:spChg>
        <pc:spChg chg="add del">
          <ac:chgData name="White, Whitney" userId="65f39021-2f1d-4d8b-87dc-b123826f65bf" providerId="ADAL" clId="{0B3062B6-ED59-4C82-A307-1723D8498A13}" dt="2022-06-10T19:32:37.617" v="1186"/>
          <ac:spMkLst>
            <pc:docMk/>
            <pc:sldMk cId="3866104343" sldId="262"/>
            <ac:spMk id="17" creationId="{F7809DD4-0FED-4B04-B839-9FD4D4A8426C}"/>
          </ac:spMkLst>
        </pc:spChg>
        <pc:spChg chg="add del mod">
          <ac:chgData name="White, Whitney" userId="65f39021-2f1d-4d8b-87dc-b123826f65bf" providerId="ADAL" clId="{0B3062B6-ED59-4C82-A307-1723D8498A13}" dt="2022-06-10T19:33:28.020" v="1190"/>
          <ac:spMkLst>
            <pc:docMk/>
            <pc:sldMk cId="3866104343" sldId="262"/>
            <ac:spMk id="18" creationId="{30CD938A-9187-4B2E-AA5C-6B3FE61D1AF1}"/>
          </ac:spMkLst>
        </pc:spChg>
        <pc:spChg chg="add del mod">
          <ac:chgData name="White, Whitney" userId="65f39021-2f1d-4d8b-87dc-b123826f65bf" providerId="ADAL" clId="{0B3062B6-ED59-4C82-A307-1723D8498A13}" dt="2022-06-10T19:33:28.020" v="1190"/>
          <ac:spMkLst>
            <pc:docMk/>
            <pc:sldMk cId="3866104343" sldId="262"/>
            <ac:spMk id="19" creationId="{D09F0D41-A75E-4101-8CBF-F2EC11D2A886}"/>
          </ac:spMkLst>
        </pc:spChg>
        <pc:spChg chg="add del mod">
          <ac:chgData name="White, Whitney" userId="65f39021-2f1d-4d8b-87dc-b123826f65bf" providerId="ADAL" clId="{0B3062B6-ED59-4C82-A307-1723D8498A13}" dt="2022-06-10T19:33:28.020" v="1190"/>
          <ac:spMkLst>
            <pc:docMk/>
            <pc:sldMk cId="3866104343" sldId="262"/>
            <ac:spMk id="20" creationId="{0CC8E832-877F-4FAB-86C6-284A1946D2DF}"/>
          </ac:spMkLst>
        </pc:spChg>
        <pc:spChg chg="add del mod">
          <ac:chgData name="White, Whitney" userId="65f39021-2f1d-4d8b-87dc-b123826f65bf" providerId="ADAL" clId="{0B3062B6-ED59-4C82-A307-1723D8498A13}" dt="2022-06-10T19:33:28.020" v="1190"/>
          <ac:spMkLst>
            <pc:docMk/>
            <pc:sldMk cId="3866104343" sldId="262"/>
            <ac:spMk id="21" creationId="{E24E631C-BDFE-49A2-A655-25CC463E078F}"/>
          </ac:spMkLst>
        </pc:spChg>
        <pc:spChg chg="add del mod">
          <ac:chgData name="White, Whitney" userId="65f39021-2f1d-4d8b-87dc-b123826f65bf" providerId="ADAL" clId="{0B3062B6-ED59-4C82-A307-1723D8498A13}" dt="2022-06-10T19:33:28.020" v="1190"/>
          <ac:spMkLst>
            <pc:docMk/>
            <pc:sldMk cId="3866104343" sldId="262"/>
            <ac:spMk id="22" creationId="{24C99491-8163-41A1-8FD1-5FB3AD9E255D}"/>
          </ac:spMkLst>
        </pc:spChg>
        <pc:spChg chg="add del mod">
          <ac:chgData name="White, Whitney" userId="65f39021-2f1d-4d8b-87dc-b123826f65bf" providerId="ADAL" clId="{0B3062B6-ED59-4C82-A307-1723D8498A13}" dt="2022-06-10T19:33:28.020" v="1190"/>
          <ac:spMkLst>
            <pc:docMk/>
            <pc:sldMk cId="3866104343" sldId="262"/>
            <ac:spMk id="27" creationId="{F4FCE41B-EC65-482A-BE95-0E1A094888C3}"/>
          </ac:spMkLst>
        </pc:spChg>
        <pc:spChg chg="add del mod">
          <ac:chgData name="White, Whitney" userId="65f39021-2f1d-4d8b-87dc-b123826f65bf" providerId="ADAL" clId="{0B3062B6-ED59-4C82-A307-1723D8498A13}" dt="2022-06-10T19:33:28.020" v="1190"/>
          <ac:spMkLst>
            <pc:docMk/>
            <pc:sldMk cId="3866104343" sldId="262"/>
            <ac:spMk id="28" creationId="{4B15771D-7BCB-473E-BCA6-60BC31469471}"/>
          </ac:spMkLst>
        </pc:spChg>
        <pc:spChg chg="add mod">
          <ac:chgData name="White, Whitney" userId="65f39021-2f1d-4d8b-87dc-b123826f65bf" providerId="ADAL" clId="{0B3062B6-ED59-4C82-A307-1723D8498A13}" dt="2022-06-10T19:38:51.772" v="1254" actId="14100"/>
          <ac:spMkLst>
            <pc:docMk/>
            <pc:sldMk cId="3866104343" sldId="262"/>
            <ac:spMk id="30" creationId="{74E4B4C4-3294-49CC-9C3B-45561E4F707D}"/>
          </ac:spMkLst>
        </pc:spChg>
        <pc:spChg chg="add mod">
          <ac:chgData name="White, Whitney" userId="65f39021-2f1d-4d8b-87dc-b123826f65bf" providerId="ADAL" clId="{0B3062B6-ED59-4C82-A307-1723D8498A13}" dt="2022-06-10T19:39:03.171" v="1259" actId="114"/>
          <ac:spMkLst>
            <pc:docMk/>
            <pc:sldMk cId="3866104343" sldId="262"/>
            <ac:spMk id="31" creationId="{3F783B2A-EAF3-4221-B9DF-F7B6C749EC23}"/>
          </ac:spMkLst>
        </pc:spChg>
        <pc:spChg chg="add mod">
          <ac:chgData name="White, Whitney" userId="65f39021-2f1d-4d8b-87dc-b123826f65bf" providerId="ADAL" clId="{0B3062B6-ED59-4C82-A307-1723D8498A13}" dt="2022-06-10T19:40:48.984" v="1285" actId="1076"/>
          <ac:spMkLst>
            <pc:docMk/>
            <pc:sldMk cId="3866104343" sldId="262"/>
            <ac:spMk id="32" creationId="{E22A669F-1A08-4C1C-A50F-45A4C9CA1BB8}"/>
          </ac:spMkLst>
        </pc:spChg>
        <pc:spChg chg="add mod">
          <ac:chgData name="White, Whitney" userId="65f39021-2f1d-4d8b-87dc-b123826f65bf" providerId="ADAL" clId="{0B3062B6-ED59-4C82-A307-1723D8498A13}" dt="2022-06-10T19:39:26.048" v="1273" actId="404"/>
          <ac:spMkLst>
            <pc:docMk/>
            <pc:sldMk cId="3866104343" sldId="262"/>
            <ac:spMk id="33" creationId="{0DCFF524-0CE7-4EBF-BC37-D50B786273B2}"/>
          </ac:spMkLst>
        </pc:spChg>
        <pc:spChg chg="add del mod">
          <ac:chgData name="White, Whitney" userId="65f39021-2f1d-4d8b-87dc-b123826f65bf" providerId="ADAL" clId="{0B3062B6-ED59-4C82-A307-1723D8498A13}" dt="2022-06-10T19:36:03.825" v="1207" actId="478"/>
          <ac:spMkLst>
            <pc:docMk/>
            <pc:sldMk cId="3866104343" sldId="262"/>
            <ac:spMk id="34" creationId="{1F1FDADF-A796-4C51-9486-D60A0C0561A3}"/>
          </ac:spMkLst>
        </pc:spChg>
        <pc:spChg chg="add mod">
          <ac:chgData name="White, Whitney" userId="65f39021-2f1d-4d8b-87dc-b123826f65bf" providerId="ADAL" clId="{0B3062B6-ED59-4C82-A307-1723D8498A13}" dt="2022-06-10T19:40:17.730" v="1280" actId="114"/>
          <ac:spMkLst>
            <pc:docMk/>
            <pc:sldMk cId="3866104343" sldId="262"/>
            <ac:spMk id="35" creationId="{F5C67459-0D74-4348-A3B2-B40992B8D20C}"/>
          </ac:spMkLst>
        </pc:spChg>
        <pc:picChg chg="add del">
          <ac:chgData name="White, Whitney" userId="65f39021-2f1d-4d8b-87dc-b123826f65bf" providerId="ADAL" clId="{0B3062B6-ED59-4C82-A307-1723D8498A13}" dt="2022-06-10T19:34:45.311" v="1192" actId="478"/>
          <ac:picMkLst>
            <pc:docMk/>
            <pc:sldMk cId="3866104343" sldId="262"/>
            <ac:picMk id="29" creationId="{EA18FA55-1DDA-4CEC-8EB5-CF3AC9C6D3A5}"/>
          </ac:picMkLst>
        </pc:picChg>
        <pc:cxnChg chg="add del">
          <ac:chgData name="White, Whitney" userId="65f39021-2f1d-4d8b-87dc-b123826f65bf" providerId="ADAL" clId="{0B3062B6-ED59-4C82-A307-1723D8498A13}" dt="2022-06-10T19:32:37.617" v="1186"/>
          <ac:cxnSpMkLst>
            <pc:docMk/>
            <pc:sldMk cId="3866104343" sldId="262"/>
            <ac:cxnSpMk id="12" creationId="{F23756D5-9C0F-46B9-97E8-A3496AB86F48}"/>
          </ac:cxnSpMkLst>
        </pc:cxnChg>
        <pc:cxnChg chg="add del">
          <ac:chgData name="White, Whitney" userId="65f39021-2f1d-4d8b-87dc-b123826f65bf" providerId="ADAL" clId="{0B3062B6-ED59-4C82-A307-1723D8498A13}" dt="2022-06-10T19:32:37.617" v="1186"/>
          <ac:cxnSpMkLst>
            <pc:docMk/>
            <pc:sldMk cId="3866104343" sldId="262"/>
            <ac:cxnSpMk id="13" creationId="{EBA9BFC9-0357-4182-B845-45095A3025AF}"/>
          </ac:cxnSpMkLst>
        </pc:cxnChg>
        <pc:cxnChg chg="add del">
          <ac:chgData name="White, Whitney" userId="65f39021-2f1d-4d8b-87dc-b123826f65bf" providerId="ADAL" clId="{0B3062B6-ED59-4C82-A307-1723D8498A13}" dt="2022-06-10T19:32:37.617" v="1186"/>
          <ac:cxnSpMkLst>
            <pc:docMk/>
            <pc:sldMk cId="3866104343" sldId="262"/>
            <ac:cxnSpMk id="14" creationId="{CF82D2AC-611D-4C66-B102-182572EB34C8}"/>
          </ac:cxnSpMkLst>
        </pc:cxnChg>
        <pc:cxnChg chg="add del">
          <ac:chgData name="White, Whitney" userId="65f39021-2f1d-4d8b-87dc-b123826f65bf" providerId="ADAL" clId="{0B3062B6-ED59-4C82-A307-1723D8498A13}" dt="2022-06-10T19:32:37.617" v="1186"/>
          <ac:cxnSpMkLst>
            <pc:docMk/>
            <pc:sldMk cId="3866104343" sldId="262"/>
            <ac:cxnSpMk id="15" creationId="{1D2490D9-3375-40C7-9565-563474355F93}"/>
          </ac:cxnSpMkLst>
        </pc:cxnChg>
        <pc:cxnChg chg="add del mod">
          <ac:chgData name="White, Whitney" userId="65f39021-2f1d-4d8b-87dc-b123826f65bf" providerId="ADAL" clId="{0B3062B6-ED59-4C82-A307-1723D8498A13}" dt="2022-06-10T19:33:28.020" v="1190"/>
          <ac:cxnSpMkLst>
            <pc:docMk/>
            <pc:sldMk cId="3866104343" sldId="262"/>
            <ac:cxnSpMk id="23" creationId="{B593A0E1-B9B0-4006-AAC3-31C9617BC526}"/>
          </ac:cxnSpMkLst>
        </pc:cxnChg>
        <pc:cxnChg chg="add del mod">
          <ac:chgData name="White, Whitney" userId="65f39021-2f1d-4d8b-87dc-b123826f65bf" providerId="ADAL" clId="{0B3062B6-ED59-4C82-A307-1723D8498A13}" dt="2022-06-10T19:33:28.020" v="1190"/>
          <ac:cxnSpMkLst>
            <pc:docMk/>
            <pc:sldMk cId="3866104343" sldId="262"/>
            <ac:cxnSpMk id="24" creationId="{7D61E523-6F28-43FB-BBF6-44C6E0C616C2}"/>
          </ac:cxnSpMkLst>
        </pc:cxnChg>
        <pc:cxnChg chg="add del mod">
          <ac:chgData name="White, Whitney" userId="65f39021-2f1d-4d8b-87dc-b123826f65bf" providerId="ADAL" clId="{0B3062B6-ED59-4C82-A307-1723D8498A13}" dt="2022-06-10T19:33:28.020" v="1190"/>
          <ac:cxnSpMkLst>
            <pc:docMk/>
            <pc:sldMk cId="3866104343" sldId="262"/>
            <ac:cxnSpMk id="25" creationId="{731E0AB9-9CBB-4E2F-834C-9B4E60C97CBE}"/>
          </ac:cxnSpMkLst>
        </pc:cxnChg>
        <pc:cxnChg chg="add del mod">
          <ac:chgData name="White, Whitney" userId="65f39021-2f1d-4d8b-87dc-b123826f65bf" providerId="ADAL" clId="{0B3062B6-ED59-4C82-A307-1723D8498A13}" dt="2022-06-10T19:33:28.020" v="1190"/>
          <ac:cxnSpMkLst>
            <pc:docMk/>
            <pc:sldMk cId="3866104343" sldId="262"/>
            <ac:cxnSpMk id="26" creationId="{EF5F38AC-4AE4-42F5-933F-17FCE3967F24}"/>
          </ac:cxnSpMkLst>
        </pc:cxnChg>
        <pc:cxnChg chg="add mod">
          <ac:chgData name="White, Whitney" userId="65f39021-2f1d-4d8b-87dc-b123826f65bf" providerId="ADAL" clId="{0B3062B6-ED59-4C82-A307-1723D8498A13}" dt="2022-06-10T19:37:47.775" v="1235" actId="14100"/>
          <ac:cxnSpMkLst>
            <pc:docMk/>
            <pc:sldMk cId="3866104343" sldId="262"/>
            <ac:cxnSpMk id="36" creationId="{B37B4250-EF74-439A-9F4C-FD6CD5CE351D}"/>
          </ac:cxnSpMkLst>
        </pc:cxnChg>
        <pc:cxnChg chg="add mod">
          <ac:chgData name="White, Whitney" userId="65f39021-2f1d-4d8b-87dc-b123826f65bf" providerId="ADAL" clId="{0B3062B6-ED59-4C82-A307-1723D8498A13}" dt="2022-06-10T19:38:04.557" v="1241" actId="14100"/>
          <ac:cxnSpMkLst>
            <pc:docMk/>
            <pc:sldMk cId="3866104343" sldId="262"/>
            <ac:cxnSpMk id="38" creationId="{C7F2B25A-CFDE-4994-8CEF-39F8BC2C5263}"/>
          </ac:cxnSpMkLst>
        </pc:cxnChg>
        <pc:cxnChg chg="add mod">
          <ac:chgData name="White, Whitney" userId="65f39021-2f1d-4d8b-87dc-b123826f65bf" providerId="ADAL" clId="{0B3062B6-ED59-4C82-A307-1723D8498A13}" dt="2022-06-10T19:40:48.984" v="1285" actId="1076"/>
          <ac:cxnSpMkLst>
            <pc:docMk/>
            <pc:sldMk cId="3866104343" sldId="262"/>
            <ac:cxnSpMk id="43" creationId="{D4B9149A-3586-44E6-B747-2DBE91EB3F55}"/>
          </ac:cxnSpMkLst>
        </pc:cxnChg>
        <pc:cxnChg chg="add mod">
          <ac:chgData name="White, Whitney" userId="65f39021-2f1d-4d8b-87dc-b123826f65bf" providerId="ADAL" clId="{0B3062B6-ED59-4C82-A307-1723D8498A13}" dt="2022-06-10T19:38:30.822" v="1248" actId="14100"/>
          <ac:cxnSpMkLst>
            <pc:docMk/>
            <pc:sldMk cId="3866104343" sldId="262"/>
            <ac:cxnSpMk id="46" creationId="{D352B6E6-9A11-488D-9EF9-74DCC1EEB15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F45DF0-00B2-468D-ADF1-6351EEFB9CD7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0A4456-6D77-4237-8218-40872579093E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0EFE5-A68C-4E4B-9D40-F26D6ED979C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12" y="60114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 | Unit 1: Building an Effective Classroom | Classroom Culture| Lesson 1.02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Building Connections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7894C-47C6-FBE3-36BF-9B4EF3630CE1}"/>
              </a:ext>
            </a:extLst>
          </p:cNvPr>
          <p:cNvSpPr txBox="1"/>
          <p:nvPr/>
        </p:nvSpPr>
        <p:spPr>
          <a:xfrm>
            <a:off x="61912" y="6381750"/>
            <a:ext cx="11110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64646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u="sng" dirty="0">
                <a:solidFill>
                  <a:srgbClr val="0070C0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dirty="0">
                <a:solidFill>
                  <a:srgbClr val="0070C0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832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4F, 7A, 7C, 7D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practice participating in routines that contribute to a safe and effective classroom environment.</a:t>
            </a:r>
          </a:p>
          <a:p>
            <a:r>
              <a:rPr lang="en-US" dirty="0"/>
              <a:t>identify ice-breakers teachers use in the first week of school to build relationships between and with students.</a:t>
            </a:r>
          </a:p>
          <a:p>
            <a:r>
              <a:rPr lang="en-US" dirty="0"/>
              <a:t>explain the importance of activities that build mutual respect and rapport among students and between teachers and students.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7D31D-3C4D-4F5C-A388-CC3AF44F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student guide, respond to the following questions:</a:t>
            </a:r>
          </a:p>
          <a:p>
            <a:pPr marL="514350" indent="-514350">
              <a:buAutoNum type="arabicParenR"/>
            </a:pPr>
            <a:r>
              <a:rPr lang="en-US" dirty="0"/>
              <a:t>What is most important for others to know about you?</a:t>
            </a:r>
          </a:p>
          <a:p>
            <a:pPr marL="514350" indent="-514350">
              <a:buAutoNum type="arabicParenR"/>
            </a:pPr>
            <a:r>
              <a:rPr lang="en-US" dirty="0"/>
              <a:t>What is your preferred name (first and last)?</a:t>
            </a:r>
          </a:p>
          <a:p>
            <a:pPr marL="514350" indent="-514350">
              <a:buAutoNum type="arabicParenR"/>
            </a:pPr>
            <a:r>
              <a:rPr lang="en-US" dirty="0"/>
              <a:t>Who is in your family?</a:t>
            </a:r>
          </a:p>
          <a:p>
            <a:pPr marL="514350" indent="-514350">
              <a:buAutoNum type="arabicParenR"/>
            </a:pPr>
            <a:r>
              <a:rPr lang="en-US" dirty="0"/>
              <a:t>What are your favorite hobbies and pastimes outside of school?</a:t>
            </a:r>
          </a:p>
          <a:p>
            <a:pPr marL="514350" indent="-514350">
              <a:buAutoNum type="arabicParenR"/>
            </a:pPr>
            <a:r>
              <a:rPr lang="en-US" dirty="0"/>
              <a:t>What is your best or favorite subject in school? Why?</a:t>
            </a:r>
          </a:p>
          <a:p>
            <a:pPr marL="514350" indent="-514350">
              <a:buAutoNum type="arabicParenR"/>
            </a:pPr>
            <a:r>
              <a:rPr lang="en-US" dirty="0"/>
              <a:t>What is a unique skill you have (something you can do well)?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0A62-4814-4AC7-B460-B33D5E446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Ice Breakers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E1579-1D56-4542-9668-4473BB7DA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Icebreaker: An activity that helps “warm up” conversation among a group of people.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Ice Breaker Examples: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Asking students and the teacher to answer questions about themselves and share their answers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Asking students and the teacher to share about their names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Asking students and the teacher to share eight nouns that describe them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Asking students and the teacher to share five pictures that show what is important to them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5EED8-A59A-4710-83AE-83FAF8ACD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10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016D0FF-7731-4CC0-A0DC-67A85FF17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Classroom Culture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4E4B4C4-3294-49CC-9C3B-45561E4F707D}"/>
              </a:ext>
            </a:extLst>
          </p:cNvPr>
          <p:cNvSpPr/>
          <p:nvPr/>
        </p:nvSpPr>
        <p:spPr>
          <a:xfrm>
            <a:off x="1432952" y="1460500"/>
            <a:ext cx="2942199" cy="125379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Systems and Routines: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clear and consistent structures in a classroom that help students execute recurring activities correctly and efficiently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F783B2A-EAF3-4221-B9DF-F7B6C749EC23}"/>
              </a:ext>
            </a:extLst>
          </p:cNvPr>
          <p:cNvSpPr/>
          <p:nvPr/>
        </p:nvSpPr>
        <p:spPr>
          <a:xfrm>
            <a:off x="1432952" y="2823417"/>
            <a:ext cx="2942199" cy="116340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Rapport: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sense of understanding between people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2A669F-1A08-4C1C-A50F-45A4C9CA1BB8}"/>
              </a:ext>
            </a:extLst>
          </p:cNvPr>
          <p:cNvSpPr/>
          <p:nvPr/>
        </p:nvSpPr>
        <p:spPr>
          <a:xfrm>
            <a:off x="1432952" y="4091898"/>
            <a:ext cx="2942199" cy="116340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Respect: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regard for the feelings, wishes, rights, or traditions of others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DCFF524-0CE7-4EBF-BC37-D50B786273B2}"/>
              </a:ext>
            </a:extLst>
          </p:cNvPr>
          <p:cNvSpPr/>
          <p:nvPr/>
        </p:nvSpPr>
        <p:spPr>
          <a:xfrm>
            <a:off x="1432952" y="5360379"/>
            <a:ext cx="2942199" cy="116340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Belonging: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sense of being seen and accepted by a group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5C67459-0D74-4348-A3B2-B40992B8D20C}"/>
              </a:ext>
            </a:extLst>
          </p:cNvPr>
          <p:cNvSpPr/>
          <p:nvPr/>
        </p:nvSpPr>
        <p:spPr>
          <a:xfrm>
            <a:off x="6356350" y="2958868"/>
            <a:ext cx="2444750" cy="2055906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n-US" sz="1100" kern="0" dirty="0">
              <a:solidFill>
                <a:srgbClr val="000000"/>
              </a:solidFill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Classroom Culture:</a:t>
            </a:r>
          </a:p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the environment and tone of a classroom that impacts how students feel during instruction</a:t>
            </a:r>
          </a:p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37B4250-EF74-439A-9F4C-FD6CD5CE3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88878" y="2310723"/>
            <a:ext cx="1967472" cy="1435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7F2B25A-CFDE-4994-8CEF-39F8BC2C5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88878" y="3405119"/>
            <a:ext cx="1967472" cy="403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4B9149A-3586-44E6-B747-2DBE91EB3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4375151" y="3846513"/>
            <a:ext cx="1981199" cy="827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352B6E6-9A11-488D-9EF9-74DCC1EEB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375151" y="3855619"/>
            <a:ext cx="1981199" cy="2037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E8EAA-3D7A-4597-B724-187ED260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10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 your student guide, answer the following questions: </a:t>
            </a:r>
          </a:p>
          <a:p>
            <a:pPr marL="514350" indent="-514350">
              <a:buAutoNum type="arabicParenR"/>
            </a:pPr>
            <a:r>
              <a:rPr lang="en-US" dirty="0"/>
              <a:t>If a new student joined our classroom, how would you explain our routine for beginning class?</a:t>
            </a:r>
          </a:p>
          <a:p>
            <a:pPr marL="514350" indent="-514350">
              <a:buAutoNum type="arabicParenR"/>
            </a:pPr>
            <a:r>
              <a:rPr lang="en-US" dirty="0"/>
              <a:t>Identify and describe two ice-breakers we discussed today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0" indent="0">
              <a:buNone/>
            </a:pPr>
            <a:r>
              <a:rPr lang="en-US" dirty="0"/>
              <a:t>Identify the following as true or false. If a statement is false, correct it.</a:t>
            </a:r>
          </a:p>
          <a:p>
            <a:pPr marL="514350" indent="-514350">
              <a:buAutoNum type="arabicParenR"/>
            </a:pPr>
            <a:r>
              <a:rPr lang="en-US" dirty="0"/>
              <a:t>The only reason to do an ice-breaker is to help the teacher learn student names.</a:t>
            </a:r>
          </a:p>
          <a:p>
            <a:pPr marL="514350" indent="-514350">
              <a:buAutoNum type="arabicParenR"/>
            </a:pPr>
            <a:r>
              <a:rPr lang="en-US" dirty="0"/>
              <a:t>Students feel a sense of respect, rapport, and belonging in a strong classroom culture.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BE154-4C0D-48FA-BB92-9E83DBB9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420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Symbol</vt:lpstr>
      <vt:lpstr>Office Theme</vt:lpstr>
      <vt:lpstr>Instructional Practices | Unit 1: Building an Effective Classroom | Classroom Culture| Lesson 1.02</vt:lpstr>
      <vt:lpstr>TEKS Standards &amp; Objectives</vt:lpstr>
      <vt:lpstr>Bellringer</vt:lpstr>
      <vt:lpstr>Ice Breakers</vt:lpstr>
      <vt:lpstr>Classroom Culture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Gupta, Swati</dc:creator>
  <cp:lastModifiedBy>White (she/her), Whitney</cp:lastModifiedBy>
  <cp:revision>2</cp:revision>
  <dcterms:created xsi:type="dcterms:W3CDTF">2022-05-09T19:40:20Z</dcterms:created>
  <dcterms:modified xsi:type="dcterms:W3CDTF">2023-08-31T01:16:04Z</dcterms:modified>
</cp:coreProperties>
</file>
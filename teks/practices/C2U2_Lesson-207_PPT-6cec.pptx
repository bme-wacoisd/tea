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2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E074D-3D94-435C-981F-ACC131FC1F08}" v="1" dt="2023-08-31T01:39:31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F9FA67C-1BB0-45AB-8DCF-AD5017DF5F1F}"/>
    <pc:docChg chg="custSel addSld modSld">
      <pc:chgData name="White, Whitney" userId="65f39021-2f1d-4d8b-87dc-b123826f65bf" providerId="ADAL" clId="{1F9FA67C-1BB0-45AB-8DCF-AD5017DF5F1F}" dt="2022-08-03T16:13:08.569" v="257" actId="5793"/>
      <pc:docMkLst>
        <pc:docMk/>
      </pc:docMkLst>
      <pc:sldChg chg="modSp mod">
        <pc:chgData name="White, Whitney" userId="65f39021-2f1d-4d8b-87dc-b123826f65bf" providerId="ADAL" clId="{1F9FA67C-1BB0-45AB-8DCF-AD5017DF5F1F}" dt="2022-08-03T15:49:55.631" v="6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F9FA67C-1BB0-45AB-8DCF-AD5017DF5F1F}" dt="2022-08-03T15:49:15.326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F9FA67C-1BB0-45AB-8DCF-AD5017DF5F1F}" dt="2022-08-03T15:49:55.631" v="6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1F9FA67C-1BB0-45AB-8DCF-AD5017DF5F1F}" dt="2022-08-03T15:51:27.951" v="9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1F9FA67C-1BB0-45AB-8DCF-AD5017DF5F1F}" dt="2022-08-03T15:51:27.951" v="91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F9FA67C-1BB0-45AB-8DCF-AD5017DF5F1F}" dt="2022-08-03T15:51:05.335" v="86" actId="255"/>
        <pc:sldMkLst>
          <pc:docMk/>
          <pc:sldMk cId="2772527113" sldId="259"/>
        </pc:sldMkLst>
        <pc:spChg chg="mod">
          <ac:chgData name="White, Whitney" userId="65f39021-2f1d-4d8b-87dc-b123826f65bf" providerId="ADAL" clId="{1F9FA67C-1BB0-45AB-8DCF-AD5017DF5F1F}" dt="2022-08-03T15:51:05.335" v="8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F9FA67C-1BB0-45AB-8DCF-AD5017DF5F1F}" dt="2022-08-03T16:13:08.569" v="257" actId="5793"/>
        <pc:sldMkLst>
          <pc:docMk/>
          <pc:sldMk cId="2147408764" sldId="260"/>
        </pc:sldMkLst>
        <pc:spChg chg="mod">
          <ac:chgData name="White, Whitney" userId="65f39021-2f1d-4d8b-87dc-b123826f65bf" providerId="ADAL" clId="{1F9FA67C-1BB0-45AB-8DCF-AD5017DF5F1F}" dt="2022-08-03T16:13:08.569" v="257" actId="579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1F9FA67C-1BB0-45AB-8DCF-AD5017DF5F1F}" dt="2022-08-03T15:51:49.761" v="103" actId="404"/>
        <pc:sldMkLst>
          <pc:docMk/>
          <pc:sldMk cId="3054216349" sldId="261"/>
        </pc:sldMkLst>
        <pc:spChg chg="del">
          <ac:chgData name="White, Whitney" userId="65f39021-2f1d-4d8b-87dc-b123826f65bf" providerId="ADAL" clId="{1F9FA67C-1BB0-45AB-8DCF-AD5017DF5F1F}" dt="2022-08-03T15:51:39.924" v="92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1F9FA67C-1BB0-45AB-8DCF-AD5017DF5F1F}" dt="2022-08-03T15:51:49.761" v="103" actId="404"/>
          <ac:graphicFrameMkLst>
            <pc:docMk/>
            <pc:sldMk cId="3054216349" sldId="261"/>
            <ac:graphicFrameMk id="5" creationId="{4CD297B5-09C6-4A89-8B4E-7FD2FBB521D7}"/>
          </ac:graphicFrameMkLst>
        </pc:graphicFrameChg>
      </pc:sldChg>
      <pc:sldChg chg="addSp delSp modSp mod">
        <pc:chgData name="White, Whitney" userId="65f39021-2f1d-4d8b-87dc-b123826f65bf" providerId="ADAL" clId="{1F9FA67C-1BB0-45AB-8DCF-AD5017DF5F1F}" dt="2022-08-03T16:11:35.111" v="206" actId="403"/>
        <pc:sldMkLst>
          <pc:docMk/>
          <pc:sldMk cId="4170921578" sldId="262"/>
        </pc:sldMkLst>
        <pc:spChg chg="mod">
          <ac:chgData name="White, Whitney" userId="65f39021-2f1d-4d8b-87dc-b123826f65bf" providerId="ADAL" clId="{1F9FA67C-1BB0-45AB-8DCF-AD5017DF5F1F}" dt="2022-08-03T16:10:59.549" v="191" actId="20577"/>
          <ac:spMkLst>
            <pc:docMk/>
            <pc:sldMk cId="4170921578" sldId="262"/>
            <ac:spMk id="2" creationId="{A7DAC820-49EE-4F41-8B1F-B9E33FF6BE24}"/>
          </ac:spMkLst>
        </pc:spChg>
        <pc:spChg chg="del">
          <ac:chgData name="White, Whitney" userId="65f39021-2f1d-4d8b-87dc-b123826f65bf" providerId="ADAL" clId="{1F9FA67C-1BB0-45AB-8DCF-AD5017DF5F1F}" dt="2022-08-03T16:11:03.890" v="192"/>
          <ac:spMkLst>
            <pc:docMk/>
            <pc:sldMk cId="4170921578" sldId="262"/>
            <ac:spMk id="3" creationId="{79FFCA46-4155-4484-8350-F1E0B95F6088}"/>
          </ac:spMkLst>
        </pc:spChg>
        <pc:graphicFrameChg chg="add mod modGraphic">
          <ac:chgData name="White, Whitney" userId="65f39021-2f1d-4d8b-87dc-b123826f65bf" providerId="ADAL" clId="{1F9FA67C-1BB0-45AB-8DCF-AD5017DF5F1F}" dt="2022-08-03T16:11:35.111" v="206" actId="403"/>
          <ac:graphicFrameMkLst>
            <pc:docMk/>
            <pc:sldMk cId="4170921578" sldId="262"/>
            <ac:graphicFrameMk id="5" creationId="{AEA9854E-B357-4F6C-9FA1-81F7ADB3E6F5}"/>
          </ac:graphicFrameMkLst>
        </pc:graphicFrameChg>
      </pc:sldChg>
      <pc:sldChg chg="modSp mod">
        <pc:chgData name="White, Whitney" userId="65f39021-2f1d-4d8b-87dc-b123826f65bf" providerId="ADAL" clId="{1F9FA67C-1BB0-45AB-8DCF-AD5017DF5F1F}" dt="2022-08-03T15:53:31.711" v="168" actId="27636"/>
        <pc:sldMkLst>
          <pc:docMk/>
          <pc:sldMk cId="1163931679" sldId="263"/>
        </pc:sldMkLst>
        <pc:spChg chg="mod">
          <ac:chgData name="White, Whitney" userId="65f39021-2f1d-4d8b-87dc-b123826f65bf" providerId="ADAL" clId="{1F9FA67C-1BB0-45AB-8DCF-AD5017DF5F1F}" dt="2022-08-03T15:53:13.757" v="16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F9FA67C-1BB0-45AB-8DCF-AD5017DF5F1F}" dt="2022-08-03T15:53:31.711" v="168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1F9FA67C-1BB0-45AB-8DCF-AD5017DF5F1F}" dt="2022-08-03T15:52:26.274" v="141" actId="403"/>
        <pc:sldMkLst>
          <pc:docMk/>
          <pc:sldMk cId="3493109116" sldId="264"/>
        </pc:sldMkLst>
        <pc:spChg chg="mod">
          <ac:chgData name="White, Whitney" userId="65f39021-2f1d-4d8b-87dc-b123826f65bf" providerId="ADAL" clId="{1F9FA67C-1BB0-45AB-8DCF-AD5017DF5F1F}" dt="2022-08-03T15:52:11.728" v="134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F9FA67C-1BB0-45AB-8DCF-AD5017DF5F1F}" dt="2022-08-03T15:52:26.274" v="141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1F9FA67C-1BB0-45AB-8DCF-AD5017DF5F1F}" dt="2022-08-03T15:52:41.734" v="143" actId="13926"/>
        <pc:sldMkLst>
          <pc:docMk/>
          <pc:sldMk cId="2569813418" sldId="265"/>
        </pc:sldMkLst>
        <pc:spChg chg="mod">
          <ac:chgData name="White, Whitney" userId="65f39021-2f1d-4d8b-87dc-b123826f65bf" providerId="ADAL" clId="{1F9FA67C-1BB0-45AB-8DCF-AD5017DF5F1F}" dt="2022-08-03T15:52:41.734" v="143" actId="13926"/>
          <ac:spMkLst>
            <pc:docMk/>
            <pc:sldMk cId="2569813418" sldId="265"/>
            <ac:spMk id="3" creationId="{F64339F5-2F5D-46B5-A25D-C197D73747BD}"/>
          </ac:spMkLst>
        </pc:spChg>
      </pc:sldChg>
      <pc:sldChg chg="modSp new mod">
        <pc:chgData name="White, Whitney" userId="65f39021-2f1d-4d8b-87dc-b123826f65bf" providerId="ADAL" clId="{1F9FA67C-1BB0-45AB-8DCF-AD5017DF5F1F}" dt="2022-08-03T16:12:13.618" v="248" actId="120"/>
        <pc:sldMkLst>
          <pc:docMk/>
          <pc:sldMk cId="1566794127" sldId="266"/>
        </pc:sldMkLst>
        <pc:spChg chg="mod">
          <ac:chgData name="White, Whitney" userId="65f39021-2f1d-4d8b-87dc-b123826f65bf" providerId="ADAL" clId="{1F9FA67C-1BB0-45AB-8DCF-AD5017DF5F1F}" dt="2022-08-03T16:11:59.041" v="243" actId="20577"/>
          <ac:spMkLst>
            <pc:docMk/>
            <pc:sldMk cId="1566794127" sldId="266"/>
            <ac:spMk id="2" creationId="{5F62B0DA-F67C-45D3-B552-FC3E86F23820}"/>
          </ac:spMkLst>
        </pc:spChg>
        <pc:spChg chg="mod">
          <ac:chgData name="White, Whitney" userId="65f39021-2f1d-4d8b-87dc-b123826f65bf" providerId="ADAL" clId="{1F9FA67C-1BB0-45AB-8DCF-AD5017DF5F1F}" dt="2022-08-03T16:12:13.618" v="248" actId="120"/>
          <ac:spMkLst>
            <pc:docMk/>
            <pc:sldMk cId="1566794127" sldId="266"/>
            <ac:spMk id="3" creationId="{458CCA6B-7845-4E58-88D7-E821CF242F51}"/>
          </ac:spMkLst>
        </pc:spChg>
      </pc:sldChg>
    </pc:docChg>
  </pc:docChgLst>
  <pc:docChgLst>
    <pc:chgData name="White (she/her), Whitney" userId="65f39021-2f1d-4d8b-87dc-b123826f65bf" providerId="ADAL" clId="{BA0E074D-3D94-435C-981F-ACC131FC1F08}"/>
    <pc:docChg chg="modSld">
      <pc:chgData name="White (she/her), Whitney" userId="65f39021-2f1d-4d8b-87dc-b123826f65bf" providerId="ADAL" clId="{BA0E074D-3D94-435C-981F-ACC131FC1F08}" dt="2023-08-31T01:39:42.016" v="3" actId="20577"/>
      <pc:docMkLst>
        <pc:docMk/>
      </pc:docMkLst>
      <pc:sldChg chg="addSp modSp mod">
        <pc:chgData name="White (she/her), Whitney" userId="65f39021-2f1d-4d8b-87dc-b123826f65bf" providerId="ADAL" clId="{BA0E074D-3D94-435C-981F-ACC131FC1F08}" dt="2023-08-31T01:39:33.413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A0E074D-3D94-435C-981F-ACC131FC1F08}" dt="2023-08-31T01:39:33.413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A0E074D-3D94-435C-981F-ACC131FC1F08}" dt="2023-08-31T01:39:31.408" v="1"/>
          <ac:spMkLst>
            <pc:docMk/>
            <pc:sldMk cId="1482277026" sldId="256"/>
            <ac:spMk id="4" creationId="{3C6B7567-F56F-CE89-9F8C-311A824341BA}"/>
          </ac:spMkLst>
        </pc:spChg>
      </pc:sldChg>
      <pc:sldChg chg="modSp mod">
        <pc:chgData name="White (she/her), Whitney" userId="65f39021-2f1d-4d8b-87dc-b123826f65bf" providerId="ADAL" clId="{BA0E074D-3D94-435C-981F-ACC131FC1F08}" dt="2023-08-31T01:39:42.016" v="3" actId="20577"/>
        <pc:sldMkLst>
          <pc:docMk/>
          <pc:sldMk cId="2569813418" sldId="265"/>
        </pc:sldMkLst>
        <pc:spChg chg="mod">
          <ac:chgData name="White (she/her), Whitney" userId="65f39021-2f1d-4d8b-87dc-b123826f65bf" providerId="ADAL" clId="{BA0E074D-3D94-435C-981F-ACC131FC1F08}" dt="2023-08-31T01:39:42.016" v="3" actId="20577"/>
          <ac:spMkLst>
            <pc:docMk/>
            <pc:sldMk cId="2569813418" sldId="265"/>
            <ac:spMk id="2" creationId="{D7836664-70C0-47BA-9BFF-496A04EBBF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pgD90OsFRXGDAJJADLcfniFl3wMM4MkU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Positive Framing | Frame Redirections Positively,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B7567-F56F-CE89-9F8C-311A824341BA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nalyze and apply the strategy of Positive Framing for building positive relationships with students.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and describe the essential components of Positive Framing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ractice drafting a redirection statement using Positive Framing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dentify and apply effective behavior management techniques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Based on what you have learned so far, why is it important to redirect students by assuming the best?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 can Assume the Best impact classroom culture and build positive relationships with students?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D297B5-09C6-4A89-8B4E-7FD2FBB521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80818"/>
              </p:ext>
            </p:extLst>
          </p:nvPr>
        </p:nvGraphicFramePr>
        <p:xfrm>
          <a:off x="838200" y="1895061"/>
          <a:ext cx="10515600" cy="3816627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2336247796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687829534"/>
                    </a:ext>
                  </a:extLst>
                </a:gridCol>
              </a:tblGrid>
              <a:tr h="12722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Plausible Anonymity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Keeping redirections anonymous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460805"/>
                  </a:ext>
                </a:extLst>
              </a:tr>
              <a:tr h="12722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Emotional Constancy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 your tone and body language to keep feedback positive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651590"/>
                  </a:ext>
                </a:extLst>
              </a:tr>
              <a:tr h="127220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Economy of Language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few words to remain focused on the task at hand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7435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Positive 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in the Now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the Best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Plausible Anonymity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Narrate the Positive and Build Momentum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Challenge!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Talk Expectations and Aspirations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Positive Framing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in the Now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the Best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Plausible Anonymity</a:t>
            </a:r>
            <a:endParaRPr lang="en-US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Narrate the Positive and Build Momentum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Challenge!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Talk Expectations and Aspirations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81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Plausible Anonymity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Redirects students without using their names: Keeping redirections anonymous helps to eliminate attention-seeking behavior. Additionally, for students who are making a good-faith effort to meet expectations, redirecting anonymously both acknowledges their efforts and still upholds expectations.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Economy of Language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Using fewer words helps students to focus on what they need to do to meet expectations and brings everyone back to the lesson as quickly as possible.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Emotional Constancy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Again, it’s wise to use a neutral tone when delivering redirections of any kind.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“Back Pocket” Phrases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A9854E-B357-4F6C-9FA1-81F7ADB3E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587892"/>
              </p:ext>
            </p:extLst>
          </p:nvPr>
        </p:nvGraphicFramePr>
        <p:xfrm>
          <a:off x="1205948" y="1622297"/>
          <a:ext cx="9409043" cy="4650036"/>
        </p:xfrm>
        <a:graphic>
          <a:graphicData uri="http://schemas.openxmlformats.org/drawingml/2006/table">
            <a:tbl>
              <a:tblPr firstRow="1" firstCol="1" bandRow="1"/>
              <a:tblGrid>
                <a:gridCol w="2803786">
                  <a:extLst>
                    <a:ext uri="{9D8B030D-6E8A-4147-A177-3AD203B41FA5}">
                      <a16:colId xmlns:a16="http://schemas.microsoft.com/office/drawing/2014/main" val="4124018129"/>
                    </a:ext>
                  </a:extLst>
                </a:gridCol>
                <a:gridCol w="6605257">
                  <a:extLst>
                    <a:ext uri="{9D8B030D-6E8A-4147-A177-3AD203B41FA5}">
                      <a16:colId xmlns:a16="http://schemas.microsoft.com/office/drawing/2014/main" val="3193327806"/>
                    </a:ext>
                  </a:extLst>
                </a:gridCol>
              </a:tblGrid>
              <a:tr h="263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911470"/>
                  </a:ext>
                </a:extLst>
              </a:tr>
              <a:tr h="13647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Checking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16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16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“Please check your responses for complete sentences.”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33001"/>
                  </a:ext>
                </a:extLst>
              </a:tr>
              <a:tr h="13647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Forgetting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“A couple of us forgot to face our partners with shoulders and eyes when we went into the turn and talk. Let’s try that again.”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99376"/>
                  </a:ext>
                </a:extLst>
              </a:tr>
              <a:tr h="16401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If…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Then…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“If your pencil is in your hand, then please place it in the groove.”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5636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B0DA-F67C-45D3-B552-FC3E86F2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Frame Redirections Positively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CCA6B-7845-4E58-88D7-E821CF24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TLAC Video: Frame Redirections Positively: Patrick Pastore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61D91-A4E0-4358-852D-AE531C10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79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pply the principles of the Assume the Best and Allow Plausible Anonymity techniques to draft a redirection statement for the scenario below from Texas TLAC Online.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Scenario: You signal that you’d like students to stop their independent work and turn their attention to a peer, but two students are still working on their assignments. Practice crafting a statement that Assumes the Best and Allows Plausible Anonymity at the same time.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490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2.07</vt:lpstr>
      <vt:lpstr>TEKS Standards &amp; Objectives</vt:lpstr>
      <vt:lpstr>Bellringer</vt:lpstr>
      <vt:lpstr>Vocabulary</vt:lpstr>
      <vt:lpstr>Six Rules of Positive Framing</vt:lpstr>
      <vt:lpstr>Six Rules of Positive Framing </vt:lpstr>
      <vt:lpstr>Plausible Anonymity</vt:lpstr>
      <vt:lpstr>“Back Pocket” Phrases</vt:lpstr>
      <vt:lpstr>Video: Frame Redirections Positively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2.07: Positive Framing | Frame Redirections Positively, Part II</dc:title>
  <dc:subject>Lesson 2.07: Positive Framing | Frame Redirections Positively,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2023-08-31T01:39:51Z</dcterms:modified>
</cp:coreProperties>
</file>
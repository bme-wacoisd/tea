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67" r:id="rId2"/>
    <p:sldId id="259" r:id="rId3"/>
    <p:sldId id="258" r:id="rId4"/>
    <p:sldId id="261" r:id="rId5"/>
    <p:sldId id="262" r:id="rId6"/>
    <p:sldId id="263" r:id="rId7"/>
    <p:sldId id="266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007800"/>
    <a:srgbClr val="FF0000"/>
    <a:srgbClr val="7800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3485C-4366-4188-9CC3-898F8E550A60}" v="5" dt="2022-09-18T05:05:54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A23485C-4366-4188-9CC3-898F8E550A60}"/>
    <pc:docChg chg="addSld delSld modSld">
      <pc:chgData name="White (she/her), Whitney" userId="65f39021-2f1d-4d8b-87dc-b123826f65bf" providerId="ADAL" clId="{5A23485C-4366-4188-9CC3-898F8E550A60}" dt="2022-09-18T05:05:40.745" v="4" actId="2696"/>
      <pc:docMkLst>
        <pc:docMk/>
      </pc:docMkLst>
      <pc:sldChg chg="del">
        <pc:chgData name="White (she/her), Whitney" userId="65f39021-2f1d-4d8b-87dc-b123826f65bf" providerId="ADAL" clId="{5A23485C-4366-4188-9CC3-898F8E550A60}" dt="2022-09-18T05:05:40.745" v="4" actId="2696"/>
        <pc:sldMkLst>
          <pc:docMk/>
          <pc:sldMk cId="1482277026" sldId="256"/>
        </pc:sldMkLst>
      </pc:sldChg>
      <pc:sldChg chg="modSp add mod">
        <pc:chgData name="White (she/her), Whitney" userId="65f39021-2f1d-4d8b-87dc-b123826f65bf" providerId="ADAL" clId="{5A23485C-4366-4188-9CC3-898F8E550A60}" dt="2022-09-18T05:05:37.164" v="3" actId="20577"/>
        <pc:sldMkLst>
          <pc:docMk/>
          <pc:sldMk cId="1825003618" sldId="267"/>
        </pc:sldMkLst>
        <pc:spChg chg="mod">
          <ac:chgData name="White (she/her), Whitney" userId="65f39021-2f1d-4d8b-87dc-b123826f65bf" providerId="ADAL" clId="{5A23485C-4366-4188-9CC3-898F8E550A60}" dt="2022-09-18T05:05:37.164" v="3" actId="20577"/>
          <ac:spMkLst>
            <pc:docMk/>
            <pc:sldMk cId="1825003618" sldId="267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A23485C-4366-4188-9CC3-898F8E550A60}" dt="2022-09-18T05:05:33.655" v="1"/>
          <ac:spMkLst>
            <pc:docMk/>
            <pc:sldMk cId="1825003618" sldId="267"/>
            <ac:spMk id="3" creationId="{E0FBD98F-3A67-498E-8174-652040DD7B60}"/>
          </ac:spMkLst>
        </pc:spChg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, Whitney" userId="65f39021-2f1d-4d8b-87dc-b123826f65bf" providerId="ADAL" clId="{EE7D4D54-30E1-4D59-A5B1-13B497A054CC}"/>
    <pc:docChg chg="undo custSel addSld modSld sldOrd">
      <pc:chgData name="White, Whitney" userId="65f39021-2f1d-4d8b-87dc-b123826f65bf" providerId="ADAL" clId="{EE7D4D54-30E1-4D59-A5B1-13B497A054CC}" dt="2022-06-13T05:00:22.092" v="2641" actId="20577"/>
      <pc:docMkLst>
        <pc:docMk/>
      </pc:docMkLst>
      <pc:sldChg chg="modSp mod">
        <pc:chgData name="White, Whitney" userId="65f39021-2f1d-4d8b-87dc-b123826f65bf" providerId="ADAL" clId="{EE7D4D54-30E1-4D59-A5B1-13B497A054CC}" dt="2022-06-13T04:26:03.993" v="9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E7D4D54-30E1-4D59-A5B1-13B497A054CC}" dt="2022-06-13T04:25:45.011" v="3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E7D4D54-30E1-4D59-A5B1-13B497A054CC}" dt="2022-06-13T04:26:03.993" v="9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EE7D4D54-30E1-4D59-A5B1-13B497A054CC}" dt="2022-06-13T04:28:50.277" v="511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EE7D4D54-30E1-4D59-A5B1-13B497A054CC}" dt="2022-06-13T04:28:50.277" v="511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EE7D4D54-30E1-4D59-A5B1-13B497A054CC}" dt="2022-06-13T04:26:13.311" v="105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EE7D4D54-30E1-4D59-A5B1-13B497A054CC}" dt="2022-06-13T04:27:46.281" v="39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EE7D4D54-30E1-4D59-A5B1-13B497A054CC}" dt="2022-06-13T04:27:46.281" v="394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EE7D4D54-30E1-4D59-A5B1-13B497A054CC}" dt="2022-06-13T04:26:11.158" v="104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EE7D4D54-30E1-4D59-A5B1-13B497A054CC}" dt="2022-06-13T05:00:22.092" v="2641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EE7D4D54-30E1-4D59-A5B1-13B497A054CC}" dt="2022-06-13T05:00:22.092" v="2641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EE7D4D54-30E1-4D59-A5B1-13B497A054CC}" dt="2022-06-13T04:26:15.087" v="106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modSp add mod">
        <pc:chgData name="White, Whitney" userId="65f39021-2f1d-4d8b-87dc-b123826f65bf" providerId="ADAL" clId="{EE7D4D54-30E1-4D59-A5B1-13B497A054CC}" dt="2022-06-13T04:31:29.276" v="749" actId="207"/>
        <pc:sldMkLst>
          <pc:docMk/>
          <pc:sldMk cId="400161017" sldId="261"/>
        </pc:sldMkLst>
        <pc:spChg chg="mod">
          <ac:chgData name="White, Whitney" userId="65f39021-2f1d-4d8b-87dc-b123826f65bf" providerId="ADAL" clId="{EE7D4D54-30E1-4D59-A5B1-13B497A054CC}" dt="2022-06-13T04:29:17.062" v="547" actId="20577"/>
          <ac:spMkLst>
            <pc:docMk/>
            <pc:sldMk cId="400161017" sldId="261"/>
            <ac:spMk id="2" creationId="{2F03F004-EE4F-44F2-AA0E-56B8CFF11342}"/>
          </ac:spMkLst>
        </pc:spChg>
        <pc:spChg chg="mod">
          <ac:chgData name="White, Whitney" userId="65f39021-2f1d-4d8b-87dc-b123826f65bf" providerId="ADAL" clId="{EE7D4D54-30E1-4D59-A5B1-13B497A054CC}" dt="2022-06-13T04:31:29.276" v="749" actId="207"/>
          <ac:spMkLst>
            <pc:docMk/>
            <pc:sldMk cId="400161017" sldId="261"/>
            <ac:spMk id="3" creationId="{392BE286-77A6-49DD-B15D-7E4718D52FE7}"/>
          </ac:spMkLst>
        </pc:spChg>
      </pc:sldChg>
      <pc:sldChg chg="modSp add mod modAnim">
        <pc:chgData name="White, Whitney" userId="65f39021-2f1d-4d8b-87dc-b123826f65bf" providerId="ADAL" clId="{EE7D4D54-30E1-4D59-A5B1-13B497A054CC}" dt="2022-06-13T04:35:25.797" v="1240"/>
        <pc:sldMkLst>
          <pc:docMk/>
          <pc:sldMk cId="1503919036" sldId="262"/>
        </pc:sldMkLst>
        <pc:spChg chg="mod">
          <ac:chgData name="White, Whitney" userId="65f39021-2f1d-4d8b-87dc-b123826f65bf" providerId="ADAL" clId="{EE7D4D54-30E1-4D59-A5B1-13B497A054CC}" dt="2022-06-13T04:32:21.662" v="770" actId="20577"/>
          <ac:spMkLst>
            <pc:docMk/>
            <pc:sldMk cId="1503919036" sldId="262"/>
            <ac:spMk id="2" creationId="{2F03F004-EE4F-44F2-AA0E-56B8CFF11342}"/>
          </ac:spMkLst>
        </pc:spChg>
        <pc:spChg chg="mod">
          <ac:chgData name="White, Whitney" userId="65f39021-2f1d-4d8b-87dc-b123826f65bf" providerId="ADAL" clId="{EE7D4D54-30E1-4D59-A5B1-13B497A054CC}" dt="2022-06-13T04:35:07.312" v="1235" actId="207"/>
          <ac:spMkLst>
            <pc:docMk/>
            <pc:sldMk cId="1503919036" sldId="262"/>
            <ac:spMk id="3" creationId="{392BE286-77A6-49DD-B15D-7E4718D52FE7}"/>
          </ac:spMkLst>
        </pc:spChg>
      </pc:sldChg>
      <pc:sldChg chg="addSp delSp modSp add mod modAnim">
        <pc:chgData name="White, Whitney" userId="65f39021-2f1d-4d8b-87dc-b123826f65bf" providerId="ADAL" clId="{EE7D4D54-30E1-4D59-A5B1-13B497A054CC}" dt="2022-06-13T04:45:49.148" v="1951"/>
        <pc:sldMkLst>
          <pc:docMk/>
          <pc:sldMk cId="635314610" sldId="263"/>
        </pc:sldMkLst>
        <pc:spChg chg="mod">
          <ac:chgData name="White, Whitney" userId="65f39021-2f1d-4d8b-87dc-b123826f65bf" providerId="ADAL" clId="{EE7D4D54-30E1-4D59-A5B1-13B497A054CC}" dt="2022-06-13T04:36:28.004" v="1308" actId="20577"/>
          <ac:spMkLst>
            <pc:docMk/>
            <pc:sldMk cId="635314610" sldId="263"/>
            <ac:spMk id="2" creationId="{2F03F004-EE4F-44F2-AA0E-56B8CFF11342}"/>
          </ac:spMkLst>
        </pc:spChg>
        <pc:spChg chg="del">
          <ac:chgData name="White, Whitney" userId="65f39021-2f1d-4d8b-87dc-b123826f65bf" providerId="ADAL" clId="{EE7D4D54-30E1-4D59-A5B1-13B497A054CC}" dt="2022-06-13T04:36:40.793" v="1309" actId="3680"/>
          <ac:spMkLst>
            <pc:docMk/>
            <pc:sldMk cId="635314610" sldId="263"/>
            <ac:spMk id="3" creationId="{392BE286-77A6-49DD-B15D-7E4718D52FE7}"/>
          </ac:spMkLst>
        </pc:spChg>
        <pc:spChg chg="add del mod">
          <ac:chgData name="White, Whitney" userId="65f39021-2f1d-4d8b-87dc-b123826f65bf" providerId="ADAL" clId="{EE7D4D54-30E1-4D59-A5B1-13B497A054CC}" dt="2022-06-13T04:42:23.987" v="1532" actId="3680"/>
          <ac:spMkLst>
            <pc:docMk/>
            <pc:sldMk cId="635314610" sldId="263"/>
            <ac:spMk id="7" creationId="{540AD0C3-0A61-4740-8642-1DBCCE3CF2C7}"/>
          </ac:spMkLst>
        </pc:spChg>
        <pc:spChg chg="add del mod">
          <ac:chgData name="White, Whitney" userId="65f39021-2f1d-4d8b-87dc-b123826f65bf" providerId="ADAL" clId="{EE7D4D54-30E1-4D59-A5B1-13B497A054CC}" dt="2022-06-13T04:44:01.765" v="1762"/>
          <ac:spMkLst>
            <pc:docMk/>
            <pc:sldMk cId="635314610" sldId="263"/>
            <ac:spMk id="9" creationId="{DC26CE72-396D-4337-AA74-EEF301F0846E}"/>
          </ac:spMkLst>
        </pc:spChg>
        <pc:graphicFrameChg chg="add del mod ord modGraphic">
          <ac:chgData name="White, Whitney" userId="65f39021-2f1d-4d8b-87dc-b123826f65bf" providerId="ADAL" clId="{EE7D4D54-30E1-4D59-A5B1-13B497A054CC}" dt="2022-06-13T04:42:18.886" v="1531" actId="478"/>
          <ac:graphicFrameMkLst>
            <pc:docMk/>
            <pc:sldMk cId="635314610" sldId="263"/>
            <ac:graphicFrameMk id="4" creationId="{29962FEE-65CB-4486-84E8-8E25A15229FF}"/>
          </ac:graphicFrameMkLst>
        </pc:graphicFrameChg>
        <pc:graphicFrameChg chg="add mod ord modGraphic">
          <ac:chgData name="White, Whitney" userId="65f39021-2f1d-4d8b-87dc-b123826f65bf" providerId="ADAL" clId="{EE7D4D54-30E1-4D59-A5B1-13B497A054CC}" dt="2022-06-13T04:43:28.468" v="1758" actId="14734"/>
          <ac:graphicFrameMkLst>
            <pc:docMk/>
            <pc:sldMk cId="635314610" sldId="263"/>
            <ac:graphicFrameMk id="8" creationId="{23C65582-53A2-4D2A-97AD-B97B1D900ADF}"/>
          </ac:graphicFrameMkLst>
        </pc:graphicFrameChg>
        <pc:graphicFrameChg chg="add mod modGraphic">
          <ac:chgData name="White, Whitney" userId="65f39021-2f1d-4d8b-87dc-b123826f65bf" providerId="ADAL" clId="{EE7D4D54-30E1-4D59-A5B1-13B497A054CC}" dt="2022-06-13T04:45:32.831" v="1949" actId="14100"/>
          <ac:graphicFrameMkLst>
            <pc:docMk/>
            <pc:sldMk cId="635314610" sldId="263"/>
            <ac:graphicFrameMk id="10" creationId="{0E0791AF-51AD-41B8-80B7-231E0BD1E085}"/>
          </ac:graphicFrameMkLst>
        </pc:graphicFrameChg>
      </pc:sldChg>
      <pc:sldChg chg="addSp delSp modSp add mod modAnim">
        <pc:chgData name="White, Whitney" userId="65f39021-2f1d-4d8b-87dc-b123826f65bf" providerId="ADAL" clId="{EE7D4D54-30E1-4D59-A5B1-13B497A054CC}" dt="2022-06-13T04:54:47.808" v="2161" actId="1076"/>
        <pc:sldMkLst>
          <pc:docMk/>
          <pc:sldMk cId="212851253" sldId="264"/>
        </pc:sldMkLst>
        <pc:spChg chg="mod">
          <ac:chgData name="White, Whitney" userId="65f39021-2f1d-4d8b-87dc-b123826f65bf" providerId="ADAL" clId="{EE7D4D54-30E1-4D59-A5B1-13B497A054CC}" dt="2022-06-13T04:48:43.972" v="1996" actId="20577"/>
          <ac:spMkLst>
            <pc:docMk/>
            <pc:sldMk cId="212851253" sldId="264"/>
            <ac:spMk id="2" creationId="{2F03F004-EE4F-44F2-AA0E-56B8CFF11342}"/>
          </ac:spMkLst>
        </pc:spChg>
        <pc:spChg chg="del mod">
          <ac:chgData name="White, Whitney" userId="65f39021-2f1d-4d8b-87dc-b123826f65bf" providerId="ADAL" clId="{EE7D4D54-30E1-4D59-A5B1-13B497A054CC}" dt="2022-06-13T04:48:47.031" v="1998"/>
          <ac:spMkLst>
            <pc:docMk/>
            <pc:sldMk cId="212851253" sldId="264"/>
            <ac:spMk id="3" creationId="{392BE286-77A6-49DD-B15D-7E4718D52FE7}"/>
          </ac:spMkLst>
        </pc:spChg>
        <pc:spChg chg="add mod">
          <ac:chgData name="White, Whitney" userId="65f39021-2f1d-4d8b-87dc-b123826f65bf" providerId="ADAL" clId="{EE7D4D54-30E1-4D59-A5B1-13B497A054CC}" dt="2022-06-13T04:51:51.538" v="2123" actId="404"/>
          <ac:spMkLst>
            <pc:docMk/>
            <pc:sldMk cId="212851253" sldId="264"/>
            <ac:spMk id="4" creationId="{A1A25555-460E-42D6-8594-9F87873ABCF7}"/>
          </ac:spMkLst>
        </pc:spChg>
        <pc:spChg chg="add mod">
          <ac:chgData name="White, Whitney" userId="65f39021-2f1d-4d8b-87dc-b123826f65bf" providerId="ADAL" clId="{EE7D4D54-30E1-4D59-A5B1-13B497A054CC}" dt="2022-06-13T04:54:47.808" v="2161" actId="1076"/>
          <ac:spMkLst>
            <pc:docMk/>
            <pc:sldMk cId="212851253" sldId="264"/>
            <ac:spMk id="9" creationId="{BB263A74-B602-4CF6-8C50-9EAEA30E86D4}"/>
          </ac:spMkLst>
        </pc:spChg>
        <pc:graphicFrameChg chg="add mod modGraphic">
          <ac:chgData name="White, Whitney" userId="65f39021-2f1d-4d8b-87dc-b123826f65bf" providerId="ADAL" clId="{EE7D4D54-30E1-4D59-A5B1-13B497A054CC}" dt="2022-06-13T04:54:40.802" v="2160"/>
          <ac:graphicFrameMkLst>
            <pc:docMk/>
            <pc:sldMk cId="212851253" sldId="264"/>
            <ac:graphicFrameMk id="7" creationId="{4C315CED-DE87-405E-A267-5393765C4081}"/>
          </ac:graphicFrameMkLst>
        </pc:graphicFrameChg>
        <pc:picChg chg="add mod">
          <ac:chgData name="White, Whitney" userId="65f39021-2f1d-4d8b-87dc-b123826f65bf" providerId="ADAL" clId="{EE7D4D54-30E1-4D59-A5B1-13B497A054CC}" dt="2022-06-13T04:48:59.674" v="2001" actId="1076"/>
          <ac:picMkLst>
            <pc:docMk/>
            <pc:sldMk cId="212851253" sldId="264"/>
            <ac:picMk id="6" creationId="{8452FAF6-1107-4AD8-97C0-44FFF60857D8}"/>
          </ac:picMkLst>
        </pc:picChg>
      </pc:sldChg>
      <pc:sldChg chg="addSp delSp modSp add mod modAnim">
        <pc:chgData name="White, Whitney" userId="65f39021-2f1d-4d8b-87dc-b123826f65bf" providerId="ADAL" clId="{EE7D4D54-30E1-4D59-A5B1-13B497A054CC}" dt="2022-06-13T04:56:38.405" v="2169"/>
        <pc:sldMkLst>
          <pc:docMk/>
          <pc:sldMk cId="1360257768" sldId="265"/>
        </pc:sldMkLst>
        <pc:spChg chg="mod">
          <ac:chgData name="White, Whitney" userId="65f39021-2f1d-4d8b-87dc-b123826f65bf" providerId="ADAL" clId="{EE7D4D54-30E1-4D59-A5B1-13B497A054CC}" dt="2022-06-13T04:53:04.252" v="2143" actId="20577"/>
          <ac:spMkLst>
            <pc:docMk/>
            <pc:sldMk cId="1360257768" sldId="265"/>
            <ac:spMk id="2" creationId="{2F03F004-EE4F-44F2-AA0E-56B8CFF11342}"/>
          </ac:spMkLst>
        </pc:spChg>
        <pc:spChg chg="del mod">
          <ac:chgData name="White, Whitney" userId="65f39021-2f1d-4d8b-87dc-b123826f65bf" providerId="ADAL" clId="{EE7D4D54-30E1-4D59-A5B1-13B497A054CC}" dt="2022-06-13T04:53:17.648" v="2145"/>
          <ac:spMkLst>
            <pc:docMk/>
            <pc:sldMk cId="1360257768" sldId="265"/>
            <ac:spMk id="3" creationId="{392BE286-77A6-49DD-B15D-7E4718D52FE7}"/>
          </ac:spMkLst>
        </pc:spChg>
        <pc:spChg chg="add mod">
          <ac:chgData name="White, Whitney" userId="65f39021-2f1d-4d8b-87dc-b123826f65bf" providerId="ADAL" clId="{EE7D4D54-30E1-4D59-A5B1-13B497A054CC}" dt="2022-06-13T04:55:15.742" v="2163" actId="1076"/>
          <ac:spMkLst>
            <pc:docMk/>
            <pc:sldMk cId="1360257768" sldId="265"/>
            <ac:spMk id="6" creationId="{3B24464A-C110-4E94-872B-9ED257C4EBA6}"/>
          </ac:spMkLst>
        </pc:spChg>
        <pc:spChg chg="add mod">
          <ac:chgData name="White, Whitney" userId="65f39021-2f1d-4d8b-87dc-b123826f65bf" providerId="ADAL" clId="{EE7D4D54-30E1-4D59-A5B1-13B497A054CC}" dt="2022-06-13T04:56:11.510" v="2167" actId="1076"/>
          <ac:spMkLst>
            <pc:docMk/>
            <pc:sldMk cId="1360257768" sldId="265"/>
            <ac:spMk id="8" creationId="{50581E43-8041-49CC-850F-41ABA1EC3372}"/>
          </ac:spMkLst>
        </pc:spChg>
        <pc:graphicFrameChg chg="add mod modGraphic">
          <ac:chgData name="White, Whitney" userId="65f39021-2f1d-4d8b-87dc-b123826f65bf" providerId="ADAL" clId="{EE7D4D54-30E1-4D59-A5B1-13B497A054CC}" dt="2022-06-13T04:54:30.557" v="2159"/>
          <ac:graphicFrameMkLst>
            <pc:docMk/>
            <pc:sldMk cId="1360257768" sldId="265"/>
            <ac:graphicFrameMk id="4" creationId="{40EA065B-4B09-48AF-B0C3-CA0A9CDFEE27}"/>
          </ac:graphicFrameMkLst>
        </pc:graphicFrameChg>
        <pc:graphicFrameChg chg="add mod">
          <ac:chgData name="White, Whitney" userId="65f39021-2f1d-4d8b-87dc-b123826f65bf" providerId="ADAL" clId="{EE7D4D54-30E1-4D59-A5B1-13B497A054CC}" dt="2022-06-13T04:55:47.787" v="2165" actId="1076"/>
          <ac:graphicFrameMkLst>
            <pc:docMk/>
            <pc:sldMk cId="1360257768" sldId="265"/>
            <ac:graphicFrameMk id="7" creationId="{1194F7F7-A6F7-44E3-A058-6477AEFF7DB3}"/>
          </ac:graphicFrameMkLst>
        </pc:graphicFrameChg>
      </pc:sldChg>
      <pc:sldChg chg="addSp delSp modSp new mod">
        <pc:chgData name="White, Whitney" userId="65f39021-2f1d-4d8b-87dc-b123826f65bf" providerId="ADAL" clId="{EE7D4D54-30E1-4D59-A5B1-13B497A054CC}" dt="2022-06-13T04:48:09.353" v="1989" actId="14100"/>
        <pc:sldMkLst>
          <pc:docMk/>
          <pc:sldMk cId="3997220128" sldId="266"/>
        </pc:sldMkLst>
        <pc:spChg chg="mod">
          <ac:chgData name="White, Whitney" userId="65f39021-2f1d-4d8b-87dc-b123826f65bf" providerId="ADAL" clId="{EE7D4D54-30E1-4D59-A5B1-13B497A054CC}" dt="2022-06-13T04:46:51.053" v="1975" actId="20577"/>
          <ac:spMkLst>
            <pc:docMk/>
            <pc:sldMk cId="3997220128" sldId="266"/>
            <ac:spMk id="2" creationId="{F0105ACC-61B4-4D78-975B-A2D0A81F34CB}"/>
          </ac:spMkLst>
        </pc:spChg>
        <pc:spChg chg="del">
          <ac:chgData name="White, Whitney" userId="65f39021-2f1d-4d8b-87dc-b123826f65bf" providerId="ADAL" clId="{EE7D4D54-30E1-4D59-A5B1-13B497A054CC}" dt="2022-06-13T04:47:04.735" v="1976"/>
          <ac:spMkLst>
            <pc:docMk/>
            <pc:sldMk cId="3997220128" sldId="266"/>
            <ac:spMk id="3" creationId="{F11E2532-A4F9-417F-BF43-81DFF05F62A5}"/>
          </ac:spMkLst>
        </pc:spChg>
        <pc:spChg chg="del">
          <ac:chgData name="White, Whitney" userId="65f39021-2f1d-4d8b-87dc-b123826f65bf" providerId="ADAL" clId="{EE7D4D54-30E1-4D59-A5B1-13B497A054CC}" dt="2022-06-13T04:46:21.308" v="1952" actId="478"/>
          <ac:spMkLst>
            <pc:docMk/>
            <pc:sldMk cId="3997220128" sldId="266"/>
            <ac:spMk id="4" creationId="{06A0063D-0E06-4058-ADF1-DECEC86F5D0E}"/>
          </ac:spMkLst>
        </pc:spChg>
        <pc:spChg chg="add del mod">
          <ac:chgData name="White, Whitney" userId="65f39021-2f1d-4d8b-87dc-b123826f65bf" providerId="ADAL" clId="{EE7D4D54-30E1-4D59-A5B1-13B497A054CC}" dt="2022-06-13T04:47:50.065" v="1986"/>
          <ac:spMkLst>
            <pc:docMk/>
            <pc:sldMk cId="3997220128" sldId="266"/>
            <ac:spMk id="8" creationId="{27522C3A-69A9-48C9-BEFB-56681992512E}"/>
          </ac:spMkLst>
        </pc:spChg>
        <pc:picChg chg="add del mod">
          <ac:chgData name="White, Whitney" userId="65f39021-2f1d-4d8b-87dc-b123826f65bf" providerId="ADAL" clId="{EE7D4D54-30E1-4D59-A5B1-13B497A054CC}" dt="2022-06-13T04:47:43.333" v="1984" actId="21"/>
          <ac:picMkLst>
            <pc:docMk/>
            <pc:sldMk cId="3997220128" sldId="266"/>
            <ac:picMk id="6" creationId="{4E1A7F7F-CEA0-4247-B476-B761C87DC252}"/>
          </ac:picMkLst>
        </pc:picChg>
        <pc:picChg chg="add mod">
          <ac:chgData name="White, Whitney" userId="65f39021-2f1d-4d8b-87dc-b123826f65bf" providerId="ADAL" clId="{EE7D4D54-30E1-4D59-A5B1-13B497A054CC}" dt="2022-06-13T04:48:09.353" v="1989" actId="14100"/>
          <ac:picMkLst>
            <pc:docMk/>
            <pc:sldMk cId="3997220128" sldId="266"/>
            <ac:picMk id="9" creationId="{4B1F0BCC-A770-42E9-8673-A8CDED189A40}"/>
          </ac:picMkLst>
        </pc:pic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Components of a High-Quality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7B98B-79D1-639F-40EA-DBB087A48236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0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…identify and describe the components of a high-quality objective.</a:t>
            </a:r>
          </a:p>
          <a:p>
            <a:pPr marL="0" indent="0">
              <a:buNone/>
            </a:pPr>
            <a:r>
              <a:rPr lang="en-US" dirty="0"/>
              <a:t>…identify and evaluate the objectives of a lesson to determine if they are SMART.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read each standard and determine which objective best aligns to the standard.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High-Quality Objectives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an objective to be high-quality it also needs to be </a:t>
            </a:r>
            <a:r>
              <a:rPr lang="en-US" b="1" dirty="0">
                <a:solidFill>
                  <a:srgbClr val="007800"/>
                </a:solidFill>
              </a:rPr>
              <a:t>SMART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S</a:t>
            </a:r>
            <a:r>
              <a:rPr lang="en-US" sz="4000" dirty="0"/>
              <a:t>pecific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M</a:t>
            </a:r>
            <a:r>
              <a:rPr lang="en-US" sz="4000" dirty="0"/>
              <a:t>easurable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A</a:t>
            </a:r>
            <a:r>
              <a:rPr lang="en-US" sz="4000" dirty="0"/>
              <a:t>ttainable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R</a:t>
            </a:r>
            <a:r>
              <a:rPr lang="en-US" sz="4000" dirty="0"/>
              <a:t>esults-Focused</a:t>
            </a:r>
          </a:p>
          <a:p>
            <a:pPr marL="457200" lvl="1" indent="0">
              <a:buNone/>
            </a:pPr>
            <a:r>
              <a:rPr lang="en-US" sz="4000" b="1" dirty="0">
                <a:solidFill>
                  <a:srgbClr val="007800"/>
                </a:solidFill>
              </a:rPr>
              <a:t>				T</a:t>
            </a:r>
            <a:r>
              <a:rPr lang="en-US" sz="4000" dirty="0"/>
              <a:t>ime-Focused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6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S</a:t>
            </a:r>
            <a:r>
              <a:rPr lang="en-US" b="1" dirty="0"/>
              <a:t>pecific: </a:t>
            </a:r>
            <a:r>
              <a:rPr lang="en-US" dirty="0"/>
              <a:t>Detailed and has a clear outcome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M</a:t>
            </a:r>
            <a:r>
              <a:rPr lang="en-US" b="1" dirty="0"/>
              <a:t>easurable: </a:t>
            </a:r>
            <a:r>
              <a:rPr lang="en-US" dirty="0"/>
              <a:t>Easily assessed or tracked to determine if the expectation has been met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A</a:t>
            </a:r>
            <a:r>
              <a:rPr lang="en-US" b="1" dirty="0"/>
              <a:t>ttainable: </a:t>
            </a:r>
            <a:r>
              <a:rPr lang="en-US" dirty="0"/>
              <a:t>Reasonably challenging and can be achieved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R</a:t>
            </a:r>
            <a:r>
              <a:rPr lang="en-US" b="1" dirty="0"/>
              <a:t>esults-Focused: </a:t>
            </a:r>
            <a:r>
              <a:rPr lang="en-US" dirty="0"/>
              <a:t>Aligned with the standard or expectations for what students should know and be able to do at each grade level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007800"/>
                </a:solidFill>
              </a:rPr>
              <a:t>T</a:t>
            </a:r>
            <a:r>
              <a:rPr lang="en-US" b="1" dirty="0"/>
              <a:t>ime-Focused: </a:t>
            </a:r>
            <a:r>
              <a:rPr lang="en-US" dirty="0"/>
              <a:t>sets a time frame for when the goal should be achieved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1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Objectives Example and Non-Example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3C65582-53A2-4D2A-97AD-B97B1D900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957798"/>
              </p:ext>
            </p:extLst>
          </p:nvPr>
        </p:nvGraphicFramePr>
        <p:xfrm>
          <a:off x="838200" y="1825625"/>
          <a:ext cx="10515600" cy="242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293490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2966924"/>
                    </a:ext>
                  </a:extLst>
                </a:gridCol>
              </a:tblGrid>
              <a:tr h="5410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Non-Example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61234"/>
                  </a:ext>
                </a:extLst>
              </a:tr>
              <a:tr h="188697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Students will partition shapes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Students will partition circles and rectangles into equal parts, and describe those parts as halves, fourths, and eighths.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052029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E0791AF-51AD-41B8-80B7-231E0BD1E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166564"/>
              </p:ext>
            </p:extLst>
          </p:nvPr>
        </p:nvGraphicFramePr>
        <p:xfrm>
          <a:off x="838198" y="4600327"/>
          <a:ext cx="10515599" cy="549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60201064"/>
                    </a:ext>
                  </a:extLst>
                </a:gridCol>
              </a:tblGrid>
              <a:tr h="5498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2.3A-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partition objects into equal parts and name the parts, including halves, fourths, and eights, using words.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238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3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5ACC-61B4-4D78-975B-A2D0A81F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Focused Objectives</a:t>
            </a:r>
          </a:p>
        </p:txBody>
      </p:sp>
      <p:pic>
        <p:nvPicPr>
          <p:cNvPr id="9" name="Content Placeholder 8" descr="An example of a time focused lesson (second grade), showing that the topic (Composite Shapes and Fraction Concepts) will be taught over three lessons. Lesson 6: Combine shapes to create a composite shape; create a new shape from composite shapes. Lesson 7-8: Interpret equal shares in composite shapes as halves, thirds, and fourths.">
            <a:extLst>
              <a:ext uri="{FF2B5EF4-FFF2-40B4-BE49-F238E27FC236}">
                <a16:creationId xmlns:a16="http://schemas.microsoft.com/office/drawing/2014/main" id="{4B1F0BCC-A770-42E9-8673-A8CDED189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8145"/>
            <a:ext cx="8715375" cy="19716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7AEB8-D264-4170-967F-ADEEE836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22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 descr="Text: Students will read and spell one-syllable words with /a/&gt;'a' and /i/&gt;'i'.">
            <a:extLst>
              <a:ext uri="{FF2B5EF4-FFF2-40B4-BE49-F238E27FC236}">
                <a16:creationId xmlns:a16="http://schemas.microsoft.com/office/drawing/2014/main" id="{8452FAF6-1107-4AD8-97C0-44FFF6085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8839"/>
            <a:ext cx="9315450" cy="952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A25555-460E-42D6-8594-9F87873ABCF7}"/>
              </a:ext>
            </a:extLst>
          </p:cNvPr>
          <p:cNvSpPr txBox="1"/>
          <p:nvPr/>
        </p:nvSpPr>
        <p:spPr>
          <a:xfrm>
            <a:off x="838200" y="3240741"/>
            <a:ext cx="621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this goal </a:t>
            </a:r>
            <a:r>
              <a:rPr lang="en-US" sz="2400" b="1" dirty="0"/>
              <a:t>SMART?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315CED-DE87-405E-A267-5393765C4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76188"/>
              </p:ext>
            </p:extLst>
          </p:nvPr>
        </p:nvGraphicFramePr>
        <p:xfrm>
          <a:off x="838200" y="4185923"/>
          <a:ext cx="9315450" cy="952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15450">
                  <a:extLst>
                    <a:ext uri="{9D8B030D-6E8A-4147-A177-3AD203B41FA5}">
                      <a16:colId xmlns:a16="http://schemas.microsoft.com/office/drawing/2014/main" val="4078013983"/>
                    </a:ext>
                  </a:extLst>
                </a:gridCol>
              </a:tblGrid>
              <a:tr h="95249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effectLst/>
                        </a:rPr>
                        <a:t>TEKS 2.2.B.i -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Demonstrate and apply phonetic knowledge by decoding words with short, long, or variant vowels, trigraphs and blends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325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263A74-B602-4CF6-8C50-9EAEA30E86D4}"/>
              </a:ext>
            </a:extLst>
          </p:cNvPr>
          <p:cNvSpPr txBox="1"/>
          <p:nvPr/>
        </p:nvSpPr>
        <p:spPr>
          <a:xfrm>
            <a:off x="838200" y="5285720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Does the objective </a:t>
            </a:r>
            <a:r>
              <a:rPr lang="en-US" sz="2400" b="1" dirty="0"/>
              <a:t>align </a:t>
            </a:r>
            <a:r>
              <a:rPr lang="en-US" sz="2400" dirty="0"/>
              <a:t>with the standard?</a:t>
            </a:r>
          </a:p>
        </p:txBody>
      </p:sp>
    </p:spTree>
    <p:extLst>
      <p:ext uri="{BB962C8B-B14F-4D97-AF65-F5344CB8AC3E}">
        <p14:creationId xmlns:p14="http://schemas.microsoft.com/office/powerpoint/2010/main" val="21285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EA065B-4B09-48AF-B0C3-CA0A9CDFE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668489"/>
              </p:ext>
            </p:extLst>
          </p:nvPr>
        </p:nvGraphicFramePr>
        <p:xfrm>
          <a:off x="838200" y="1977837"/>
          <a:ext cx="9677400" cy="58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77400">
                  <a:extLst>
                    <a:ext uri="{9D8B030D-6E8A-4147-A177-3AD203B41FA5}">
                      <a16:colId xmlns:a16="http://schemas.microsoft.com/office/drawing/2014/main" val="705344848"/>
                    </a:ext>
                  </a:extLst>
                </a:gridCol>
              </a:tblGrid>
              <a:tr h="585253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Students will decode words. 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6646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4464A-C110-4E94-872B-9ED257C4EBA6}"/>
              </a:ext>
            </a:extLst>
          </p:cNvPr>
          <p:cNvSpPr txBox="1"/>
          <p:nvPr/>
        </p:nvSpPr>
        <p:spPr>
          <a:xfrm>
            <a:off x="838200" y="2894820"/>
            <a:ext cx="621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this goal </a:t>
            </a:r>
            <a:r>
              <a:rPr lang="en-US" sz="2400" b="1" dirty="0"/>
              <a:t>SMART?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94F7F7-A6F7-44E3-A058-6477AEFF7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09908"/>
              </p:ext>
            </p:extLst>
          </p:nvPr>
        </p:nvGraphicFramePr>
        <p:xfrm>
          <a:off x="838200" y="3774197"/>
          <a:ext cx="9315450" cy="952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15450">
                  <a:extLst>
                    <a:ext uri="{9D8B030D-6E8A-4147-A177-3AD203B41FA5}">
                      <a16:colId xmlns:a16="http://schemas.microsoft.com/office/drawing/2014/main" val="4078013983"/>
                    </a:ext>
                  </a:extLst>
                </a:gridCol>
              </a:tblGrid>
              <a:tr h="95249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effectLst/>
                        </a:rPr>
                        <a:t>TEKS 2.2.B.i -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</a:rPr>
                        <a:t>Demonstrate and apply phonetic knowledge by decoding words with short, long, or variant vowels, trigraphs and blends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32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581E43-8041-49CC-850F-41ABA1EC3372}"/>
              </a:ext>
            </a:extLst>
          </p:cNvPr>
          <p:cNvSpPr txBox="1"/>
          <p:nvPr/>
        </p:nvSpPr>
        <p:spPr>
          <a:xfrm>
            <a:off x="838200" y="5079857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Does the objective </a:t>
            </a:r>
            <a:r>
              <a:rPr lang="en-US" sz="2400" b="1" dirty="0"/>
              <a:t>align </a:t>
            </a:r>
            <a:r>
              <a:rPr lang="en-US" sz="2400" dirty="0"/>
              <a:t>with the standard?</a:t>
            </a:r>
          </a:p>
        </p:txBody>
      </p:sp>
    </p:spTree>
    <p:extLst>
      <p:ext uri="{BB962C8B-B14F-4D97-AF65-F5344CB8AC3E}">
        <p14:creationId xmlns:p14="http://schemas.microsoft.com/office/powerpoint/2010/main" val="136025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the standard below and answer the questions in your Student Guide.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TEKS 1.3B: Use objects and </a:t>
            </a:r>
            <a:r>
              <a:rPr lang="en-US" dirty="0" err="1"/>
              <a:t>pictoral</a:t>
            </a:r>
            <a:r>
              <a:rPr lang="en-US" dirty="0"/>
              <a:t> models to solve word problems involving joining, separating, and comparing sets within 20 and unknowns as any one f the terms in the </a:t>
            </a:r>
            <a:r>
              <a:rPr lang="en-US"/>
              <a:t>problem such as 2+4=[ ]; 3+[ ]=7; and 5=[ ]-3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417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Instructional Practices| Unit 6: Instructional Alignment| Lesson 6.05</vt:lpstr>
      <vt:lpstr>TEKS Standards &amp; Objectives</vt:lpstr>
      <vt:lpstr>Bellringer</vt:lpstr>
      <vt:lpstr>Identifying High-Quality Objectives </vt:lpstr>
      <vt:lpstr>SMART Objectives</vt:lpstr>
      <vt:lpstr>SMART Objectives Example and Non-Example</vt:lpstr>
      <vt:lpstr>Time Focused Objectives</vt:lpstr>
      <vt:lpstr>Example</vt:lpstr>
      <vt:lpstr>Non-Example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6.05: Components of a High-Quality Objective</dc:title>
  <dc:subject>Lesson 6.05: Components of a High-Quality Objective</dc:subject>
  <dc:creator>Texas Education Agency</dc:creator>
  <cp:lastModifiedBy>London White</cp:lastModifiedBy>
  <cp:revision>3</cp:revision>
  <dcterms:created xsi:type="dcterms:W3CDTF">2022-05-09T19:40:20Z</dcterms:created>
  <dcterms:modified xsi:type="dcterms:W3CDTF">2023-08-31T04:36:50Z</dcterms:modified>
</cp:coreProperties>
</file>
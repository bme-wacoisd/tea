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0"/>
  </p:notesMasterIdLst>
  <p:sldIdLst>
    <p:sldId id="285" r:id="rId3"/>
    <p:sldId id="286" r:id="rId4"/>
    <p:sldId id="287" r:id="rId5"/>
    <p:sldId id="290" r:id="rId6"/>
    <p:sldId id="289" r:id="rId7"/>
    <p:sldId id="288" r:id="rId8"/>
    <p:sldId id="2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CA6BD-79CE-4615-A3D5-A9C944C11259}" v="10" dt="2022-09-17T05:36:29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4DCA6BD-79CE-4615-A3D5-A9C944C11259}"/>
    <pc:docChg chg="custSel delSld modSld sldOrd">
      <pc:chgData name="White (she/her), Whitney" userId="65f39021-2f1d-4d8b-87dc-b123826f65bf" providerId="ADAL" clId="{54DCA6BD-79CE-4615-A3D5-A9C944C11259}" dt="2022-09-17T05:38:12.002" v="1008" actId="114"/>
      <pc:docMkLst>
        <pc:docMk/>
      </pc:docMkLst>
      <pc:sldChg chg="del">
        <pc:chgData name="White (she/her), Whitney" userId="65f39021-2f1d-4d8b-87dc-b123826f65bf" providerId="ADAL" clId="{54DCA6BD-79CE-4615-A3D5-A9C944C11259}" dt="2022-09-17T03:47:36.034" v="19" actId="2696"/>
        <pc:sldMkLst>
          <pc:docMk/>
          <pc:sldMk cId="2875402532" sldId="257"/>
        </pc:sldMkLst>
      </pc:sldChg>
      <pc:sldChg chg="modSp mod">
        <pc:chgData name="White (she/her), Whitney" userId="65f39021-2f1d-4d8b-87dc-b123826f65bf" providerId="ADAL" clId="{54DCA6BD-79CE-4615-A3D5-A9C944C11259}" dt="2022-09-16T03:50:34.143" v="18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54DCA6BD-79CE-4615-A3D5-A9C944C11259}" dt="2022-09-16T03:50:34.143" v="18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4DCA6BD-79CE-4615-A3D5-A9C944C11259}" dt="2022-09-16T03:50:31.759" v="16" actId="20577"/>
          <ac:spMkLst>
            <pc:docMk/>
            <pc:sldMk cId="3976098008" sldId="285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54DCA6BD-79CE-4615-A3D5-A9C944C11259}" dt="2022-09-17T05:30:38.598" v="119" actId="207"/>
        <pc:sldMkLst>
          <pc:docMk/>
          <pc:sldMk cId="2464916929" sldId="286"/>
        </pc:sldMkLst>
        <pc:spChg chg="mod">
          <ac:chgData name="White (she/her), Whitney" userId="65f39021-2f1d-4d8b-87dc-b123826f65bf" providerId="ADAL" clId="{54DCA6BD-79CE-4615-A3D5-A9C944C11259}" dt="2022-09-17T05:30:38.598" v="119" actId="207"/>
          <ac:spMkLst>
            <pc:docMk/>
            <pc:sldMk cId="2464916929" sldId="286"/>
            <ac:spMk id="3" creationId="{81FE1C6D-F36E-48C2-992F-AFB21F6BE7E7}"/>
          </ac:spMkLst>
        </pc:spChg>
      </pc:sldChg>
      <pc:sldChg chg="modSp mod">
        <pc:chgData name="White (she/her), Whitney" userId="65f39021-2f1d-4d8b-87dc-b123826f65bf" providerId="ADAL" clId="{54DCA6BD-79CE-4615-A3D5-A9C944C11259}" dt="2022-09-17T05:31:04.568" v="125" actId="403"/>
        <pc:sldMkLst>
          <pc:docMk/>
          <pc:sldMk cId="223193067" sldId="287"/>
        </pc:sldMkLst>
        <pc:spChg chg="mod">
          <ac:chgData name="White (she/her), Whitney" userId="65f39021-2f1d-4d8b-87dc-b123826f65bf" providerId="ADAL" clId="{54DCA6BD-79CE-4615-A3D5-A9C944C11259}" dt="2022-09-17T05:31:04.568" v="125" actId="403"/>
          <ac:spMkLst>
            <pc:docMk/>
            <pc:sldMk cId="223193067" sldId="287"/>
            <ac:spMk id="3" creationId="{81FE1C6D-F36E-48C2-992F-AFB21F6BE7E7}"/>
          </ac:spMkLst>
        </pc:spChg>
      </pc:sldChg>
      <pc:sldChg chg="modSp mod modAnim">
        <pc:chgData name="White (she/her), Whitney" userId="65f39021-2f1d-4d8b-87dc-b123826f65bf" providerId="ADAL" clId="{54DCA6BD-79CE-4615-A3D5-A9C944C11259}" dt="2022-09-17T05:35:23.604" v="531"/>
        <pc:sldMkLst>
          <pc:docMk/>
          <pc:sldMk cId="2859908621" sldId="288"/>
        </pc:sldMkLst>
        <pc:spChg chg="mod">
          <ac:chgData name="White (she/her), Whitney" userId="65f39021-2f1d-4d8b-87dc-b123826f65bf" providerId="ADAL" clId="{54DCA6BD-79CE-4615-A3D5-A9C944C11259}" dt="2022-09-17T05:33:50.787" v="346" actId="20577"/>
          <ac:spMkLst>
            <pc:docMk/>
            <pc:sldMk cId="2859908621" sldId="288"/>
            <ac:spMk id="2" creationId="{CA1EE61B-138F-43A4-8B56-5EF03A58679B}"/>
          </ac:spMkLst>
        </pc:spChg>
        <pc:spChg chg="mod">
          <ac:chgData name="White (she/her), Whitney" userId="65f39021-2f1d-4d8b-87dc-b123826f65bf" providerId="ADAL" clId="{54DCA6BD-79CE-4615-A3D5-A9C944C11259}" dt="2022-09-17T05:35:13.666" v="528" actId="113"/>
          <ac:spMkLst>
            <pc:docMk/>
            <pc:sldMk cId="2859908621" sldId="288"/>
            <ac:spMk id="3" creationId="{81FE1C6D-F36E-48C2-992F-AFB21F6BE7E7}"/>
          </ac:spMkLst>
        </pc:spChg>
      </pc:sldChg>
      <pc:sldChg chg="modSp mod ord">
        <pc:chgData name="White (she/her), Whitney" userId="65f39021-2f1d-4d8b-87dc-b123826f65bf" providerId="ADAL" clId="{54DCA6BD-79CE-4615-A3D5-A9C944C11259}" dt="2022-09-17T05:33:36.839" v="321"/>
        <pc:sldMkLst>
          <pc:docMk/>
          <pc:sldMk cId="1894735719" sldId="289"/>
        </pc:sldMkLst>
        <pc:spChg chg="mod">
          <ac:chgData name="White (she/her), Whitney" userId="65f39021-2f1d-4d8b-87dc-b123826f65bf" providerId="ADAL" clId="{54DCA6BD-79CE-4615-A3D5-A9C944C11259}" dt="2022-09-17T05:32:41.088" v="319" actId="207"/>
          <ac:spMkLst>
            <pc:docMk/>
            <pc:sldMk cId="1894735719" sldId="289"/>
            <ac:spMk id="3" creationId="{81FE1C6D-F36E-48C2-992F-AFB21F6BE7E7}"/>
          </ac:spMkLst>
        </pc:spChg>
      </pc:sldChg>
      <pc:sldChg chg="addSp delSp modSp mod ord">
        <pc:chgData name="White (she/her), Whitney" userId="65f39021-2f1d-4d8b-87dc-b123826f65bf" providerId="ADAL" clId="{54DCA6BD-79CE-4615-A3D5-A9C944C11259}" dt="2022-09-17T05:31:58.771" v="153"/>
        <pc:sldMkLst>
          <pc:docMk/>
          <pc:sldMk cId="2621417627" sldId="290"/>
        </pc:sldMkLst>
        <pc:spChg chg="mod">
          <ac:chgData name="White (she/her), Whitney" userId="65f39021-2f1d-4d8b-87dc-b123826f65bf" providerId="ADAL" clId="{54DCA6BD-79CE-4615-A3D5-A9C944C11259}" dt="2022-09-17T05:31:48.707" v="149" actId="20577"/>
          <ac:spMkLst>
            <pc:docMk/>
            <pc:sldMk cId="2621417627" sldId="290"/>
            <ac:spMk id="2" creationId="{CA1EE61B-138F-43A4-8B56-5EF03A58679B}"/>
          </ac:spMkLst>
        </pc:spChg>
        <pc:spChg chg="del">
          <ac:chgData name="White (she/her), Whitney" userId="65f39021-2f1d-4d8b-87dc-b123826f65bf" providerId="ADAL" clId="{54DCA6BD-79CE-4615-A3D5-A9C944C11259}" dt="2022-09-17T05:31:50.870" v="150"/>
          <ac:spMkLst>
            <pc:docMk/>
            <pc:sldMk cId="2621417627" sldId="290"/>
            <ac:spMk id="3" creationId="{81FE1C6D-F36E-48C2-992F-AFB21F6BE7E7}"/>
          </ac:spMkLst>
        </pc:spChg>
        <pc:picChg chg="add mod">
          <ac:chgData name="White (she/her), Whitney" userId="65f39021-2f1d-4d8b-87dc-b123826f65bf" providerId="ADAL" clId="{54DCA6BD-79CE-4615-A3D5-A9C944C11259}" dt="2022-09-17T05:31:55.984" v="151" actId="1076"/>
          <ac:picMkLst>
            <pc:docMk/>
            <pc:sldMk cId="2621417627" sldId="290"/>
            <ac:picMk id="6" creationId="{ABC103BA-8ECC-40F0-87FA-F028682862A2}"/>
          </ac:picMkLst>
        </pc:picChg>
      </pc:sldChg>
      <pc:sldChg chg="addSp delSp modSp mod">
        <pc:chgData name="White (she/her), Whitney" userId="65f39021-2f1d-4d8b-87dc-b123826f65bf" providerId="ADAL" clId="{54DCA6BD-79CE-4615-A3D5-A9C944C11259}" dt="2022-09-17T05:38:12.002" v="1008" actId="114"/>
        <pc:sldMkLst>
          <pc:docMk/>
          <pc:sldMk cId="288503356" sldId="291"/>
        </pc:sldMkLst>
        <pc:spChg chg="mod">
          <ac:chgData name="White (she/her), Whitney" userId="65f39021-2f1d-4d8b-87dc-b123826f65bf" providerId="ADAL" clId="{54DCA6BD-79CE-4615-A3D5-A9C944C11259}" dt="2022-09-17T05:38:12.002" v="1008" actId="114"/>
          <ac:spMkLst>
            <pc:docMk/>
            <pc:sldMk cId="288503356" sldId="291"/>
            <ac:spMk id="3" creationId="{81FE1C6D-F36E-48C2-992F-AFB21F6BE7E7}"/>
          </ac:spMkLst>
        </pc:spChg>
        <pc:graphicFrameChg chg="add del mod">
          <ac:chgData name="White (she/her), Whitney" userId="65f39021-2f1d-4d8b-87dc-b123826f65bf" providerId="ADAL" clId="{54DCA6BD-79CE-4615-A3D5-A9C944C11259}" dt="2022-09-17T05:36:29.583" v="535"/>
          <ac:graphicFrameMkLst>
            <pc:docMk/>
            <pc:sldMk cId="288503356" sldId="291"/>
            <ac:graphicFrameMk id="4" creationId="{E9223AD8-1A14-401D-9FBA-6567107D5E5B}"/>
          </ac:graphicFrameMkLst>
        </pc:graphicFrameChg>
      </pc:sldChg>
    </pc:docChg>
  </pc:docChgLst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  <pc:docChgLst>
    <pc:chgData name="White (she/her), Whitney" userId="65f39021-2f1d-4d8b-87dc-b123826f65bf" providerId="ADAL" clId="{28BB9134-0B62-446D-B602-F972F6FA3325}"/>
    <pc:docChg chg="delSld modSld">
      <pc:chgData name="White (she/her), Whitney" userId="65f39021-2f1d-4d8b-87dc-b123826f65bf" providerId="ADAL" clId="{28BB9134-0B62-446D-B602-F972F6FA3325}" dt="2022-09-16T03:39:29.195" v="66" actId="2696"/>
      <pc:docMkLst>
        <pc:docMk/>
      </pc:docMkLst>
      <pc:sldChg chg="del">
        <pc:chgData name="White (she/her), Whitney" userId="65f39021-2f1d-4d8b-87dc-b123826f65bf" providerId="ADAL" clId="{28BB9134-0B62-446D-B602-F972F6FA3325}" dt="2022-09-16T03:39:29.195" v="66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28BB9134-0B62-446D-B602-F972F6FA3325}" dt="2022-09-16T03:38:42.358" v="65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28BB9134-0B62-446D-B602-F972F6FA3325}" dt="2022-09-16T03:38:42.358" v="65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8BB9134-0B62-446D-B602-F972F6FA3325}" dt="2022-09-16T03:38:35.887" v="61" actId="20577"/>
          <ac:spMkLst>
            <pc:docMk/>
            <pc:sldMk cId="3976098008" sldId="285"/>
            <ac:spMk id="3" creationId="{E0FBD98F-3A67-498E-8174-652040DD7B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0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28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92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44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41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47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98415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4.14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Practice with Feedback | Quality Feedback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7E2B18-5A6C-4EB0-E97C-51C3093BF8A5}"/>
              </a:ext>
            </a:extLst>
          </p:cNvPr>
          <p:cNvSpPr txBox="1"/>
          <p:nvPr/>
        </p:nvSpPr>
        <p:spPr>
          <a:xfrm>
            <a:off x="0" y="6368715"/>
            <a:ext cx="103872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TEKS 4A, 4B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The learner will…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…identify characteristics of quality feedback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91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have asked two friends to review the poem that you have just written for your English class.  Below is the feedback that you received from each: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Friend 1:  The imagery in your work is very strong.  I was able to see the environment that you described and felt like I was there, and it pulled me in as a reader.</a:t>
            </a: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Friend 2: I really liked your poem.  Great job!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considering the feedback, which of the two do you feel is most helpful? What makes the feedback more helpful than the other?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9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 Memory Model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6" descr="Science of Learning diagram for &quot;Remembering.&quot;&#10;The text reads: &#10;Stored information that can be retrieved even after long periods of inactivity.&#10;&#10;The image is of a cluster of blue circles  that represent the environment. One of them is circled in red and is the one that the outline of a human head is looking at. Inside the outline of the human head is a blue circle with the words &quot;Working Memory.&quot; Additionally, there is an arched arrow starting at the eyes and going approximately 1/4 of the way up the head that says &quot;Learning.&quot; Next to the learning arrow there are two dotted lines that create a v shape pointing to the center of the head. Inside this v shape are the words &quot;Long-term Memory.&quot; On the back of the head is an arrow from long term memory, with the word &quot;Remembering.&quot; From the &quot;Working Memory&quot; circle in the center of the head, there is a dotted arrow to the word Forgetting.">
            <a:extLst>
              <a:ext uri="{FF2B5EF4-FFF2-40B4-BE49-F238E27FC236}">
                <a16:creationId xmlns:a16="http://schemas.microsoft.com/office/drawing/2014/main" id="{ABC103BA-8ECC-40F0-87FA-F02868286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8991" y="1520825"/>
            <a:ext cx="78340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1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Feedback: Practice of giving students information about their performance against a standard with the purpose of improving student performance.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3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Feedback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Calibri" panose="020F0502020204030204" pitchFamily="34" charset="0"/>
              </a:rPr>
              <a:t>Specific &amp; clear: 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feedback provides specific information about the strengths and areas where the work can be improved.  You will remember that the feedback from friend 1 in the bellringer example clearly identified the strength of the poem to be the imagery and described how the imagery impacted the reader.</a:t>
            </a:r>
          </a:p>
          <a:p>
            <a:pPr marL="0" indent="0">
              <a:buNone/>
            </a:pPr>
            <a:endParaRPr lang="en-US" sz="2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Calibri" panose="020F0502020204030204" pitchFamily="34" charset="0"/>
                <a:cs typeface="Times New Roman" panose="02020603050405020304" pitchFamily="18" charset="0"/>
              </a:rPr>
              <a:t>Focused on task, rather than student: 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key piece of quality feedback is that is references standards versus referencing the student.  Feedback such as “I noticed you only had 3 supporting details.  The assignment asks for 5 supporting details” provides key information to the student about how they can strengthen their work.</a:t>
            </a:r>
          </a:p>
          <a:p>
            <a:pPr marL="0" indent="0">
              <a:buNone/>
            </a:pPr>
            <a:endParaRPr lang="en-US" sz="2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Calibri" panose="020F0502020204030204" pitchFamily="34" charset="0"/>
                <a:cs typeface="Times New Roman" panose="02020603050405020304" pitchFamily="18" charset="0"/>
              </a:rPr>
              <a:t>Identifies strengths &amp; areas of growth: 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While it is important to know the areas growth and improvement, it is also important to recognize what is done well so that can be replicated in future work.</a:t>
            </a:r>
          </a:p>
          <a:p>
            <a:pPr marL="0" indent="0">
              <a:buNone/>
            </a:pPr>
            <a:endParaRPr lang="en-US" sz="1800" dirty="0">
              <a:solidFill>
                <a:srgbClr val="71717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90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E61B-138F-43A4-8B56-5EF03A5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1C6D-F36E-48C2-992F-AFB21F6B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the feedback statements below.  Determine if the feedback statement meets the criteria for quality feedback.  Explain why or why not.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“Well done! You are one smart cookie!”</a:t>
            </a:r>
          </a:p>
          <a:p>
            <a:pPr marL="0" indent="0">
              <a:buNone/>
            </a:pPr>
            <a:endParaRPr lang="en-US" sz="24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“Your artwork includes strong lines and contrast. Next time you might want to consider adding additional </a:t>
            </a:r>
            <a:r>
              <a:rPr lang="en-US" sz="24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laters</a:t>
            </a:r>
            <a:r>
              <a:rPr lang="en-US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colors to provide more depth.”</a:t>
            </a:r>
          </a:p>
          <a:p>
            <a:pPr marL="0" indent="0">
              <a:buNone/>
            </a:pPr>
            <a:b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“You calculated the problem correctly, but the question asked you to show your thinking by drawing a picture. Please re-submit with a picture that explains your thinking.”</a:t>
            </a:r>
            <a:endParaRPr lang="en-US" sz="2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i="1" dirty="0">
                <a:latin typeface="Calibri" panose="020F0502020204030204" pitchFamily="34" charset="0"/>
              </a:rPr>
              <a:t>“I don’t like your word choice here.”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1288C-B13A-490D-9B00-790E8D5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17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0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446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1_Office Theme</vt:lpstr>
      <vt:lpstr>Instructional Practices| Unit 4: The Science of Learning| Lesson 4.14</vt:lpstr>
      <vt:lpstr>TEKS &amp; Objectives</vt:lpstr>
      <vt:lpstr>Bellringer</vt:lpstr>
      <vt:lpstr>The Simple Memory Model </vt:lpstr>
      <vt:lpstr>Vocabulary</vt:lpstr>
      <vt:lpstr>Quality Feedback Criteria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4.14: Practice with Feedback | Quality Feedback</dc:title>
  <dc:subject>Lesson 4.14: Practice with Feedback | Quality Feedback</dc:subject>
  <dc:creator>Texas Education Agency</dc:creator>
  <cp:lastModifiedBy>London White</cp:lastModifiedBy>
  <cp:revision>9</cp:revision>
  <dcterms:created xsi:type="dcterms:W3CDTF">2022-05-09T19:40:20Z</dcterms:created>
  <dcterms:modified xsi:type="dcterms:W3CDTF">2023-08-31T03:20:39Z</dcterms:modified>
</cp:coreProperties>
</file>
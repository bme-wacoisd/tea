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
  </p:notesMasterIdLst>
  <p:sldIdLst>
    <p:sldId id="256" r:id="rId2"/>
    <p:sldId id="259" r:id="rId3"/>
    <p:sldId id="258" r:id="rId4"/>
    <p:sldId id="264" r:id="rId5"/>
    <p:sldId id="260" r:id="rId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00"/>
    <a:srgbClr val="780000"/>
    <a:srgbClr val="000000"/>
    <a:srgbClr val="007800"/>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6AE736-C91F-4442-A0E1-65FDBA59737A}" v="1" dt="2023-08-31T01:08:20.08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980" autoAdjust="0"/>
    <p:restoredTop sz="94660"/>
  </p:normalViewPr>
  <p:slideViewPr>
    <p:cSldViewPr snapToGrid="0">
      <p:cViewPr varScale="1">
        <p:scale>
          <a:sx n="114" d="100"/>
          <a:sy n="114" d="100"/>
        </p:scale>
        <p:origin x="360"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notesMaster" Target="notesMasters/notesMaster1.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hite, Whitney" userId="65f39021-2f1d-4d8b-87dc-b123826f65bf" providerId="ADAL" clId="{02E323A7-B724-4FAB-9939-E72BC9E49442}"/>
    <pc:docChg chg="undo custSel delSld modSld">
      <pc:chgData name="White, Whitney" userId="65f39021-2f1d-4d8b-87dc-b123826f65bf" providerId="ADAL" clId="{02E323A7-B724-4FAB-9939-E72BC9E49442}" dt="2022-07-29T05:35:47.131" v="134" actId="20577"/>
      <pc:docMkLst>
        <pc:docMk/>
      </pc:docMkLst>
      <pc:sldChg chg="modSp mod">
        <pc:chgData name="White, Whitney" userId="65f39021-2f1d-4d8b-87dc-b123826f65bf" providerId="ADAL" clId="{02E323A7-B724-4FAB-9939-E72BC9E49442}" dt="2022-07-29T05:35:47.131" v="134" actId="20577"/>
        <pc:sldMkLst>
          <pc:docMk/>
          <pc:sldMk cId="1482277026" sldId="256"/>
        </pc:sldMkLst>
        <pc:spChg chg="mod">
          <ac:chgData name="White, Whitney" userId="65f39021-2f1d-4d8b-87dc-b123826f65bf" providerId="ADAL" clId="{02E323A7-B724-4FAB-9939-E72BC9E49442}" dt="2022-07-29T05:35:47.131" v="134" actId="20577"/>
          <ac:spMkLst>
            <pc:docMk/>
            <pc:sldMk cId="1482277026" sldId="256"/>
            <ac:spMk id="2" creationId="{BFFCF5BD-F8FF-4A67-A8B6-EBB21E79279B}"/>
          </ac:spMkLst>
        </pc:spChg>
        <pc:spChg chg="mod">
          <ac:chgData name="White, Whitney" userId="65f39021-2f1d-4d8b-87dc-b123826f65bf" providerId="ADAL" clId="{02E323A7-B724-4FAB-9939-E72BC9E49442}" dt="2022-07-29T05:35:39.148" v="130" actId="20577"/>
          <ac:spMkLst>
            <pc:docMk/>
            <pc:sldMk cId="1482277026" sldId="256"/>
            <ac:spMk id="3" creationId="{E0FBD98F-3A67-498E-8174-652040DD7B60}"/>
          </ac:spMkLst>
        </pc:spChg>
      </pc:sldChg>
      <pc:sldChg chg="modSp mod">
        <pc:chgData name="White, Whitney" userId="65f39021-2f1d-4d8b-87dc-b123826f65bf" providerId="ADAL" clId="{02E323A7-B724-4FAB-9939-E72BC9E49442}" dt="2022-07-29T05:32:15.350" v="22" actId="255"/>
        <pc:sldMkLst>
          <pc:docMk/>
          <pc:sldMk cId="4071305681" sldId="258"/>
        </pc:sldMkLst>
        <pc:spChg chg="mod">
          <ac:chgData name="White, Whitney" userId="65f39021-2f1d-4d8b-87dc-b123826f65bf" providerId="ADAL" clId="{02E323A7-B724-4FAB-9939-E72BC9E49442}" dt="2022-07-29T05:32:15.350" v="22" actId="255"/>
          <ac:spMkLst>
            <pc:docMk/>
            <pc:sldMk cId="4071305681" sldId="258"/>
            <ac:spMk id="3" creationId="{392BE286-77A6-49DD-B15D-7E4718D52FE7}"/>
          </ac:spMkLst>
        </pc:spChg>
      </pc:sldChg>
      <pc:sldChg chg="modSp mod">
        <pc:chgData name="White, Whitney" userId="65f39021-2f1d-4d8b-87dc-b123826f65bf" providerId="ADAL" clId="{02E323A7-B724-4FAB-9939-E72BC9E49442}" dt="2022-07-29T05:32:01.630" v="20" actId="255"/>
        <pc:sldMkLst>
          <pc:docMk/>
          <pc:sldMk cId="2772527113" sldId="259"/>
        </pc:sldMkLst>
        <pc:spChg chg="mod">
          <ac:chgData name="White, Whitney" userId="65f39021-2f1d-4d8b-87dc-b123826f65bf" providerId="ADAL" clId="{02E323A7-B724-4FAB-9939-E72BC9E49442}" dt="2022-07-29T05:32:01.630" v="20" actId="255"/>
          <ac:spMkLst>
            <pc:docMk/>
            <pc:sldMk cId="2772527113" sldId="259"/>
            <ac:spMk id="3" creationId="{8CE08C7F-0286-423B-92F7-DEB89F31111A}"/>
          </ac:spMkLst>
        </pc:spChg>
      </pc:sldChg>
      <pc:sldChg chg="modSp mod">
        <pc:chgData name="White, Whitney" userId="65f39021-2f1d-4d8b-87dc-b123826f65bf" providerId="ADAL" clId="{02E323A7-B724-4FAB-9939-E72BC9E49442}" dt="2022-07-29T05:35:21.403" v="96" actId="403"/>
        <pc:sldMkLst>
          <pc:docMk/>
          <pc:sldMk cId="2147408764" sldId="260"/>
        </pc:sldMkLst>
        <pc:spChg chg="mod">
          <ac:chgData name="White, Whitney" userId="65f39021-2f1d-4d8b-87dc-b123826f65bf" providerId="ADAL" clId="{02E323A7-B724-4FAB-9939-E72BC9E49442}" dt="2022-07-29T05:35:21.403" v="96" actId="403"/>
          <ac:spMkLst>
            <pc:docMk/>
            <pc:sldMk cId="2147408764" sldId="260"/>
            <ac:spMk id="3" creationId="{49F2A5AF-3C0B-4968-A438-E435325199EA}"/>
          </ac:spMkLst>
        </pc:spChg>
      </pc:sldChg>
      <pc:sldChg chg="del">
        <pc:chgData name="White, Whitney" userId="65f39021-2f1d-4d8b-87dc-b123826f65bf" providerId="ADAL" clId="{02E323A7-B724-4FAB-9939-E72BC9E49442}" dt="2022-07-29T05:32:21.348" v="23" actId="2696"/>
        <pc:sldMkLst>
          <pc:docMk/>
          <pc:sldMk cId="3054216349" sldId="261"/>
        </pc:sldMkLst>
      </pc:sldChg>
      <pc:sldChg chg="del">
        <pc:chgData name="White, Whitney" userId="65f39021-2f1d-4d8b-87dc-b123826f65bf" providerId="ADAL" clId="{02E323A7-B724-4FAB-9939-E72BC9E49442}" dt="2022-07-29T05:35:26.971" v="98" actId="2696"/>
        <pc:sldMkLst>
          <pc:docMk/>
          <pc:sldMk cId="4170921578" sldId="262"/>
        </pc:sldMkLst>
      </pc:sldChg>
      <pc:sldChg chg="del">
        <pc:chgData name="White, Whitney" userId="65f39021-2f1d-4d8b-87dc-b123826f65bf" providerId="ADAL" clId="{02E323A7-B724-4FAB-9939-E72BC9E49442}" dt="2022-07-29T05:35:25.250" v="97" actId="2696"/>
        <pc:sldMkLst>
          <pc:docMk/>
          <pc:sldMk cId="1163931679" sldId="263"/>
        </pc:sldMkLst>
      </pc:sldChg>
      <pc:sldChg chg="modSp mod">
        <pc:chgData name="White, Whitney" userId="65f39021-2f1d-4d8b-87dc-b123826f65bf" providerId="ADAL" clId="{02E323A7-B724-4FAB-9939-E72BC9E49442}" dt="2022-07-29T05:33:43.088" v="90" actId="404"/>
        <pc:sldMkLst>
          <pc:docMk/>
          <pc:sldMk cId="3493109116" sldId="264"/>
        </pc:sldMkLst>
        <pc:spChg chg="mod">
          <ac:chgData name="White, Whitney" userId="65f39021-2f1d-4d8b-87dc-b123826f65bf" providerId="ADAL" clId="{02E323A7-B724-4FAB-9939-E72BC9E49442}" dt="2022-07-29T05:33:12.806" v="82" actId="20577"/>
          <ac:spMkLst>
            <pc:docMk/>
            <pc:sldMk cId="3493109116" sldId="264"/>
            <ac:spMk id="2" creationId="{D7836664-70C0-47BA-9BFF-496A04EBBFDE}"/>
          </ac:spMkLst>
        </pc:spChg>
        <pc:spChg chg="mod">
          <ac:chgData name="White, Whitney" userId="65f39021-2f1d-4d8b-87dc-b123826f65bf" providerId="ADAL" clId="{02E323A7-B724-4FAB-9939-E72BC9E49442}" dt="2022-07-29T05:33:43.088" v="90" actId="404"/>
          <ac:spMkLst>
            <pc:docMk/>
            <pc:sldMk cId="3493109116" sldId="264"/>
            <ac:spMk id="3" creationId="{F64339F5-2F5D-46B5-A25D-C197D73747BD}"/>
          </ac:spMkLst>
        </pc:spChg>
      </pc:sldChg>
    </pc:docChg>
  </pc:docChgLst>
  <pc:docChgLst>
    <pc:chgData name="White, Whitney" userId="65f39021-2f1d-4d8b-87dc-b123826f65bf" providerId="ADAL" clId="{6A531146-25B0-4F02-8BD4-70B760CBD788}"/>
    <pc:docChg chg="custSel modSld">
      <pc:chgData name="White, Whitney" userId="65f39021-2f1d-4d8b-87dc-b123826f65bf" providerId="ADAL" clId="{6A531146-25B0-4F02-8BD4-70B760CBD788}" dt="2022-07-28T02:43:23.884" v="111" actId="20577"/>
      <pc:docMkLst>
        <pc:docMk/>
      </pc:docMkLst>
      <pc:sldChg chg="modSp mod">
        <pc:chgData name="White, Whitney" userId="65f39021-2f1d-4d8b-87dc-b123826f65bf" providerId="ADAL" clId="{6A531146-25B0-4F02-8BD4-70B760CBD788}" dt="2022-07-28T02:43:23.884" v="111" actId="20577"/>
        <pc:sldMkLst>
          <pc:docMk/>
          <pc:sldMk cId="1482277026" sldId="256"/>
        </pc:sldMkLst>
        <pc:spChg chg="mod">
          <ac:chgData name="White, Whitney" userId="65f39021-2f1d-4d8b-87dc-b123826f65bf" providerId="ADAL" clId="{6A531146-25B0-4F02-8BD4-70B760CBD788}" dt="2022-07-28T02:43:23.884" v="111" actId="20577"/>
          <ac:spMkLst>
            <pc:docMk/>
            <pc:sldMk cId="1482277026" sldId="256"/>
            <ac:spMk id="2" creationId="{BFFCF5BD-F8FF-4A67-A8B6-EBB21E79279B}"/>
          </ac:spMkLst>
        </pc:spChg>
      </pc:sldChg>
    </pc:docChg>
  </pc:docChgLst>
  <pc:docChgLst>
    <pc:chgData name="White, Whitney" userId="65f39021-2f1d-4d8b-87dc-b123826f65bf" providerId="ADAL" clId="{F6AFC51E-5DDF-4624-A909-3B05A5AB96C0}"/>
    <pc:docChg chg="modSld">
      <pc:chgData name="White, Whitney" userId="65f39021-2f1d-4d8b-87dc-b123826f65bf" providerId="ADAL" clId="{F6AFC51E-5DDF-4624-A909-3B05A5AB96C0}" dt="2022-07-25T19:26:05.911" v="2" actId="1076"/>
      <pc:docMkLst>
        <pc:docMk/>
      </pc:docMkLst>
      <pc:sldChg chg="modSp mod">
        <pc:chgData name="White, Whitney" userId="65f39021-2f1d-4d8b-87dc-b123826f65bf" providerId="ADAL" clId="{F6AFC51E-5DDF-4624-A909-3B05A5AB96C0}" dt="2022-07-25T19:25:56.510" v="0" actId="1076"/>
        <pc:sldMkLst>
          <pc:docMk/>
          <pc:sldMk cId="4170921578" sldId="262"/>
        </pc:sldMkLst>
        <pc:spChg chg="mod">
          <ac:chgData name="White, Whitney" userId="65f39021-2f1d-4d8b-87dc-b123826f65bf" providerId="ADAL" clId="{F6AFC51E-5DDF-4624-A909-3B05A5AB96C0}" dt="2022-07-25T19:25:56.510" v="0" actId="1076"/>
          <ac:spMkLst>
            <pc:docMk/>
            <pc:sldMk cId="4170921578" sldId="262"/>
            <ac:spMk id="2" creationId="{A7DAC820-49EE-4F41-8B1F-B9E33FF6BE24}"/>
          </ac:spMkLst>
        </pc:spChg>
      </pc:sldChg>
      <pc:sldChg chg="modSp mod">
        <pc:chgData name="White, Whitney" userId="65f39021-2f1d-4d8b-87dc-b123826f65bf" providerId="ADAL" clId="{F6AFC51E-5DDF-4624-A909-3B05A5AB96C0}" dt="2022-07-25T19:26:02.437" v="1" actId="1076"/>
        <pc:sldMkLst>
          <pc:docMk/>
          <pc:sldMk cId="1163931679" sldId="263"/>
        </pc:sldMkLst>
        <pc:spChg chg="mod">
          <ac:chgData name="White, Whitney" userId="65f39021-2f1d-4d8b-87dc-b123826f65bf" providerId="ADAL" clId="{F6AFC51E-5DDF-4624-A909-3B05A5AB96C0}" dt="2022-07-25T19:26:02.437" v="1" actId="1076"/>
          <ac:spMkLst>
            <pc:docMk/>
            <pc:sldMk cId="1163931679" sldId="263"/>
            <ac:spMk id="2" creationId="{531ECDB3-7F62-4124-A1E9-E48D699D2427}"/>
          </ac:spMkLst>
        </pc:spChg>
      </pc:sldChg>
      <pc:sldChg chg="modSp mod">
        <pc:chgData name="White, Whitney" userId="65f39021-2f1d-4d8b-87dc-b123826f65bf" providerId="ADAL" clId="{F6AFC51E-5DDF-4624-A909-3B05A5AB96C0}" dt="2022-07-25T19:26:05.911" v="2" actId="1076"/>
        <pc:sldMkLst>
          <pc:docMk/>
          <pc:sldMk cId="3493109116" sldId="264"/>
        </pc:sldMkLst>
        <pc:spChg chg="mod">
          <ac:chgData name="White, Whitney" userId="65f39021-2f1d-4d8b-87dc-b123826f65bf" providerId="ADAL" clId="{F6AFC51E-5DDF-4624-A909-3B05A5AB96C0}" dt="2022-07-25T19:26:05.911" v="2" actId="1076"/>
          <ac:spMkLst>
            <pc:docMk/>
            <pc:sldMk cId="3493109116" sldId="264"/>
            <ac:spMk id="2" creationId="{D7836664-70C0-47BA-9BFF-496A04EBBFDE}"/>
          </ac:spMkLst>
        </pc:spChg>
      </pc:sldChg>
    </pc:docChg>
  </pc:docChgLst>
  <pc:docChgLst>
    <pc:chgData name="White, Whitney" userId="65f39021-2f1d-4d8b-87dc-b123826f65bf" providerId="ADAL" clId="{15F59259-5185-4907-AFAB-F5052FE77B22}"/>
    <pc:docChg chg="undo redo custSel modSld">
      <pc:chgData name="White, Whitney" userId="65f39021-2f1d-4d8b-87dc-b123826f65bf" providerId="ADAL" clId="{15F59259-5185-4907-AFAB-F5052FE77B22}" dt="2022-07-26T15:33:59.733" v="229" actId="20577"/>
      <pc:docMkLst>
        <pc:docMk/>
      </pc:docMkLst>
      <pc:sldChg chg="addSp delSp modSp mod">
        <pc:chgData name="White, Whitney" userId="65f39021-2f1d-4d8b-87dc-b123826f65bf" providerId="ADAL" clId="{15F59259-5185-4907-AFAB-F5052FE77B22}" dt="2022-07-26T15:33:52.678" v="228" actId="20577"/>
        <pc:sldMkLst>
          <pc:docMk/>
          <pc:sldMk cId="1482277026" sldId="256"/>
        </pc:sldMkLst>
        <pc:spChg chg="add del mod">
          <ac:chgData name="White, Whitney" userId="65f39021-2f1d-4d8b-87dc-b123826f65bf" providerId="ADAL" clId="{15F59259-5185-4907-AFAB-F5052FE77B22}" dt="2022-07-26T15:33:44.464" v="223" actId="1076"/>
          <ac:spMkLst>
            <pc:docMk/>
            <pc:sldMk cId="1482277026" sldId="256"/>
            <ac:spMk id="2" creationId="{BFFCF5BD-F8FF-4A67-A8B6-EBB21E79279B}"/>
          </ac:spMkLst>
        </pc:spChg>
        <pc:spChg chg="mod">
          <ac:chgData name="White, Whitney" userId="65f39021-2f1d-4d8b-87dc-b123826f65bf" providerId="ADAL" clId="{15F59259-5185-4907-AFAB-F5052FE77B22}" dt="2022-07-26T15:33:52.678" v="228" actId="20577"/>
          <ac:spMkLst>
            <pc:docMk/>
            <pc:sldMk cId="1482277026" sldId="256"/>
            <ac:spMk id="3" creationId="{E0FBD98F-3A67-498E-8174-652040DD7B60}"/>
          </ac:spMkLst>
        </pc:spChg>
        <pc:spChg chg="add del mod">
          <ac:chgData name="White, Whitney" userId="65f39021-2f1d-4d8b-87dc-b123826f65bf" providerId="ADAL" clId="{15F59259-5185-4907-AFAB-F5052FE77B22}" dt="2022-07-26T15:29:20.923" v="152" actId="21"/>
          <ac:spMkLst>
            <pc:docMk/>
            <pc:sldMk cId="1482277026" sldId="256"/>
            <ac:spMk id="5" creationId="{58E7B3C0-9BD3-404B-B102-7FBF8313C971}"/>
          </ac:spMkLst>
        </pc:spChg>
        <pc:spChg chg="add del mod">
          <ac:chgData name="White, Whitney" userId="65f39021-2f1d-4d8b-87dc-b123826f65bf" providerId="ADAL" clId="{15F59259-5185-4907-AFAB-F5052FE77B22}" dt="2022-07-26T15:29:20.919" v="149" actId="767"/>
          <ac:spMkLst>
            <pc:docMk/>
            <pc:sldMk cId="1482277026" sldId="256"/>
            <ac:spMk id="6" creationId="{F02E5AD3-659A-4814-9E1B-DBC312C6AC71}"/>
          </ac:spMkLst>
        </pc:spChg>
        <pc:spChg chg="add del mod">
          <ac:chgData name="White, Whitney" userId="65f39021-2f1d-4d8b-87dc-b123826f65bf" providerId="ADAL" clId="{15F59259-5185-4907-AFAB-F5052FE77B22}" dt="2022-07-26T15:29:12.081" v="146"/>
          <ac:spMkLst>
            <pc:docMk/>
            <pc:sldMk cId="1482277026" sldId="256"/>
            <ac:spMk id="7" creationId="{E0258E4E-EA3B-4DFF-8614-1BB74DF272B0}"/>
          </ac:spMkLst>
        </pc:spChg>
      </pc:sldChg>
      <pc:sldChg chg="modSp mod">
        <pc:chgData name="White, Whitney" userId="65f39021-2f1d-4d8b-87dc-b123826f65bf" providerId="ADAL" clId="{15F59259-5185-4907-AFAB-F5052FE77B22}" dt="2022-07-26T15:31:19.056" v="206" actId="6549"/>
        <pc:sldMkLst>
          <pc:docMk/>
          <pc:sldMk cId="4071305681" sldId="258"/>
        </pc:sldMkLst>
        <pc:spChg chg="mod">
          <ac:chgData name="White, Whitney" userId="65f39021-2f1d-4d8b-87dc-b123826f65bf" providerId="ADAL" clId="{15F59259-5185-4907-AFAB-F5052FE77B22}" dt="2022-07-26T15:31:19.056" v="206" actId="6549"/>
          <ac:spMkLst>
            <pc:docMk/>
            <pc:sldMk cId="4071305681" sldId="258"/>
            <ac:spMk id="3" creationId="{392BE286-77A6-49DD-B15D-7E4718D52FE7}"/>
          </ac:spMkLst>
        </pc:spChg>
      </pc:sldChg>
      <pc:sldChg chg="modSp mod">
        <pc:chgData name="White, Whitney" userId="65f39021-2f1d-4d8b-87dc-b123826f65bf" providerId="ADAL" clId="{15F59259-5185-4907-AFAB-F5052FE77B22}" dt="2022-07-26T15:33:59.733" v="229" actId="20577"/>
        <pc:sldMkLst>
          <pc:docMk/>
          <pc:sldMk cId="2772527113" sldId="259"/>
        </pc:sldMkLst>
        <pc:spChg chg="mod">
          <ac:chgData name="White, Whitney" userId="65f39021-2f1d-4d8b-87dc-b123826f65bf" providerId="ADAL" clId="{15F59259-5185-4907-AFAB-F5052FE77B22}" dt="2022-07-26T15:33:59.733" v="229" actId="20577"/>
          <ac:spMkLst>
            <pc:docMk/>
            <pc:sldMk cId="2772527113" sldId="259"/>
            <ac:spMk id="3" creationId="{8CE08C7F-0286-423B-92F7-DEB89F31111A}"/>
          </ac:spMkLst>
        </pc:spChg>
      </pc:sldChg>
      <pc:sldChg chg="modSp mod">
        <pc:chgData name="White, Whitney" userId="65f39021-2f1d-4d8b-87dc-b123826f65bf" providerId="ADAL" clId="{15F59259-5185-4907-AFAB-F5052FE77B22}" dt="2022-07-26T15:31:56.494" v="217" actId="20577"/>
        <pc:sldMkLst>
          <pc:docMk/>
          <pc:sldMk cId="2147408764" sldId="260"/>
        </pc:sldMkLst>
        <pc:spChg chg="mod">
          <ac:chgData name="White, Whitney" userId="65f39021-2f1d-4d8b-87dc-b123826f65bf" providerId="ADAL" clId="{15F59259-5185-4907-AFAB-F5052FE77B22}" dt="2022-07-26T15:31:56.494" v="217" actId="20577"/>
          <ac:spMkLst>
            <pc:docMk/>
            <pc:sldMk cId="2147408764" sldId="260"/>
            <ac:spMk id="3" creationId="{49F2A5AF-3C0B-4968-A438-E435325199EA}"/>
          </ac:spMkLst>
        </pc:spChg>
      </pc:sldChg>
      <pc:sldChg chg="modSp mod">
        <pc:chgData name="White, Whitney" userId="65f39021-2f1d-4d8b-87dc-b123826f65bf" providerId="ADAL" clId="{15F59259-5185-4907-AFAB-F5052FE77B22}" dt="2022-07-26T15:31:22.286" v="207" actId="6549"/>
        <pc:sldMkLst>
          <pc:docMk/>
          <pc:sldMk cId="3054216349" sldId="261"/>
        </pc:sldMkLst>
        <pc:spChg chg="mod">
          <ac:chgData name="White, Whitney" userId="65f39021-2f1d-4d8b-87dc-b123826f65bf" providerId="ADAL" clId="{15F59259-5185-4907-AFAB-F5052FE77B22}" dt="2022-07-26T15:31:22.286" v="207" actId="6549"/>
          <ac:spMkLst>
            <pc:docMk/>
            <pc:sldMk cId="3054216349" sldId="261"/>
            <ac:spMk id="3" creationId="{AE13FDB6-F093-4D9E-B14E-3D7DB894C34C}"/>
          </ac:spMkLst>
        </pc:spChg>
      </pc:sldChg>
      <pc:sldChg chg="modSp mod modAnim">
        <pc:chgData name="White, Whitney" userId="65f39021-2f1d-4d8b-87dc-b123826f65bf" providerId="ADAL" clId="{15F59259-5185-4907-AFAB-F5052FE77B22}" dt="2022-07-26T15:31:49.126" v="215" actId="27636"/>
        <pc:sldMkLst>
          <pc:docMk/>
          <pc:sldMk cId="4170921578" sldId="262"/>
        </pc:sldMkLst>
        <pc:spChg chg="mod">
          <ac:chgData name="White, Whitney" userId="65f39021-2f1d-4d8b-87dc-b123826f65bf" providerId="ADAL" clId="{15F59259-5185-4907-AFAB-F5052FE77B22}" dt="2022-07-26T15:31:45.880" v="213" actId="6549"/>
          <ac:spMkLst>
            <pc:docMk/>
            <pc:sldMk cId="4170921578" sldId="262"/>
            <ac:spMk id="2" creationId="{A7DAC820-49EE-4F41-8B1F-B9E33FF6BE24}"/>
          </ac:spMkLst>
        </pc:spChg>
        <pc:spChg chg="mod">
          <ac:chgData name="White, Whitney" userId="65f39021-2f1d-4d8b-87dc-b123826f65bf" providerId="ADAL" clId="{15F59259-5185-4907-AFAB-F5052FE77B22}" dt="2022-07-26T15:31:49.126" v="215" actId="27636"/>
          <ac:spMkLst>
            <pc:docMk/>
            <pc:sldMk cId="4170921578" sldId="262"/>
            <ac:spMk id="3" creationId="{79FFCA46-4155-4484-8350-F1E0B95F6088}"/>
          </ac:spMkLst>
        </pc:spChg>
      </pc:sldChg>
      <pc:sldChg chg="modSp mod modAnim">
        <pc:chgData name="White, Whitney" userId="65f39021-2f1d-4d8b-87dc-b123826f65bf" providerId="ADAL" clId="{15F59259-5185-4907-AFAB-F5052FE77B22}" dt="2022-07-26T15:31:41.656" v="212" actId="6549"/>
        <pc:sldMkLst>
          <pc:docMk/>
          <pc:sldMk cId="1163931679" sldId="263"/>
        </pc:sldMkLst>
        <pc:spChg chg="mod">
          <ac:chgData name="White, Whitney" userId="65f39021-2f1d-4d8b-87dc-b123826f65bf" providerId="ADAL" clId="{15F59259-5185-4907-AFAB-F5052FE77B22}" dt="2022-07-26T15:31:41.656" v="212" actId="6549"/>
          <ac:spMkLst>
            <pc:docMk/>
            <pc:sldMk cId="1163931679" sldId="263"/>
            <ac:spMk id="2" creationId="{531ECDB3-7F62-4124-A1E9-E48D699D2427}"/>
          </ac:spMkLst>
        </pc:spChg>
        <pc:spChg chg="mod">
          <ac:chgData name="White, Whitney" userId="65f39021-2f1d-4d8b-87dc-b123826f65bf" providerId="ADAL" clId="{15F59259-5185-4907-AFAB-F5052FE77B22}" dt="2022-07-26T15:31:39.406" v="211" actId="27636"/>
          <ac:spMkLst>
            <pc:docMk/>
            <pc:sldMk cId="1163931679" sldId="263"/>
            <ac:spMk id="3" creationId="{012C84E3-4C09-4253-8964-13B9C34E5E48}"/>
          </ac:spMkLst>
        </pc:spChg>
      </pc:sldChg>
      <pc:sldChg chg="modSp mod modAnim">
        <pc:chgData name="White, Whitney" userId="65f39021-2f1d-4d8b-87dc-b123826f65bf" providerId="ADAL" clId="{15F59259-5185-4907-AFAB-F5052FE77B22}" dt="2022-07-26T15:31:31.895" v="209" actId="6549"/>
        <pc:sldMkLst>
          <pc:docMk/>
          <pc:sldMk cId="3493109116" sldId="264"/>
        </pc:sldMkLst>
        <pc:spChg chg="mod">
          <ac:chgData name="White, Whitney" userId="65f39021-2f1d-4d8b-87dc-b123826f65bf" providerId="ADAL" clId="{15F59259-5185-4907-AFAB-F5052FE77B22}" dt="2022-07-26T15:31:28.511" v="208" actId="6549"/>
          <ac:spMkLst>
            <pc:docMk/>
            <pc:sldMk cId="3493109116" sldId="264"/>
            <ac:spMk id="2" creationId="{D7836664-70C0-47BA-9BFF-496A04EBBFDE}"/>
          </ac:spMkLst>
        </pc:spChg>
        <pc:spChg chg="mod">
          <ac:chgData name="White, Whitney" userId="65f39021-2f1d-4d8b-87dc-b123826f65bf" providerId="ADAL" clId="{15F59259-5185-4907-AFAB-F5052FE77B22}" dt="2022-07-26T15:31:31.895" v="209" actId="6549"/>
          <ac:spMkLst>
            <pc:docMk/>
            <pc:sldMk cId="3493109116" sldId="264"/>
            <ac:spMk id="3" creationId="{F64339F5-2F5D-46B5-A25D-C197D73747BD}"/>
          </ac:spMkLst>
        </pc:spChg>
      </pc:sldChg>
    </pc:docChg>
  </pc:docChgLst>
  <pc:docChgLst>
    <pc:chgData name="White (she/her), Whitney" userId="65f39021-2f1d-4d8b-87dc-b123826f65bf" providerId="ADAL" clId="{F76AE736-C91F-4442-A0E1-65FDBA59737A}"/>
    <pc:docChg chg="modSld">
      <pc:chgData name="White (she/her), Whitney" userId="65f39021-2f1d-4d8b-87dc-b123826f65bf" providerId="ADAL" clId="{F76AE736-C91F-4442-A0E1-65FDBA59737A}" dt="2023-08-31T01:08:23.255" v="2" actId="1076"/>
      <pc:docMkLst>
        <pc:docMk/>
      </pc:docMkLst>
      <pc:sldChg chg="addSp modSp mod">
        <pc:chgData name="White (she/her), Whitney" userId="65f39021-2f1d-4d8b-87dc-b123826f65bf" providerId="ADAL" clId="{F76AE736-C91F-4442-A0E1-65FDBA59737A}" dt="2023-08-31T01:08:23.255" v="2" actId="1076"/>
        <pc:sldMkLst>
          <pc:docMk/>
          <pc:sldMk cId="1482277026" sldId="256"/>
        </pc:sldMkLst>
        <pc:spChg chg="mod">
          <ac:chgData name="White (she/her), Whitney" userId="65f39021-2f1d-4d8b-87dc-b123826f65bf" providerId="ADAL" clId="{F76AE736-C91F-4442-A0E1-65FDBA59737A}" dt="2023-08-31T01:08:18.678" v="0" actId="1076"/>
          <ac:spMkLst>
            <pc:docMk/>
            <pc:sldMk cId="1482277026" sldId="256"/>
            <ac:spMk id="2" creationId="{BFFCF5BD-F8FF-4A67-A8B6-EBB21E79279B}"/>
          </ac:spMkLst>
        </pc:spChg>
        <pc:spChg chg="add mod">
          <ac:chgData name="White (she/her), Whitney" userId="65f39021-2f1d-4d8b-87dc-b123826f65bf" providerId="ADAL" clId="{F76AE736-C91F-4442-A0E1-65FDBA59737A}" dt="2023-08-31T01:08:23.255" v="2" actId="1076"/>
          <ac:spMkLst>
            <pc:docMk/>
            <pc:sldMk cId="1482277026" sldId="256"/>
            <ac:spMk id="4" creationId="{2DD2CD65-2C64-8550-72A9-DF63E7FA406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5DDE70-9ADB-4C9A-B58D-9BDED1E4A627}" type="datetimeFigureOut">
              <a:rPr lang="en-US" smtClean="0"/>
              <a:t>8/30/2023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949DE8-90B8-4B66-9B76-C7482BDD03BC}" type="slidenum">
              <a:rPr lang="en-US" smtClean="0"/>
              <a:t>‹#›</a:t>
            </a:fld>
            <a:endParaRPr lang="en-US"/>
          </a:p>
        </p:txBody>
      </p:sp>
    </p:spTree>
    <p:extLst>
      <p:ext uri="{BB962C8B-B14F-4D97-AF65-F5344CB8AC3E}">
        <p14:creationId xmlns:p14="http://schemas.microsoft.com/office/powerpoint/2010/main" val="182882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E4FD1-C863-4F6C-BC67-9529A3DF2F59}"/>
              </a:ext>
            </a:extLst>
          </p:cNvPr>
          <p:cNvSpPr>
            <a:spLocks noGrp="1"/>
          </p:cNvSpPr>
          <p:nvPr>
            <p:ph type="ctrTitle"/>
          </p:nvPr>
        </p:nvSpPr>
        <p:spPr>
          <a:xfrm>
            <a:off x="1524000" y="1122363"/>
            <a:ext cx="9144000" cy="2387600"/>
          </a:xfrm>
        </p:spPr>
        <p:txBody>
          <a:bodyPr anchor="b"/>
          <a:lstStyle>
            <a:lvl1pPr algn="ctr">
              <a:defRPr sz="6000"/>
            </a:lvl1pPr>
          </a:lstStyle>
          <a:p>
            <a:r>
              <a:rPr lang="en-US" dirty="0"/>
              <a:t>Click to edit Master title</a:t>
            </a:r>
          </a:p>
        </p:txBody>
      </p:sp>
      <p:sp>
        <p:nvSpPr>
          <p:cNvPr id="3" name="Subtitle 2">
            <a:extLst>
              <a:ext uri="{FF2B5EF4-FFF2-40B4-BE49-F238E27FC236}">
                <a16:creationId xmlns:a16="http://schemas.microsoft.com/office/drawing/2014/main" id="{5F02A33A-B5BD-43C3-902B-F6F09D5D238A}"/>
              </a:ext>
            </a:extLst>
          </p:cNvPr>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insert Lesson Plan Title</a:t>
            </a:r>
          </a:p>
        </p:txBody>
      </p:sp>
      <p:sp>
        <p:nvSpPr>
          <p:cNvPr id="4" name="Date Placeholder 3">
            <a:extLst>
              <a:ext uri="{FF2B5EF4-FFF2-40B4-BE49-F238E27FC236}">
                <a16:creationId xmlns:a16="http://schemas.microsoft.com/office/drawing/2014/main" id="{AD677D06-A159-4AA2-93DA-1C52F18ECBD7}"/>
              </a:ext>
            </a:extLst>
          </p:cNvPr>
          <p:cNvSpPr>
            <a:spLocks noGrp="1"/>
          </p:cNvSpPr>
          <p:nvPr>
            <p:ph type="dt" sz="half" idx="10"/>
          </p:nvPr>
        </p:nvSpPr>
        <p:spPr/>
        <p:txBody>
          <a:bodyPr/>
          <a:lstStyle>
            <a:lvl1pPr>
              <a:defRPr/>
            </a:lvl1pPr>
          </a:lstStyle>
          <a:p>
            <a:fld id="{D4C3A9F1-823B-4DED-8A9C-F71E6CE5796E}" type="datetime1">
              <a:rPr lang="en-US" smtClean="0"/>
              <a:t>8/30/2023</a:t>
            </a:fld>
            <a:endParaRPr lang="en-US" dirty="0"/>
          </a:p>
        </p:txBody>
      </p:sp>
      <p:pic>
        <p:nvPicPr>
          <p:cNvPr id="9" name="Picture 8" descr="Icon. This is TEA's logo.">
            <a:extLst>
              <a:ext uri="{FF2B5EF4-FFF2-40B4-BE49-F238E27FC236}">
                <a16:creationId xmlns:a16="http://schemas.microsoft.com/office/drawing/2014/main" id="{659EBB25-66A1-4A3B-BD33-7EA22967275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pic>
        <p:nvPicPr>
          <p:cNvPr id="8" name="Picture 7" descr="Icon&#10;&#10;This is TEA's Education and Training logo.">
            <a:extLst>
              <a:ext uri="{FF2B5EF4-FFF2-40B4-BE49-F238E27FC236}">
                <a16:creationId xmlns:a16="http://schemas.microsoft.com/office/drawing/2014/main" id="{253E1ECF-C55D-47F6-BD1B-E5CFD8AC6DC2}"/>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150018" y="5619940"/>
            <a:ext cx="548640" cy="918972"/>
          </a:xfrm>
          <a:prstGeom prst="rect">
            <a:avLst/>
          </a:prstGeom>
        </p:spPr>
      </p:pic>
    </p:spTree>
    <p:extLst>
      <p:ext uri="{BB962C8B-B14F-4D97-AF65-F5344CB8AC3E}">
        <p14:creationId xmlns:p14="http://schemas.microsoft.com/office/powerpoint/2010/main" val="19605637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3952EC27-F26B-4322-BE1D-79E86DF9367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7" name="Picture 6" descr="Icon.&#10;&#10;This is TEA's logo.">
            <a:extLst>
              <a:ext uri="{FF2B5EF4-FFF2-40B4-BE49-F238E27FC236}">
                <a16:creationId xmlns:a16="http://schemas.microsoft.com/office/drawing/2014/main" id="{5E0CFE64-7D39-43D0-AAFE-02B4F49538FD}"/>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26C9151B-2AB9-45C2-83BD-E5F2A13853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5CF151C-FCEC-402E-946E-FFBB138CCC86}"/>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D2676C1-1BAD-4C95-93B1-0521C6096717}"/>
              </a:ext>
            </a:extLst>
          </p:cNvPr>
          <p:cNvSpPr>
            <a:spLocks noGrp="1"/>
          </p:cNvSpPr>
          <p:nvPr>
            <p:ph type="dt" sz="half" idx="10"/>
          </p:nvPr>
        </p:nvSpPr>
        <p:spPr/>
        <p:txBody>
          <a:bodyPr/>
          <a:lstStyle>
            <a:lvl1pPr>
              <a:defRPr/>
            </a:lvl1pPr>
          </a:lstStyle>
          <a:p>
            <a:fld id="{BFA63772-DBA2-4AC7-80D7-5D423EA9FA3C}" type="datetime1">
              <a:rPr lang="en-US" smtClean="0"/>
              <a:t>8/30/2023</a:t>
            </a:fld>
            <a:endParaRPr lang="en-US" dirty="0"/>
          </a:p>
        </p:txBody>
      </p:sp>
      <p:sp>
        <p:nvSpPr>
          <p:cNvPr id="6" name="Slide Number Placeholder 5">
            <a:extLst>
              <a:ext uri="{FF2B5EF4-FFF2-40B4-BE49-F238E27FC236}">
                <a16:creationId xmlns:a16="http://schemas.microsoft.com/office/drawing/2014/main" id="{46950A59-130A-44A5-9168-67E5241BD61D}"/>
              </a:ext>
            </a:extLst>
          </p:cNvPr>
          <p:cNvSpPr>
            <a:spLocks noGrp="1"/>
          </p:cNvSpPr>
          <p:nvPr>
            <p:ph type="sldNum" sz="quarter" idx="12"/>
          </p:nvPr>
        </p:nvSpPr>
        <p:spPr/>
        <p:txBody>
          <a:bodyPr/>
          <a:lstStyle/>
          <a:p>
            <a:fld id="{E2D56C8B-F564-4051-AFED-A78F1C6A2F0E}" type="slidenum">
              <a:rPr lang="en-US" smtClean="0"/>
              <a:pPr/>
              <a:t>‹#›</a:t>
            </a:fld>
            <a:endParaRPr lang="en-US" dirty="0"/>
          </a:p>
        </p:txBody>
      </p:sp>
    </p:spTree>
    <p:extLst>
      <p:ext uri="{BB962C8B-B14F-4D97-AF65-F5344CB8AC3E}">
        <p14:creationId xmlns:p14="http://schemas.microsoft.com/office/powerpoint/2010/main" val="8663956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B2BA44D-5463-4739-92DD-A12DF6D39EE3}"/>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007F5972-B8BD-4624-B605-5D7E30461D9B}"/>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D2B8D024-2002-4D1F-B2F4-818A3AE1C64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B81A1FD-4443-45CB-9625-00873E1F371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497D6C9-834D-47FE-A0C7-DB3B2E40CB9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3995EF-AAAA-4FB8-8BC8-3C5C9D7667A2}"/>
              </a:ext>
            </a:extLst>
          </p:cNvPr>
          <p:cNvSpPr>
            <a:spLocks noGrp="1"/>
          </p:cNvSpPr>
          <p:nvPr>
            <p:ph type="dt" sz="half" idx="10"/>
          </p:nvPr>
        </p:nvSpPr>
        <p:spPr/>
        <p:txBody>
          <a:bodyPr/>
          <a:lstStyle/>
          <a:p>
            <a:fld id="{80D0AFF5-B04B-402F-A66D-73FFE55B90A5}" type="datetime1">
              <a:rPr lang="en-US" smtClean="0"/>
              <a:t>8/30/2023</a:t>
            </a:fld>
            <a:endParaRPr lang="en-US"/>
          </a:p>
        </p:txBody>
      </p:sp>
      <p:sp>
        <p:nvSpPr>
          <p:cNvPr id="7" name="Slide Number Placeholder 6">
            <a:extLst>
              <a:ext uri="{FF2B5EF4-FFF2-40B4-BE49-F238E27FC236}">
                <a16:creationId xmlns:a16="http://schemas.microsoft.com/office/drawing/2014/main" id="{91949A45-2D3F-45E0-9651-F2BB98073004}"/>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6404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7" name="Picture 6" descr="Icon&#10;&#10;This is TEA's E&amp;T logo.">
            <a:extLst>
              <a:ext uri="{FF2B5EF4-FFF2-40B4-BE49-F238E27FC236}">
                <a16:creationId xmlns:a16="http://schemas.microsoft.com/office/drawing/2014/main" id="{ED6DCFE0-29AE-4AD0-BD08-B81AC0B7E71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6" name="Picture 5" descr="Icon.&#10;&#10;This is TEA's logo.">
            <a:extLst>
              <a:ext uri="{FF2B5EF4-FFF2-40B4-BE49-F238E27FC236}">
                <a16:creationId xmlns:a16="http://schemas.microsoft.com/office/drawing/2014/main" id="{AFD2FB0B-28F4-4754-AC40-6EB57E165198}"/>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CCA1F59-10A0-43F6-9ED7-DE8CB1637F7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E26DD3-E445-481B-9E2A-838E7F52ABB3}"/>
              </a:ext>
            </a:extLst>
          </p:cNvPr>
          <p:cNvSpPr>
            <a:spLocks noGrp="1"/>
          </p:cNvSpPr>
          <p:nvPr>
            <p:ph type="dt" sz="half" idx="10"/>
          </p:nvPr>
        </p:nvSpPr>
        <p:spPr/>
        <p:txBody>
          <a:bodyPr/>
          <a:lstStyle/>
          <a:p>
            <a:fld id="{4364A506-6889-4F7C-A35D-9173F655B112}" type="datetime1">
              <a:rPr lang="en-US" smtClean="0"/>
              <a:t>8/30/2023</a:t>
            </a:fld>
            <a:endParaRPr lang="en-US"/>
          </a:p>
        </p:txBody>
      </p:sp>
      <p:sp>
        <p:nvSpPr>
          <p:cNvPr id="5" name="Slide Number Placeholder 4">
            <a:extLst>
              <a:ext uri="{FF2B5EF4-FFF2-40B4-BE49-F238E27FC236}">
                <a16:creationId xmlns:a16="http://schemas.microsoft.com/office/drawing/2014/main" id="{C41E09D6-CB72-40FF-9BBA-2E736CEC53A9}"/>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287976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B5FAF1F7-69D1-48B7-B507-F3B679B89092}"/>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D54A681B-39F8-4AF9-B518-FCFAA5D3B4FA}"/>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4F93258C-A373-4A72-8D76-37BF36B7DA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EFB9538-CE15-4C63-AC84-5352E688E0D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803CD23-0AA9-4649-BC6F-AF45EB68A4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4ECAFE6-DED3-4180-88B3-AB1AF2AE9E8A}"/>
              </a:ext>
            </a:extLst>
          </p:cNvPr>
          <p:cNvSpPr>
            <a:spLocks noGrp="1"/>
          </p:cNvSpPr>
          <p:nvPr>
            <p:ph type="dt" sz="half" idx="10"/>
          </p:nvPr>
        </p:nvSpPr>
        <p:spPr/>
        <p:txBody>
          <a:bodyPr/>
          <a:lstStyle/>
          <a:p>
            <a:fld id="{1240BC81-90C7-4034-841A-62432A0701C4}" type="datetime1">
              <a:rPr lang="en-US" smtClean="0"/>
              <a:t>8/30/2023</a:t>
            </a:fld>
            <a:endParaRPr lang="en-US"/>
          </a:p>
        </p:txBody>
      </p:sp>
      <p:sp>
        <p:nvSpPr>
          <p:cNvPr id="7" name="Slide Number Placeholder 6">
            <a:extLst>
              <a:ext uri="{FF2B5EF4-FFF2-40B4-BE49-F238E27FC236}">
                <a16:creationId xmlns:a16="http://schemas.microsoft.com/office/drawing/2014/main" id="{3EAEF087-6D43-4EAE-9B1B-CEB9C3AC5C11}"/>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391490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descr="Icon&#10;&#10;This is TEA's E&amp;T logo.">
            <a:extLst>
              <a:ext uri="{FF2B5EF4-FFF2-40B4-BE49-F238E27FC236}">
                <a16:creationId xmlns:a16="http://schemas.microsoft.com/office/drawing/2014/main" id="{E0EEECB2-4807-41E3-B2D3-991EE641007B}"/>
              </a:ext>
            </a:extLst>
          </p:cNvPr>
          <p:cNvPicPr>
            <a:picLocks noChangeAspect="1"/>
          </p:cNvPicPr>
          <p:nvPr userDrawn="1"/>
        </p:nvPicPr>
        <p:blipFill>
          <a:blip r:embed="rId2">
            <a:alphaModFix amt="35000"/>
            <a:extLst>
              <a:ext uri="{28A0092B-C50C-407E-A947-70E740481C1C}">
                <a14:useLocalDpi xmlns:a14="http://schemas.microsoft.com/office/drawing/2010/main" val="0"/>
              </a:ext>
            </a:extLst>
          </a:blip>
          <a:stretch>
            <a:fillRect/>
          </a:stretch>
        </p:blipFill>
        <p:spPr>
          <a:xfrm>
            <a:off x="11053548" y="5545525"/>
            <a:ext cx="600503" cy="1005840"/>
          </a:xfrm>
          <a:prstGeom prst="rect">
            <a:avLst/>
          </a:prstGeom>
        </p:spPr>
      </p:pic>
      <p:pic>
        <p:nvPicPr>
          <p:cNvPr id="8" name="Picture 7" descr="Icon.&#10;&#10;This is TEA's logo.">
            <a:extLst>
              <a:ext uri="{FF2B5EF4-FFF2-40B4-BE49-F238E27FC236}">
                <a16:creationId xmlns:a16="http://schemas.microsoft.com/office/drawing/2014/main" id="{25C4FCAD-219B-4F99-A83E-DA5126B57DE5}"/>
              </a:ext>
            </a:extLst>
          </p:cNvPr>
          <p:cNvPicPr>
            <a:picLocks noChangeAspect="1"/>
          </p:cNvPicPr>
          <p:nvPr userDrawn="1"/>
        </p:nvPicPr>
        <p:blipFill>
          <a:blip r:embed="rId3">
            <a:alphaModFix amt="35000"/>
            <a:extLst>
              <a:ext uri="{28A0092B-C50C-407E-A947-70E740481C1C}">
                <a14:useLocalDpi xmlns:a14="http://schemas.microsoft.com/office/drawing/2010/main" val="0"/>
              </a:ext>
            </a:extLst>
          </a:blip>
          <a:srcRect/>
          <a:stretch>
            <a:fillRect/>
          </a:stretch>
        </p:blipFill>
        <p:spPr bwMode="auto">
          <a:xfrm>
            <a:off x="10668000" y="306635"/>
            <a:ext cx="1085126" cy="532906"/>
          </a:xfrm>
          <a:prstGeom prst="rect">
            <a:avLst/>
          </a:prstGeom>
          <a:noFill/>
          <a:ln>
            <a:noFill/>
          </a:ln>
        </p:spPr>
      </p:pic>
      <p:sp>
        <p:nvSpPr>
          <p:cNvPr id="2" name="Title 1">
            <a:extLst>
              <a:ext uri="{FF2B5EF4-FFF2-40B4-BE49-F238E27FC236}">
                <a16:creationId xmlns:a16="http://schemas.microsoft.com/office/drawing/2014/main" id="{5AAB400A-C810-4485-886B-EBBC5DD6CC76}"/>
              </a:ext>
            </a:extLst>
          </p:cNvPr>
          <p:cNvSpPr>
            <a:spLocks noGrp="1"/>
          </p:cNvSpPr>
          <p:nvPr>
            <p:ph type="title"/>
          </p:nvPr>
        </p:nvSpPr>
        <p:spPr>
          <a:xfrm>
            <a:off x="839788" y="457200"/>
            <a:ext cx="3932237" cy="1600200"/>
          </a:xfrm>
        </p:spPr>
        <p:txBody>
          <a:bodyPr anchor="b"/>
          <a:lstStyle>
            <a:lvl1pPr>
              <a:defRPr sz="3200"/>
            </a:lvl1pPr>
          </a:lstStyle>
          <a:p>
            <a:r>
              <a:rPr lang="en-US" dirty="0"/>
              <a:t>Click to edit Master title style</a:t>
            </a:r>
          </a:p>
        </p:txBody>
      </p:sp>
      <p:sp>
        <p:nvSpPr>
          <p:cNvPr id="3" name="Picture Placeholder 2">
            <a:extLst>
              <a:ext uri="{FF2B5EF4-FFF2-40B4-BE49-F238E27FC236}">
                <a16:creationId xmlns:a16="http://schemas.microsoft.com/office/drawing/2014/main" id="{61684E1D-A07E-43A4-9566-78EC65CF04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DBF354A-AAF6-40F3-97E9-EACCAB858E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0D092308-4B6B-4A76-A68F-BE16B13E121A}"/>
              </a:ext>
            </a:extLst>
          </p:cNvPr>
          <p:cNvSpPr>
            <a:spLocks noGrp="1"/>
          </p:cNvSpPr>
          <p:nvPr>
            <p:ph type="dt" sz="half" idx="10"/>
          </p:nvPr>
        </p:nvSpPr>
        <p:spPr/>
        <p:txBody>
          <a:bodyPr/>
          <a:lstStyle/>
          <a:p>
            <a:fld id="{0194B010-5EDA-416E-B5AB-AEBD814FEF92}" type="datetime1">
              <a:rPr lang="en-US" smtClean="0"/>
              <a:t>8/30/2023</a:t>
            </a:fld>
            <a:endParaRPr lang="en-US"/>
          </a:p>
        </p:txBody>
      </p:sp>
      <p:sp>
        <p:nvSpPr>
          <p:cNvPr id="7" name="Slide Number Placeholder 6">
            <a:extLst>
              <a:ext uri="{FF2B5EF4-FFF2-40B4-BE49-F238E27FC236}">
                <a16:creationId xmlns:a16="http://schemas.microsoft.com/office/drawing/2014/main" id="{A07AFB43-88EB-4A6C-AB03-405A03ABEC82}"/>
              </a:ext>
            </a:extLst>
          </p:cNvPr>
          <p:cNvSpPr>
            <a:spLocks noGrp="1"/>
          </p:cNvSpPr>
          <p:nvPr>
            <p:ph type="sldNum" sz="quarter" idx="12"/>
          </p:nvPr>
        </p:nvSpPr>
        <p:spPr/>
        <p:txBody>
          <a:bodyPr/>
          <a:lstStyle/>
          <a:p>
            <a:fld id="{E2D56C8B-F564-4051-AFED-A78F1C6A2F0E}" type="slidenum">
              <a:rPr lang="en-US" smtClean="0"/>
              <a:t>‹#›</a:t>
            </a:fld>
            <a:endParaRPr lang="en-US"/>
          </a:p>
        </p:txBody>
      </p:sp>
    </p:spTree>
    <p:extLst>
      <p:ext uri="{BB962C8B-B14F-4D97-AF65-F5344CB8AC3E}">
        <p14:creationId xmlns:p14="http://schemas.microsoft.com/office/powerpoint/2010/main" val="3819197707"/>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E9192C8-5397-4FC4-85A7-05CFC353289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EC8621-C852-47CD-A118-D24B6AC3DDC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1DE9C7-0406-4194-A53C-344BADD62F8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86C95F-23BA-4339-9C8C-C90EF96A4C91}" type="datetime1">
              <a:rPr lang="en-US" smtClean="0"/>
              <a:t>8/30/2023</a:t>
            </a:fld>
            <a:endParaRPr lang="en-US"/>
          </a:p>
        </p:txBody>
      </p:sp>
      <p:sp>
        <p:nvSpPr>
          <p:cNvPr id="5" name="Footer Placeholder 4">
            <a:extLst>
              <a:ext uri="{FF2B5EF4-FFF2-40B4-BE49-F238E27FC236}">
                <a16:creationId xmlns:a16="http://schemas.microsoft.com/office/drawing/2014/main" id="{280D1EDA-3944-4DA5-A7A2-1ACE2385338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1.02: Exploring the Impact of Teachers on Student Lives</a:t>
            </a:r>
          </a:p>
        </p:txBody>
      </p:sp>
      <p:sp>
        <p:nvSpPr>
          <p:cNvPr id="6" name="Slide Number Placeholder 5">
            <a:extLst>
              <a:ext uri="{FF2B5EF4-FFF2-40B4-BE49-F238E27FC236}">
                <a16:creationId xmlns:a16="http://schemas.microsoft.com/office/drawing/2014/main" id="{55111E65-8042-49F9-8B63-5DF8961B32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2D56C8B-F564-4051-AFED-A78F1C6A2F0E}" type="slidenum">
              <a:rPr lang="en-US" smtClean="0"/>
              <a:t>‹#›</a:t>
            </a:fld>
            <a:endParaRPr lang="en-US"/>
          </a:p>
        </p:txBody>
      </p:sp>
    </p:spTree>
    <p:extLst>
      <p:ext uri="{BB962C8B-B14F-4D97-AF65-F5344CB8AC3E}">
        <p14:creationId xmlns:p14="http://schemas.microsoft.com/office/powerpoint/2010/main" val="39550774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 id="2147483654" r:id="rId4"/>
    <p:sldLayoutId id="2147483656" r:id="rId5"/>
    <p:sldLayoutId id="2147483657" r:id="rId6"/>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nc-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https://drive.google.com/file/d/1l7tQGp22ZC3l63W5lc5DEGEWlJR_0zIi/view?usp=sharing"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FCF5BD-F8FF-4A67-A8B6-EBB21E79279B}"/>
              </a:ext>
            </a:extLst>
          </p:cNvPr>
          <p:cNvSpPr>
            <a:spLocks noGrp="1"/>
          </p:cNvSpPr>
          <p:nvPr>
            <p:ph type="ctrTitle"/>
          </p:nvPr>
        </p:nvSpPr>
        <p:spPr>
          <a:xfrm>
            <a:off x="0" y="6017916"/>
            <a:ext cx="9144000" cy="370300"/>
          </a:xfrm>
        </p:spPr>
        <p:txBody>
          <a:bodyPr>
            <a:normAutofit/>
          </a:bodyPr>
          <a:lstStyle/>
          <a:p>
            <a:pPr algn="l"/>
            <a:r>
              <a:rPr lang="en-US" sz="1800" dirty="0"/>
              <a:t>Instructional Practices | Unit 1: Building an Effective Classroom | Classroom Culture| Lesson 1.13</a:t>
            </a:r>
          </a:p>
        </p:txBody>
      </p:sp>
      <p:sp>
        <p:nvSpPr>
          <p:cNvPr id="3" name="Subtitle 2">
            <a:extLst>
              <a:ext uri="{FF2B5EF4-FFF2-40B4-BE49-F238E27FC236}">
                <a16:creationId xmlns:a16="http://schemas.microsoft.com/office/drawing/2014/main" id="{E0FBD98F-3A67-498E-8174-652040DD7B60}"/>
              </a:ext>
            </a:extLst>
          </p:cNvPr>
          <p:cNvSpPr>
            <a:spLocks noGrp="1"/>
          </p:cNvSpPr>
          <p:nvPr>
            <p:ph type="subTitle" idx="1"/>
          </p:nvPr>
        </p:nvSpPr>
        <p:spPr>
          <a:xfrm>
            <a:off x="1338469" y="2321719"/>
            <a:ext cx="9515061" cy="2214561"/>
          </a:xfrm>
        </p:spPr>
        <p:txBody>
          <a:bodyPr>
            <a:normAutofit/>
          </a:bodyPr>
          <a:lstStyle/>
          <a:p>
            <a:r>
              <a:rPr lang="en-US" sz="6000" dirty="0"/>
              <a:t>Rolling Out Systems and Routines</a:t>
            </a:r>
          </a:p>
        </p:txBody>
      </p:sp>
      <p:sp>
        <p:nvSpPr>
          <p:cNvPr id="4" name="TextBox 3">
            <a:extLst>
              <a:ext uri="{FF2B5EF4-FFF2-40B4-BE49-F238E27FC236}">
                <a16:creationId xmlns:a16="http://schemas.microsoft.com/office/drawing/2014/main" id="{2DD2CD65-2C64-8550-72A9-DF63E7FA406F}"/>
              </a:ext>
            </a:extLst>
          </p:cNvPr>
          <p:cNvSpPr txBox="1"/>
          <p:nvPr/>
        </p:nvSpPr>
        <p:spPr>
          <a:xfrm>
            <a:off x="0" y="6388216"/>
            <a:ext cx="11110595" cy="494030"/>
          </a:xfrm>
          <a:prstGeom prst="rect">
            <a:avLst/>
          </a:prstGeom>
          <a:noFill/>
        </p:spPr>
        <p:txBody>
          <a:bodyPr wrap="square" rtlCol="0">
            <a:spAutoFit/>
          </a:bodyPr>
          <a:lstStyle/>
          <a:p>
            <a:pPr marL="0" marR="0">
              <a:lnSpc>
                <a:spcPct val="107000"/>
              </a:lnSpc>
              <a:spcBef>
                <a:spcPts val="0"/>
              </a:spcBef>
              <a:spcAft>
                <a:spcPts val="800"/>
              </a:spcAft>
            </a:pPr>
            <a:r>
              <a:rPr lang="en-US" sz="1800" kern="1200">
                <a:solidFill>
                  <a:srgbClr val="464646"/>
                </a:solidFill>
                <a:effectLst/>
                <a:latin typeface="Calibri Light" panose="020F0302020204030204" pitchFamily="34" charset="0"/>
                <a:ea typeface="Calibri" panose="020F0502020204030204" pitchFamily="34" charset="0"/>
                <a:cs typeface="Calibri" panose="020F0502020204030204" pitchFamily="34" charset="0"/>
              </a:rPr>
              <a:t>This work is licensed under a </a:t>
            </a:r>
            <a:r>
              <a:rPr lang="en-US" sz="1800" u="sng"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hlinkClick r:id="rId2"/>
              </a:rPr>
              <a:t>Creative Commons Attribution-Noncommercial-Share Alike 4.0 International License</a:t>
            </a:r>
            <a:r>
              <a:rPr lang="en-US" sz="1800" kern="1200">
                <a:solidFill>
                  <a:srgbClr val="0070C0"/>
                </a:solidFill>
                <a:effectLst/>
                <a:latin typeface="Calibri Light" panose="020F0302020204030204" pitchFamily="34" charset="0"/>
                <a:ea typeface="Calibri" panose="020F0502020204030204" pitchFamily="34" charset="0"/>
                <a:cs typeface="Calibri" panose="020F0502020204030204" pitchFamily="34" charset="0"/>
              </a:rPr>
              <a:t>.</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1482277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3C58C-DC1D-4BDF-8706-48D86266F7FD}"/>
              </a:ext>
            </a:extLst>
          </p:cNvPr>
          <p:cNvSpPr>
            <a:spLocks noGrp="1"/>
          </p:cNvSpPr>
          <p:nvPr>
            <p:ph type="title"/>
          </p:nvPr>
        </p:nvSpPr>
        <p:spPr/>
        <p:txBody>
          <a:bodyPr/>
          <a:lstStyle/>
          <a:p>
            <a:r>
              <a:rPr lang="en-US" dirty="0"/>
              <a:t>TEKS Standards &amp; Objectives</a:t>
            </a:r>
          </a:p>
        </p:txBody>
      </p:sp>
      <p:sp>
        <p:nvSpPr>
          <p:cNvPr id="3" name="Content Placeholder 2">
            <a:extLst>
              <a:ext uri="{FF2B5EF4-FFF2-40B4-BE49-F238E27FC236}">
                <a16:creationId xmlns:a16="http://schemas.microsoft.com/office/drawing/2014/main" id="{8CE08C7F-0286-423B-92F7-DEB89F31111A}"/>
              </a:ext>
            </a:extLst>
          </p:cNvPr>
          <p:cNvSpPr>
            <a:spLocks noGrp="1"/>
          </p:cNvSpPr>
          <p:nvPr>
            <p:ph idx="1"/>
          </p:nvPr>
        </p:nvSpPr>
        <p:spPr/>
        <p:txBody>
          <a:bodyPr/>
          <a:lstStyle/>
          <a:p>
            <a:pPr marL="0" indent="0">
              <a:buNone/>
            </a:pPr>
            <a:r>
              <a:rPr lang="en-US" dirty="0"/>
              <a:t>TEKS 7A, 7C, 7E</a:t>
            </a:r>
          </a:p>
          <a:p>
            <a:pPr marL="0" indent="0">
              <a:buNone/>
            </a:pPr>
            <a:endParaRPr lang="en-US" dirty="0"/>
          </a:p>
          <a:p>
            <a:pPr marL="0" indent="0">
              <a:buNone/>
            </a:pPr>
            <a:r>
              <a:rPr lang="en-US" dirty="0"/>
              <a:t>The student will: </a:t>
            </a:r>
          </a:p>
          <a:p>
            <a:pPr marL="342900" marR="0" lvl="0" indent="-342900">
              <a:spcBef>
                <a:spcPts val="600"/>
              </a:spcBef>
              <a:spcAft>
                <a:spcPts val="600"/>
              </a:spcAft>
              <a:buFont typeface="Calibri" panose="020F0502020204030204" pitchFamily="34" charset="0"/>
              <a:buChar char="•"/>
            </a:pPr>
            <a:r>
              <a:rPr lang="en-US" dirty="0">
                <a:latin typeface="Calibri" panose="020F0502020204030204" pitchFamily="34" charset="0"/>
                <a:ea typeface="Calibri" panose="020F0502020204030204" pitchFamily="34" charset="0"/>
                <a:cs typeface="Times New Roman" panose="02020603050405020304" pitchFamily="18" charset="0"/>
              </a:rPr>
              <a:t>e</a:t>
            </a:r>
            <a:r>
              <a:rPr lang="en-US" dirty="0">
                <a:effectLst/>
                <a:latin typeface="Calibri" panose="020F0502020204030204" pitchFamily="34" charset="0"/>
                <a:ea typeface="Calibri" panose="020F0502020204030204" pitchFamily="34" charset="0"/>
                <a:cs typeface="Times New Roman" panose="02020603050405020304" pitchFamily="18" charset="0"/>
              </a:rPr>
              <a:t>ngage “students” in deliberate practice of a routine</a:t>
            </a:r>
          </a:p>
          <a:p>
            <a:pPr marL="342900" marR="0" lvl="0" indent="-342900">
              <a:spcBef>
                <a:spcPts val="600"/>
              </a:spcBef>
              <a:spcAft>
                <a:spcPts val="600"/>
              </a:spcAft>
              <a:buFont typeface="Calibri" panose="020F0502020204030204" pitchFamily="34" charset="0"/>
              <a:buChar char="•"/>
            </a:pPr>
            <a:r>
              <a:rPr lang="en-US" dirty="0">
                <a:effectLst/>
                <a:latin typeface="Calibri" panose="020F0502020204030204" pitchFamily="34" charset="0"/>
                <a:ea typeface="Calibri" panose="020F0502020204030204" pitchFamily="34" charset="0"/>
                <a:cs typeface="Arial" panose="020B0604020202020204" pitchFamily="34" charset="0"/>
              </a:rPr>
              <a:t>reflect on implementation of the roll-out including the roll-out speech and the deliberate practice</a:t>
            </a:r>
            <a:endParaRPr lang="en-US" dirty="0"/>
          </a:p>
        </p:txBody>
      </p:sp>
      <p:sp>
        <p:nvSpPr>
          <p:cNvPr id="4" name="Slide Number Placeholder 3">
            <a:extLst>
              <a:ext uri="{FF2B5EF4-FFF2-40B4-BE49-F238E27FC236}">
                <a16:creationId xmlns:a16="http://schemas.microsoft.com/office/drawing/2014/main" id="{FD0EEDDD-3DDC-4909-AF99-60870B25C0CC}"/>
              </a:ext>
            </a:extLst>
          </p:cNvPr>
          <p:cNvSpPr>
            <a:spLocks noGrp="1"/>
          </p:cNvSpPr>
          <p:nvPr>
            <p:ph type="sldNum" sz="quarter" idx="12"/>
          </p:nvPr>
        </p:nvSpPr>
        <p:spPr/>
        <p:txBody>
          <a:bodyPr/>
          <a:lstStyle/>
          <a:p>
            <a:fld id="{E2D56C8B-F564-4051-AFED-A78F1C6A2F0E}" type="slidenum">
              <a:rPr lang="en-US" smtClean="0"/>
              <a:pPr/>
              <a:t>2</a:t>
            </a:fld>
            <a:endParaRPr lang="en-US" dirty="0"/>
          </a:p>
        </p:txBody>
      </p:sp>
    </p:spTree>
    <p:extLst>
      <p:ext uri="{BB962C8B-B14F-4D97-AF65-F5344CB8AC3E}">
        <p14:creationId xmlns:p14="http://schemas.microsoft.com/office/powerpoint/2010/main" val="27725271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3F004-EE4F-44F2-AA0E-56B8CFF11342}"/>
              </a:ext>
            </a:extLst>
          </p:cNvPr>
          <p:cNvSpPr>
            <a:spLocks noGrp="1"/>
          </p:cNvSpPr>
          <p:nvPr>
            <p:ph type="title"/>
          </p:nvPr>
        </p:nvSpPr>
        <p:spPr/>
        <p:txBody>
          <a:bodyPr/>
          <a:lstStyle/>
          <a:p>
            <a:r>
              <a:rPr lang="en-US" dirty="0"/>
              <a:t>Bellringer</a:t>
            </a:r>
          </a:p>
        </p:txBody>
      </p:sp>
      <p:sp>
        <p:nvSpPr>
          <p:cNvPr id="3" name="Content Placeholder 2">
            <a:extLst>
              <a:ext uri="{FF2B5EF4-FFF2-40B4-BE49-F238E27FC236}">
                <a16:creationId xmlns:a16="http://schemas.microsoft.com/office/drawing/2014/main" id="{392BE286-77A6-49DD-B15D-7E4718D52FE7}"/>
              </a:ext>
            </a:extLst>
          </p:cNvPr>
          <p:cNvSpPr>
            <a:spLocks noGrp="1"/>
          </p:cNvSpPr>
          <p:nvPr>
            <p:ph idx="1"/>
          </p:nvPr>
        </p:nvSpPr>
        <p:spPr/>
        <p:txBody>
          <a:bodyPr>
            <a:normAutofit/>
          </a:bodyPr>
          <a:lstStyle/>
          <a:p>
            <a:pPr marL="0" indent="0">
              <a:buNone/>
            </a:pPr>
            <a:r>
              <a:rPr lang="en-US" dirty="0">
                <a:effectLst/>
                <a:latin typeface="Calibri" panose="020F0502020204030204" pitchFamily="34" charset="0"/>
                <a:ea typeface="Calibri" panose="020F0502020204030204" pitchFamily="34" charset="0"/>
                <a:cs typeface="Arial" panose="020B0604020202020204" pitchFamily="34" charset="0"/>
              </a:rPr>
              <a:t>Over the next two days, you will be working in new groups to practice rolling-out your entire routine, including deliberate practice. Based on the past few days of learning, as well as your reflections on your strengths and opportunities for improvement, what are some reminders to yourself that you’d like to focus on? What is one goal you have for your practice opportunity?</a:t>
            </a:r>
            <a:endParaRPr lang="en-US" dirty="0"/>
          </a:p>
        </p:txBody>
      </p:sp>
      <p:sp>
        <p:nvSpPr>
          <p:cNvPr id="4" name="Slide Number Placeholder 3">
            <a:extLst>
              <a:ext uri="{FF2B5EF4-FFF2-40B4-BE49-F238E27FC236}">
                <a16:creationId xmlns:a16="http://schemas.microsoft.com/office/drawing/2014/main" id="{2DC7D18A-F106-4CA1-A59B-DE4084E585CF}"/>
              </a:ext>
            </a:extLst>
          </p:cNvPr>
          <p:cNvSpPr>
            <a:spLocks noGrp="1"/>
          </p:cNvSpPr>
          <p:nvPr>
            <p:ph type="sldNum" sz="quarter" idx="12"/>
          </p:nvPr>
        </p:nvSpPr>
        <p:spPr/>
        <p:txBody>
          <a:bodyPr/>
          <a:lstStyle/>
          <a:p>
            <a:fld id="{E2D56C8B-F564-4051-AFED-A78F1C6A2F0E}" type="slidenum">
              <a:rPr lang="en-US" smtClean="0"/>
              <a:pPr/>
              <a:t>3</a:t>
            </a:fld>
            <a:endParaRPr lang="en-US" dirty="0"/>
          </a:p>
        </p:txBody>
      </p:sp>
    </p:spTree>
    <p:extLst>
      <p:ext uri="{BB962C8B-B14F-4D97-AF65-F5344CB8AC3E}">
        <p14:creationId xmlns:p14="http://schemas.microsoft.com/office/powerpoint/2010/main" val="40713056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836664-70C0-47BA-9BFF-496A04EBBFDE}"/>
              </a:ext>
            </a:extLst>
          </p:cNvPr>
          <p:cNvSpPr>
            <a:spLocks noGrp="1"/>
          </p:cNvSpPr>
          <p:nvPr>
            <p:ph type="title"/>
          </p:nvPr>
        </p:nvSpPr>
        <p:spPr>
          <a:xfrm>
            <a:off x="838200" y="500062"/>
            <a:ext cx="10515600" cy="1325563"/>
          </a:xfrm>
        </p:spPr>
        <p:txBody>
          <a:bodyPr/>
          <a:lstStyle/>
          <a:p>
            <a:r>
              <a:rPr lang="en-US" dirty="0"/>
              <a:t>Video: Deliberate Practice (Kim Griffith)</a:t>
            </a:r>
          </a:p>
        </p:txBody>
      </p:sp>
      <p:sp>
        <p:nvSpPr>
          <p:cNvPr id="3" name="Content Placeholder 2">
            <a:extLst>
              <a:ext uri="{FF2B5EF4-FFF2-40B4-BE49-F238E27FC236}">
                <a16:creationId xmlns:a16="http://schemas.microsoft.com/office/drawing/2014/main" id="{F64339F5-2F5D-46B5-A25D-C197D73747BD}"/>
              </a:ext>
            </a:extLst>
          </p:cNvPr>
          <p:cNvSpPr>
            <a:spLocks noGrp="1"/>
          </p:cNvSpPr>
          <p:nvPr>
            <p:ph idx="1"/>
          </p:nvPr>
        </p:nvSpPr>
        <p:spPr/>
        <p:txBody>
          <a:bodyPr>
            <a:normAutofit/>
          </a:bodyPr>
          <a:lstStyle/>
          <a:p>
            <a:pPr marL="0" indent="0">
              <a:buNone/>
            </a:pPr>
            <a:r>
              <a:rPr lang="en-US" i="1" u="sng" dirty="0">
                <a:solidFill>
                  <a:srgbClr val="0D6CB9"/>
                </a:solidFill>
                <a:effectLst/>
                <a:latin typeface="Calibri" panose="020F0502020204030204" pitchFamily="34" charset="0"/>
                <a:ea typeface="Calibri" panose="020F0502020204030204" pitchFamily="34" charset="0"/>
                <a:cs typeface="Arial" panose="020B0604020202020204" pitchFamily="34" charset="0"/>
                <a:hlinkClick r:id="rId2"/>
              </a:rPr>
              <a:t>Deliberate Practice: Kim Griffith</a:t>
            </a:r>
            <a:endParaRPr lang="en-US" sz="4000" dirty="0"/>
          </a:p>
        </p:txBody>
      </p:sp>
      <p:sp>
        <p:nvSpPr>
          <p:cNvPr id="4" name="Slide Number Placeholder 3">
            <a:extLst>
              <a:ext uri="{FF2B5EF4-FFF2-40B4-BE49-F238E27FC236}">
                <a16:creationId xmlns:a16="http://schemas.microsoft.com/office/drawing/2014/main" id="{F767700B-954E-42AD-AD69-9CC1C5B510A5}"/>
              </a:ext>
            </a:extLst>
          </p:cNvPr>
          <p:cNvSpPr>
            <a:spLocks noGrp="1"/>
          </p:cNvSpPr>
          <p:nvPr>
            <p:ph type="sldNum" sz="quarter" idx="12"/>
          </p:nvPr>
        </p:nvSpPr>
        <p:spPr/>
        <p:txBody>
          <a:bodyPr/>
          <a:lstStyle/>
          <a:p>
            <a:fld id="{E2D56C8B-F564-4051-AFED-A78F1C6A2F0E}" type="slidenum">
              <a:rPr lang="en-US" smtClean="0"/>
              <a:pPr/>
              <a:t>4</a:t>
            </a:fld>
            <a:endParaRPr lang="en-US" dirty="0"/>
          </a:p>
        </p:txBody>
      </p:sp>
    </p:spTree>
    <p:extLst>
      <p:ext uri="{BB962C8B-B14F-4D97-AF65-F5344CB8AC3E}">
        <p14:creationId xmlns:p14="http://schemas.microsoft.com/office/powerpoint/2010/main" val="34931091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B837C-3E07-4129-B371-9F5CA97D5605}"/>
              </a:ext>
            </a:extLst>
          </p:cNvPr>
          <p:cNvSpPr>
            <a:spLocks noGrp="1"/>
          </p:cNvSpPr>
          <p:nvPr>
            <p:ph type="title"/>
          </p:nvPr>
        </p:nvSpPr>
        <p:spPr/>
        <p:txBody>
          <a:bodyPr/>
          <a:lstStyle/>
          <a:p>
            <a:r>
              <a:rPr lang="en-US" dirty="0"/>
              <a:t>Exit Ticket</a:t>
            </a:r>
          </a:p>
        </p:txBody>
      </p:sp>
      <p:sp>
        <p:nvSpPr>
          <p:cNvPr id="3" name="Content Placeholder 2">
            <a:extLst>
              <a:ext uri="{FF2B5EF4-FFF2-40B4-BE49-F238E27FC236}">
                <a16:creationId xmlns:a16="http://schemas.microsoft.com/office/drawing/2014/main" id="{49F2A5AF-3C0B-4968-A438-E435325199EA}"/>
              </a:ext>
            </a:extLst>
          </p:cNvPr>
          <p:cNvSpPr>
            <a:spLocks noGrp="1"/>
          </p:cNvSpPr>
          <p:nvPr>
            <p:ph idx="1"/>
          </p:nvPr>
        </p:nvSpPr>
        <p:spPr/>
        <p:txBody>
          <a:bodyPr/>
          <a:lstStyle/>
          <a:p>
            <a:pPr marL="0" marR="0" indent="0">
              <a:lnSpc>
                <a:spcPct val="107000"/>
              </a:lnSpc>
              <a:spcBef>
                <a:spcPts val="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Based on the first practice round, what revisions and refinements would you suggest? </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marR="0" indent="0">
              <a:lnSpc>
                <a:spcPct val="107000"/>
              </a:lnSpc>
              <a:spcBef>
                <a:spcPts val="600"/>
              </a:spcBef>
              <a:spcAft>
                <a:spcPts val="800"/>
              </a:spcAft>
              <a:buNone/>
            </a:pPr>
            <a:r>
              <a:rPr lang="en-US" dirty="0">
                <a:solidFill>
                  <a:srgbClr val="000000"/>
                </a:solidFill>
                <a:effectLst/>
                <a:latin typeface="Calibri" panose="020F0502020204030204" pitchFamily="34" charset="0"/>
                <a:ea typeface="Calibri" panose="020F0502020204030204" pitchFamily="34" charset="0"/>
                <a:cs typeface="Calibri" panose="020F0502020204030204" pitchFamily="34" charset="0"/>
              </a:rPr>
              <a:t>What should you and your classmates consider moving forward to improve upon roll-out and deliberate practice in your next rounds?</a:t>
            </a:r>
            <a:endParaRPr lang="en-US" dirty="0">
              <a:effectLst/>
              <a:latin typeface="Calibri" panose="020F0502020204030204" pitchFamily="34" charset="0"/>
              <a:ea typeface="Calibri" panose="020F0502020204030204" pitchFamily="34" charset="0"/>
              <a:cs typeface="Arial" panose="020B0604020202020204" pitchFamily="34" charset="0"/>
            </a:endParaRPr>
          </a:p>
          <a:p>
            <a:pPr marL="0" indent="0">
              <a:buNone/>
            </a:pPr>
            <a:endParaRPr lang="en-US" dirty="0"/>
          </a:p>
        </p:txBody>
      </p:sp>
      <p:sp>
        <p:nvSpPr>
          <p:cNvPr id="4" name="Slide Number Placeholder 3">
            <a:extLst>
              <a:ext uri="{FF2B5EF4-FFF2-40B4-BE49-F238E27FC236}">
                <a16:creationId xmlns:a16="http://schemas.microsoft.com/office/drawing/2014/main" id="{00210221-3F4A-4187-A674-5BB2A5218FDE}"/>
              </a:ext>
            </a:extLst>
          </p:cNvPr>
          <p:cNvSpPr>
            <a:spLocks noGrp="1"/>
          </p:cNvSpPr>
          <p:nvPr>
            <p:ph type="sldNum" sz="quarter" idx="12"/>
          </p:nvPr>
        </p:nvSpPr>
        <p:spPr/>
        <p:txBody>
          <a:bodyPr/>
          <a:lstStyle/>
          <a:p>
            <a:fld id="{E2D56C8B-F564-4051-AFED-A78F1C6A2F0E}" type="slidenum">
              <a:rPr lang="en-US" smtClean="0"/>
              <a:pPr/>
              <a:t>5</a:t>
            </a:fld>
            <a:endParaRPr lang="en-US" dirty="0"/>
          </a:p>
        </p:txBody>
      </p:sp>
    </p:spTree>
    <p:extLst>
      <p:ext uri="{BB962C8B-B14F-4D97-AF65-F5344CB8AC3E}">
        <p14:creationId xmlns:p14="http://schemas.microsoft.com/office/powerpoint/2010/main" val="21474087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105</TotalTime>
  <Words>199</Words>
  <Application>Microsoft Office PowerPoint</Application>
  <PresentationFormat>Widescreen</PresentationFormat>
  <Paragraphs>20</Paragraphs>
  <Slides>5</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Arial</vt:lpstr>
      <vt:lpstr>Calibri</vt:lpstr>
      <vt:lpstr>Calibri Light</vt:lpstr>
      <vt:lpstr>Office Theme</vt:lpstr>
      <vt:lpstr>Instructional Practices | Unit 1: Building an Effective Classroom | Classroom Culture| Lesson 1.13</vt:lpstr>
      <vt:lpstr>TEKS Standards &amp; Objectives</vt:lpstr>
      <vt:lpstr>Bellringer</vt:lpstr>
      <vt:lpstr>Video: Deliberate Practice (Kim Griffith)</vt:lpstr>
      <vt:lpstr>Exit Ticket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Lesson 1.13: Rolling Out Systems and Routines</dc:title>
  <dc:subject>Lesson 1.13: Rolling Out Systems and Routines</dc:subject>
  <dc:creator>Texas Education Agency</dc:creator>
  <cp:lastModifiedBy>White (she/her), Whitney</cp:lastModifiedBy>
  <cp:revision>3</cp:revision>
  <dcterms:created xsi:type="dcterms:W3CDTF">2022-05-09T19:40:20Z</dcterms:created>
  <dcterms:modified xsi:type="dcterms:W3CDTF">2023-08-31T01:08:29Z</dcterms:modified>
</cp:coreProperties>
</file>
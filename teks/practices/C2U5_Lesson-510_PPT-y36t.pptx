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3DD0BC-63BC-4EE9-BF63-A8A34C962785}" v="4" dt="2022-10-10T02:11:29.4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643DD0BC-63BC-4EE9-BF63-A8A34C962785}"/>
    <pc:docChg chg="custSel delSld modSld">
      <pc:chgData name="White (she/her), Whitney" userId="65f39021-2f1d-4d8b-87dc-b123826f65bf" providerId="ADAL" clId="{643DD0BC-63BC-4EE9-BF63-A8A34C962785}" dt="2022-10-10T02:13:40.726" v="297" actId="47"/>
      <pc:docMkLst>
        <pc:docMk/>
      </pc:docMkLst>
      <pc:sldChg chg="modSp mod">
        <pc:chgData name="White (she/her), Whitney" userId="65f39021-2f1d-4d8b-87dc-b123826f65bf" providerId="ADAL" clId="{643DD0BC-63BC-4EE9-BF63-A8A34C962785}" dt="2022-10-10T02:08:42.589" v="46" actId="20577"/>
        <pc:sldMkLst>
          <pc:docMk/>
          <pc:sldMk cId="1482277026" sldId="256"/>
        </pc:sldMkLst>
        <pc:spChg chg="mod">
          <ac:chgData name="White (she/her), Whitney" userId="65f39021-2f1d-4d8b-87dc-b123826f65bf" providerId="ADAL" clId="{643DD0BC-63BC-4EE9-BF63-A8A34C962785}" dt="2022-10-10T02:08:42.589" v="46" actId="20577"/>
          <ac:spMkLst>
            <pc:docMk/>
            <pc:sldMk cId="1482277026" sldId="256"/>
            <ac:spMk id="3" creationId="{E0FBD98F-3A67-498E-8174-652040DD7B60}"/>
          </ac:spMkLst>
        </pc:spChg>
      </pc:sldChg>
      <pc:sldChg chg="modSp mod">
        <pc:chgData name="White (she/her), Whitney" userId="65f39021-2f1d-4d8b-87dc-b123826f65bf" providerId="ADAL" clId="{643DD0BC-63BC-4EE9-BF63-A8A34C962785}" dt="2022-10-10T02:11:12.382" v="169" actId="403"/>
        <pc:sldMkLst>
          <pc:docMk/>
          <pc:sldMk cId="4071305681" sldId="258"/>
        </pc:sldMkLst>
        <pc:spChg chg="mod">
          <ac:chgData name="White (she/her), Whitney" userId="65f39021-2f1d-4d8b-87dc-b123826f65bf" providerId="ADAL" clId="{643DD0BC-63BC-4EE9-BF63-A8A34C962785}" dt="2022-10-10T02:11:12.382" v="169" actId="403"/>
          <ac:spMkLst>
            <pc:docMk/>
            <pc:sldMk cId="4071305681" sldId="258"/>
            <ac:spMk id="3" creationId="{392BE286-77A6-49DD-B15D-7E4718D52FE7}"/>
          </ac:spMkLst>
        </pc:spChg>
      </pc:sldChg>
      <pc:sldChg chg="modSp mod">
        <pc:chgData name="White (she/her), Whitney" userId="65f39021-2f1d-4d8b-87dc-b123826f65bf" providerId="ADAL" clId="{643DD0BC-63BC-4EE9-BF63-A8A34C962785}" dt="2022-10-10T02:10:34.492" v="159" actId="20577"/>
        <pc:sldMkLst>
          <pc:docMk/>
          <pc:sldMk cId="2772527113" sldId="259"/>
        </pc:sldMkLst>
        <pc:spChg chg="mod">
          <ac:chgData name="White (she/her), Whitney" userId="65f39021-2f1d-4d8b-87dc-b123826f65bf" providerId="ADAL" clId="{643DD0BC-63BC-4EE9-BF63-A8A34C962785}" dt="2022-10-10T02:10:34.492" v="159" actId="20577"/>
          <ac:spMkLst>
            <pc:docMk/>
            <pc:sldMk cId="2772527113" sldId="259"/>
            <ac:spMk id="3" creationId="{8CE08C7F-0286-423B-92F7-DEB89F31111A}"/>
          </ac:spMkLst>
        </pc:spChg>
      </pc:sldChg>
      <pc:sldChg chg="modSp mod">
        <pc:chgData name="White (she/her), Whitney" userId="65f39021-2f1d-4d8b-87dc-b123826f65bf" providerId="ADAL" clId="{643DD0BC-63BC-4EE9-BF63-A8A34C962785}" dt="2022-10-10T02:09:53.566" v="139" actId="403"/>
        <pc:sldMkLst>
          <pc:docMk/>
          <pc:sldMk cId="2147408764" sldId="260"/>
        </pc:sldMkLst>
        <pc:spChg chg="mod">
          <ac:chgData name="White (she/her), Whitney" userId="65f39021-2f1d-4d8b-87dc-b123826f65bf" providerId="ADAL" clId="{643DD0BC-63BC-4EE9-BF63-A8A34C962785}" dt="2022-10-10T02:09:53.566" v="139" actId="403"/>
          <ac:spMkLst>
            <pc:docMk/>
            <pc:sldMk cId="2147408764" sldId="260"/>
            <ac:spMk id="3" creationId="{49F2A5AF-3C0B-4968-A438-E435325199EA}"/>
          </ac:spMkLst>
        </pc:spChg>
      </pc:sldChg>
      <pc:sldChg chg="addSp delSp modSp mod">
        <pc:chgData name="White (she/her), Whitney" userId="65f39021-2f1d-4d8b-87dc-b123826f65bf" providerId="ADAL" clId="{643DD0BC-63BC-4EE9-BF63-A8A34C962785}" dt="2022-10-10T02:12:10.430" v="185" actId="113"/>
        <pc:sldMkLst>
          <pc:docMk/>
          <pc:sldMk cId="3054216349" sldId="261"/>
        </pc:sldMkLst>
        <pc:spChg chg="del mod">
          <ac:chgData name="White (she/her), Whitney" userId="65f39021-2f1d-4d8b-87dc-b123826f65bf" providerId="ADAL" clId="{643DD0BC-63BC-4EE9-BF63-A8A34C962785}" dt="2022-10-10T02:12:02.391" v="182" actId="21"/>
          <ac:spMkLst>
            <pc:docMk/>
            <pc:sldMk cId="3054216349" sldId="261"/>
            <ac:spMk id="3" creationId="{AE13FDB6-F093-4D9E-B14E-3D7DB894C34C}"/>
          </ac:spMkLst>
        </pc:spChg>
        <pc:graphicFrameChg chg="add mod modGraphic">
          <ac:chgData name="White (she/her), Whitney" userId="65f39021-2f1d-4d8b-87dc-b123826f65bf" providerId="ADAL" clId="{643DD0BC-63BC-4EE9-BF63-A8A34C962785}" dt="2022-10-10T02:12:10.430" v="185" actId="113"/>
          <ac:graphicFrameMkLst>
            <pc:docMk/>
            <pc:sldMk cId="3054216349" sldId="261"/>
            <ac:graphicFrameMk id="5" creationId="{FD1F6FCB-77C8-49D6-A6D8-7810ECBD0225}"/>
          </ac:graphicFrameMkLst>
        </pc:graphicFrameChg>
      </pc:sldChg>
      <pc:sldChg chg="del">
        <pc:chgData name="White (she/her), Whitney" userId="65f39021-2f1d-4d8b-87dc-b123826f65bf" providerId="ADAL" clId="{643DD0BC-63BC-4EE9-BF63-A8A34C962785}" dt="2022-10-10T02:13:40.726" v="297" actId="47"/>
        <pc:sldMkLst>
          <pc:docMk/>
          <pc:sldMk cId="4170921578" sldId="262"/>
        </pc:sldMkLst>
      </pc:sldChg>
      <pc:sldChg chg="del">
        <pc:chgData name="White (she/her), Whitney" userId="65f39021-2f1d-4d8b-87dc-b123826f65bf" providerId="ADAL" clId="{643DD0BC-63BC-4EE9-BF63-A8A34C962785}" dt="2022-10-10T02:13:38.887" v="296" actId="47"/>
        <pc:sldMkLst>
          <pc:docMk/>
          <pc:sldMk cId="1163931679" sldId="263"/>
        </pc:sldMkLst>
      </pc:sldChg>
      <pc:sldChg chg="modSp mod">
        <pc:chgData name="White (she/her), Whitney" userId="65f39021-2f1d-4d8b-87dc-b123826f65bf" providerId="ADAL" clId="{643DD0BC-63BC-4EE9-BF63-A8A34C962785}" dt="2022-10-10T02:13:17.293" v="295" actId="13926"/>
        <pc:sldMkLst>
          <pc:docMk/>
          <pc:sldMk cId="3493109116" sldId="264"/>
        </pc:sldMkLst>
        <pc:spChg chg="mod">
          <ac:chgData name="White (she/her), Whitney" userId="65f39021-2f1d-4d8b-87dc-b123826f65bf" providerId="ADAL" clId="{643DD0BC-63BC-4EE9-BF63-A8A34C962785}" dt="2022-10-10T02:13:17.293" v="295" actId="13926"/>
          <ac:spMkLst>
            <pc:docMk/>
            <pc:sldMk cId="3493109116" sldId="264"/>
            <ac:spMk id="2" creationId="{D7836664-70C0-47BA-9BFF-496A04EBBFDE}"/>
          </ac:spMkLst>
        </pc:spChg>
        <pc:spChg chg="mod">
          <ac:chgData name="White (she/her), Whitney" userId="65f39021-2f1d-4d8b-87dc-b123826f65bf" providerId="ADAL" clId="{643DD0BC-63BC-4EE9-BF63-A8A34C962785}" dt="2022-10-10T02:13:13.042" v="294" actId="11"/>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43083"/>
            <a:ext cx="9144000" cy="370300"/>
          </a:xfrm>
        </p:spPr>
        <p:txBody>
          <a:bodyPr>
            <a:normAutofit/>
          </a:bodyPr>
          <a:lstStyle/>
          <a:p>
            <a:pPr algn="l"/>
            <a:r>
              <a:rPr lang="en-US" sz="1800" dirty="0"/>
              <a:t>Instructional Practices| Unit 5: Planning For and With Assessment | Lesson 5.10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4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Exploring Other Formative Assessment Options</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6000" dirty="0"/>
          </a:p>
        </p:txBody>
      </p:sp>
      <p:sp>
        <p:nvSpPr>
          <p:cNvPr id="4" name="TextBox 3">
            <a:extLst>
              <a:ext uri="{FF2B5EF4-FFF2-40B4-BE49-F238E27FC236}">
                <a16:creationId xmlns:a16="http://schemas.microsoft.com/office/drawing/2014/main" id="{80C93534-922B-43B5-678B-C1407B719B36}"/>
              </a:ext>
            </a:extLst>
          </p:cNvPr>
          <p:cNvSpPr txBox="1"/>
          <p:nvPr/>
        </p:nvSpPr>
        <p:spPr>
          <a:xfrm>
            <a:off x="0" y="6409188"/>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8A, 8C</a:t>
            </a:r>
          </a:p>
          <a:p>
            <a:pPr marL="0" indent="0">
              <a:buNone/>
            </a:pPr>
            <a:endParaRPr lang="en-US" dirty="0"/>
          </a:p>
          <a:p>
            <a:pPr marL="0" indent="0">
              <a:buNone/>
            </a:pPr>
            <a:r>
              <a:rPr lang="en-US" dirty="0"/>
              <a:t>The student will:</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Describe and identify uses of other formative assessment strategies</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Apply appropriate formative assessment strategies to lesson scenarios</a:t>
            </a:r>
            <a:endParaRPr lang="en-US" sz="4000" dirty="0">
              <a:highlight>
                <a:srgbClr val="FFFF00"/>
              </a:highlight>
            </a:endParaRP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Examine the 1</a:t>
            </a:r>
            <a:r>
              <a:rPr lang="en-US" baseline="30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t>
            </a: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grade Exit Ticket. </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 you read, consider whether the exit ticket meets each indicator of the success criteria or not. Complete the graphic organizer to show your thinking and provide suggestions for improvement if criteria are not met.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5" name="Table 4">
            <a:extLst>
              <a:ext uri="{FF2B5EF4-FFF2-40B4-BE49-F238E27FC236}">
                <a16:creationId xmlns:a16="http://schemas.microsoft.com/office/drawing/2014/main" id="{FD1F6FCB-77C8-49D6-A6D8-7810ECBD0225}"/>
              </a:ext>
            </a:extLst>
          </p:cNvPr>
          <p:cNvGraphicFramePr>
            <a:graphicFrameLocks noGrp="1"/>
          </p:cNvGraphicFramePr>
          <p:nvPr>
            <p:extLst>
              <p:ext uri="{D42A27DB-BD31-4B8C-83A1-F6EECF244321}">
                <p14:modId xmlns:p14="http://schemas.microsoft.com/office/powerpoint/2010/main" val="1059838524"/>
              </p:ext>
            </p:extLst>
          </p:nvPr>
        </p:nvGraphicFramePr>
        <p:xfrm>
          <a:off x="932110" y="1990343"/>
          <a:ext cx="10292359" cy="3168885"/>
        </p:xfrm>
        <a:graphic>
          <a:graphicData uri="http://schemas.openxmlformats.org/drawingml/2006/table">
            <a:tbl>
              <a:tblPr firstRow="1" firstCol="1" bandRow="1">
                <a:tableStyleId>{5940675A-B579-460E-94D1-54222C63F5DA}</a:tableStyleId>
              </a:tblPr>
              <a:tblGrid>
                <a:gridCol w="2062369">
                  <a:extLst>
                    <a:ext uri="{9D8B030D-6E8A-4147-A177-3AD203B41FA5}">
                      <a16:colId xmlns:a16="http://schemas.microsoft.com/office/drawing/2014/main" val="2943159849"/>
                    </a:ext>
                  </a:extLst>
                </a:gridCol>
                <a:gridCol w="8229990">
                  <a:extLst>
                    <a:ext uri="{9D8B030D-6E8A-4147-A177-3AD203B41FA5}">
                      <a16:colId xmlns:a16="http://schemas.microsoft.com/office/drawing/2014/main" val="1226686071"/>
                    </a:ext>
                  </a:extLst>
                </a:gridCol>
              </a:tblGrid>
              <a:tr h="1420795">
                <a:tc>
                  <a:txBody>
                    <a:bodyPr/>
                    <a:lstStyle/>
                    <a:p>
                      <a:pPr marL="228600" marR="0">
                        <a:lnSpc>
                          <a:spcPct val="107000"/>
                        </a:lnSpc>
                        <a:spcBef>
                          <a:spcPts val="600"/>
                        </a:spcBef>
                        <a:spcAft>
                          <a:spcPts val="600"/>
                        </a:spcAft>
                      </a:pPr>
                      <a:r>
                        <a:rPr lang="en-US" sz="2000" b="1" dirty="0">
                          <a:effectLst/>
                        </a:rPr>
                        <a:t>Gallery Walk</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nSpc>
                          <a:spcPct val="107000"/>
                        </a:lnSpc>
                        <a:spcBef>
                          <a:spcPts val="600"/>
                        </a:spcBef>
                        <a:spcAft>
                          <a:spcPts val="600"/>
                        </a:spcAft>
                      </a:pPr>
                      <a:r>
                        <a:rPr lang="en-US" sz="2000" dirty="0">
                          <a:effectLst/>
                        </a:rPr>
                        <a:t>an activity during which artifacts are set up around a room and a piece of chart paper or other shared workspace is provided for students to visually (verbally and/or artistically) share their thinking based on teacher-prepared question(s) or prompt(s) at east station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10486659"/>
                  </a:ext>
                </a:extLst>
              </a:tr>
              <a:tr h="702425">
                <a:tc>
                  <a:txBody>
                    <a:bodyPr/>
                    <a:lstStyle/>
                    <a:p>
                      <a:pPr marL="228600" marR="0">
                        <a:lnSpc>
                          <a:spcPct val="107000"/>
                        </a:lnSpc>
                        <a:spcBef>
                          <a:spcPts val="600"/>
                        </a:spcBef>
                        <a:spcAft>
                          <a:spcPts val="600"/>
                        </a:spcAft>
                      </a:pPr>
                      <a:r>
                        <a:rPr lang="en-US" sz="2000" b="1">
                          <a:effectLst/>
                        </a:rPr>
                        <a:t>Graphic Organizers</a:t>
                      </a:r>
                      <a:endParaRPr lang="en-US" sz="20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nSpc>
                          <a:spcPct val="107000"/>
                        </a:lnSpc>
                        <a:spcBef>
                          <a:spcPts val="600"/>
                        </a:spcBef>
                        <a:spcAft>
                          <a:spcPts val="600"/>
                        </a:spcAft>
                      </a:pPr>
                      <a:r>
                        <a:rPr lang="en-US" sz="2000" dirty="0">
                          <a:effectLst/>
                        </a:rPr>
                        <a:t>visual learning tools that help students organize their ideas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6631413"/>
                  </a:ext>
                </a:extLst>
              </a:tr>
              <a:tr h="343240">
                <a:tc>
                  <a:txBody>
                    <a:bodyPr/>
                    <a:lstStyle/>
                    <a:p>
                      <a:pPr marL="228600" marR="0">
                        <a:lnSpc>
                          <a:spcPct val="107000"/>
                        </a:lnSpc>
                        <a:spcBef>
                          <a:spcPts val="600"/>
                        </a:spcBef>
                        <a:spcAft>
                          <a:spcPts val="600"/>
                        </a:spcAft>
                      </a:pPr>
                      <a:r>
                        <a:rPr lang="en-US" sz="2000" b="1" dirty="0">
                          <a:effectLst/>
                        </a:rPr>
                        <a:t>Learning Logs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nSpc>
                          <a:spcPct val="107000"/>
                        </a:lnSpc>
                        <a:spcBef>
                          <a:spcPts val="600"/>
                        </a:spcBef>
                        <a:spcAft>
                          <a:spcPts val="600"/>
                        </a:spcAft>
                      </a:pPr>
                      <a:r>
                        <a:rPr lang="en-US" sz="2000">
                          <a:effectLst/>
                        </a:rPr>
                        <a:t>a record of student observations and reflections over time.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69039432"/>
                  </a:ext>
                </a:extLst>
              </a:tr>
              <a:tr h="702425">
                <a:tc>
                  <a:txBody>
                    <a:bodyPr/>
                    <a:lstStyle/>
                    <a:p>
                      <a:pPr marL="228600" marR="0">
                        <a:lnSpc>
                          <a:spcPct val="107000"/>
                        </a:lnSpc>
                        <a:spcBef>
                          <a:spcPts val="600"/>
                        </a:spcBef>
                        <a:spcAft>
                          <a:spcPts val="600"/>
                        </a:spcAft>
                      </a:pPr>
                      <a:r>
                        <a:rPr lang="en-US" sz="2000" b="1" dirty="0">
                          <a:effectLst/>
                        </a:rPr>
                        <a:t>ABCD Cards</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marR="0">
                        <a:lnSpc>
                          <a:spcPct val="107000"/>
                        </a:lnSpc>
                        <a:spcBef>
                          <a:spcPts val="600"/>
                        </a:spcBef>
                        <a:spcAft>
                          <a:spcPts val="600"/>
                        </a:spcAft>
                      </a:pPr>
                      <a:r>
                        <a:rPr lang="en-US" sz="2000" dirty="0">
                          <a:effectLst/>
                        </a:rPr>
                        <a:t>a set of cards used for a quick and visual response to multiple choice questions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1280928"/>
                  </a:ext>
                </a:extLst>
              </a:tr>
            </a:tbl>
          </a:graphicData>
        </a:graphic>
      </p:graphicFrame>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Home Group Assignments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514350" indent="-514350">
              <a:buFont typeface="+mj-lt"/>
              <a:buAutoNum type="arabicPeriod"/>
            </a:pPr>
            <a:r>
              <a:rPr lang="en-US" dirty="0"/>
              <a:t>Gallery Walk</a:t>
            </a:r>
          </a:p>
          <a:p>
            <a:pPr marL="514350" indent="-514350">
              <a:buFont typeface="+mj-lt"/>
              <a:buAutoNum type="arabicPeriod"/>
            </a:pPr>
            <a:r>
              <a:rPr lang="en-US" dirty="0"/>
              <a:t>Graphic Organizers</a:t>
            </a:r>
          </a:p>
          <a:p>
            <a:pPr marL="514350" indent="-514350">
              <a:buFont typeface="+mj-lt"/>
              <a:buAutoNum type="arabicPeriod"/>
            </a:pPr>
            <a:r>
              <a:rPr lang="en-US" dirty="0"/>
              <a:t>Learning Logs</a:t>
            </a:r>
          </a:p>
          <a:p>
            <a:pPr marL="514350" indent="-514350">
              <a:buFont typeface="+mj-lt"/>
              <a:buAutoNum type="arabicPeriod"/>
            </a:pPr>
            <a:r>
              <a:rPr lang="en-US" dirty="0"/>
              <a:t>ABCD Cards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Review each scenario in the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graphic organizer on your Exit Ticket</a:t>
            </a: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p>
            <a:pPr marL="0" marR="0" indent="0">
              <a:lnSpc>
                <a:spcPct val="107000"/>
              </a:lnSpc>
              <a:spcBef>
                <a:spcPts val="0"/>
              </a:spcBef>
              <a:spcAft>
                <a:spcPts val="800"/>
              </a:spcAft>
              <a:buNone/>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On your own, determine the best assessment choice for each scenario. Explain your reasoning.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6</TotalTime>
  <Words>252</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5: Planning For and With Assessment | Lesson 5.10</vt:lpstr>
      <vt:lpstr>TEKS Standards &amp; Objectives</vt:lpstr>
      <vt:lpstr>Bellringer</vt:lpstr>
      <vt:lpstr>Vocabulary</vt:lpstr>
      <vt:lpstr>Home Group Assignments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5.10: Exploring Other Formative Assessment Options</dc:title>
  <dc:subject>Lesson 5.10: Exploring Other Formative Assessment Options</dc:subject>
  <dc:creator>Texas Education Agency</dc:creator>
  <cp:lastModifiedBy>London White</cp:lastModifiedBy>
  <cp:revision>2</cp:revision>
  <dcterms:created xsi:type="dcterms:W3CDTF">2022-09-18T22:52:01Z</dcterms:created>
  <dcterms:modified xsi:type="dcterms:W3CDTF">2023-08-31T04:15:20Z</dcterms:modified>
</cp:coreProperties>
</file>
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58" r:id="rId4"/>
    <p:sldId id="261" r:id="rId5"/>
    <p:sldId id="264" r:id="rId6"/>
    <p:sldId id="263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F1F578-9EA6-4D0C-AC6E-DC4BCE3D3CC5}" v="1" dt="2023-08-31T01:30:14.0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4ACD2CB2-91FC-4BB1-AC1A-F29A5752FE24}"/>
    <pc:docChg chg="modSld">
      <pc:chgData name="White, Whitney" userId="65f39021-2f1d-4d8b-87dc-b123826f65bf" providerId="ADAL" clId="{4ACD2CB2-91FC-4BB1-AC1A-F29A5752FE24}" dt="2022-08-03T14:16:49.713" v="46" actId="20577"/>
      <pc:docMkLst>
        <pc:docMk/>
      </pc:docMkLst>
      <pc:sldChg chg="modSp mod">
        <pc:chgData name="White, Whitney" userId="65f39021-2f1d-4d8b-87dc-b123826f65bf" providerId="ADAL" clId="{4ACD2CB2-91FC-4BB1-AC1A-F29A5752FE24}" dt="2022-08-03T14:16:49.713" v="46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4ACD2CB2-91FC-4BB1-AC1A-F29A5752FE24}" dt="2022-08-03T14:16:49.713" v="46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 (she/her), Whitney" userId="65f39021-2f1d-4d8b-87dc-b123826f65bf" providerId="ADAL" clId="{9BF1F578-9EA6-4D0C-AC6E-DC4BCE3D3CC5}"/>
    <pc:docChg chg="modSld">
      <pc:chgData name="White (she/her), Whitney" userId="65f39021-2f1d-4d8b-87dc-b123826f65bf" providerId="ADAL" clId="{9BF1F578-9EA6-4D0C-AC6E-DC4BCE3D3CC5}" dt="2023-08-31T01:30:23.401" v="5" actId="20577"/>
      <pc:docMkLst>
        <pc:docMk/>
      </pc:docMkLst>
      <pc:sldChg chg="addSp modSp mod">
        <pc:chgData name="White (she/her), Whitney" userId="65f39021-2f1d-4d8b-87dc-b123826f65bf" providerId="ADAL" clId="{9BF1F578-9EA6-4D0C-AC6E-DC4BCE3D3CC5}" dt="2023-08-31T01:30:17.464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9BF1F578-9EA6-4D0C-AC6E-DC4BCE3D3CC5}" dt="2023-08-31T01:30:12.730" v="0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9BF1F578-9EA6-4D0C-AC6E-DC4BCE3D3CC5}" dt="2023-08-31T01:30:17.464" v="2" actId="1076"/>
          <ac:spMkLst>
            <pc:docMk/>
            <pc:sldMk cId="1482277026" sldId="256"/>
            <ac:spMk id="4" creationId="{AFD2FC41-0D65-FF13-6B53-FEE2A2810DC3}"/>
          </ac:spMkLst>
        </pc:spChg>
      </pc:sldChg>
      <pc:sldChg chg="modSp mod">
        <pc:chgData name="White (she/her), Whitney" userId="65f39021-2f1d-4d8b-87dc-b123826f65bf" providerId="ADAL" clId="{9BF1F578-9EA6-4D0C-AC6E-DC4BCE3D3CC5}" dt="2023-08-31T01:30:23.401" v="5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9BF1F578-9EA6-4D0C-AC6E-DC4BCE3D3CC5}" dt="2023-08-31T01:30:23.401" v="5" actId="20577"/>
          <ac:spMkLst>
            <pc:docMk/>
            <pc:sldMk cId="2772527113" sldId="259"/>
            <ac:spMk id="3" creationId="{8CE08C7F-0286-423B-92F7-DEB89F31111A}"/>
          </ac:spMkLst>
        </pc:spChg>
      </pc:sldChg>
    </pc:docChg>
  </pc:docChgLst>
  <pc:docChgLst>
    <pc:chgData name="White, Whitney" userId="65f39021-2f1d-4d8b-87dc-b123826f65bf" providerId="ADAL" clId="{7087DBC1-5FD5-4794-97C8-E063971AECE9}"/>
    <pc:docChg chg="undo custSel delSld modSld">
      <pc:chgData name="White, Whitney" userId="65f39021-2f1d-4d8b-87dc-b123826f65bf" providerId="ADAL" clId="{7087DBC1-5FD5-4794-97C8-E063971AECE9}" dt="2022-08-03T20:20:05.252" v="185" actId="20577"/>
      <pc:docMkLst>
        <pc:docMk/>
      </pc:docMkLst>
      <pc:sldChg chg="modSp mod">
        <pc:chgData name="White, Whitney" userId="65f39021-2f1d-4d8b-87dc-b123826f65bf" providerId="ADAL" clId="{7087DBC1-5FD5-4794-97C8-E063971AECE9}" dt="2022-08-03T20:20:05.252" v="185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7087DBC1-5FD5-4794-97C8-E063971AECE9}" dt="2022-08-03T20:20:05.252" v="185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7087DBC1-5FD5-4794-97C8-E063971AECE9}" dt="2022-08-03T20:19:59.627" v="181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7087DBC1-5FD5-4794-97C8-E063971AECE9}" dt="2022-08-03T20:19:11.083" v="121" actId="114"/>
        <pc:sldMkLst>
          <pc:docMk/>
          <pc:sldMk cId="4071305681" sldId="258"/>
        </pc:sldMkLst>
        <pc:spChg chg="mod">
          <ac:chgData name="White, Whitney" userId="65f39021-2f1d-4d8b-87dc-b123826f65bf" providerId="ADAL" clId="{7087DBC1-5FD5-4794-97C8-E063971AECE9}" dt="2022-08-03T20:19:11.083" v="121" actId="114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7087DBC1-5FD5-4794-97C8-E063971AECE9}" dt="2022-08-03T20:15:19.047" v="30" actId="255"/>
        <pc:sldMkLst>
          <pc:docMk/>
          <pc:sldMk cId="2772527113" sldId="259"/>
        </pc:sldMkLst>
        <pc:spChg chg="mod">
          <ac:chgData name="White, Whitney" userId="65f39021-2f1d-4d8b-87dc-b123826f65bf" providerId="ADAL" clId="{7087DBC1-5FD5-4794-97C8-E063971AECE9}" dt="2022-08-03T20:15:19.047" v="30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7087DBC1-5FD5-4794-97C8-E063971AECE9}" dt="2022-08-03T20:19:47.601" v="141" actId="12"/>
        <pc:sldMkLst>
          <pc:docMk/>
          <pc:sldMk cId="2147408764" sldId="260"/>
        </pc:sldMkLst>
        <pc:spChg chg="mod">
          <ac:chgData name="White, Whitney" userId="65f39021-2f1d-4d8b-87dc-b123826f65bf" providerId="ADAL" clId="{7087DBC1-5FD5-4794-97C8-E063971AECE9}" dt="2022-08-03T20:19:47.601" v="141" actId="12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, Whitney" userId="65f39021-2f1d-4d8b-87dc-b123826f65bf" providerId="ADAL" clId="{7087DBC1-5FD5-4794-97C8-E063971AECE9}" dt="2022-08-03T20:16:42.739" v="45" actId="1076"/>
        <pc:sldMkLst>
          <pc:docMk/>
          <pc:sldMk cId="3054216349" sldId="261"/>
        </pc:sldMkLst>
        <pc:spChg chg="del">
          <ac:chgData name="White, Whitney" userId="65f39021-2f1d-4d8b-87dc-b123826f65bf" providerId="ADAL" clId="{7087DBC1-5FD5-4794-97C8-E063971AECE9}" dt="2022-08-03T20:16:27.832" v="36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, Whitney" userId="65f39021-2f1d-4d8b-87dc-b123826f65bf" providerId="ADAL" clId="{7087DBC1-5FD5-4794-97C8-E063971AECE9}" dt="2022-08-03T20:16:42.739" v="45" actId="1076"/>
          <ac:graphicFrameMkLst>
            <pc:docMk/>
            <pc:sldMk cId="3054216349" sldId="261"/>
            <ac:graphicFrameMk id="5" creationId="{7AB04FFD-4762-4161-896C-92F7E74E0AF3}"/>
          </ac:graphicFrameMkLst>
        </pc:graphicFrameChg>
      </pc:sldChg>
      <pc:sldChg chg="del">
        <pc:chgData name="White, Whitney" userId="65f39021-2f1d-4d8b-87dc-b123826f65bf" providerId="ADAL" clId="{7087DBC1-5FD5-4794-97C8-E063971AECE9}" dt="2022-08-03T20:18:54.465" v="116" actId="47"/>
        <pc:sldMkLst>
          <pc:docMk/>
          <pc:sldMk cId="4170921578" sldId="262"/>
        </pc:sldMkLst>
      </pc:sldChg>
      <pc:sldChg chg="modSp mod">
        <pc:chgData name="White, Whitney" userId="65f39021-2f1d-4d8b-87dc-b123826f65bf" providerId="ADAL" clId="{7087DBC1-5FD5-4794-97C8-E063971AECE9}" dt="2022-08-03T20:18:25.913" v="115" actId="404"/>
        <pc:sldMkLst>
          <pc:docMk/>
          <pc:sldMk cId="1163931679" sldId="263"/>
        </pc:sldMkLst>
        <pc:spChg chg="mod">
          <ac:chgData name="White, Whitney" userId="65f39021-2f1d-4d8b-87dc-b123826f65bf" providerId="ADAL" clId="{7087DBC1-5FD5-4794-97C8-E063971AECE9}" dt="2022-08-03T20:18:17.946" v="109" actId="20577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7087DBC1-5FD5-4794-97C8-E063971AECE9}" dt="2022-08-03T20:18:25.913" v="115" actId="404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">
        <pc:chgData name="White, Whitney" userId="65f39021-2f1d-4d8b-87dc-b123826f65bf" providerId="ADAL" clId="{7087DBC1-5FD5-4794-97C8-E063971AECE9}" dt="2022-08-03T20:17:54.148" v="87" actId="403"/>
        <pc:sldMkLst>
          <pc:docMk/>
          <pc:sldMk cId="3493109116" sldId="264"/>
        </pc:sldMkLst>
        <pc:spChg chg="mod">
          <ac:chgData name="White, Whitney" userId="65f39021-2f1d-4d8b-87dc-b123826f65bf" providerId="ADAL" clId="{7087DBC1-5FD5-4794-97C8-E063971AECE9}" dt="2022-08-03T20:17:40.131" v="78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7087DBC1-5FD5-4794-97C8-E063971AECE9}" dt="2022-08-03T20:17:54.148" v="87" actId="403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vimeo.com/174376523" TargetMode="External"/><Relationship Id="rId2" Type="http://schemas.openxmlformats.org/officeDocument/2006/relationships/hyperlink" Target="https://vimeo.com/174376526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vimeo.com/174376522" TargetMode="External"/><Relationship Id="rId4" Type="http://schemas.openxmlformats.org/officeDocument/2006/relationships/hyperlink" Target="https://vimeo.com/174376524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vimeo.com/175614916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34694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2: Classroom Management| Lesson 2.21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Nonverbal Interventions | Practice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D2FC41-0D65-FF13-6B53-FEE2A2810DC3}"/>
              </a:ext>
            </a:extLst>
          </p:cNvPr>
          <p:cNvSpPr txBox="1"/>
          <p:nvPr/>
        </p:nvSpPr>
        <p:spPr>
          <a:xfrm>
            <a:off x="0" y="6404994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3C, 4C, 7A, 7E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ractice non-verbal least invasive interventions</a:t>
            </a:r>
            <a:r>
              <a:rPr lang="en-US" dirty="0">
                <a:solidFill>
                  <a:srgbClr val="70AD47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xplain and apply non-verbal strategies for redirection and reinforcement with emotional constancy</a:t>
            </a: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dirty="0">
                <a:effectLst/>
                <a:ea typeface="Calibri" panose="020F0502020204030204" pitchFamily="34" charset="0"/>
              </a:rPr>
              <a:t>dentify and explain the impact of key elements of effective nonverbal corrections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Review the following scenario: </a:t>
            </a:r>
          </a:p>
          <a:p>
            <a:pPr marL="0" indent="0">
              <a:buNone/>
            </a:pPr>
            <a:r>
              <a:rPr lang="en-US" i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When one student in a classroom is responding to a teacher’s question during a class discussion, another student begins to get up from their desk seat to use the pencil sharpener. 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How would you respond?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AB04FFD-4762-4161-896C-92F7E74E0A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0555940"/>
              </p:ext>
            </p:extLst>
          </p:nvPr>
        </p:nvGraphicFramePr>
        <p:xfrm>
          <a:off x="783535" y="1842053"/>
          <a:ext cx="10624930" cy="3926590"/>
        </p:xfrm>
        <a:graphic>
          <a:graphicData uri="http://schemas.openxmlformats.org/drawingml/2006/table">
            <a:tbl>
              <a:tblPr firstRow="1" firstCol="1" bandRow="1"/>
              <a:tblGrid>
                <a:gridCol w="2320091">
                  <a:extLst>
                    <a:ext uri="{9D8B030D-6E8A-4147-A177-3AD203B41FA5}">
                      <a16:colId xmlns:a16="http://schemas.microsoft.com/office/drawing/2014/main" val="3959399488"/>
                    </a:ext>
                  </a:extLst>
                </a:gridCol>
                <a:gridCol w="8304839">
                  <a:extLst>
                    <a:ext uri="{9D8B030D-6E8A-4147-A177-3AD203B41FA5}">
                      <a16:colId xmlns:a16="http://schemas.microsoft.com/office/drawing/2014/main" val="2323213328"/>
                    </a:ext>
                  </a:extLst>
                </a:gridCol>
              </a:tblGrid>
              <a:tr h="683135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Redirection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Changing the course or direction of one’s actions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8114310"/>
                  </a:ext>
                </a:extLst>
              </a:tr>
              <a:tr h="683135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Reinforce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 response to behavior that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increases the likelihood that the behavior will be repeated.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1894374"/>
                  </a:ext>
                </a:extLst>
              </a:tr>
              <a:tr h="683135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Intervention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Steps to help one improve in their area of need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0824088"/>
                  </a:ext>
                </a:extLst>
              </a:tr>
              <a:tr h="683135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Least Invasive Intervention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Redirecting an undesired behavior with minimal disruption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0896185"/>
                  </a:ext>
                </a:extLst>
              </a:tr>
              <a:tr h="858798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Nonverbal Interventions 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Gestures, silently modeling a desired behavior, facial expressions, eye contact, etc. that reinforce expectations, manage classroom transitions, and keep group discussions productive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11698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Nonverbal Interventions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Video: Colleen Driggs: </a:t>
            </a:r>
            <a:r>
              <a:rPr lang="en-US" i="1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2"/>
              </a:rPr>
              <a:t>Round 1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Video: Colleen Driggs: </a:t>
            </a:r>
            <a:r>
              <a:rPr lang="en-US" i="1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3"/>
              </a:rPr>
              <a:t>Round 2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Video: Colleen Driggs: </a:t>
            </a:r>
            <a:r>
              <a:rPr lang="en-US" i="1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4"/>
              </a:rPr>
              <a:t>Round 3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Video: Colleen Driggs: </a:t>
            </a:r>
            <a:r>
              <a:rPr lang="en-US" i="1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5"/>
              </a:rPr>
              <a:t>Round 4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Video Notes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C84E3-4C09-4253-8964-13B9C34E5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Video: Non-Verbal Interventions: Doug Lemov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 your response to the bellringer scenario. What would you change – if anything – from what you wrote at the beginning of the lesson?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Given what you have learned in this lesson, what would you do in this scenario: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While a student is presenting his or her work to the class, another student begins to interrupt with a question for the teacher.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Words>318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Symbol</vt:lpstr>
      <vt:lpstr>Office Theme</vt:lpstr>
      <vt:lpstr>Instructional Practices| Unit 2: Classroom Management| Lesson 2.21</vt:lpstr>
      <vt:lpstr>TEKS Standards &amp; Objectives</vt:lpstr>
      <vt:lpstr>Bellringer</vt:lpstr>
      <vt:lpstr>Vocabulary</vt:lpstr>
      <vt:lpstr>Nonverbal Interventions Scenarios</vt:lpstr>
      <vt:lpstr>Video Notes 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2.21: Nonverbal Interventions | Practice</dc:title>
  <dc:subject>Lesson 2.21: Nonverbal Interventions | Practice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2023-08-31T01:30:30Z</dcterms:modified>
</cp:coreProperties>
</file>
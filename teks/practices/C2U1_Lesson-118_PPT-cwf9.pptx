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8" r:id="rId4"/>
    <p:sldId id="264" r:id="rId5"/>
    <p:sldId id="265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12A89E-8F2A-4E1E-B8B3-CA345BF6E92A}" v="1" dt="2023-08-31T01:11:10.1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6A531146-25B0-4F02-8BD4-70B760CBD788}"/>
    <pc:docChg chg="custSel modSld">
      <pc:chgData name="White, Whitney" userId="65f39021-2f1d-4d8b-87dc-b123826f65bf" providerId="ADAL" clId="{6A531146-25B0-4F02-8BD4-70B760CBD788}" dt="2022-07-28T02:43:23.884" v="111" actId="20577"/>
      <pc:docMkLst>
        <pc:docMk/>
      </pc:docMkLst>
      <pc:sldChg chg="modSp mod">
        <pc:chgData name="White, Whitney" userId="65f39021-2f1d-4d8b-87dc-b123826f65bf" providerId="ADAL" clId="{6A531146-25B0-4F02-8BD4-70B760CBD788}" dt="2022-07-28T02:43:23.884" v="11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6A531146-25B0-4F02-8BD4-70B760CBD788}" dt="2022-07-28T02:43:23.884" v="11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 (she/her), Whitney" userId="65f39021-2f1d-4d8b-87dc-b123826f65bf" providerId="ADAL" clId="{2912A89E-8F2A-4E1E-B8B3-CA345BF6E92A}"/>
    <pc:docChg chg="modSld">
      <pc:chgData name="White (she/her), Whitney" userId="65f39021-2f1d-4d8b-87dc-b123826f65bf" providerId="ADAL" clId="{2912A89E-8F2A-4E1E-B8B3-CA345BF6E92A}" dt="2023-08-31T01:11:14.603" v="2" actId="1076"/>
      <pc:docMkLst>
        <pc:docMk/>
      </pc:docMkLst>
      <pc:sldChg chg="addSp modSp mod">
        <pc:chgData name="White (she/her), Whitney" userId="65f39021-2f1d-4d8b-87dc-b123826f65bf" providerId="ADAL" clId="{2912A89E-8F2A-4E1E-B8B3-CA345BF6E92A}" dt="2023-08-31T01:11:14.603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2912A89E-8F2A-4E1E-B8B3-CA345BF6E92A}" dt="2023-08-31T01:11:08.864" v="0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2912A89E-8F2A-4E1E-B8B3-CA345BF6E92A}" dt="2023-08-31T01:11:14.603" v="2" actId="1076"/>
          <ac:spMkLst>
            <pc:docMk/>
            <pc:sldMk cId="1482277026" sldId="256"/>
            <ac:spMk id="4" creationId="{206C1A81-ABA5-130B-708E-C102F2A1DFB6}"/>
          </ac:spMkLst>
        </pc:spChg>
      </pc:sldChg>
    </pc:docChg>
  </pc:docChgLst>
  <pc:docChgLst>
    <pc:chgData name="White, Whitney" userId="65f39021-2f1d-4d8b-87dc-b123826f65bf" providerId="ADAL" clId="{E6D30E20-5127-4C1F-83B3-B9311A771286}"/>
    <pc:docChg chg="undo custSel addSld delSld modSld">
      <pc:chgData name="White, Whitney" userId="65f39021-2f1d-4d8b-87dc-b123826f65bf" providerId="ADAL" clId="{E6D30E20-5127-4C1F-83B3-B9311A771286}" dt="2022-07-29T06:48:50.380" v="248" actId="20577"/>
      <pc:docMkLst>
        <pc:docMk/>
      </pc:docMkLst>
      <pc:sldChg chg="modSp mod">
        <pc:chgData name="White, Whitney" userId="65f39021-2f1d-4d8b-87dc-b123826f65bf" providerId="ADAL" clId="{E6D30E20-5127-4C1F-83B3-B9311A771286}" dt="2022-07-29T06:48:50.380" v="248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E6D30E20-5127-4C1F-83B3-B9311A771286}" dt="2022-07-29T06:48:50.380" v="248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E6D30E20-5127-4C1F-83B3-B9311A771286}" dt="2022-07-29T06:39:08.075" v="124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E6D30E20-5127-4C1F-83B3-B9311A771286}" dt="2022-07-29T06:34:58.890" v="37" actId="255"/>
        <pc:sldMkLst>
          <pc:docMk/>
          <pc:sldMk cId="4071305681" sldId="258"/>
        </pc:sldMkLst>
        <pc:spChg chg="mod">
          <ac:chgData name="White, Whitney" userId="65f39021-2f1d-4d8b-87dc-b123826f65bf" providerId="ADAL" clId="{E6D30E20-5127-4C1F-83B3-B9311A771286}" dt="2022-07-29T06:34:58.890" v="37" actId="255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E6D30E20-5127-4C1F-83B3-B9311A771286}" dt="2022-07-29T06:34:03.953" v="34" actId="255"/>
        <pc:sldMkLst>
          <pc:docMk/>
          <pc:sldMk cId="2772527113" sldId="259"/>
        </pc:sldMkLst>
        <pc:spChg chg="mod">
          <ac:chgData name="White, Whitney" userId="65f39021-2f1d-4d8b-87dc-b123826f65bf" providerId="ADAL" clId="{E6D30E20-5127-4C1F-83B3-B9311A771286}" dt="2022-07-29T06:34:03.953" v="34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E6D30E20-5127-4C1F-83B3-B9311A771286}" dt="2022-07-29T06:48:19.309" v="246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E6D30E20-5127-4C1F-83B3-B9311A771286}" dt="2022-07-29T06:48:19.309" v="246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del">
        <pc:chgData name="White, Whitney" userId="65f39021-2f1d-4d8b-87dc-b123826f65bf" providerId="ADAL" clId="{E6D30E20-5127-4C1F-83B3-B9311A771286}" dt="2022-07-29T06:35:10.631" v="38" actId="2696"/>
        <pc:sldMkLst>
          <pc:docMk/>
          <pc:sldMk cId="3054216349" sldId="261"/>
        </pc:sldMkLst>
      </pc:sldChg>
      <pc:sldChg chg="modSp del mod">
        <pc:chgData name="White, Whitney" userId="65f39021-2f1d-4d8b-87dc-b123826f65bf" providerId="ADAL" clId="{E6D30E20-5127-4C1F-83B3-B9311A771286}" dt="2022-07-29T06:38:29.932" v="103" actId="2696"/>
        <pc:sldMkLst>
          <pc:docMk/>
          <pc:sldMk cId="4170921578" sldId="262"/>
        </pc:sldMkLst>
        <pc:spChg chg="mod">
          <ac:chgData name="White, Whitney" userId="65f39021-2f1d-4d8b-87dc-b123826f65bf" providerId="ADAL" clId="{E6D30E20-5127-4C1F-83B3-B9311A771286}" dt="2022-07-29T06:37:59.892" v="100" actId="20577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E6D30E20-5127-4C1F-83B3-B9311A771286}" dt="2022-07-29T06:38:07.125" v="102" actId="255"/>
          <ac:spMkLst>
            <pc:docMk/>
            <pc:sldMk cId="4170921578" sldId="262"/>
            <ac:spMk id="3" creationId="{79FFCA46-4155-4484-8350-F1E0B95F6088}"/>
          </ac:spMkLst>
        </pc:spChg>
      </pc:sldChg>
      <pc:sldChg chg="modSp del mod">
        <pc:chgData name="White, Whitney" userId="65f39021-2f1d-4d8b-87dc-b123826f65bf" providerId="ADAL" clId="{E6D30E20-5127-4C1F-83B3-B9311A771286}" dt="2022-07-29T06:37:26.691" v="85" actId="47"/>
        <pc:sldMkLst>
          <pc:docMk/>
          <pc:sldMk cId="1163931679" sldId="263"/>
        </pc:sldMkLst>
        <pc:spChg chg="mod">
          <ac:chgData name="White, Whitney" userId="65f39021-2f1d-4d8b-87dc-b123826f65bf" providerId="ADAL" clId="{E6D30E20-5127-4C1F-83B3-B9311A771286}" dt="2022-07-29T06:36:57.894" v="82" actId="20577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E6D30E20-5127-4C1F-83B3-B9311A771286}" dt="2022-07-29T06:37:11.304" v="84" actId="255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">
        <pc:chgData name="White, Whitney" userId="65f39021-2f1d-4d8b-87dc-b123826f65bf" providerId="ADAL" clId="{E6D30E20-5127-4C1F-83B3-B9311A771286}" dt="2022-07-29T06:36:21.093" v="69" actId="20577"/>
        <pc:sldMkLst>
          <pc:docMk/>
          <pc:sldMk cId="3493109116" sldId="264"/>
        </pc:sldMkLst>
        <pc:spChg chg="mod">
          <ac:chgData name="White, Whitney" userId="65f39021-2f1d-4d8b-87dc-b123826f65bf" providerId="ADAL" clId="{E6D30E20-5127-4C1F-83B3-B9311A771286}" dt="2022-07-29T06:35:17.649" v="59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E6D30E20-5127-4C1F-83B3-B9311A771286}" dt="2022-07-29T06:36:21.093" v="69" actId="20577"/>
          <ac:spMkLst>
            <pc:docMk/>
            <pc:sldMk cId="3493109116" sldId="264"/>
            <ac:spMk id="3" creationId="{F64339F5-2F5D-46B5-A25D-C197D73747BD}"/>
          </ac:spMkLst>
        </pc:spChg>
      </pc:sldChg>
      <pc:sldChg chg="modSp add mod">
        <pc:chgData name="White, Whitney" userId="65f39021-2f1d-4d8b-87dc-b123826f65bf" providerId="ADAL" clId="{E6D30E20-5127-4C1F-83B3-B9311A771286}" dt="2022-07-29T06:46:41.357" v="235" actId="207"/>
        <pc:sldMkLst>
          <pc:docMk/>
          <pc:sldMk cId="2468769287" sldId="265"/>
        </pc:sldMkLst>
        <pc:spChg chg="mod">
          <ac:chgData name="White, Whitney" userId="65f39021-2f1d-4d8b-87dc-b123826f65bf" providerId="ADAL" clId="{E6D30E20-5127-4C1F-83B3-B9311A771286}" dt="2022-07-29T06:43:25.076" v="171" actId="20577"/>
          <ac:spMkLst>
            <pc:docMk/>
            <pc:sldMk cId="2468769287" sldId="265"/>
            <ac:spMk id="2" creationId="{D7836664-70C0-47BA-9BFF-496A04EBBFDE}"/>
          </ac:spMkLst>
        </pc:spChg>
        <pc:spChg chg="mod">
          <ac:chgData name="White, Whitney" userId="65f39021-2f1d-4d8b-87dc-b123826f65bf" providerId="ADAL" clId="{E6D30E20-5127-4C1F-83B3-B9311A771286}" dt="2022-07-29T06:46:41.357" v="235" actId="207"/>
          <ac:spMkLst>
            <pc:docMk/>
            <pc:sldMk cId="2468769287" sldId="265"/>
            <ac:spMk id="3" creationId="{F64339F5-2F5D-46B5-A25D-C197D73747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vimeo.com/419213947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UzY-3hW1DE38Xr_85RgFrAlHix3Z3y8e/view?usp=sharing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17916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 | Unit 1: Building an Effective Classroom | Classroom Culture| Lesson 1.18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Do It Again, Part 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6C1A81-ABA5-130B-708E-C102F2A1DFB6}"/>
              </a:ext>
            </a:extLst>
          </p:cNvPr>
          <p:cNvSpPr txBox="1"/>
          <p:nvPr/>
        </p:nvSpPr>
        <p:spPr>
          <a:xfrm>
            <a:off x="0" y="6388216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7A, 7C, 7E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 </a:t>
            </a:r>
          </a:p>
          <a:p>
            <a:pPr marL="342900" marR="0" lvl="0" indent="-342900">
              <a:spcBef>
                <a:spcPts val="60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dentify and describe strategies to establish a culture of excellence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dentify and describe the essential components of Do It Again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mplement and reflect on strategies that build a culture of excellence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iscuss the relationship between high expectations, effective learning environments, classroom culture, and student learning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Why is it important for a teacher to manage their tone and body language when delivering a Do It Again statement?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Why is it important to focus on economy of language when delivering a Do It Again Statement?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Why is it important to pause students as close as possible to the moment when you see the class make a mistake?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Good, Better, Best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Sarah Ott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Video: Do It Again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Good, Better, Best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Sarah Ott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u="sng" dirty="0">
              <a:solidFill>
                <a:srgbClr val="0D6CB9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2"/>
            </a:endParaRP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 Affect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US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Erica Lim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769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Why is it important for a teacher to manage their tone and body language when delivering a Do It Again statement?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Why is it important to focus on economy of language when delivering a Do It Again Statement?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>
                <a:solidFill>
                  <a:srgbClr val="008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>
                <a:solidFill>
                  <a:srgbClr val="008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Why is it important to pause students as close as possible to the moment when you see the class make a mistake?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Words>261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Instructional Practices | Unit 1: Building an Effective Classroom | Classroom Culture| Lesson 1.18</vt:lpstr>
      <vt:lpstr>TEKS Standards &amp; Objectives</vt:lpstr>
      <vt:lpstr>Bellringer</vt:lpstr>
      <vt:lpstr>Good, Better, Best</vt:lpstr>
      <vt:lpstr>Video: Do It Again Strategies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1.18: Do It Again, Part II</dc:title>
  <dc:subject>Lesson 1.18: Do It Again, Part II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2023-08-31T01:11:23Z</dcterms:modified>
</cp:coreProperties>
</file>
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4" r:id="rId5"/>
    <p:sldId id="26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0B250F-CD1A-4339-BFB1-324B98DA1F2E}" v="4" dt="2023-03-03T15:48:19.7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ls, Nicole" userId="635ffad0-149b-4734-875d-ab8f60d68deb" providerId="ADAL" clId="{7E0B250F-CD1A-4339-BFB1-324B98DA1F2E}"/>
    <pc:docChg chg="custSel delSld modSld">
      <pc:chgData name="Mills, Nicole" userId="635ffad0-149b-4734-875d-ab8f60d68deb" providerId="ADAL" clId="{7E0B250F-CD1A-4339-BFB1-324B98DA1F2E}" dt="2023-03-03T15:49:56.208" v="105" actId="20577"/>
      <pc:docMkLst>
        <pc:docMk/>
      </pc:docMkLst>
      <pc:sldChg chg="modSp mod">
        <pc:chgData name="Mills, Nicole" userId="635ffad0-149b-4734-875d-ab8f60d68deb" providerId="ADAL" clId="{7E0B250F-CD1A-4339-BFB1-324B98DA1F2E}" dt="2023-03-03T15:47:27.688" v="69" actId="20577"/>
        <pc:sldMkLst>
          <pc:docMk/>
          <pc:sldMk cId="1482277026" sldId="256"/>
        </pc:sldMkLst>
        <pc:spChg chg="mod">
          <ac:chgData name="Mills, Nicole" userId="635ffad0-149b-4734-875d-ab8f60d68deb" providerId="ADAL" clId="{7E0B250F-CD1A-4339-BFB1-324B98DA1F2E}" dt="2023-03-03T15:47:27.688" v="69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ills, Nicole" userId="635ffad0-149b-4734-875d-ab8f60d68deb" providerId="ADAL" clId="{7E0B250F-CD1A-4339-BFB1-324B98DA1F2E}" dt="2023-03-03T15:46:58.028" v="2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Mills, Nicole" userId="635ffad0-149b-4734-875d-ab8f60d68deb" providerId="ADAL" clId="{7E0B250F-CD1A-4339-BFB1-324B98DA1F2E}" dt="2023-03-03T15:48:07.921" v="80" actId="20577"/>
        <pc:sldMkLst>
          <pc:docMk/>
          <pc:sldMk cId="4071305681" sldId="258"/>
        </pc:sldMkLst>
        <pc:spChg chg="mod">
          <ac:chgData name="Mills, Nicole" userId="635ffad0-149b-4734-875d-ab8f60d68deb" providerId="ADAL" clId="{7E0B250F-CD1A-4339-BFB1-324B98DA1F2E}" dt="2023-03-03T15:48:07.921" v="80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Mills, Nicole" userId="635ffad0-149b-4734-875d-ab8f60d68deb" providerId="ADAL" clId="{7E0B250F-CD1A-4339-BFB1-324B98DA1F2E}" dt="2023-03-03T15:47:53.031" v="77" actId="20577"/>
        <pc:sldMkLst>
          <pc:docMk/>
          <pc:sldMk cId="2772527113" sldId="259"/>
        </pc:sldMkLst>
        <pc:spChg chg="mod">
          <ac:chgData name="Mills, Nicole" userId="635ffad0-149b-4734-875d-ab8f60d68deb" providerId="ADAL" clId="{7E0B250F-CD1A-4339-BFB1-324B98DA1F2E}" dt="2023-03-03T15:47:53.031" v="77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Mills, Nicole" userId="635ffad0-149b-4734-875d-ab8f60d68deb" providerId="ADAL" clId="{7E0B250F-CD1A-4339-BFB1-324B98DA1F2E}" dt="2023-03-03T15:48:23.644" v="87" actId="403"/>
        <pc:sldMkLst>
          <pc:docMk/>
          <pc:sldMk cId="3493109116" sldId="264"/>
        </pc:sldMkLst>
        <pc:graphicFrameChg chg="mod modGraphic">
          <ac:chgData name="Mills, Nicole" userId="635ffad0-149b-4734-875d-ab8f60d68deb" providerId="ADAL" clId="{7E0B250F-CD1A-4339-BFB1-324B98DA1F2E}" dt="2023-03-03T15:48:23.644" v="87" actId="403"/>
          <ac:graphicFrameMkLst>
            <pc:docMk/>
            <pc:sldMk cId="3493109116" sldId="264"/>
            <ac:graphicFrameMk id="3" creationId="{F2860C0F-BA53-412B-8826-DAA9A1B29BA9}"/>
          </ac:graphicFrameMkLst>
        </pc:graphicFrameChg>
      </pc:sldChg>
      <pc:sldChg chg="modSp mod">
        <pc:chgData name="Mills, Nicole" userId="635ffad0-149b-4734-875d-ab8f60d68deb" providerId="ADAL" clId="{7E0B250F-CD1A-4339-BFB1-324B98DA1F2E}" dt="2023-03-03T15:49:56.208" v="105" actId="20577"/>
        <pc:sldMkLst>
          <pc:docMk/>
          <pc:sldMk cId="2313533111" sldId="267"/>
        </pc:sldMkLst>
        <pc:spChg chg="mod">
          <ac:chgData name="Mills, Nicole" userId="635ffad0-149b-4734-875d-ab8f60d68deb" providerId="ADAL" clId="{7E0B250F-CD1A-4339-BFB1-324B98DA1F2E}" dt="2023-03-03T15:49:56.208" v="105" actId="20577"/>
          <ac:spMkLst>
            <pc:docMk/>
            <pc:sldMk cId="2313533111" sldId="267"/>
            <ac:spMk id="3" creationId="{49F2A5AF-3C0B-4968-A438-E435325199EA}"/>
          </ac:spMkLst>
        </pc:spChg>
      </pc:sldChg>
      <pc:sldChg chg="modSp del mod">
        <pc:chgData name="Mills, Nicole" userId="635ffad0-149b-4734-875d-ab8f60d68deb" providerId="ADAL" clId="{7E0B250F-CD1A-4339-BFB1-324B98DA1F2E}" dt="2023-03-03T15:49:38.098" v="92" actId="47"/>
        <pc:sldMkLst>
          <pc:docMk/>
          <pc:sldMk cId="1815750250" sldId="268"/>
        </pc:sldMkLst>
        <pc:spChg chg="mod">
          <ac:chgData name="Mills, Nicole" userId="635ffad0-149b-4734-875d-ab8f60d68deb" providerId="ADAL" clId="{7E0B250F-CD1A-4339-BFB1-324B98DA1F2E}" dt="2023-03-03T15:49:02.081" v="90" actId="27636"/>
          <ac:spMkLst>
            <pc:docMk/>
            <pc:sldMk cId="1815750250" sldId="268"/>
            <ac:spMk id="2" creationId="{9AFB837C-3E07-4129-B371-9F5CA97D5605}"/>
          </ac:spMkLst>
        </pc:spChg>
        <pc:spChg chg="mod">
          <ac:chgData name="Mills, Nicole" userId="635ffad0-149b-4734-875d-ab8f60d68deb" providerId="ADAL" clId="{7E0B250F-CD1A-4339-BFB1-324B98DA1F2E}" dt="2023-03-03T15:49:36.424" v="91" actId="6549"/>
          <ac:spMkLst>
            <pc:docMk/>
            <pc:sldMk cId="1815750250" sldId="268"/>
            <ac:spMk id="6" creationId="{C15470E5-2FA3-E09F-59A5-4402F0E7B4E3}"/>
          </ac:spMkLst>
        </pc:spChg>
      </pc:sldChg>
      <pc:sldChg chg="del">
        <pc:chgData name="Mills, Nicole" userId="635ffad0-149b-4734-875d-ab8f60d68deb" providerId="ADAL" clId="{7E0B250F-CD1A-4339-BFB1-324B98DA1F2E}" dt="2023-03-03T15:49:39.799" v="93" actId="47"/>
        <pc:sldMkLst>
          <pc:docMk/>
          <pc:sldMk cId="424346239" sldId="281"/>
        </pc:sldMkLst>
      </pc:sldChg>
      <pc:sldChg chg="del">
        <pc:chgData name="Mills, Nicole" userId="635ffad0-149b-4734-875d-ab8f60d68deb" providerId="ADAL" clId="{7E0B250F-CD1A-4339-BFB1-324B98DA1F2E}" dt="2023-03-03T15:49:41.213" v="94" actId="47"/>
        <pc:sldMkLst>
          <pc:docMk/>
          <pc:sldMk cId="2153716025" sldId="282"/>
        </pc:sldMkLst>
      </pc:sldChg>
      <pc:sldChg chg="del">
        <pc:chgData name="Mills, Nicole" userId="635ffad0-149b-4734-875d-ab8f60d68deb" providerId="ADAL" clId="{7E0B250F-CD1A-4339-BFB1-324B98DA1F2E}" dt="2023-03-03T15:49:43.209" v="95" actId="47"/>
        <pc:sldMkLst>
          <pc:docMk/>
          <pc:sldMk cId="3267428124" sldId="283"/>
        </pc:sldMkLst>
      </pc:sldChg>
      <pc:sldChg chg="del">
        <pc:chgData name="Mills, Nicole" userId="635ffad0-149b-4734-875d-ab8f60d68deb" providerId="ADAL" clId="{7E0B250F-CD1A-4339-BFB1-324B98DA1F2E}" dt="2023-03-03T15:49:44.571" v="96" actId="47"/>
        <pc:sldMkLst>
          <pc:docMk/>
          <pc:sldMk cId="1925853315" sldId="284"/>
        </pc:sldMkLst>
      </pc:sldChg>
      <pc:sldChg chg="del">
        <pc:chgData name="Mills, Nicole" userId="635ffad0-149b-4734-875d-ab8f60d68deb" providerId="ADAL" clId="{7E0B250F-CD1A-4339-BFB1-324B98DA1F2E}" dt="2023-03-03T15:49:45.928" v="97" actId="47"/>
        <pc:sldMkLst>
          <pc:docMk/>
          <pc:sldMk cId="3999766309" sldId="285"/>
        </pc:sldMkLst>
      </pc:sldChg>
      <pc:sldChg chg="del">
        <pc:chgData name="Mills, Nicole" userId="635ffad0-149b-4734-875d-ab8f60d68deb" providerId="ADAL" clId="{7E0B250F-CD1A-4339-BFB1-324B98DA1F2E}" dt="2023-03-03T15:49:46.959" v="98" actId="47"/>
        <pc:sldMkLst>
          <pc:docMk/>
          <pc:sldMk cId="2423613175" sldId="286"/>
        </pc:sldMkLst>
      </pc:sldChg>
      <pc:sldChg chg="del">
        <pc:chgData name="Mills, Nicole" userId="635ffad0-149b-4734-875d-ab8f60d68deb" providerId="ADAL" clId="{7E0B250F-CD1A-4339-BFB1-324B98DA1F2E}" dt="2023-03-03T15:49:48.247" v="99" actId="47"/>
        <pc:sldMkLst>
          <pc:docMk/>
          <pc:sldMk cId="2427426633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07607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Unit10: Putting it All Together | Lesson 10.06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85000" lnSpcReduction="10000"/>
          </a:bodyPr>
          <a:lstStyle/>
          <a:p>
            <a:r>
              <a:rPr lang="en-US" sz="6000" dirty="0"/>
              <a:t>Becoming a Teacher | Scholarships, Student Loans, and Student Loan Forgiveness in Texas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FCC8BF-67C8-A781-0FB6-21811BB7934F}"/>
              </a:ext>
            </a:extLst>
          </p:cNvPr>
          <p:cNvSpPr txBox="1"/>
          <p:nvPr/>
        </p:nvSpPr>
        <p:spPr>
          <a:xfrm>
            <a:off x="0" y="6377907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TEKS 19D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r>
              <a:rPr lang="en-US" dirty="0"/>
              <a:t>Identify the typical costs associated with becoming a teacher in Texas</a:t>
            </a:r>
          </a:p>
          <a:p>
            <a:r>
              <a:rPr lang="en-US" dirty="0"/>
              <a:t>Compare the financial support options available to aspiring teachers to pay for their education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18255"/>
            <a:ext cx="10515600" cy="1325563"/>
          </a:xfrm>
        </p:spPr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1520890"/>
            <a:ext cx="10747310" cy="5001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much do you think it costs to complete a teacher education program in Texas?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opportunities are there to fund your educational pathway?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17269"/>
            <a:ext cx="10515600" cy="1325563"/>
          </a:xfrm>
        </p:spPr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F2860C0F-BA53-412B-8826-DAA9A1B29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141976"/>
              </p:ext>
            </p:extLst>
          </p:nvPr>
        </p:nvGraphicFramePr>
        <p:xfrm>
          <a:off x="472441" y="1442832"/>
          <a:ext cx="11181494" cy="3616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2344">
                  <a:extLst>
                    <a:ext uri="{9D8B030D-6E8A-4147-A177-3AD203B41FA5}">
                      <a16:colId xmlns:a16="http://schemas.microsoft.com/office/drawing/2014/main" val="1922918179"/>
                    </a:ext>
                  </a:extLst>
                </a:gridCol>
                <a:gridCol w="8209150">
                  <a:extLst>
                    <a:ext uri="{9D8B030D-6E8A-4147-A177-3AD203B41FA5}">
                      <a16:colId xmlns:a16="http://schemas.microsoft.com/office/drawing/2014/main" val="3619535809"/>
                    </a:ext>
                  </a:extLst>
                </a:gridCol>
              </a:tblGrid>
              <a:tr h="358348">
                <a:tc>
                  <a:txBody>
                    <a:bodyPr/>
                    <a:lstStyle/>
                    <a:p>
                      <a:r>
                        <a:rPr lang="en-US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189608"/>
                  </a:ext>
                </a:extLst>
              </a:tr>
              <a:tr h="69996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Scholarship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Money that does not need to be repaid based on academic merit, talent, or particular area of study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9762599"/>
                  </a:ext>
                </a:extLst>
              </a:tr>
              <a:tr h="862336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Student Loan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Money borrowed from a bank to attend a college or career school that must be repaid, usually with interest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2417617"/>
                  </a:ext>
                </a:extLst>
              </a:tr>
              <a:tr h="92521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Student Loan Forgiveness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program where the government may forgive part or all of your federal student loans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6994879"/>
                  </a:ext>
                </a:extLst>
              </a:tr>
              <a:tr h="65171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Grant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form of financial aid that doesn’t have to be repaid unless you do not fulfill the necessary requirements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2717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801"/>
            <a:ext cx="10515600" cy="4908073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are the typical costs associated with becoming a teacher in Texas?  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How can a prospective teacher plan to finance the education needed to become a teacher?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53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</TotalTime>
  <Words>222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Instructional Practices| Unit10: Putting it All Together | Lesson 10.06</vt:lpstr>
      <vt:lpstr>TEKS Standards &amp; Objectives</vt:lpstr>
      <vt:lpstr>Bellringer</vt:lpstr>
      <vt:lpstr>Vocabulary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10.06: Becoming a Teacher | Scholarships, Student Loans, and Student Loan Forgiveness in Texas</dc:title>
  <dc:subject>Lesson 10.06: Becoming a Teacher | Scholarships, Student Loans, and Student Loan Forgiveness in Texas</dc:subject>
  <dc:creator>Texas Education Agency</dc:creator>
  <cp:lastModifiedBy>London White</cp:lastModifiedBy>
  <cp:revision>11</cp:revision>
  <dcterms:created xsi:type="dcterms:W3CDTF">2022-05-09T19:40:20Z</dcterms:created>
  <dcterms:modified xsi:type="dcterms:W3CDTF">2023-08-31T06:03:11Z</dcterms:modified>
</cp:coreProperties>
</file>
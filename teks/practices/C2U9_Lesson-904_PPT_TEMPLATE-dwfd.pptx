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0605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9: Feedback| Lesson 9.04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cs typeface="Calibri"/>
              </a:rPr>
              <a:t>Effective Feedback Strategies: Formal, Verbal Feedback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3CB6F-D838-C517-8383-5E8A10FD3A17}"/>
              </a:ext>
            </a:extLst>
          </p:cNvPr>
          <p:cNvSpPr txBox="1"/>
          <p:nvPr/>
        </p:nvSpPr>
        <p:spPr>
          <a:xfrm>
            <a:off x="0" y="6440905"/>
            <a:ext cx="10154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4 B-C, 14 A,C,D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Discuss the benefits of 1:1 conferences for providing formal feedback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Plan for a 1:1 conference using the conference planning document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240"/>
            <a:ext cx="10515600" cy="4683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unit 8, you were introduced to the concept of student conferences.  In that that unit, one of the characteristics of a student conference was that they included attention to the student’s emotions about learning.  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it important to attend to student emotions in conferences, especially when giving feedback?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1:1 Conferences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EA837-5178-418C-BCC8-03CCA5491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allow teachers to build on the relationships that they have with students.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provide an opportunity for teachers to address individual misunderstandings,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boost student confidence and reduce anxieties.  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provide a regular opportunity for students to share their concerns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9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Practices for Setting Up 1:1 Conferences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EA837-5178-418C-BCC8-03CCA5491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Schedule conferences regularly and keep them short (5 minutes or less)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the conference, plan out what you will share as strengths/areas of improvement. Also have the students reflect on their strengths/struggles before the conference.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 your main thoughts on their progress/work.  Keep your thoughts to three points or less, starting with the positive.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 with a goal that can be focused on for the next conference.</a:t>
            </a:r>
          </a:p>
        </p:txBody>
      </p:sp>
    </p:spTree>
    <p:extLst>
      <p:ext uri="{BB962C8B-B14F-4D97-AF65-F5344CB8AC3E}">
        <p14:creationId xmlns:p14="http://schemas.microsoft.com/office/powerpoint/2010/main" val="304491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0945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350"/>
            <a:ext cx="10657667" cy="5445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marR="0" lvl="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benefits of using 1:1 conferences to provide formal feedback?</a:t>
            </a:r>
          </a:p>
          <a:p>
            <a:pPr marL="742950" marR="0" lvl="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some practices that teachers should consider when planning 1:1 conferences with students?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dirty="0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298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9: Feedback| Lesson 9.04</vt:lpstr>
      <vt:lpstr>TEKS Standards &amp; Objectives</vt:lpstr>
      <vt:lpstr>Bellringer</vt:lpstr>
      <vt:lpstr>Benefits of 1:1 Conferences</vt:lpstr>
      <vt:lpstr>Practices for Setting Up 1:1 Conferences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9.02: Practice with Informal Feedback</dc:title>
  <dc:subject>Lesson 9.02: Practice with Informal Feedback</dc:subject>
  <dc:creator>Texas Education Agency</dc:creator>
  <cp:lastModifiedBy>London White</cp:lastModifiedBy>
  <cp:revision>86</cp:revision>
  <dcterms:created xsi:type="dcterms:W3CDTF">2022-05-09T19:40:20Z</dcterms:created>
  <dcterms:modified xsi:type="dcterms:W3CDTF">2023-08-31T03:32:39Z</dcterms:modified>
</cp:coreProperties>
</file>
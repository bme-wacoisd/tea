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2" r:id="rId4"/>
    <p:sldId id="258" r:id="rId5"/>
    <p:sldId id="271" r:id="rId6"/>
    <p:sldId id="263" r:id="rId7"/>
    <p:sldId id="272" r:id="rId8"/>
    <p:sldId id="273" r:id="rId9"/>
    <p:sldId id="274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62"/>
            <p14:sldId id="258"/>
            <p14:sldId id="271"/>
            <p14:sldId id="263"/>
            <p14:sldId id="272"/>
            <p14:sldId id="273"/>
            <p14:sldId id="274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490C0-EC31-4D5A-857D-B30248D704AD}" v="11" dt="2023-01-25T15:42:11.181"/>
    <p1510:client id="{590480D1-D213-43E9-96E8-8D9EE0D4E4AE}" v="3" dt="2023-01-25T16:09:48.576"/>
    <p1510:client id="{97A8789F-27EC-493A-B13E-DB853CC06DF7}" v="4" dt="2023-01-25T15:58:05.898"/>
    <p1510:client id="{DA061942-B1E9-4BE2-ACAE-41C7BE66AD15}" v="8" dt="2023-01-25T19:11:53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7DC62D2F-EE24-4487-9929-02D1D00D3CE9}"/>
    <pc:docChg chg="custSel addSld modSld modSection">
      <pc:chgData name="White (she/her), Whitney" userId="65f39021-2f1d-4d8b-87dc-b123826f65bf" providerId="ADAL" clId="{7DC62D2F-EE24-4487-9929-02D1D00D3CE9}" dt="2023-01-17T18:31:53.332" v="185" actId="1076"/>
      <pc:docMkLst>
        <pc:docMk/>
      </pc:docMkLst>
      <pc:sldChg chg="modSp mod">
        <pc:chgData name="White (she/her), Whitney" userId="65f39021-2f1d-4d8b-87dc-b123826f65bf" providerId="ADAL" clId="{7DC62D2F-EE24-4487-9929-02D1D00D3CE9}" dt="2023-01-17T18:26:04.583" v="8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7DC62D2F-EE24-4487-9929-02D1D00D3CE9}" dt="2023-01-17T18:26:04.583" v="8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7DC62D2F-EE24-4487-9929-02D1D00D3CE9}" dt="2023-01-17T18:25:34.332" v="4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06.181" v="11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7DC62D2F-EE24-4487-9929-02D1D00D3CE9}" dt="2023-01-17T18:29:06.181" v="11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7:35.195" v="106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7DC62D2F-EE24-4487-9929-02D1D00D3CE9}" dt="2023-01-17T18:27:35.195" v="10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8:20.545" v="111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7DC62D2F-EE24-4487-9929-02D1D00D3CE9}" dt="2023-01-17T18:28:20.545" v="111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51.513" v="125" actId="403"/>
        <pc:sldMkLst>
          <pc:docMk/>
          <pc:sldMk cId="3054216349" sldId="261"/>
        </pc:sldMkLst>
        <pc:spChg chg="mod">
          <ac:chgData name="White (she/her), Whitney" userId="65f39021-2f1d-4d8b-87dc-b123826f65bf" providerId="ADAL" clId="{7DC62D2F-EE24-4487-9929-02D1D00D3CE9}" dt="2023-01-17T18:29:51.513" v="125" actId="403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">
        <pc:chgData name="White (she/her), Whitney" userId="65f39021-2f1d-4d8b-87dc-b123826f65bf" providerId="ADAL" clId="{7DC62D2F-EE24-4487-9929-02D1D00D3CE9}" dt="2023-01-17T18:30:49.902" v="142" actId="403"/>
        <pc:sldMkLst>
          <pc:docMk/>
          <pc:sldMk cId="258332572" sldId="262"/>
        </pc:sldMkLst>
        <pc:spChg chg="mod">
          <ac:chgData name="White (she/her), Whitney" userId="65f39021-2f1d-4d8b-87dc-b123826f65bf" providerId="ADAL" clId="{7DC62D2F-EE24-4487-9929-02D1D00D3CE9}" dt="2023-01-17T18:30:39.016" v="136" actId="20577"/>
          <ac:spMkLst>
            <pc:docMk/>
            <pc:sldMk cId="258332572" sldId="262"/>
            <ac:spMk id="2" creationId="{570D72F3-79E4-4001-9748-B7FC67079A57}"/>
          </ac:spMkLst>
        </pc:spChg>
        <pc:spChg chg="mod">
          <ac:chgData name="White (she/her), Whitney" userId="65f39021-2f1d-4d8b-87dc-b123826f65bf" providerId="ADAL" clId="{7DC62D2F-EE24-4487-9929-02D1D00D3CE9}" dt="2023-01-17T18:30:49.902" v="142" actId="403"/>
          <ac:spMkLst>
            <pc:docMk/>
            <pc:sldMk cId="258332572" sldId="262"/>
            <ac:spMk id="3" creationId="{0E82C669-9955-4209-B20C-3F3A754CDA3C}"/>
          </ac:spMkLst>
        </pc:spChg>
      </pc:sldChg>
      <pc:sldChg chg="addSp delSp modSp new mod">
        <pc:chgData name="White (she/her), Whitney" userId="65f39021-2f1d-4d8b-87dc-b123826f65bf" providerId="ADAL" clId="{7DC62D2F-EE24-4487-9929-02D1D00D3CE9}" dt="2023-01-17T18:31:53.332" v="185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7DC62D2F-EE24-4487-9929-02D1D00D3CE9}" dt="2023-01-17T18:31:53.332" v="185" actId="1076"/>
          <ac:spMkLst>
            <pc:docMk/>
            <pc:sldMk cId="498985592" sldId="263"/>
            <ac:spMk id="2" creationId="{67E8180B-6498-44E5-AD81-0674C51652BA}"/>
          </ac:spMkLst>
        </pc:spChg>
        <pc:spChg chg="del mod">
          <ac:chgData name="White (she/her), Whitney" userId="65f39021-2f1d-4d8b-87dc-b123826f65bf" providerId="ADAL" clId="{7DC62D2F-EE24-4487-9929-02D1D00D3CE9}" dt="2023-01-17T18:31:12.625" v="145"/>
          <ac:spMkLst>
            <pc:docMk/>
            <pc:sldMk cId="498985592" sldId="263"/>
            <ac:spMk id="3" creationId="{B5D47964-DA24-4793-B602-9850F1CB377F}"/>
          </ac:spMkLst>
        </pc:spChg>
        <pc:spChg chg="mod ord">
          <ac:chgData name="White (she/her), Whitney" userId="65f39021-2f1d-4d8b-87dc-b123826f65bf" providerId="ADAL" clId="{7DC62D2F-EE24-4487-9929-02D1D00D3CE9}" dt="2023-01-17T18:31:29.183" v="177" actId="26606"/>
          <ac:spMkLst>
            <pc:docMk/>
            <pc:sldMk cId="498985592" sldId="263"/>
            <ac:spMk id="4" creationId="{AE9B95AA-02D0-4645-A751-287261502606}"/>
          </ac:spMkLst>
        </pc:spChg>
        <pc:picChg chg="add mod">
          <ac:chgData name="White (she/her), Whitney" userId="65f39021-2f1d-4d8b-87dc-b123826f65bf" providerId="ADAL" clId="{7DC62D2F-EE24-4487-9929-02D1D00D3CE9}" dt="2023-01-17T18:31:47.521" v="184" actId="1076"/>
          <ac:picMkLst>
            <pc:docMk/>
            <pc:sldMk cId="498985592" sldId="263"/>
            <ac:picMk id="5" creationId="{63239C00-4576-4356-885C-80F8C6E20940}"/>
          </ac:picMkLst>
        </pc:picChg>
      </pc:sldChg>
    </pc:docChg>
  </pc:docChgLst>
  <pc:docChgLst>
    <pc:chgData name="White (she/her), Whitney" userId="65f39021-2f1d-4d8b-87dc-b123826f65bf" providerId="ADAL" clId="{590480D1-D213-43E9-96E8-8D9EE0D4E4AE}"/>
    <pc:docChg chg="modSld">
      <pc:chgData name="White (she/her), Whitney" userId="65f39021-2f1d-4d8b-87dc-b123826f65bf" providerId="ADAL" clId="{590480D1-D213-43E9-96E8-8D9EE0D4E4AE}" dt="2023-01-25T16:06:28.426" v="1" actId="20577"/>
      <pc:docMkLst>
        <pc:docMk/>
      </pc:docMkLst>
      <pc:sldChg chg="modSp mod">
        <pc:chgData name="White (she/her), Whitney" userId="65f39021-2f1d-4d8b-87dc-b123826f65bf" providerId="ADAL" clId="{590480D1-D213-43E9-96E8-8D9EE0D4E4AE}" dt="2023-01-25T16:06:28.426" v="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590480D1-D213-43E9-96E8-8D9EE0D4E4AE}" dt="2023-01-25T16:06:25.208" v="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590480D1-D213-43E9-96E8-8D9EE0D4E4AE}" dt="2023-01-25T16:06:28.426" v="1" actId="20577"/>
          <ac:spMkLst>
            <pc:docMk/>
            <pc:sldMk cId="1482277026" sldId="256"/>
            <ac:spMk id="3" creationId="{E0FBD98F-3A67-498E-8174-652040DD7B60}"/>
          </ac:spMkLst>
        </pc:spChg>
      </pc:sldChg>
    </pc:docChg>
  </pc:docChgLst>
  <pc:docChgLst>
    <pc:chgData name="White (she/her), Whitney" userId="65f39021-2f1d-4d8b-87dc-b123826f65bf" providerId="ADAL" clId="{DA061942-B1E9-4BE2-ACAE-41C7BE66AD15}"/>
    <pc:docChg chg="custSel addSld delSld modSld sldOrd modSection">
      <pc:chgData name="White (she/her), Whitney" userId="65f39021-2f1d-4d8b-87dc-b123826f65bf" providerId="ADAL" clId="{DA061942-B1E9-4BE2-ACAE-41C7BE66AD15}" dt="2023-01-25T19:13:39.200" v="307" actId="114"/>
      <pc:docMkLst>
        <pc:docMk/>
      </pc:docMkLst>
      <pc:sldChg chg="modSp mod">
        <pc:chgData name="White (she/her), Whitney" userId="65f39021-2f1d-4d8b-87dc-b123826f65bf" providerId="ADAL" clId="{DA061942-B1E9-4BE2-ACAE-41C7BE66AD15}" dt="2023-01-25T19:00:17.802" v="34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DA061942-B1E9-4BE2-ACAE-41C7BE66AD15}" dt="2023-01-25T19:00:06.631" v="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DA061942-B1E9-4BE2-ACAE-41C7BE66AD15}" dt="2023-01-25T19:00:17.802" v="34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DA061942-B1E9-4BE2-ACAE-41C7BE66AD15}" dt="2023-01-25T19:01:33.758" v="55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DA061942-B1E9-4BE2-ACAE-41C7BE66AD15}" dt="2023-01-25T19:01:33.758" v="55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DA061942-B1E9-4BE2-ACAE-41C7BE66AD15}" dt="2023-01-25T19:00:58.047" v="46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DA061942-B1E9-4BE2-ACAE-41C7BE66AD15}" dt="2023-01-25T19:00:58.047" v="4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DA061942-B1E9-4BE2-ACAE-41C7BE66AD15}" dt="2023-01-25T19:13:39.200" v="307" actId="114"/>
        <pc:sldMkLst>
          <pc:docMk/>
          <pc:sldMk cId="2147408764" sldId="260"/>
        </pc:sldMkLst>
        <pc:spChg chg="mod">
          <ac:chgData name="White (she/her), Whitney" userId="65f39021-2f1d-4d8b-87dc-b123826f65bf" providerId="ADAL" clId="{DA061942-B1E9-4BE2-ACAE-41C7BE66AD15}" dt="2023-01-25T19:13:39.200" v="307" actId="114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 ord modClrScheme chgLayout">
        <pc:chgData name="White (she/her), Whitney" userId="65f39021-2f1d-4d8b-87dc-b123826f65bf" providerId="ADAL" clId="{DA061942-B1E9-4BE2-ACAE-41C7BE66AD15}" dt="2023-01-25T19:03:20.961" v="223"/>
        <pc:sldMkLst>
          <pc:docMk/>
          <pc:sldMk cId="258332572" sldId="262"/>
        </pc:sldMkLst>
        <pc:spChg chg="add del mod">
          <ac:chgData name="White (she/her), Whitney" userId="65f39021-2f1d-4d8b-87dc-b123826f65bf" providerId="ADAL" clId="{DA061942-B1E9-4BE2-ACAE-41C7BE66AD15}" dt="2023-01-25T19:02:31.299" v="57" actId="700"/>
          <ac:spMkLst>
            <pc:docMk/>
            <pc:sldMk cId="258332572" sldId="262"/>
            <ac:spMk id="3" creationId="{79319D71-4373-4CD7-9F32-5380066CFCD4}"/>
          </ac:spMkLst>
        </pc:spChg>
        <pc:spChg chg="mod ord">
          <ac:chgData name="White (she/her), Whitney" userId="65f39021-2f1d-4d8b-87dc-b123826f65bf" providerId="ADAL" clId="{DA061942-B1E9-4BE2-ACAE-41C7BE66AD15}" dt="2023-01-25T19:02:47.766" v="77" actId="700"/>
          <ac:spMkLst>
            <pc:docMk/>
            <pc:sldMk cId="258332572" sldId="262"/>
            <ac:spMk id="4" creationId="{A071A007-43B3-444C-A468-0BC1B73EE5D2}"/>
          </ac:spMkLst>
        </pc:spChg>
        <pc:spChg chg="add mod ord">
          <ac:chgData name="White (she/her), Whitney" userId="65f39021-2f1d-4d8b-87dc-b123826f65bf" providerId="ADAL" clId="{DA061942-B1E9-4BE2-ACAE-41C7BE66AD15}" dt="2023-01-25T19:02:47.766" v="77" actId="700"/>
          <ac:spMkLst>
            <pc:docMk/>
            <pc:sldMk cId="258332572" sldId="262"/>
            <ac:spMk id="6" creationId="{657CFD91-84BA-4236-B600-926EED4A9EE5}"/>
          </ac:spMkLst>
        </pc:spChg>
        <pc:spChg chg="add del mod">
          <ac:chgData name="White (she/her), Whitney" userId="65f39021-2f1d-4d8b-87dc-b123826f65bf" providerId="ADAL" clId="{DA061942-B1E9-4BE2-ACAE-41C7BE66AD15}" dt="2023-01-25T19:02:45.817" v="76"/>
          <ac:spMkLst>
            <pc:docMk/>
            <pc:sldMk cId="258332572" sldId="262"/>
            <ac:spMk id="7" creationId="{EFE60BC2-72F6-4A5A-9DEA-1818A239BED7}"/>
          </ac:spMkLst>
        </pc:spChg>
        <pc:spChg chg="add del mod">
          <ac:chgData name="White (she/her), Whitney" userId="65f39021-2f1d-4d8b-87dc-b123826f65bf" providerId="ADAL" clId="{DA061942-B1E9-4BE2-ACAE-41C7BE66AD15}" dt="2023-01-25T19:02:45.817" v="76"/>
          <ac:spMkLst>
            <pc:docMk/>
            <pc:sldMk cId="258332572" sldId="262"/>
            <ac:spMk id="8" creationId="{1DDF4C3C-A216-4E4B-B795-CC4A7DEC53C1}"/>
          </ac:spMkLst>
        </pc:spChg>
        <pc:spChg chg="add mod ord">
          <ac:chgData name="White (she/her), Whitney" userId="65f39021-2f1d-4d8b-87dc-b123826f65bf" providerId="ADAL" clId="{DA061942-B1E9-4BE2-ACAE-41C7BE66AD15}" dt="2023-01-25T19:03:18.389" v="221" actId="403"/>
          <ac:spMkLst>
            <pc:docMk/>
            <pc:sldMk cId="258332572" sldId="262"/>
            <ac:spMk id="9" creationId="{7EC52BA4-4FA7-4602-A0FD-5552236E4BA0}"/>
          </ac:spMkLst>
        </pc:spChg>
        <pc:picChg chg="del">
          <ac:chgData name="White (she/her), Whitney" userId="65f39021-2f1d-4d8b-87dc-b123826f65bf" providerId="ADAL" clId="{DA061942-B1E9-4BE2-ACAE-41C7BE66AD15}" dt="2023-01-25T19:02:25.610" v="56" actId="478"/>
          <ac:picMkLst>
            <pc:docMk/>
            <pc:sldMk cId="258332572" sldId="262"/>
            <ac:picMk id="5" creationId="{DC7D3B62-46B2-43FE-B87C-3AED60C836B8}"/>
          </ac:picMkLst>
        </pc:picChg>
      </pc:sldChg>
      <pc:sldChg chg="modSp mod">
        <pc:chgData name="White (she/her), Whitney" userId="65f39021-2f1d-4d8b-87dc-b123826f65bf" providerId="ADAL" clId="{DA061942-B1E9-4BE2-ACAE-41C7BE66AD15}" dt="2023-01-25T19:11:11.409" v="294" actId="255"/>
        <pc:sldMkLst>
          <pc:docMk/>
          <pc:sldMk cId="498985592" sldId="263"/>
        </pc:sldMkLst>
        <pc:spChg chg="mod">
          <ac:chgData name="White (she/her), Whitney" userId="65f39021-2f1d-4d8b-87dc-b123826f65bf" providerId="ADAL" clId="{DA061942-B1E9-4BE2-ACAE-41C7BE66AD15}" dt="2023-01-25T19:10:35.798" v="286" actId="20577"/>
          <ac:spMkLst>
            <pc:docMk/>
            <pc:sldMk cId="498985592" sldId="263"/>
            <ac:spMk id="2" creationId="{67E8180B-6498-44E5-AD81-0674C51652BA}"/>
          </ac:spMkLst>
        </pc:spChg>
        <pc:graphicFrameChg chg="mod modGraphic">
          <ac:chgData name="White (she/her), Whitney" userId="65f39021-2f1d-4d8b-87dc-b123826f65bf" providerId="ADAL" clId="{DA061942-B1E9-4BE2-ACAE-41C7BE66AD15}" dt="2023-01-25T19:11:11.409" v="294" actId="255"/>
          <ac:graphicFrameMkLst>
            <pc:docMk/>
            <pc:sldMk cId="498985592" sldId="263"/>
            <ac:graphicFrameMk id="7" creationId="{5FDD475B-C6CC-4B8A-BF1E-CC6CB3E6FF61}"/>
          </ac:graphicFrameMkLst>
        </pc:graphicFrameChg>
      </pc:sldChg>
      <pc:sldChg chg="del">
        <pc:chgData name="White (she/her), Whitney" userId="65f39021-2f1d-4d8b-87dc-b123826f65bf" providerId="ADAL" clId="{DA061942-B1E9-4BE2-ACAE-41C7BE66AD15}" dt="2023-01-25T19:10:56.567" v="290" actId="47"/>
        <pc:sldMkLst>
          <pc:docMk/>
          <pc:sldMk cId="4157156871" sldId="268"/>
        </pc:sldMkLst>
      </pc:sldChg>
      <pc:sldChg chg="del">
        <pc:chgData name="White (she/her), Whitney" userId="65f39021-2f1d-4d8b-87dc-b123826f65bf" providerId="ADAL" clId="{DA061942-B1E9-4BE2-ACAE-41C7BE66AD15}" dt="2023-01-25T19:10:57.496" v="291" actId="47"/>
        <pc:sldMkLst>
          <pc:docMk/>
          <pc:sldMk cId="818675080" sldId="269"/>
        </pc:sldMkLst>
      </pc:sldChg>
      <pc:sldChg chg="del">
        <pc:chgData name="White (she/her), Whitney" userId="65f39021-2f1d-4d8b-87dc-b123826f65bf" providerId="ADAL" clId="{DA061942-B1E9-4BE2-ACAE-41C7BE66AD15}" dt="2023-01-25T19:10:58.196" v="292" actId="47"/>
        <pc:sldMkLst>
          <pc:docMk/>
          <pc:sldMk cId="3968532148" sldId="270"/>
        </pc:sldMkLst>
      </pc:sldChg>
      <pc:sldChg chg="modSp new mod">
        <pc:chgData name="White (she/her), Whitney" userId="65f39021-2f1d-4d8b-87dc-b123826f65bf" providerId="ADAL" clId="{DA061942-B1E9-4BE2-ACAE-41C7BE66AD15}" dt="2023-01-25T19:04:03.909" v="244" actId="20577"/>
        <pc:sldMkLst>
          <pc:docMk/>
          <pc:sldMk cId="3981441634" sldId="271"/>
        </pc:sldMkLst>
        <pc:spChg chg="mod">
          <ac:chgData name="White (she/her), Whitney" userId="65f39021-2f1d-4d8b-87dc-b123826f65bf" providerId="ADAL" clId="{DA061942-B1E9-4BE2-ACAE-41C7BE66AD15}" dt="2023-01-25T19:04:03.909" v="244" actId="20577"/>
          <ac:spMkLst>
            <pc:docMk/>
            <pc:sldMk cId="3981441634" sldId="271"/>
            <ac:spMk id="2" creationId="{68611602-F1F7-49A4-86BC-B3B257F2A398}"/>
          </ac:spMkLst>
        </pc:spChg>
        <pc:spChg chg="mod">
          <ac:chgData name="White (she/her), Whitney" userId="65f39021-2f1d-4d8b-87dc-b123826f65bf" providerId="ADAL" clId="{DA061942-B1E9-4BE2-ACAE-41C7BE66AD15}" dt="2023-01-25T19:03:51.849" v="233" actId="403"/>
          <ac:spMkLst>
            <pc:docMk/>
            <pc:sldMk cId="3981441634" sldId="271"/>
            <ac:spMk id="3" creationId="{62DF6D1B-27FE-481B-8066-A18E3A49163E}"/>
          </ac:spMkLst>
        </pc:spChg>
      </pc:sldChg>
      <pc:sldChg chg="modSp add mod">
        <pc:chgData name="White (she/her), Whitney" userId="65f39021-2f1d-4d8b-87dc-b123826f65bf" providerId="ADAL" clId="{DA061942-B1E9-4BE2-ACAE-41C7BE66AD15}" dt="2023-01-25T19:12:05.921" v="302" actId="404"/>
        <pc:sldMkLst>
          <pc:docMk/>
          <pc:sldMk cId="3050537663" sldId="272"/>
        </pc:sldMkLst>
        <pc:graphicFrameChg chg="mod modGraphic">
          <ac:chgData name="White (she/her), Whitney" userId="65f39021-2f1d-4d8b-87dc-b123826f65bf" providerId="ADAL" clId="{DA061942-B1E9-4BE2-ACAE-41C7BE66AD15}" dt="2023-01-25T19:12:05.921" v="302" actId="404"/>
          <ac:graphicFrameMkLst>
            <pc:docMk/>
            <pc:sldMk cId="3050537663" sldId="272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DA061942-B1E9-4BE2-ACAE-41C7BE66AD15}" dt="2023-01-25T19:12:02.328" v="301" actId="404"/>
        <pc:sldMkLst>
          <pc:docMk/>
          <pc:sldMk cId="1835049692" sldId="273"/>
        </pc:sldMkLst>
        <pc:graphicFrameChg chg="mod modGraphic">
          <ac:chgData name="White (she/her), Whitney" userId="65f39021-2f1d-4d8b-87dc-b123826f65bf" providerId="ADAL" clId="{DA061942-B1E9-4BE2-ACAE-41C7BE66AD15}" dt="2023-01-25T19:12:02.328" v="301" actId="404"/>
          <ac:graphicFrameMkLst>
            <pc:docMk/>
            <pc:sldMk cId="1835049692" sldId="273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DA061942-B1E9-4BE2-ACAE-41C7BE66AD15}" dt="2023-01-25T19:11:56.428" v="300" actId="255"/>
        <pc:sldMkLst>
          <pc:docMk/>
          <pc:sldMk cId="1426193121" sldId="274"/>
        </pc:sldMkLst>
        <pc:graphicFrameChg chg="mod modGraphic">
          <ac:chgData name="White (she/her), Whitney" userId="65f39021-2f1d-4d8b-87dc-b123826f65bf" providerId="ADAL" clId="{DA061942-B1E9-4BE2-ACAE-41C7BE66AD15}" dt="2023-01-25T19:11:56.428" v="300" actId="255"/>
          <ac:graphicFrameMkLst>
            <pc:docMk/>
            <pc:sldMk cId="1426193121" sldId="274"/>
            <ac:graphicFrameMk id="7" creationId="{5FDD475B-C6CC-4B8A-BF1E-CC6CB3E6FF61}"/>
          </ac:graphicFrameMkLst>
        </pc:graphicFrameChg>
      </pc:sldChg>
    </pc:docChg>
  </pc:docChgLst>
  <pc:docChgLst>
    <pc:chgData name="White (she/her), Whitney" userId="65f39021-2f1d-4d8b-87dc-b123826f65bf" providerId="ADAL" clId="{2C5490C0-EC31-4D5A-857D-B30248D704AD}"/>
    <pc:docChg chg="undo custSel addSld delSld modSld modSection">
      <pc:chgData name="White (she/her), Whitney" userId="65f39021-2f1d-4d8b-87dc-b123826f65bf" providerId="ADAL" clId="{2C5490C0-EC31-4D5A-857D-B30248D704AD}" dt="2023-01-25T15:41:36.742" v="244" actId="20577"/>
      <pc:docMkLst>
        <pc:docMk/>
      </pc:docMkLst>
      <pc:sldChg chg="modSp mod">
        <pc:chgData name="White (she/her), Whitney" userId="65f39021-2f1d-4d8b-87dc-b123826f65bf" providerId="ADAL" clId="{2C5490C0-EC31-4D5A-857D-B30248D704AD}" dt="2023-01-25T15:18:55.560" v="33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2C5490C0-EC31-4D5A-857D-B30248D704AD}" dt="2023-01-25T15:18:37.032" v="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2C5490C0-EC31-4D5A-857D-B30248D704AD}" dt="2023-01-25T15:18:55.560" v="3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21:20.149" v="59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2C5490C0-EC31-4D5A-857D-B30248D704AD}" dt="2023-01-25T15:21:20.149" v="59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19:21.934" v="42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2C5490C0-EC31-4D5A-857D-B30248D704AD}" dt="2023-01-25T15:19:21.934" v="4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41:36.742" v="244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2C5490C0-EC31-4D5A-857D-B30248D704AD}" dt="2023-01-25T15:41:36.742" v="244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2C5490C0-EC31-4D5A-857D-B30248D704AD}" dt="2023-01-25T15:25:43.300" v="71" actId="14100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2C5490C0-EC31-4D5A-857D-B30248D704AD}" dt="2023-01-25T15:25:15.998" v="61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5:43.300" v="71" actId="14100"/>
          <ac:graphicFrameMkLst>
            <pc:docMk/>
            <pc:sldMk cId="3054216349" sldId="261"/>
            <ac:graphicFrameMk id="5" creationId="{A4957574-645A-47DA-BD7C-77BE31A01943}"/>
          </ac:graphicFrameMkLst>
        </pc:graphicFrameChg>
      </pc:sldChg>
      <pc:sldChg chg="addSp delSp modSp mod">
        <pc:chgData name="White (she/her), Whitney" userId="65f39021-2f1d-4d8b-87dc-b123826f65bf" providerId="ADAL" clId="{2C5490C0-EC31-4D5A-857D-B30248D704AD}" dt="2023-01-25T15:26:48.440" v="81" actId="1076"/>
        <pc:sldMkLst>
          <pc:docMk/>
          <pc:sldMk cId="258332572" sldId="262"/>
        </pc:sldMkLst>
        <pc:spChg chg="del mod">
          <ac:chgData name="White (she/her), Whitney" userId="65f39021-2f1d-4d8b-87dc-b123826f65bf" providerId="ADAL" clId="{2C5490C0-EC31-4D5A-857D-B30248D704AD}" dt="2023-01-25T15:26:46.398" v="80" actId="21"/>
          <ac:spMkLst>
            <pc:docMk/>
            <pc:sldMk cId="258332572" sldId="262"/>
            <ac:spMk id="2" creationId="{570D72F3-79E4-4001-9748-B7FC67079A57}"/>
          </ac:spMkLst>
        </pc:spChg>
        <pc:spChg chg="del mod">
          <ac:chgData name="White (she/her), Whitney" userId="65f39021-2f1d-4d8b-87dc-b123826f65bf" providerId="ADAL" clId="{2C5490C0-EC31-4D5A-857D-B30248D704AD}" dt="2023-01-25T15:26:14.533" v="73"/>
          <ac:spMkLst>
            <pc:docMk/>
            <pc:sldMk cId="258332572" sldId="262"/>
            <ac:spMk id="3" creationId="{0E82C669-9955-4209-B20C-3F3A754CDA3C}"/>
          </ac:spMkLst>
        </pc:spChg>
        <pc:picChg chg="add mod">
          <ac:chgData name="White (she/her), Whitney" userId="65f39021-2f1d-4d8b-87dc-b123826f65bf" providerId="ADAL" clId="{2C5490C0-EC31-4D5A-857D-B30248D704AD}" dt="2023-01-25T15:26:48.440" v="81" actId="1076"/>
          <ac:picMkLst>
            <pc:docMk/>
            <pc:sldMk cId="258332572" sldId="262"/>
            <ac:picMk id="5" creationId="{DC7D3B62-46B2-43FE-B87C-3AED60C836B8}"/>
          </ac:picMkLst>
        </pc:picChg>
      </pc:sldChg>
      <pc:sldChg chg="addSp delSp modSp mod">
        <pc:chgData name="White (she/her), Whitney" userId="65f39021-2f1d-4d8b-87dc-b123826f65bf" providerId="ADAL" clId="{2C5490C0-EC31-4D5A-857D-B30248D704AD}" dt="2023-01-25T15:28:56.060" v="133" actId="403"/>
        <pc:sldMkLst>
          <pc:docMk/>
          <pc:sldMk cId="498985592" sldId="263"/>
        </pc:sldMkLst>
        <pc:spChg chg="mod">
          <ac:chgData name="White (she/her), Whitney" userId="65f39021-2f1d-4d8b-87dc-b123826f65bf" providerId="ADAL" clId="{2C5490C0-EC31-4D5A-857D-B30248D704AD}" dt="2023-01-25T15:28:00.254" v="118" actId="1076"/>
          <ac:spMkLst>
            <pc:docMk/>
            <pc:sldMk cId="498985592" sldId="263"/>
            <ac:spMk id="2" creationId="{67E8180B-6498-44E5-AD81-0674C51652BA}"/>
          </ac:spMkLst>
        </pc:spChg>
        <pc:spChg chg="add del mod">
          <ac:chgData name="White (she/her), Whitney" userId="65f39021-2f1d-4d8b-87dc-b123826f65bf" providerId="ADAL" clId="{2C5490C0-EC31-4D5A-857D-B30248D704AD}" dt="2023-01-25T15:28:07.039" v="120"/>
          <ac:spMkLst>
            <pc:docMk/>
            <pc:sldMk cId="498985592" sldId="263"/>
            <ac:spMk id="6" creationId="{60CC13CC-9F80-4130-81D3-549F69C61675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8:56.060" v="133" actId="403"/>
          <ac:graphicFrameMkLst>
            <pc:docMk/>
            <pc:sldMk cId="498985592" sldId="263"/>
            <ac:graphicFrameMk id="7" creationId="{5FDD475B-C6CC-4B8A-BF1E-CC6CB3E6FF61}"/>
          </ac:graphicFrameMkLst>
        </pc:graphicFrameChg>
        <pc:picChg chg="del">
          <ac:chgData name="White (she/her), Whitney" userId="65f39021-2f1d-4d8b-87dc-b123826f65bf" providerId="ADAL" clId="{2C5490C0-EC31-4D5A-857D-B30248D704AD}" dt="2023-01-25T15:27:27.959" v="83" actId="21"/>
          <ac:picMkLst>
            <pc:docMk/>
            <pc:sldMk cId="498985592" sldId="263"/>
            <ac:picMk id="5" creationId="{63239C00-4576-4356-885C-80F8C6E20940}"/>
          </ac:picMkLst>
        </pc:picChg>
      </pc:sldChg>
      <pc:sldChg chg="modSp add mod">
        <pc:chgData name="White (she/her), Whitney" userId="65f39021-2f1d-4d8b-87dc-b123826f65bf" providerId="ADAL" clId="{2C5490C0-EC31-4D5A-857D-B30248D704AD}" dt="2023-01-25T15:29:21.296" v="136" actId="255"/>
        <pc:sldMkLst>
          <pc:docMk/>
          <pc:sldMk cId="2234076779" sldId="264"/>
        </pc:sldMkLst>
        <pc:graphicFrameChg chg="mod modGraphic">
          <ac:chgData name="White (she/her), Whitney" userId="65f39021-2f1d-4d8b-87dc-b123826f65bf" providerId="ADAL" clId="{2C5490C0-EC31-4D5A-857D-B30248D704AD}" dt="2023-01-25T15:29:21.296" v="136" actId="255"/>
          <ac:graphicFrameMkLst>
            <pc:docMk/>
            <pc:sldMk cId="2234076779" sldId="264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2C5490C0-EC31-4D5A-857D-B30248D704AD}" dt="2023-01-25T15:29:44.019" v="139" actId="255"/>
        <pc:sldMkLst>
          <pc:docMk/>
          <pc:sldMk cId="3746039917" sldId="265"/>
        </pc:sldMkLst>
        <pc:graphicFrameChg chg="mod modGraphic">
          <ac:chgData name="White (she/her), Whitney" userId="65f39021-2f1d-4d8b-87dc-b123826f65bf" providerId="ADAL" clId="{2C5490C0-EC31-4D5A-857D-B30248D704AD}" dt="2023-01-25T15:29:44.019" v="139" actId="255"/>
          <ac:graphicFrameMkLst>
            <pc:docMk/>
            <pc:sldMk cId="3746039917" sldId="265"/>
            <ac:graphicFrameMk id="7" creationId="{5FDD475B-C6CC-4B8A-BF1E-CC6CB3E6FF61}"/>
          </ac:graphicFrameMkLst>
        </pc:graphicFrameChg>
      </pc:sldChg>
      <pc:sldChg chg="modSp new mod">
        <pc:chgData name="White (she/her), Whitney" userId="65f39021-2f1d-4d8b-87dc-b123826f65bf" providerId="ADAL" clId="{2C5490C0-EC31-4D5A-857D-B30248D704AD}" dt="2023-01-25T15:33:05.023" v="200" actId="20577"/>
        <pc:sldMkLst>
          <pc:docMk/>
          <pc:sldMk cId="2877505278" sldId="266"/>
        </pc:sldMkLst>
        <pc:spChg chg="mod">
          <ac:chgData name="White (she/her), Whitney" userId="65f39021-2f1d-4d8b-87dc-b123826f65bf" providerId="ADAL" clId="{2C5490C0-EC31-4D5A-857D-B30248D704AD}" dt="2023-01-25T15:33:05.023" v="200" actId="20577"/>
          <ac:spMkLst>
            <pc:docMk/>
            <pc:sldMk cId="2877505278" sldId="266"/>
            <ac:spMk id="2" creationId="{CECF6631-6CAC-42C0-B2F9-C75B06FDDEA7}"/>
          </ac:spMkLst>
        </pc:spChg>
        <pc:spChg chg="mod">
          <ac:chgData name="White (she/her), Whitney" userId="65f39021-2f1d-4d8b-87dc-b123826f65bf" providerId="ADAL" clId="{2C5490C0-EC31-4D5A-857D-B30248D704AD}" dt="2023-01-25T15:30:19.617" v="167" actId="403"/>
          <ac:spMkLst>
            <pc:docMk/>
            <pc:sldMk cId="2877505278" sldId="266"/>
            <ac:spMk id="3" creationId="{A7B3D956-96C0-497F-85BA-4332DFF84C2F}"/>
          </ac:spMkLst>
        </pc:spChg>
      </pc:sldChg>
      <pc:sldChg chg="addSp delSp modSp new mod">
        <pc:chgData name="White (she/her), Whitney" userId="65f39021-2f1d-4d8b-87dc-b123826f65bf" providerId="ADAL" clId="{2C5490C0-EC31-4D5A-857D-B30248D704AD}" dt="2023-01-25T15:32:00.991" v="186" actId="1076"/>
        <pc:sldMkLst>
          <pc:docMk/>
          <pc:sldMk cId="3055683484" sldId="267"/>
        </pc:sldMkLst>
        <pc:spChg chg="mod">
          <ac:chgData name="White (she/her), Whitney" userId="65f39021-2f1d-4d8b-87dc-b123826f65bf" providerId="ADAL" clId="{2C5490C0-EC31-4D5A-857D-B30248D704AD}" dt="2023-01-25T15:31:42.562" v="181" actId="20577"/>
          <ac:spMkLst>
            <pc:docMk/>
            <pc:sldMk cId="3055683484" sldId="267"/>
            <ac:spMk id="2" creationId="{8B2EB68F-78A0-49ED-8653-187AD2088682}"/>
          </ac:spMkLst>
        </pc:spChg>
        <pc:spChg chg="del mod">
          <ac:chgData name="White (she/her), Whitney" userId="65f39021-2f1d-4d8b-87dc-b123826f65bf" providerId="ADAL" clId="{2C5490C0-EC31-4D5A-857D-B30248D704AD}" dt="2023-01-25T15:31:45.440" v="183"/>
          <ac:spMkLst>
            <pc:docMk/>
            <pc:sldMk cId="3055683484" sldId="267"/>
            <ac:spMk id="3" creationId="{E508AEE9-105F-4DAD-BFBB-1188A026AC9A}"/>
          </ac:spMkLst>
        </pc:spChg>
        <pc:picChg chg="add mod">
          <ac:chgData name="White (she/her), Whitney" userId="65f39021-2f1d-4d8b-87dc-b123826f65bf" providerId="ADAL" clId="{2C5490C0-EC31-4D5A-857D-B30248D704AD}" dt="2023-01-25T15:32:00.991" v="186" actId="1076"/>
          <ac:picMkLst>
            <pc:docMk/>
            <pc:sldMk cId="3055683484" sldId="267"/>
            <ac:picMk id="5" creationId="{A1B7D056-B3B7-4442-9111-1D7A6BD01157}"/>
          </ac:picMkLst>
        </pc:picChg>
      </pc:sldChg>
      <pc:sldChg chg="new del">
        <pc:chgData name="White (she/her), Whitney" userId="65f39021-2f1d-4d8b-87dc-b123826f65bf" providerId="ADAL" clId="{2C5490C0-EC31-4D5A-857D-B30248D704AD}" dt="2023-01-25T15:37:13.929" v="202" actId="2696"/>
        <pc:sldMkLst>
          <pc:docMk/>
          <pc:sldMk cId="3765266163" sldId="268"/>
        </pc:sldMkLst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  <pc:docChgLst>
    <pc:chgData name="White (she/her), Whitney" userId="65f39021-2f1d-4d8b-87dc-b123826f65bf" providerId="ADAL" clId="{97A8789F-27EC-493A-B13E-DB853CC06DF7}"/>
    <pc:docChg chg="undo custSel addSld delSld modSld modSection">
      <pc:chgData name="White (she/her), Whitney" userId="65f39021-2f1d-4d8b-87dc-b123826f65bf" providerId="ADAL" clId="{97A8789F-27EC-493A-B13E-DB853CC06DF7}" dt="2023-01-25T16:02:09.847" v="153" actId="255"/>
      <pc:docMkLst>
        <pc:docMk/>
      </pc:docMkLst>
      <pc:sldChg chg="modSp mod">
        <pc:chgData name="White (she/her), Whitney" userId="65f39021-2f1d-4d8b-87dc-b123826f65bf" providerId="ADAL" clId="{97A8789F-27EC-493A-B13E-DB853CC06DF7}" dt="2023-01-25T15:50:48.729" v="4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97A8789F-27EC-493A-B13E-DB853CC06DF7}" dt="2023-01-25T15:50:48.729" v="4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97A8789F-27EC-493A-B13E-DB853CC06DF7}" dt="2023-01-25T15:50:46.145" v="39" actId="313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39.745" v="55" actId="115"/>
        <pc:sldMkLst>
          <pc:docMk/>
          <pc:sldMk cId="4071305681" sldId="258"/>
        </pc:sldMkLst>
        <pc:spChg chg="mod">
          <ac:chgData name="White (she/her), Whitney" userId="65f39021-2f1d-4d8b-87dc-b123826f65bf" providerId="ADAL" clId="{97A8789F-27EC-493A-B13E-DB853CC06DF7}" dt="2023-01-25T15:55:39.745" v="55" actId="11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13.133" v="46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97A8789F-27EC-493A-B13E-DB853CC06DF7}" dt="2023-01-25T15:55:13.133" v="4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6:02:09.847" v="153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97A8789F-27EC-493A-B13E-DB853CC06DF7}" dt="2023-01-25T16:02:09.847" v="153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97A8789F-27EC-493A-B13E-DB853CC06DF7}" dt="2023-01-25T15:56:07.346" v="56" actId="2696"/>
        <pc:sldMkLst>
          <pc:docMk/>
          <pc:sldMk cId="3054216349" sldId="261"/>
        </pc:sldMkLst>
      </pc:sldChg>
      <pc:sldChg chg="modSp mod">
        <pc:chgData name="White (she/her), Whitney" userId="65f39021-2f1d-4d8b-87dc-b123826f65bf" providerId="ADAL" clId="{97A8789F-27EC-493A-B13E-DB853CC06DF7}" dt="2023-01-25T15:57:06.140" v="127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97A8789F-27EC-493A-B13E-DB853CC06DF7}" dt="2023-01-25T15:56:37.477" v="91" actId="20577"/>
          <ac:spMkLst>
            <pc:docMk/>
            <pc:sldMk cId="498985592" sldId="263"/>
            <ac:spMk id="2" creationId="{67E8180B-6498-44E5-AD81-0674C51652BA}"/>
          </ac:spMkLst>
        </pc:spChg>
        <pc:graphicFrameChg chg="mod modGraphic">
          <ac:chgData name="White (she/her), Whitney" userId="65f39021-2f1d-4d8b-87dc-b123826f65bf" providerId="ADAL" clId="{97A8789F-27EC-493A-B13E-DB853CC06DF7}" dt="2023-01-25T15:57:06.140" v="127" actId="1076"/>
          <ac:graphicFrameMkLst>
            <pc:docMk/>
            <pc:sldMk cId="498985592" sldId="263"/>
            <ac:graphicFrameMk id="7" creationId="{5FDD475B-C6CC-4B8A-BF1E-CC6CB3E6FF61}"/>
          </ac:graphicFrameMkLst>
        </pc:graphicFrameChg>
      </pc:sldChg>
      <pc:sldChg chg="del">
        <pc:chgData name="White (she/her), Whitney" userId="65f39021-2f1d-4d8b-87dc-b123826f65bf" providerId="ADAL" clId="{97A8789F-27EC-493A-B13E-DB853CC06DF7}" dt="2023-01-25T15:57:09.888" v="128" actId="47"/>
        <pc:sldMkLst>
          <pc:docMk/>
          <pc:sldMk cId="2234076779" sldId="264"/>
        </pc:sldMkLst>
      </pc:sldChg>
      <pc:sldChg chg="del">
        <pc:chgData name="White (she/her), Whitney" userId="65f39021-2f1d-4d8b-87dc-b123826f65bf" providerId="ADAL" clId="{97A8789F-27EC-493A-B13E-DB853CC06DF7}" dt="2023-01-25T15:57:11.200" v="129" actId="47"/>
        <pc:sldMkLst>
          <pc:docMk/>
          <pc:sldMk cId="3746039917" sldId="265"/>
        </pc:sldMkLst>
      </pc:sldChg>
      <pc:sldChg chg="del">
        <pc:chgData name="White (she/her), Whitney" userId="65f39021-2f1d-4d8b-87dc-b123826f65bf" providerId="ADAL" clId="{97A8789F-27EC-493A-B13E-DB853CC06DF7}" dt="2023-01-25T16:01:47.111" v="141" actId="47"/>
        <pc:sldMkLst>
          <pc:docMk/>
          <pc:sldMk cId="2877505278" sldId="266"/>
        </pc:sldMkLst>
      </pc:sldChg>
      <pc:sldChg chg="del">
        <pc:chgData name="White (she/her), Whitney" userId="65f39021-2f1d-4d8b-87dc-b123826f65bf" providerId="ADAL" clId="{97A8789F-27EC-493A-B13E-DB853CC06DF7}" dt="2023-01-25T16:01:47.573" v="142" actId="47"/>
        <pc:sldMkLst>
          <pc:docMk/>
          <pc:sldMk cId="3055683484" sldId="267"/>
        </pc:sldMkLst>
      </pc:sldChg>
      <pc:sldChg chg="modSp add mod">
        <pc:chgData name="White (she/her), Whitney" userId="65f39021-2f1d-4d8b-87dc-b123826f65bf" providerId="ADAL" clId="{97A8789F-27EC-493A-B13E-DB853CC06DF7}" dt="2023-01-25T15:57:26.871" v="133" actId="255"/>
        <pc:sldMkLst>
          <pc:docMk/>
          <pc:sldMk cId="4157156871" sldId="268"/>
        </pc:sldMkLst>
        <pc:graphicFrameChg chg="mod modGraphic">
          <ac:chgData name="White (she/her), Whitney" userId="65f39021-2f1d-4d8b-87dc-b123826f65bf" providerId="ADAL" clId="{97A8789F-27EC-493A-B13E-DB853CC06DF7}" dt="2023-01-25T15:57:26.871" v="133" actId="255"/>
          <ac:graphicFrameMkLst>
            <pc:docMk/>
            <pc:sldMk cId="4157156871" sldId="268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97A8789F-27EC-493A-B13E-DB853CC06DF7}" dt="2023-01-25T15:57:52.991" v="135" actId="255"/>
        <pc:sldMkLst>
          <pc:docMk/>
          <pc:sldMk cId="818675080" sldId="269"/>
        </pc:sldMkLst>
        <pc:graphicFrameChg chg="mod modGraphic">
          <ac:chgData name="White (she/her), Whitney" userId="65f39021-2f1d-4d8b-87dc-b123826f65bf" providerId="ADAL" clId="{97A8789F-27EC-493A-B13E-DB853CC06DF7}" dt="2023-01-25T15:57:52.991" v="135" actId="255"/>
          <ac:graphicFrameMkLst>
            <pc:docMk/>
            <pc:sldMk cId="818675080" sldId="269"/>
            <ac:graphicFrameMk id="7" creationId="{5FDD475B-C6CC-4B8A-BF1E-CC6CB3E6FF61}"/>
          </ac:graphicFrameMkLst>
        </pc:graphicFrameChg>
      </pc:sldChg>
      <pc:sldChg chg="new del">
        <pc:chgData name="White (she/her), Whitney" userId="65f39021-2f1d-4d8b-87dc-b123826f65bf" providerId="ADAL" clId="{97A8789F-27EC-493A-B13E-DB853CC06DF7}" dt="2023-01-25T15:57:57.447" v="137" actId="680"/>
        <pc:sldMkLst>
          <pc:docMk/>
          <pc:sldMk cId="3626793949" sldId="270"/>
        </pc:sldMkLst>
      </pc:sldChg>
      <pc:sldChg chg="modSp add mod">
        <pc:chgData name="White (she/her), Whitney" userId="65f39021-2f1d-4d8b-87dc-b123826f65bf" providerId="ADAL" clId="{97A8789F-27EC-493A-B13E-DB853CC06DF7}" dt="2023-01-25T15:58:08.941" v="140" actId="255"/>
        <pc:sldMkLst>
          <pc:docMk/>
          <pc:sldMk cId="3968532148" sldId="270"/>
        </pc:sldMkLst>
        <pc:graphicFrameChg chg="mod modGraphic">
          <ac:chgData name="White (she/her), Whitney" userId="65f39021-2f1d-4d8b-87dc-b123826f65bf" providerId="ADAL" clId="{97A8789F-27EC-493A-B13E-DB853CC06DF7}" dt="2023-01-25T15:58:08.941" v="140" actId="255"/>
          <ac:graphicFrameMkLst>
            <pc:docMk/>
            <pc:sldMk cId="3968532148" sldId="270"/>
            <ac:graphicFrameMk id="7" creationId="{5FDD475B-C6CC-4B8A-BF1E-CC6CB3E6FF6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rmnPiU6dMn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8: Planning for Diverse Learners| Lesson 8.08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Language and Symbols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44E9B-0838-CF38-4AE7-31A96402053C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7A, 7D, 10A, 10B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Identify strategies for providing options for language and symbols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 a plan for introducing new vocabulary words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Practice and reflect on using strategies for providing options for language and symbols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7CFD91-84BA-4236-B600-926EED4A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C52BA4-4FA7-4602-A0FD-5552236E4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Cognate: Words derived from the same roots or historical backgrounds; often words in different languages that have the same origin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A007-43B3-444C-A468-0BC1B73E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b="1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Lisez</a:t>
            </a:r>
            <a:r>
              <a:rPr lang="en-US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les instructions </a:t>
            </a:r>
            <a:r>
              <a:rPr lang="en-US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puis</a:t>
            </a:r>
            <a:r>
              <a:rPr lang="en-US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répondez</a:t>
            </a:r>
            <a:r>
              <a:rPr lang="en-US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à la question.</a:t>
            </a:r>
            <a:endParaRPr lang="en-US" b="1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do you think the sentence is saying?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helped you to make your guess?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could the directions be made easier to understand?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1602-F1F7-49A4-86BC-B3B257F2A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Video: UDL A Representation Language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6D1B-27FE-481B-8066-A18E3A491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https://www.youtube.com/watch?v=rmnPiU6dMns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DFF0B-7015-4E94-9D0F-683A17BE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4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Language &amp; Symbols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9486830"/>
              </p:ext>
            </p:extLst>
          </p:nvPr>
        </p:nvGraphicFramePr>
        <p:xfrm>
          <a:off x="1285409" y="1770730"/>
          <a:ext cx="8529710" cy="3832958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Language &amp; Symbols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Clarify vocabulary and symbols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Pre-teach vocabulary and symbols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definitions, explanations, and illustrations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Teacher provides students with a list of vocabulary words for lesson and asks students to look up the definitions using a dictionary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8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Language &amp; Symbols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607095"/>
              </p:ext>
            </p:extLst>
          </p:nvPr>
        </p:nvGraphicFramePr>
        <p:xfrm>
          <a:off x="1285409" y="1770730"/>
          <a:ext cx="8529710" cy="3832958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Language &amp; Symbols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Clarify syntax and structure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Explain how words and phrases are arranged to form a proper sentence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Highlight transition words in a text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 a concept map to show connections between ideas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Students record definitions from the board and practice solving 1-step equations using a learned procedure.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3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Language &amp; Symbols 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371335"/>
              </p:ext>
            </p:extLst>
          </p:nvPr>
        </p:nvGraphicFramePr>
        <p:xfrm>
          <a:off x="1285409" y="1770730"/>
          <a:ext cx="8529710" cy="3832958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Language &amp; Symbols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Promote understanding across languages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Make vocabulary and key information available in a student’s first language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Make connections in both English and a student’s heritage language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cognates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teacher introduces a new word but doesn’t explain how it relates to a student’s heritage language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Key information is only shared in English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49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Language </a:t>
            </a:r>
            <a:r>
              <a:rPr lang="en-US"/>
              <a:t>&amp; Symbols   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2699173"/>
              </p:ext>
            </p:extLst>
          </p:nvPr>
        </p:nvGraphicFramePr>
        <p:xfrm>
          <a:off x="1285409" y="1770730"/>
          <a:ext cx="8529710" cy="4236339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Language &amp; Symbols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Present key concepts through multiple media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images, audio, or videos to help students access the content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charts or posters around the room that decode vocabulary and symbols 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Information is only presented through a PPT.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Students read an information passage and discuss the main idea as a class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9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Scenario 3 in your role play activity suggested that the teacher pre-teach the words “material” and “object” to students explicitly but only provided a plan to help the teacher introduce the words material. Write a plan – like the ones provided in your scenarios – to help a teacher introduce the word </a:t>
            </a:r>
            <a:r>
              <a:rPr lang="en-US" sz="1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object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 their students. Include at least three steps in the instructional sequence.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104</TotalTime>
  <Words>471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Instructional Practices| Unit 8: Planning for Diverse Learners| Lesson 8.08</vt:lpstr>
      <vt:lpstr>TEKS Standards &amp; Objectives</vt:lpstr>
      <vt:lpstr>Vocabulary</vt:lpstr>
      <vt:lpstr>Bellringer</vt:lpstr>
      <vt:lpstr>Video: UDL A Representation Language</vt:lpstr>
      <vt:lpstr>Guideline: Language &amp; Symbols</vt:lpstr>
      <vt:lpstr>Guideline: Language &amp; Symbols </vt:lpstr>
      <vt:lpstr>Guideline: Language &amp; Symbols  </vt:lpstr>
      <vt:lpstr>Guideline: Language &amp; Symbols  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8.08:Language and Symbols</dc:title>
  <dc:subject>Lesson 8.08:Language and Symbols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2023-08-31T05:32:21Z</dcterms:modified>
</cp:coreProperties>
</file>
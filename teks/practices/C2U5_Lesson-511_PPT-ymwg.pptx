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9" r:id="rId3"/>
    <p:sldId id="258" r:id="rId4"/>
    <p:sldId id="261" r:id="rId5"/>
    <p:sldId id="264" r:id="rId6"/>
    <p:sldId id="265" r:id="rId7"/>
    <p:sldId id="266" r:id="rId8"/>
    <p:sldId id="267" r:id="rId9"/>
    <p:sldId id="271" r:id="rId10"/>
    <p:sldId id="270" r:id="rId11"/>
    <p:sldId id="26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0FBBB4-95DF-447E-B573-62820DE3B34D}" v="5" dt="2022-10-10T02:26:51.1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4" d="100"/>
          <a:sy n="114" d="100"/>
        </p:scale>
        <p:origin x="27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7D0FBBB4-95DF-447E-B573-62820DE3B34D}"/>
    <pc:docChg chg="undo custSel addSld delSld modSld">
      <pc:chgData name="White (she/her), Whitney" userId="65f39021-2f1d-4d8b-87dc-b123826f65bf" providerId="ADAL" clId="{7D0FBBB4-95DF-447E-B573-62820DE3B34D}" dt="2022-10-10T02:34:14.248" v="392" actId="47"/>
      <pc:docMkLst>
        <pc:docMk/>
      </pc:docMkLst>
      <pc:sldChg chg="modSp mod">
        <pc:chgData name="White (she/her), Whitney" userId="65f39021-2f1d-4d8b-87dc-b123826f65bf" providerId="ADAL" clId="{7D0FBBB4-95DF-447E-B573-62820DE3B34D}" dt="2022-10-10T02:15:30.301" v="112" actId="20577"/>
        <pc:sldMkLst>
          <pc:docMk/>
          <pc:sldMk cId="1482277026" sldId="256"/>
        </pc:sldMkLst>
        <pc:spChg chg="mod">
          <ac:chgData name="White (she/her), Whitney" userId="65f39021-2f1d-4d8b-87dc-b123826f65bf" providerId="ADAL" clId="{7D0FBBB4-95DF-447E-B573-62820DE3B34D}" dt="2022-10-10T02:15:30.301" v="112" actId="20577"/>
          <ac:spMkLst>
            <pc:docMk/>
            <pc:sldMk cId="1482277026" sldId="256"/>
            <ac:spMk id="3" creationId="{E0FBD98F-3A67-498E-8174-652040DD7B60}"/>
          </ac:spMkLst>
        </pc:spChg>
      </pc:sldChg>
      <pc:sldChg chg="modSp mod">
        <pc:chgData name="White (she/her), Whitney" userId="65f39021-2f1d-4d8b-87dc-b123826f65bf" providerId="ADAL" clId="{7D0FBBB4-95DF-447E-B573-62820DE3B34D}" dt="2022-10-10T02:26:30.325" v="168" actId="404"/>
        <pc:sldMkLst>
          <pc:docMk/>
          <pc:sldMk cId="4071305681" sldId="258"/>
        </pc:sldMkLst>
        <pc:spChg chg="mod">
          <ac:chgData name="White (she/her), Whitney" userId="65f39021-2f1d-4d8b-87dc-b123826f65bf" providerId="ADAL" clId="{7D0FBBB4-95DF-447E-B573-62820DE3B34D}" dt="2022-10-10T02:26:30.325" v="168" actId="404"/>
          <ac:spMkLst>
            <pc:docMk/>
            <pc:sldMk cId="4071305681" sldId="258"/>
            <ac:spMk id="3" creationId="{392BE286-77A6-49DD-B15D-7E4718D52FE7}"/>
          </ac:spMkLst>
        </pc:spChg>
      </pc:sldChg>
      <pc:sldChg chg="modSp mod">
        <pc:chgData name="White (she/her), Whitney" userId="65f39021-2f1d-4d8b-87dc-b123826f65bf" providerId="ADAL" clId="{7D0FBBB4-95DF-447E-B573-62820DE3B34D}" dt="2022-10-10T02:26:13.531" v="160" actId="403"/>
        <pc:sldMkLst>
          <pc:docMk/>
          <pc:sldMk cId="2772527113" sldId="259"/>
        </pc:sldMkLst>
        <pc:spChg chg="mod">
          <ac:chgData name="White (she/her), Whitney" userId="65f39021-2f1d-4d8b-87dc-b123826f65bf" providerId="ADAL" clId="{7D0FBBB4-95DF-447E-B573-62820DE3B34D}" dt="2022-10-10T02:26:13.531" v="160" actId="403"/>
          <ac:spMkLst>
            <pc:docMk/>
            <pc:sldMk cId="2772527113" sldId="259"/>
            <ac:spMk id="3" creationId="{8CE08C7F-0286-423B-92F7-DEB89F31111A}"/>
          </ac:spMkLst>
        </pc:spChg>
      </pc:sldChg>
      <pc:sldChg chg="modSp mod">
        <pc:chgData name="White (she/her), Whitney" userId="65f39021-2f1d-4d8b-87dc-b123826f65bf" providerId="ADAL" clId="{7D0FBBB4-95DF-447E-B573-62820DE3B34D}" dt="2022-10-10T02:18:16.422" v="127" actId="1076"/>
        <pc:sldMkLst>
          <pc:docMk/>
          <pc:sldMk cId="2147408764" sldId="260"/>
        </pc:sldMkLst>
        <pc:spChg chg="mod">
          <ac:chgData name="White (she/her), Whitney" userId="65f39021-2f1d-4d8b-87dc-b123826f65bf" providerId="ADAL" clId="{7D0FBBB4-95DF-447E-B573-62820DE3B34D}" dt="2022-10-10T02:18:16.422" v="127" actId="1076"/>
          <ac:spMkLst>
            <pc:docMk/>
            <pc:sldMk cId="2147408764" sldId="260"/>
            <ac:spMk id="3" creationId="{49F2A5AF-3C0B-4968-A438-E435325199EA}"/>
          </ac:spMkLst>
        </pc:spChg>
      </pc:sldChg>
      <pc:sldChg chg="addSp delSp modSp mod">
        <pc:chgData name="White (she/her), Whitney" userId="65f39021-2f1d-4d8b-87dc-b123826f65bf" providerId="ADAL" clId="{7D0FBBB4-95DF-447E-B573-62820DE3B34D}" dt="2022-10-10T02:27:29.150" v="187" actId="122"/>
        <pc:sldMkLst>
          <pc:docMk/>
          <pc:sldMk cId="3054216349" sldId="261"/>
        </pc:sldMkLst>
        <pc:spChg chg="del mod">
          <ac:chgData name="White (she/her), Whitney" userId="65f39021-2f1d-4d8b-87dc-b123826f65bf" providerId="ADAL" clId="{7D0FBBB4-95DF-447E-B573-62820DE3B34D}" dt="2022-10-10T02:26:42.436" v="170" actId="21"/>
          <ac:spMkLst>
            <pc:docMk/>
            <pc:sldMk cId="3054216349" sldId="261"/>
            <ac:spMk id="3" creationId="{AE13FDB6-F093-4D9E-B14E-3D7DB894C34C}"/>
          </ac:spMkLst>
        </pc:spChg>
        <pc:spChg chg="add del mod">
          <ac:chgData name="White (she/her), Whitney" userId="65f39021-2f1d-4d8b-87dc-b123826f65bf" providerId="ADAL" clId="{7D0FBBB4-95DF-447E-B573-62820DE3B34D}" dt="2022-10-10T02:26:46.625" v="172" actId="21"/>
          <ac:spMkLst>
            <pc:docMk/>
            <pc:sldMk cId="3054216349" sldId="261"/>
            <ac:spMk id="5" creationId="{75AFDE66-8144-405A-826B-40E990C8E831}"/>
          </ac:spMkLst>
        </pc:spChg>
        <pc:graphicFrameChg chg="add mod modGraphic">
          <ac:chgData name="White (she/her), Whitney" userId="65f39021-2f1d-4d8b-87dc-b123826f65bf" providerId="ADAL" clId="{7D0FBBB4-95DF-447E-B573-62820DE3B34D}" dt="2022-10-10T02:27:29.150" v="187" actId="122"/>
          <ac:graphicFrameMkLst>
            <pc:docMk/>
            <pc:sldMk cId="3054216349" sldId="261"/>
            <ac:graphicFrameMk id="6" creationId="{5B1F6C86-6D4B-40B3-9CA7-80867BE50959}"/>
          </ac:graphicFrameMkLst>
        </pc:graphicFrameChg>
      </pc:sldChg>
      <pc:sldChg chg="del">
        <pc:chgData name="White (she/her), Whitney" userId="65f39021-2f1d-4d8b-87dc-b123826f65bf" providerId="ADAL" clId="{7D0FBBB4-95DF-447E-B573-62820DE3B34D}" dt="2022-10-10T02:34:14.248" v="392" actId="47"/>
        <pc:sldMkLst>
          <pc:docMk/>
          <pc:sldMk cId="4170921578" sldId="262"/>
        </pc:sldMkLst>
      </pc:sldChg>
      <pc:sldChg chg="del">
        <pc:chgData name="White (she/her), Whitney" userId="65f39021-2f1d-4d8b-87dc-b123826f65bf" providerId="ADAL" clId="{7D0FBBB4-95DF-447E-B573-62820DE3B34D}" dt="2022-10-10T02:34:13.571" v="391" actId="47"/>
        <pc:sldMkLst>
          <pc:docMk/>
          <pc:sldMk cId="1163931679" sldId="263"/>
        </pc:sldMkLst>
      </pc:sldChg>
      <pc:sldChg chg="addSp delSp modSp mod modClrScheme chgLayout">
        <pc:chgData name="White (she/her), Whitney" userId="65f39021-2f1d-4d8b-87dc-b123826f65bf" providerId="ADAL" clId="{7D0FBBB4-95DF-447E-B573-62820DE3B34D}" dt="2022-10-10T02:33:02.987" v="365" actId="113"/>
        <pc:sldMkLst>
          <pc:docMk/>
          <pc:sldMk cId="3493109116" sldId="264"/>
        </pc:sldMkLst>
        <pc:spChg chg="mod ord">
          <ac:chgData name="White (she/her), Whitney" userId="65f39021-2f1d-4d8b-87dc-b123826f65bf" providerId="ADAL" clId="{7D0FBBB4-95DF-447E-B573-62820DE3B34D}" dt="2022-10-10T02:33:02.987" v="365" actId="113"/>
          <ac:spMkLst>
            <pc:docMk/>
            <pc:sldMk cId="3493109116" sldId="264"/>
            <ac:spMk id="2" creationId="{D7836664-70C0-47BA-9BFF-496A04EBBFDE}"/>
          </ac:spMkLst>
        </pc:spChg>
        <pc:spChg chg="del mod ord">
          <ac:chgData name="White (she/her), Whitney" userId="65f39021-2f1d-4d8b-87dc-b123826f65bf" providerId="ADAL" clId="{7D0FBBB4-95DF-447E-B573-62820DE3B34D}" dt="2022-10-10T02:28:46.328" v="193" actId="700"/>
          <ac:spMkLst>
            <pc:docMk/>
            <pc:sldMk cId="3493109116" sldId="264"/>
            <ac:spMk id="3" creationId="{F64339F5-2F5D-46B5-A25D-C197D73747BD}"/>
          </ac:spMkLst>
        </pc:spChg>
        <pc:spChg chg="mod ord">
          <ac:chgData name="White (she/her), Whitney" userId="65f39021-2f1d-4d8b-87dc-b123826f65bf" providerId="ADAL" clId="{7D0FBBB4-95DF-447E-B573-62820DE3B34D}" dt="2022-10-10T02:33:02.987" v="365" actId="113"/>
          <ac:spMkLst>
            <pc:docMk/>
            <pc:sldMk cId="3493109116" sldId="264"/>
            <ac:spMk id="4" creationId="{F767700B-954E-42AD-AD69-9CC1C5B510A5}"/>
          </ac:spMkLst>
        </pc:spChg>
        <pc:spChg chg="add mod ord">
          <ac:chgData name="White (she/her), Whitney" userId="65f39021-2f1d-4d8b-87dc-b123826f65bf" providerId="ADAL" clId="{7D0FBBB4-95DF-447E-B573-62820DE3B34D}" dt="2022-10-10T02:33:02.987" v="365" actId="113"/>
          <ac:spMkLst>
            <pc:docMk/>
            <pc:sldMk cId="3493109116" sldId="264"/>
            <ac:spMk id="5" creationId="{3DAE9361-CA65-4C37-89B6-7C353A43AAEB}"/>
          </ac:spMkLst>
        </pc:spChg>
        <pc:spChg chg="add mod ord">
          <ac:chgData name="White (she/her), Whitney" userId="65f39021-2f1d-4d8b-87dc-b123826f65bf" providerId="ADAL" clId="{7D0FBBB4-95DF-447E-B573-62820DE3B34D}" dt="2022-10-10T02:33:02.987" v="365" actId="113"/>
          <ac:spMkLst>
            <pc:docMk/>
            <pc:sldMk cId="3493109116" sldId="264"/>
            <ac:spMk id="6" creationId="{A2614CC9-502B-48FC-A936-CF5EAC0C7B40}"/>
          </ac:spMkLst>
        </pc:spChg>
      </pc:sldChg>
      <pc:sldChg chg="modSp add mod">
        <pc:chgData name="White (she/her), Whitney" userId="65f39021-2f1d-4d8b-87dc-b123826f65bf" providerId="ADAL" clId="{7D0FBBB4-95DF-447E-B573-62820DE3B34D}" dt="2022-10-10T02:33:11.989" v="370" actId="207"/>
        <pc:sldMkLst>
          <pc:docMk/>
          <pc:sldMk cId="1854592559" sldId="265"/>
        </pc:sldMkLst>
        <pc:spChg chg="mod">
          <ac:chgData name="White (she/her), Whitney" userId="65f39021-2f1d-4d8b-87dc-b123826f65bf" providerId="ADAL" clId="{7D0FBBB4-95DF-447E-B573-62820DE3B34D}" dt="2022-10-10T02:33:11.989" v="370" actId="207"/>
          <ac:spMkLst>
            <pc:docMk/>
            <pc:sldMk cId="1854592559" sldId="265"/>
            <ac:spMk id="2" creationId="{D7836664-70C0-47BA-9BFF-496A04EBBFDE}"/>
          </ac:spMkLst>
        </pc:spChg>
        <pc:spChg chg="mod">
          <ac:chgData name="White (she/her), Whitney" userId="65f39021-2f1d-4d8b-87dc-b123826f65bf" providerId="ADAL" clId="{7D0FBBB4-95DF-447E-B573-62820DE3B34D}" dt="2022-10-10T02:33:11.989" v="370" actId="207"/>
          <ac:spMkLst>
            <pc:docMk/>
            <pc:sldMk cId="1854592559" sldId="265"/>
            <ac:spMk id="4" creationId="{F767700B-954E-42AD-AD69-9CC1C5B510A5}"/>
          </ac:spMkLst>
        </pc:spChg>
        <pc:spChg chg="mod">
          <ac:chgData name="White (she/her), Whitney" userId="65f39021-2f1d-4d8b-87dc-b123826f65bf" providerId="ADAL" clId="{7D0FBBB4-95DF-447E-B573-62820DE3B34D}" dt="2022-10-10T02:33:11.989" v="370" actId="207"/>
          <ac:spMkLst>
            <pc:docMk/>
            <pc:sldMk cId="1854592559" sldId="265"/>
            <ac:spMk id="5" creationId="{3DAE9361-CA65-4C37-89B6-7C353A43AAEB}"/>
          </ac:spMkLst>
        </pc:spChg>
        <pc:spChg chg="mod">
          <ac:chgData name="White (she/her), Whitney" userId="65f39021-2f1d-4d8b-87dc-b123826f65bf" providerId="ADAL" clId="{7D0FBBB4-95DF-447E-B573-62820DE3B34D}" dt="2022-10-10T02:33:11.989" v="370" actId="207"/>
          <ac:spMkLst>
            <pc:docMk/>
            <pc:sldMk cId="1854592559" sldId="265"/>
            <ac:spMk id="6" creationId="{A2614CC9-502B-48FC-A936-CF5EAC0C7B40}"/>
          </ac:spMkLst>
        </pc:spChg>
      </pc:sldChg>
      <pc:sldChg chg="modSp add mod">
        <pc:chgData name="White (she/her), Whitney" userId="65f39021-2f1d-4d8b-87dc-b123826f65bf" providerId="ADAL" clId="{7D0FBBB4-95DF-447E-B573-62820DE3B34D}" dt="2022-10-10T02:33:19.078" v="375" actId="207"/>
        <pc:sldMkLst>
          <pc:docMk/>
          <pc:sldMk cId="2816384889" sldId="266"/>
        </pc:sldMkLst>
        <pc:spChg chg="mod">
          <ac:chgData name="White (she/her), Whitney" userId="65f39021-2f1d-4d8b-87dc-b123826f65bf" providerId="ADAL" clId="{7D0FBBB4-95DF-447E-B573-62820DE3B34D}" dt="2022-10-10T02:33:19.078" v="375" actId="207"/>
          <ac:spMkLst>
            <pc:docMk/>
            <pc:sldMk cId="2816384889" sldId="266"/>
            <ac:spMk id="2" creationId="{D7836664-70C0-47BA-9BFF-496A04EBBFDE}"/>
          </ac:spMkLst>
        </pc:spChg>
        <pc:spChg chg="mod">
          <ac:chgData name="White (she/her), Whitney" userId="65f39021-2f1d-4d8b-87dc-b123826f65bf" providerId="ADAL" clId="{7D0FBBB4-95DF-447E-B573-62820DE3B34D}" dt="2022-10-10T02:33:19.078" v="375" actId="207"/>
          <ac:spMkLst>
            <pc:docMk/>
            <pc:sldMk cId="2816384889" sldId="266"/>
            <ac:spMk id="4" creationId="{F767700B-954E-42AD-AD69-9CC1C5B510A5}"/>
          </ac:spMkLst>
        </pc:spChg>
        <pc:spChg chg="mod">
          <ac:chgData name="White (she/her), Whitney" userId="65f39021-2f1d-4d8b-87dc-b123826f65bf" providerId="ADAL" clId="{7D0FBBB4-95DF-447E-B573-62820DE3B34D}" dt="2022-10-10T02:33:19.078" v="375" actId="207"/>
          <ac:spMkLst>
            <pc:docMk/>
            <pc:sldMk cId="2816384889" sldId="266"/>
            <ac:spMk id="5" creationId="{3DAE9361-CA65-4C37-89B6-7C353A43AAEB}"/>
          </ac:spMkLst>
        </pc:spChg>
        <pc:spChg chg="mod">
          <ac:chgData name="White (she/her), Whitney" userId="65f39021-2f1d-4d8b-87dc-b123826f65bf" providerId="ADAL" clId="{7D0FBBB4-95DF-447E-B573-62820DE3B34D}" dt="2022-10-10T02:33:19.078" v="375" actId="207"/>
          <ac:spMkLst>
            <pc:docMk/>
            <pc:sldMk cId="2816384889" sldId="266"/>
            <ac:spMk id="6" creationId="{A2614CC9-502B-48FC-A936-CF5EAC0C7B40}"/>
          </ac:spMkLst>
        </pc:spChg>
      </pc:sldChg>
      <pc:sldChg chg="modSp add mod">
        <pc:chgData name="White (she/her), Whitney" userId="65f39021-2f1d-4d8b-87dc-b123826f65bf" providerId="ADAL" clId="{7D0FBBB4-95DF-447E-B573-62820DE3B34D}" dt="2022-10-10T02:33:31.823" v="380" actId="207"/>
        <pc:sldMkLst>
          <pc:docMk/>
          <pc:sldMk cId="911789420" sldId="267"/>
        </pc:sldMkLst>
        <pc:spChg chg="mod">
          <ac:chgData name="White (she/her), Whitney" userId="65f39021-2f1d-4d8b-87dc-b123826f65bf" providerId="ADAL" clId="{7D0FBBB4-95DF-447E-B573-62820DE3B34D}" dt="2022-10-10T02:33:31.823" v="380" actId="207"/>
          <ac:spMkLst>
            <pc:docMk/>
            <pc:sldMk cId="911789420" sldId="267"/>
            <ac:spMk id="2" creationId="{D7836664-70C0-47BA-9BFF-496A04EBBFDE}"/>
          </ac:spMkLst>
        </pc:spChg>
        <pc:spChg chg="mod">
          <ac:chgData name="White (she/her), Whitney" userId="65f39021-2f1d-4d8b-87dc-b123826f65bf" providerId="ADAL" clId="{7D0FBBB4-95DF-447E-B573-62820DE3B34D}" dt="2022-10-10T02:33:31.823" v="380" actId="207"/>
          <ac:spMkLst>
            <pc:docMk/>
            <pc:sldMk cId="911789420" sldId="267"/>
            <ac:spMk id="4" creationId="{F767700B-954E-42AD-AD69-9CC1C5B510A5}"/>
          </ac:spMkLst>
        </pc:spChg>
        <pc:spChg chg="mod">
          <ac:chgData name="White (she/her), Whitney" userId="65f39021-2f1d-4d8b-87dc-b123826f65bf" providerId="ADAL" clId="{7D0FBBB4-95DF-447E-B573-62820DE3B34D}" dt="2022-10-10T02:33:31.823" v="380" actId="207"/>
          <ac:spMkLst>
            <pc:docMk/>
            <pc:sldMk cId="911789420" sldId="267"/>
            <ac:spMk id="5" creationId="{3DAE9361-CA65-4C37-89B6-7C353A43AAEB}"/>
          </ac:spMkLst>
        </pc:spChg>
        <pc:spChg chg="mod">
          <ac:chgData name="White (she/her), Whitney" userId="65f39021-2f1d-4d8b-87dc-b123826f65bf" providerId="ADAL" clId="{7D0FBBB4-95DF-447E-B573-62820DE3B34D}" dt="2022-10-10T02:33:31.823" v="380" actId="207"/>
          <ac:spMkLst>
            <pc:docMk/>
            <pc:sldMk cId="911789420" sldId="267"/>
            <ac:spMk id="6" creationId="{A2614CC9-502B-48FC-A936-CF5EAC0C7B40}"/>
          </ac:spMkLst>
        </pc:spChg>
      </pc:sldChg>
      <pc:sldChg chg="add del">
        <pc:chgData name="White (she/her), Whitney" userId="65f39021-2f1d-4d8b-87dc-b123826f65bf" providerId="ADAL" clId="{7D0FBBB4-95DF-447E-B573-62820DE3B34D}" dt="2022-10-10T02:32:28.147" v="359" actId="47"/>
        <pc:sldMkLst>
          <pc:docMk/>
          <pc:sldMk cId="3494987570" sldId="268"/>
        </pc:sldMkLst>
      </pc:sldChg>
      <pc:sldChg chg="add del">
        <pc:chgData name="White (she/her), Whitney" userId="65f39021-2f1d-4d8b-87dc-b123826f65bf" providerId="ADAL" clId="{7D0FBBB4-95DF-447E-B573-62820DE3B34D}" dt="2022-10-10T02:32:25.825" v="358" actId="47"/>
        <pc:sldMkLst>
          <pc:docMk/>
          <pc:sldMk cId="2155522396" sldId="269"/>
        </pc:sldMkLst>
      </pc:sldChg>
      <pc:sldChg chg="modSp add mod">
        <pc:chgData name="White (she/her), Whitney" userId="65f39021-2f1d-4d8b-87dc-b123826f65bf" providerId="ADAL" clId="{7D0FBBB4-95DF-447E-B573-62820DE3B34D}" dt="2022-10-10T02:33:47.382" v="390" actId="207"/>
        <pc:sldMkLst>
          <pc:docMk/>
          <pc:sldMk cId="4221096586" sldId="270"/>
        </pc:sldMkLst>
        <pc:spChg chg="mod">
          <ac:chgData name="White (she/her), Whitney" userId="65f39021-2f1d-4d8b-87dc-b123826f65bf" providerId="ADAL" clId="{7D0FBBB4-95DF-447E-B573-62820DE3B34D}" dt="2022-10-10T02:33:47.382" v="390" actId="207"/>
          <ac:spMkLst>
            <pc:docMk/>
            <pc:sldMk cId="4221096586" sldId="270"/>
            <ac:spMk id="2" creationId="{D7836664-70C0-47BA-9BFF-496A04EBBFDE}"/>
          </ac:spMkLst>
        </pc:spChg>
        <pc:spChg chg="mod">
          <ac:chgData name="White (she/her), Whitney" userId="65f39021-2f1d-4d8b-87dc-b123826f65bf" providerId="ADAL" clId="{7D0FBBB4-95DF-447E-B573-62820DE3B34D}" dt="2022-10-10T02:33:47.382" v="390" actId="207"/>
          <ac:spMkLst>
            <pc:docMk/>
            <pc:sldMk cId="4221096586" sldId="270"/>
            <ac:spMk id="4" creationId="{F767700B-954E-42AD-AD69-9CC1C5B510A5}"/>
          </ac:spMkLst>
        </pc:spChg>
        <pc:spChg chg="mod">
          <ac:chgData name="White (she/her), Whitney" userId="65f39021-2f1d-4d8b-87dc-b123826f65bf" providerId="ADAL" clId="{7D0FBBB4-95DF-447E-B573-62820DE3B34D}" dt="2022-10-10T02:33:47.382" v="390" actId="207"/>
          <ac:spMkLst>
            <pc:docMk/>
            <pc:sldMk cId="4221096586" sldId="270"/>
            <ac:spMk id="5" creationId="{3DAE9361-CA65-4C37-89B6-7C353A43AAEB}"/>
          </ac:spMkLst>
        </pc:spChg>
        <pc:spChg chg="mod">
          <ac:chgData name="White (she/her), Whitney" userId="65f39021-2f1d-4d8b-87dc-b123826f65bf" providerId="ADAL" clId="{7D0FBBB4-95DF-447E-B573-62820DE3B34D}" dt="2022-10-10T02:33:47.382" v="390" actId="207"/>
          <ac:spMkLst>
            <pc:docMk/>
            <pc:sldMk cId="4221096586" sldId="270"/>
            <ac:spMk id="6" creationId="{A2614CC9-502B-48FC-A936-CF5EAC0C7B40}"/>
          </ac:spMkLst>
        </pc:spChg>
      </pc:sldChg>
      <pc:sldChg chg="modSp add mod">
        <pc:chgData name="White (she/her), Whitney" userId="65f39021-2f1d-4d8b-87dc-b123826f65bf" providerId="ADAL" clId="{7D0FBBB4-95DF-447E-B573-62820DE3B34D}" dt="2022-10-10T02:33:39.743" v="385" actId="207"/>
        <pc:sldMkLst>
          <pc:docMk/>
          <pc:sldMk cId="3052363345" sldId="271"/>
        </pc:sldMkLst>
        <pc:spChg chg="mod">
          <ac:chgData name="White (she/her), Whitney" userId="65f39021-2f1d-4d8b-87dc-b123826f65bf" providerId="ADAL" clId="{7D0FBBB4-95DF-447E-B573-62820DE3B34D}" dt="2022-10-10T02:33:39.743" v="385" actId="207"/>
          <ac:spMkLst>
            <pc:docMk/>
            <pc:sldMk cId="3052363345" sldId="271"/>
            <ac:spMk id="2" creationId="{D7836664-70C0-47BA-9BFF-496A04EBBFDE}"/>
          </ac:spMkLst>
        </pc:spChg>
        <pc:spChg chg="mod">
          <ac:chgData name="White (she/her), Whitney" userId="65f39021-2f1d-4d8b-87dc-b123826f65bf" providerId="ADAL" clId="{7D0FBBB4-95DF-447E-B573-62820DE3B34D}" dt="2022-10-10T02:33:39.743" v="385" actId="207"/>
          <ac:spMkLst>
            <pc:docMk/>
            <pc:sldMk cId="3052363345" sldId="271"/>
            <ac:spMk id="4" creationId="{F767700B-954E-42AD-AD69-9CC1C5B510A5}"/>
          </ac:spMkLst>
        </pc:spChg>
        <pc:spChg chg="mod">
          <ac:chgData name="White (she/her), Whitney" userId="65f39021-2f1d-4d8b-87dc-b123826f65bf" providerId="ADAL" clId="{7D0FBBB4-95DF-447E-B573-62820DE3B34D}" dt="2022-10-10T02:33:39.743" v="385" actId="207"/>
          <ac:spMkLst>
            <pc:docMk/>
            <pc:sldMk cId="3052363345" sldId="271"/>
            <ac:spMk id="5" creationId="{3DAE9361-CA65-4C37-89B6-7C353A43AAEB}"/>
          </ac:spMkLst>
        </pc:spChg>
        <pc:spChg chg="mod">
          <ac:chgData name="White (she/her), Whitney" userId="65f39021-2f1d-4d8b-87dc-b123826f65bf" providerId="ADAL" clId="{7D0FBBB4-95DF-447E-B573-62820DE3B34D}" dt="2022-10-10T02:33:39.743" v="385" actId="207"/>
          <ac:spMkLst>
            <pc:docMk/>
            <pc:sldMk cId="3052363345" sldId="271"/>
            <ac:spMk id="6" creationId="{A2614CC9-502B-48FC-A936-CF5EAC0C7B4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76639"/>
            <a:ext cx="9144000" cy="370300"/>
          </a:xfrm>
        </p:spPr>
        <p:txBody>
          <a:bodyPr>
            <a:normAutofit/>
          </a:bodyPr>
          <a:lstStyle/>
          <a:p>
            <a:pPr algn="l"/>
            <a:r>
              <a:rPr lang="en-US" sz="1800" dirty="0"/>
              <a:t>Instructional Practices| Unit 5: Planning For and With Assessment | Lesson 5.11</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fontScale="92500"/>
          </a:bodyPr>
          <a:lstStyle/>
          <a:p>
            <a:r>
              <a:rPr lang="en-US" sz="4800" dirty="0">
                <a:solidFill>
                  <a:srgbClr val="000000"/>
                </a:solidFill>
                <a:effectLst/>
                <a:latin typeface="Calibri" panose="020F0502020204030204" pitchFamily="34" charset="0"/>
                <a:ea typeface="Calibri" panose="020F0502020204030204" pitchFamily="34" charset="0"/>
              </a:rPr>
              <a:t>Characteristics of Effective Summative Assessments | Introduction to Summative Assessment Practices</a:t>
            </a:r>
            <a:endParaRPr lang="en-US" sz="16600" dirty="0"/>
          </a:p>
        </p:txBody>
      </p:sp>
      <p:sp>
        <p:nvSpPr>
          <p:cNvPr id="4" name="TextBox 3">
            <a:extLst>
              <a:ext uri="{FF2B5EF4-FFF2-40B4-BE49-F238E27FC236}">
                <a16:creationId xmlns:a16="http://schemas.microsoft.com/office/drawing/2014/main" id="{D744E7AF-1444-940C-4E40-2BB162D6D010}"/>
              </a:ext>
            </a:extLst>
          </p:cNvPr>
          <p:cNvSpPr txBox="1"/>
          <p:nvPr/>
        </p:nvSpPr>
        <p:spPr>
          <a:xfrm>
            <a:off x="0" y="6438550"/>
            <a:ext cx="11814494" cy="338554"/>
          </a:xfrm>
          <a:prstGeom prst="rect">
            <a:avLst/>
          </a:prstGeom>
          <a:noFill/>
        </p:spPr>
        <p:txBody>
          <a:bodyPr wrap="square">
            <a:spAutoFit/>
          </a:body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3B, 6D, 8A, 8C</a:t>
            </a:r>
          </a:p>
          <a:p>
            <a:pPr marL="0" indent="0">
              <a:buNone/>
            </a:pPr>
            <a:endParaRPr lang="en-US" dirty="0"/>
          </a:p>
          <a:p>
            <a:pPr marL="0" indent="0">
              <a:buNone/>
            </a:pPr>
            <a:r>
              <a:rPr lang="en-US" dirty="0"/>
              <a:t>The student will:</a:t>
            </a:r>
          </a:p>
          <a:p>
            <a:pPr marL="342900" indent="-342900">
              <a:lnSpc>
                <a:spcPct val="107000"/>
              </a:lnSpc>
              <a:spcBef>
                <a:spcPts val="600"/>
              </a:spcBef>
              <a:spcAft>
                <a:spcPts val="6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Calibri" panose="020F0502020204030204" pitchFamily="34" charset="0"/>
              </a:rPr>
              <a:t>Identify and describe different types of summative assessments</a:t>
            </a:r>
          </a:p>
          <a:p>
            <a:pPr marL="342900" marR="0" lvl="0" indent="-342900">
              <a:lnSpc>
                <a:spcPct val="107000"/>
              </a:lnSpc>
              <a:spcBef>
                <a:spcPts val="600"/>
              </a:spcBef>
              <a:spcAft>
                <a:spcPts val="6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Calibri" panose="020F0502020204030204" pitchFamily="34" charset="0"/>
              </a:rPr>
              <a:t>Compare and contrast different types of summative assessment and when to employ each</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rPr>
              <a:t>Evaluate and revise summative assessments </a:t>
            </a:r>
            <a:endParaRPr lang="en-US" sz="4000"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indent="0">
              <a:buNone/>
            </a:pPr>
            <a:r>
              <a:rPr lang="en-US" dirty="0">
                <a:effectLst/>
                <a:latin typeface="Calibri" panose="020F0502020204030204" pitchFamily="34" charset="0"/>
                <a:ea typeface="Calibri" panose="020F0502020204030204" pitchFamily="34" charset="0"/>
              </a:rPr>
              <a:t>What is the purpose of </a:t>
            </a:r>
            <a:r>
              <a:rPr lang="en-US" b="1" dirty="0">
                <a:effectLst/>
                <a:latin typeface="Calibri" panose="020F0502020204030204" pitchFamily="34" charset="0"/>
                <a:ea typeface="Calibri" panose="020F0502020204030204" pitchFamily="34" charset="0"/>
              </a:rPr>
              <a:t>summative assessment</a:t>
            </a:r>
            <a:r>
              <a:rPr lang="en-US" dirty="0">
                <a:effectLst/>
                <a:latin typeface="Calibri" panose="020F0502020204030204" pitchFamily="34" charset="0"/>
                <a:ea typeface="Calibri" panose="020F0502020204030204" pitchFamily="34" charset="0"/>
              </a:rPr>
              <a:t>?  </a:t>
            </a:r>
          </a:p>
          <a:p>
            <a:pPr marL="0" indent="0">
              <a:buNone/>
            </a:pPr>
            <a:endParaRPr lang="en-US" dirty="0">
              <a:latin typeface="Calibri" panose="020F0502020204030204" pitchFamily="34" charset="0"/>
              <a:ea typeface="Calibri" panose="020F0502020204030204" pitchFamily="34" charset="0"/>
            </a:endParaRPr>
          </a:p>
          <a:p>
            <a:pPr marL="0" indent="0">
              <a:buNone/>
            </a:pPr>
            <a:r>
              <a:rPr lang="en-US" dirty="0">
                <a:effectLst/>
                <a:latin typeface="Calibri" panose="020F0502020204030204" pitchFamily="34" charset="0"/>
                <a:ea typeface="Calibri" panose="020F0502020204030204" pitchFamily="34" charset="0"/>
              </a:rPr>
              <a:t>How is it different from formative assessment?</a:t>
            </a:r>
            <a:endParaRPr lang="en-US" sz="4000" dirty="0">
              <a:highlight>
                <a:srgbClr val="FFFF00"/>
              </a:highlight>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graphicFrame>
        <p:nvGraphicFramePr>
          <p:cNvPr id="6" name="Table 5">
            <a:extLst>
              <a:ext uri="{FF2B5EF4-FFF2-40B4-BE49-F238E27FC236}">
                <a16:creationId xmlns:a16="http://schemas.microsoft.com/office/drawing/2014/main" id="{5B1F6C86-6D4B-40B3-9CA7-80867BE50959}"/>
              </a:ext>
            </a:extLst>
          </p:cNvPr>
          <p:cNvGraphicFramePr>
            <a:graphicFrameLocks noGrp="1"/>
          </p:cNvGraphicFramePr>
          <p:nvPr>
            <p:extLst>
              <p:ext uri="{D42A27DB-BD31-4B8C-83A1-F6EECF244321}">
                <p14:modId xmlns:p14="http://schemas.microsoft.com/office/powerpoint/2010/main" val="785629348"/>
              </p:ext>
            </p:extLst>
          </p:nvPr>
        </p:nvGraphicFramePr>
        <p:xfrm>
          <a:off x="1113285" y="1790639"/>
          <a:ext cx="9965429" cy="3276722"/>
        </p:xfrm>
        <a:graphic>
          <a:graphicData uri="http://schemas.openxmlformats.org/drawingml/2006/table">
            <a:tbl>
              <a:tblPr firstRow="1" firstCol="1" bandRow="1">
                <a:tableStyleId>{5940675A-B579-460E-94D1-54222C63F5DA}</a:tableStyleId>
              </a:tblPr>
              <a:tblGrid>
                <a:gridCol w="2180535">
                  <a:extLst>
                    <a:ext uri="{9D8B030D-6E8A-4147-A177-3AD203B41FA5}">
                      <a16:colId xmlns:a16="http://schemas.microsoft.com/office/drawing/2014/main" val="2740987341"/>
                    </a:ext>
                  </a:extLst>
                </a:gridCol>
                <a:gridCol w="7784894">
                  <a:extLst>
                    <a:ext uri="{9D8B030D-6E8A-4147-A177-3AD203B41FA5}">
                      <a16:colId xmlns:a16="http://schemas.microsoft.com/office/drawing/2014/main" val="3298065460"/>
                    </a:ext>
                  </a:extLst>
                </a:gridCol>
              </a:tblGrid>
              <a:tr h="1255074">
                <a:tc>
                  <a:txBody>
                    <a:bodyPr/>
                    <a:lstStyle/>
                    <a:p>
                      <a:pPr marL="0" marR="0" algn="ctr">
                        <a:lnSpc>
                          <a:spcPct val="107000"/>
                        </a:lnSpc>
                        <a:spcBef>
                          <a:spcPts val="600"/>
                        </a:spcBef>
                        <a:spcAft>
                          <a:spcPts val="600"/>
                        </a:spcAft>
                      </a:pPr>
                      <a:r>
                        <a:rPr lang="en-US" sz="2400" b="1" dirty="0">
                          <a:effectLst/>
                        </a:rPr>
                        <a:t>Summative Assessment</a:t>
                      </a: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600"/>
                        </a:spcBef>
                        <a:spcAft>
                          <a:spcPts val="600"/>
                        </a:spcAft>
                      </a:pPr>
                      <a:r>
                        <a:rPr lang="en-US" sz="2400">
                          <a:effectLst/>
                        </a:rPr>
                        <a:t>Assessments that are used at the end of a learning sequence to determine to what extent students met the learning objectives; evaluative</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3016784"/>
                  </a:ext>
                </a:extLst>
              </a:tr>
              <a:tr h="830454">
                <a:tc>
                  <a:txBody>
                    <a:bodyPr/>
                    <a:lstStyle/>
                    <a:p>
                      <a:pPr marL="0" marR="0" algn="ctr">
                        <a:lnSpc>
                          <a:spcPct val="107000"/>
                        </a:lnSpc>
                        <a:spcBef>
                          <a:spcPts val="600"/>
                        </a:spcBef>
                        <a:spcAft>
                          <a:spcPts val="600"/>
                        </a:spcAft>
                      </a:pPr>
                      <a:r>
                        <a:rPr lang="en-US" sz="2400" b="1" dirty="0">
                          <a:effectLst/>
                        </a:rPr>
                        <a:t>Performance Task</a:t>
                      </a: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600"/>
                        </a:spcBef>
                        <a:spcAft>
                          <a:spcPts val="600"/>
                        </a:spcAft>
                      </a:pPr>
                      <a:r>
                        <a:rPr lang="en-US" sz="2400" dirty="0">
                          <a:effectLst/>
                        </a:rPr>
                        <a:t>Assessment where students are asked to perform to demonstrate their knowledge, understanding and proficiency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75035607"/>
                  </a:ext>
                </a:extLst>
              </a:tr>
              <a:tr h="1191194">
                <a:tc>
                  <a:txBody>
                    <a:bodyPr/>
                    <a:lstStyle/>
                    <a:p>
                      <a:pPr marL="0" marR="0" algn="ctr">
                        <a:lnSpc>
                          <a:spcPct val="107000"/>
                        </a:lnSpc>
                        <a:spcBef>
                          <a:spcPts val="600"/>
                        </a:spcBef>
                        <a:spcAft>
                          <a:spcPts val="600"/>
                        </a:spcAft>
                      </a:pPr>
                      <a:r>
                        <a:rPr lang="en-US" sz="2400" b="1" dirty="0">
                          <a:effectLst/>
                        </a:rPr>
                        <a:t>Portfolio</a:t>
                      </a:r>
                    </a:p>
                    <a:p>
                      <a:pPr marL="0" marR="0" algn="ctr">
                        <a:lnSpc>
                          <a:spcPct val="107000"/>
                        </a:lnSpc>
                        <a:spcBef>
                          <a:spcPts val="600"/>
                        </a:spcBef>
                        <a:spcAft>
                          <a:spcPts val="600"/>
                        </a:spcAft>
                      </a:pPr>
                      <a:r>
                        <a:rPr lang="en-US" sz="2400" b="1" dirty="0">
                          <a:effectLst/>
                        </a:rPr>
                        <a:t>Assessment</a:t>
                      </a: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600"/>
                        </a:spcBef>
                        <a:spcAft>
                          <a:spcPts val="600"/>
                        </a:spcAft>
                      </a:pPr>
                      <a:r>
                        <a:rPr lang="en-US" sz="2400" dirty="0">
                          <a:effectLst/>
                        </a:rPr>
                        <a:t>Collection of student works that reflects proficiency of the instructional standards students are required to learn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52425436"/>
                  </a:ext>
                </a:extLst>
              </a:tr>
            </a:tbl>
          </a:graphicData>
        </a:graphic>
      </p:graphicFrame>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p:txBody>
          <a:bodyPr/>
          <a:lstStyle/>
          <a:p>
            <a:r>
              <a:rPr lang="en-US" dirty="0"/>
              <a:t>Quiz</a:t>
            </a:r>
          </a:p>
        </p:txBody>
      </p:sp>
      <p:sp>
        <p:nvSpPr>
          <p:cNvPr id="5" name="Content Placeholder 4">
            <a:extLst>
              <a:ext uri="{FF2B5EF4-FFF2-40B4-BE49-F238E27FC236}">
                <a16:creationId xmlns:a16="http://schemas.microsoft.com/office/drawing/2014/main" id="{3DAE9361-CA65-4C37-89B6-7C353A43AAEB}"/>
              </a:ext>
            </a:extLst>
          </p:cNvPr>
          <p:cNvSpPr>
            <a:spLocks noGrp="1"/>
          </p:cNvSpPr>
          <p:nvPr>
            <p:ph sz="half" idx="1"/>
          </p:nvPr>
        </p:nvSpPr>
        <p:spPr/>
        <p:txBody>
          <a:bodyPr/>
          <a:lstStyle/>
          <a:p>
            <a:pPr marL="0" indent="0">
              <a:buNone/>
            </a:pPr>
            <a:r>
              <a:rPr lang="en-US" dirty="0"/>
              <a:t>Description</a:t>
            </a:r>
          </a:p>
          <a:p>
            <a:pPr marL="342900" marR="0" lvl="0" indent="-342900">
              <a:lnSpc>
                <a:spcPct val="107000"/>
              </a:lnSpc>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Shorter summative assessment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Simple, content-focused questions.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 Selected response (multiple choice/matching/etc.) or short answer formats </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rPr>
              <a:t>Questions have a single, best answer.</a:t>
            </a:r>
            <a:endParaRPr lang="en-US" dirty="0"/>
          </a:p>
        </p:txBody>
      </p:sp>
      <p:sp>
        <p:nvSpPr>
          <p:cNvPr id="6" name="Content Placeholder 5">
            <a:extLst>
              <a:ext uri="{FF2B5EF4-FFF2-40B4-BE49-F238E27FC236}">
                <a16:creationId xmlns:a16="http://schemas.microsoft.com/office/drawing/2014/main" id="{A2614CC9-502B-48FC-A936-CF5EAC0C7B40}"/>
              </a:ext>
            </a:extLst>
          </p:cNvPr>
          <p:cNvSpPr>
            <a:spLocks noGrp="1"/>
          </p:cNvSpPr>
          <p:nvPr>
            <p:ph sz="half" idx="2"/>
          </p:nvPr>
        </p:nvSpPr>
        <p:spPr/>
        <p:txBody>
          <a:bodyPr/>
          <a:lstStyle/>
          <a:p>
            <a:pPr marL="0" indent="0">
              <a:buNone/>
            </a:pPr>
            <a:r>
              <a:rPr lang="en-US" dirty="0"/>
              <a:t>Purpose/Benefits/Challenges</a:t>
            </a:r>
          </a:p>
          <a:p>
            <a:pPr marL="342900" marR="0" lvl="0" indent="-342900">
              <a:lnSpc>
                <a:spcPct val="107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Good for assessing information, concepts, or a discrete skill. </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rPr>
              <a:t>Easy and quick to grade.</a:t>
            </a:r>
            <a:endParaRPr lang="en-US"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solidFill>
                  <a:schemeClr val="tx1"/>
                </a:solidFill>
              </a:rPr>
              <a:pPr/>
              <a:t>5</a:t>
            </a:fld>
            <a:endParaRPr lang="en-US" dirty="0">
              <a:solidFill>
                <a:schemeClr val="tx1"/>
              </a:solidFill>
            </a:endParaRPr>
          </a:p>
        </p:txBody>
      </p:sp>
    </p:spTree>
    <p:extLst>
      <p:ext uri="{BB962C8B-B14F-4D97-AF65-F5344CB8AC3E}">
        <p14:creationId xmlns:p14="http://schemas.microsoft.com/office/powerpoint/2010/main" val="3493109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p:txBody>
          <a:bodyPr/>
          <a:lstStyle/>
          <a:p>
            <a:r>
              <a:rPr lang="en-US" dirty="0"/>
              <a:t>Test</a:t>
            </a:r>
          </a:p>
        </p:txBody>
      </p:sp>
      <p:sp>
        <p:nvSpPr>
          <p:cNvPr id="5" name="Content Placeholder 4">
            <a:extLst>
              <a:ext uri="{FF2B5EF4-FFF2-40B4-BE49-F238E27FC236}">
                <a16:creationId xmlns:a16="http://schemas.microsoft.com/office/drawing/2014/main" id="{3DAE9361-CA65-4C37-89B6-7C353A43AAEB}"/>
              </a:ext>
            </a:extLst>
          </p:cNvPr>
          <p:cNvSpPr>
            <a:spLocks noGrp="1"/>
          </p:cNvSpPr>
          <p:nvPr>
            <p:ph sz="half" idx="1"/>
          </p:nvPr>
        </p:nvSpPr>
        <p:spPr/>
        <p:txBody>
          <a:bodyPr/>
          <a:lstStyle/>
          <a:p>
            <a:pPr marL="0" indent="0">
              <a:buNone/>
            </a:pPr>
            <a:r>
              <a:rPr lang="en-US" dirty="0"/>
              <a:t>Description</a:t>
            </a:r>
          </a:p>
          <a:p>
            <a:pPr marL="342900" marR="0" lvl="0" indent="-342900">
              <a:lnSpc>
                <a:spcPct val="107000"/>
              </a:lnSpc>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Like quizzes but longer more comprehensive in evaluating standards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More formal, including a combination of selected response, short answer and longer answer formats (writing prompts).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Questions have a single, best answer.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6" name="Content Placeholder 5">
            <a:extLst>
              <a:ext uri="{FF2B5EF4-FFF2-40B4-BE49-F238E27FC236}">
                <a16:creationId xmlns:a16="http://schemas.microsoft.com/office/drawing/2014/main" id="{A2614CC9-502B-48FC-A936-CF5EAC0C7B40}"/>
              </a:ext>
            </a:extLst>
          </p:cNvPr>
          <p:cNvSpPr>
            <a:spLocks noGrp="1"/>
          </p:cNvSpPr>
          <p:nvPr>
            <p:ph sz="half" idx="2"/>
          </p:nvPr>
        </p:nvSpPr>
        <p:spPr/>
        <p:txBody>
          <a:bodyPr/>
          <a:lstStyle/>
          <a:p>
            <a:pPr marL="0" indent="0">
              <a:buNone/>
            </a:pPr>
            <a:r>
              <a:rPr lang="en-US" dirty="0"/>
              <a:t>Purpose/Benefits/Challenges</a:t>
            </a:r>
          </a:p>
          <a:p>
            <a:pPr marL="342900" marR="0" lvl="0" indent="-342900">
              <a:lnSpc>
                <a:spcPct val="107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They may take longer to grade than a quiz but can provide a more complete picture of learning due to the larger number of questions.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rPr>
              <a:t>Good for remember, explain or analysis type questions.</a:t>
            </a:r>
            <a:endParaRPr lang="en-US"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solidFill>
                  <a:schemeClr val="tx1"/>
                </a:solidFill>
              </a:rPr>
              <a:pPr/>
              <a:t>6</a:t>
            </a:fld>
            <a:endParaRPr lang="en-US" dirty="0">
              <a:solidFill>
                <a:schemeClr val="tx1"/>
              </a:solidFill>
            </a:endParaRPr>
          </a:p>
        </p:txBody>
      </p:sp>
    </p:spTree>
    <p:extLst>
      <p:ext uri="{BB962C8B-B14F-4D97-AF65-F5344CB8AC3E}">
        <p14:creationId xmlns:p14="http://schemas.microsoft.com/office/powerpoint/2010/main" val="1854592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p:txBody>
          <a:bodyPr/>
          <a:lstStyle/>
          <a:p>
            <a:r>
              <a:rPr lang="en-US" dirty="0"/>
              <a:t>Essay</a:t>
            </a:r>
          </a:p>
        </p:txBody>
      </p:sp>
      <p:sp>
        <p:nvSpPr>
          <p:cNvPr id="5" name="Content Placeholder 4">
            <a:extLst>
              <a:ext uri="{FF2B5EF4-FFF2-40B4-BE49-F238E27FC236}">
                <a16:creationId xmlns:a16="http://schemas.microsoft.com/office/drawing/2014/main" id="{3DAE9361-CA65-4C37-89B6-7C353A43AAEB}"/>
              </a:ext>
            </a:extLst>
          </p:cNvPr>
          <p:cNvSpPr>
            <a:spLocks noGrp="1"/>
          </p:cNvSpPr>
          <p:nvPr>
            <p:ph sz="half" idx="1"/>
          </p:nvPr>
        </p:nvSpPr>
        <p:spPr/>
        <p:txBody>
          <a:bodyPr/>
          <a:lstStyle/>
          <a:p>
            <a:pPr marL="0" indent="0">
              <a:buNone/>
            </a:pPr>
            <a:r>
              <a:rPr lang="en-US" dirty="0"/>
              <a:t>Description</a:t>
            </a:r>
          </a:p>
          <a:p>
            <a:pPr marL="342900" marR="0" lvl="0" indent="-342900">
              <a:lnSpc>
                <a:spcPct val="107000"/>
              </a:lnSpc>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Open-ended prompts or questions that require the student to think critically, not just recall knowledge.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Not a single best answer as they require a student to defend or explain the answer given.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6" name="Content Placeholder 5">
            <a:extLst>
              <a:ext uri="{FF2B5EF4-FFF2-40B4-BE49-F238E27FC236}">
                <a16:creationId xmlns:a16="http://schemas.microsoft.com/office/drawing/2014/main" id="{A2614CC9-502B-48FC-A936-CF5EAC0C7B40}"/>
              </a:ext>
            </a:extLst>
          </p:cNvPr>
          <p:cNvSpPr>
            <a:spLocks noGrp="1"/>
          </p:cNvSpPr>
          <p:nvPr>
            <p:ph sz="half" idx="2"/>
          </p:nvPr>
        </p:nvSpPr>
        <p:spPr/>
        <p:txBody>
          <a:bodyPr/>
          <a:lstStyle/>
          <a:p>
            <a:pPr marL="0" indent="0">
              <a:buNone/>
            </a:pPr>
            <a:r>
              <a:rPr lang="en-US" dirty="0"/>
              <a:t>Purpose/Benefits/Challenges</a:t>
            </a:r>
          </a:p>
          <a:p>
            <a:pPr marL="342900" marR="0" lvl="0" indent="-342900">
              <a:lnSpc>
                <a:spcPct val="107000"/>
              </a:lnSpc>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Involve analysis, synthesis, or evaluation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Grading takes longer and requires more judgement by the teacher</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rPr>
              <a:t>Requires a set of success criteria.</a:t>
            </a:r>
            <a:endParaRPr lang="en-US"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solidFill>
                  <a:schemeClr val="tx1"/>
                </a:solidFill>
              </a:rPr>
              <a:pPr/>
              <a:t>7</a:t>
            </a:fld>
            <a:endParaRPr lang="en-US" dirty="0">
              <a:solidFill>
                <a:schemeClr val="tx1"/>
              </a:solidFill>
            </a:endParaRPr>
          </a:p>
        </p:txBody>
      </p:sp>
    </p:spTree>
    <p:extLst>
      <p:ext uri="{BB962C8B-B14F-4D97-AF65-F5344CB8AC3E}">
        <p14:creationId xmlns:p14="http://schemas.microsoft.com/office/powerpoint/2010/main" val="2816384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p:txBody>
          <a:bodyPr/>
          <a:lstStyle/>
          <a:p>
            <a:r>
              <a:rPr lang="en-US" dirty="0"/>
              <a:t>Project</a:t>
            </a:r>
          </a:p>
        </p:txBody>
      </p:sp>
      <p:sp>
        <p:nvSpPr>
          <p:cNvPr id="5" name="Content Placeholder 4">
            <a:extLst>
              <a:ext uri="{FF2B5EF4-FFF2-40B4-BE49-F238E27FC236}">
                <a16:creationId xmlns:a16="http://schemas.microsoft.com/office/drawing/2014/main" id="{3DAE9361-CA65-4C37-89B6-7C353A43AAEB}"/>
              </a:ext>
            </a:extLst>
          </p:cNvPr>
          <p:cNvSpPr>
            <a:spLocks noGrp="1"/>
          </p:cNvSpPr>
          <p:nvPr>
            <p:ph sz="half" idx="1"/>
          </p:nvPr>
        </p:nvSpPr>
        <p:spPr/>
        <p:txBody>
          <a:bodyPr/>
          <a:lstStyle/>
          <a:p>
            <a:pPr marL="0" indent="0">
              <a:buNone/>
            </a:pPr>
            <a:r>
              <a:rPr lang="en-US" dirty="0"/>
              <a:t>Description</a:t>
            </a:r>
          </a:p>
          <a:p>
            <a:pPr marL="342900" marR="0" lvl="0" indent="-342900">
              <a:lnSpc>
                <a:spcPct val="107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Provide an opportunity for students to display and apply their learning to produce a creative product.   </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rPr>
              <a:t>Projects typically take longer to complete, sometimes several days. </a:t>
            </a:r>
            <a:endParaRPr lang="en-US" dirty="0"/>
          </a:p>
        </p:txBody>
      </p:sp>
      <p:sp>
        <p:nvSpPr>
          <p:cNvPr id="6" name="Content Placeholder 5">
            <a:extLst>
              <a:ext uri="{FF2B5EF4-FFF2-40B4-BE49-F238E27FC236}">
                <a16:creationId xmlns:a16="http://schemas.microsoft.com/office/drawing/2014/main" id="{A2614CC9-502B-48FC-A936-CF5EAC0C7B40}"/>
              </a:ext>
            </a:extLst>
          </p:cNvPr>
          <p:cNvSpPr>
            <a:spLocks noGrp="1"/>
          </p:cNvSpPr>
          <p:nvPr>
            <p:ph sz="half" idx="2"/>
          </p:nvPr>
        </p:nvSpPr>
        <p:spPr/>
        <p:txBody>
          <a:bodyPr/>
          <a:lstStyle/>
          <a:p>
            <a:pPr marL="0" indent="0">
              <a:buNone/>
            </a:pPr>
            <a:r>
              <a:rPr lang="en-US" dirty="0"/>
              <a:t>Purpose/Benefits/Challenges</a:t>
            </a:r>
          </a:p>
          <a:p>
            <a:pPr marL="342900" marR="0" lvl="0" indent="-342900">
              <a:lnSpc>
                <a:spcPct val="107000"/>
              </a:lnSpc>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Students have a greater opportunity to personalize the task and find the experience more authentic and engaging.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Grading takes longer and requires more judgement by the teacher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Requires a set of success criteria.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solidFill>
                  <a:schemeClr val="tx1"/>
                </a:solidFill>
              </a:rPr>
              <a:pPr/>
              <a:t>8</a:t>
            </a:fld>
            <a:endParaRPr lang="en-US" dirty="0">
              <a:solidFill>
                <a:schemeClr val="tx1"/>
              </a:solidFill>
            </a:endParaRPr>
          </a:p>
        </p:txBody>
      </p:sp>
    </p:spTree>
    <p:extLst>
      <p:ext uri="{BB962C8B-B14F-4D97-AF65-F5344CB8AC3E}">
        <p14:creationId xmlns:p14="http://schemas.microsoft.com/office/powerpoint/2010/main" val="911789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p:txBody>
          <a:bodyPr/>
          <a:lstStyle/>
          <a:p>
            <a:r>
              <a:rPr lang="en-US" dirty="0"/>
              <a:t>Performance Tasks</a:t>
            </a:r>
          </a:p>
        </p:txBody>
      </p:sp>
      <p:sp>
        <p:nvSpPr>
          <p:cNvPr id="5" name="Content Placeholder 4">
            <a:extLst>
              <a:ext uri="{FF2B5EF4-FFF2-40B4-BE49-F238E27FC236}">
                <a16:creationId xmlns:a16="http://schemas.microsoft.com/office/drawing/2014/main" id="{3DAE9361-CA65-4C37-89B6-7C353A43AAEB}"/>
              </a:ext>
            </a:extLst>
          </p:cNvPr>
          <p:cNvSpPr>
            <a:spLocks noGrp="1"/>
          </p:cNvSpPr>
          <p:nvPr>
            <p:ph sz="half" idx="1"/>
          </p:nvPr>
        </p:nvSpPr>
        <p:spPr/>
        <p:txBody>
          <a:bodyPr/>
          <a:lstStyle/>
          <a:p>
            <a:pPr marL="0" indent="0">
              <a:buNone/>
            </a:pPr>
            <a:r>
              <a:rPr lang="en-US" dirty="0"/>
              <a:t>Description</a:t>
            </a:r>
          </a:p>
          <a:p>
            <a:pPr marL="342900" marR="0" lvl="0" indent="-342900">
              <a:lnSpc>
                <a:spcPct val="107000"/>
              </a:lnSpc>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Require students to “perform or demonstrate” the skills and competencies.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Include a complex challenge, problem or scenario that is like those faced by adults, making them.  </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rPr>
              <a:t>Can be short (1 day) or last over several days</a:t>
            </a:r>
            <a:endParaRPr lang="en-US" dirty="0"/>
          </a:p>
        </p:txBody>
      </p:sp>
      <p:sp>
        <p:nvSpPr>
          <p:cNvPr id="6" name="Content Placeholder 5">
            <a:extLst>
              <a:ext uri="{FF2B5EF4-FFF2-40B4-BE49-F238E27FC236}">
                <a16:creationId xmlns:a16="http://schemas.microsoft.com/office/drawing/2014/main" id="{A2614CC9-502B-48FC-A936-CF5EAC0C7B40}"/>
              </a:ext>
            </a:extLst>
          </p:cNvPr>
          <p:cNvSpPr>
            <a:spLocks noGrp="1"/>
          </p:cNvSpPr>
          <p:nvPr>
            <p:ph sz="half" idx="2"/>
          </p:nvPr>
        </p:nvSpPr>
        <p:spPr/>
        <p:txBody>
          <a:bodyPr/>
          <a:lstStyle/>
          <a:p>
            <a:pPr marL="0" indent="0">
              <a:buNone/>
            </a:pPr>
            <a:r>
              <a:rPr lang="en-US" dirty="0"/>
              <a:t>Purpose/Benefits/Challenges</a:t>
            </a:r>
          </a:p>
          <a:p>
            <a:pPr marL="342900" marR="0" lvl="0" indent="-342900">
              <a:lnSpc>
                <a:spcPct val="107000"/>
              </a:lnSpc>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More authentic, engaging for students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Require higher level of thinking (analysis, synthesis, evaluation)</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rPr>
              <a:t>Students have greater opportunity to personalize the task</a:t>
            </a:r>
            <a:endParaRPr lang="en-US"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solidFill>
                  <a:schemeClr val="tx1"/>
                </a:solidFill>
              </a:rPr>
              <a:pPr/>
              <a:t>9</a:t>
            </a:fld>
            <a:endParaRPr lang="en-US" dirty="0">
              <a:solidFill>
                <a:schemeClr val="tx1"/>
              </a:solidFill>
            </a:endParaRPr>
          </a:p>
        </p:txBody>
      </p:sp>
    </p:spTree>
    <p:extLst>
      <p:ext uri="{BB962C8B-B14F-4D97-AF65-F5344CB8AC3E}">
        <p14:creationId xmlns:p14="http://schemas.microsoft.com/office/powerpoint/2010/main" val="3052363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p:txBody>
          <a:bodyPr/>
          <a:lstStyle/>
          <a:p>
            <a:r>
              <a:rPr lang="en-US" dirty="0"/>
              <a:t>Portfolio</a:t>
            </a:r>
          </a:p>
        </p:txBody>
      </p:sp>
      <p:sp>
        <p:nvSpPr>
          <p:cNvPr id="5" name="Content Placeholder 4">
            <a:extLst>
              <a:ext uri="{FF2B5EF4-FFF2-40B4-BE49-F238E27FC236}">
                <a16:creationId xmlns:a16="http://schemas.microsoft.com/office/drawing/2014/main" id="{3DAE9361-CA65-4C37-89B6-7C353A43AAEB}"/>
              </a:ext>
            </a:extLst>
          </p:cNvPr>
          <p:cNvSpPr>
            <a:spLocks noGrp="1"/>
          </p:cNvSpPr>
          <p:nvPr>
            <p:ph sz="half" idx="1"/>
          </p:nvPr>
        </p:nvSpPr>
        <p:spPr/>
        <p:txBody>
          <a:bodyPr/>
          <a:lstStyle/>
          <a:p>
            <a:pPr marL="0" indent="0">
              <a:buNone/>
            </a:pPr>
            <a:r>
              <a:rPr lang="en-US" dirty="0"/>
              <a:t>Description</a:t>
            </a:r>
          </a:p>
          <a:p>
            <a:pPr marL="342900" marR="0" lvl="0" indent="-342900">
              <a:lnSpc>
                <a:spcPct val="107000"/>
              </a:lnSpc>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Collection of student products that demonstrate learning against a set of learning objectives.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Include a student reflection of their work and progress.</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rPr>
              <a:t>Portfolios take longer for students to put together as the work must be done over time.</a:t>
            </a:r>
            <a:endParaRPr lang="en-US" dirty="0"/>
          </a:p>
        </p:txBody>
      </p:sp>
      <p:sp>
        <p:nvSpPr>
          <p:cNvPr id="6" name="Content Placeholder 5">
            <a:extLst>
              <a:ext uri="{FF2B5EF4-FFF2-40B4-BE49-F238E27FC236}">
                <a16:creationId xmlns:a16="http://schemas.microsoft.com/office/drawing/2014/main" id="{A2614CC9-502B-48FC-A936-CF5EAC0C7B40}"/>
              </a:ext>
            </a:extLst>
          </p:cNvPr>
          <p:cNvSpPr>
            <a:spLocks noGrp="1"/>
          </p:cNvSpPr>
          <p:nvPr>
            <p:ph sz="half" idx="2"/>
          </p:nvPr>
        </p:nvSpPr>
        <p:spPr/>
        <p:txBody>
          <a:bodyPr/>
          <a:lstStyle/>
          <a:p>
            <a:pPr marL="0" indent="0">
              <a:buNone/>
            </a:pPr>
            <a:r>
              <a:rPr lang="en-US" dirty="0"/>
              <a:t>Purpose/Benefits/Challenges</a:t>
            </a:r>
          </a:p>
          <a:p>
            <a:pPr marL="342900" marR="0" lvl="0" indent="-342900">
              <a:lnSpc>
                <a:spcPct val="107000"/>
              </a:lnSpc>
              <a:spcBef>
                <a:spcPts val="0"/>
              </a:spcBef>
              <a:spcAft>
                <a:spcPts val="0"/>
              </a:spcAft>
              <a:buFont typeface="Symbol" panose="05050102010706020507" pitchFamily="18" charset="2"/>
              <a:buChar char=""/>
            </a:pPr>
            <a:r>
              <a:rPr lang="en-US" sz="1800" dirty="0">
                <a:latin typeface="Calibri" panose="020F0502020204030204" pitchFamily="34" charset="0"/>
                <a:ea typeface="Calibri" panose="020F0502020204030204" pitchFamily="34" charset="0"/>
                <a:cs typeface="Calibri" panose="020F0502020204030204" pitchFamily="34" charset="0"/>
              </a:rPr>
              <a:t>I</a:t>
            </a:r>
            <a:r>
              <a:rPr lang="en-US" sz="1800" dirty="0">
                <a:effectLst/>
                <a:latin typeface="Calibri" panose="020F0502020204030204" pitchFamily="34" charset="0"/>
                <a:ea typeface="Calibri" panose="020F0502020204030204" pitchFamily="34" charset="0"/>
                <a:cs typeface="Calibri" panose="020F0502020204030204" pitchFamily="34" charset="0"/>
              </a:rPr>
              <a:t>t is easier to assess progress against the learning targets because of multiple student work samples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More complete picture student learning there are multiple pictures of performance rather than a one-time assessment.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Take longer to grade as a teacher must evaluate several pieces of work/reflections</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rPr>
              <a:t>Require set of success criteria</a:t>
            </a:r>
            <a:endParaRPr lang="en-US"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solidFill>
                  <a:schemeClr val="tx1"/>
                </a:solidFill>
              </a:rPr>
              <a:pPr/>
              <a:t>10</a:t>
            </a:fld>
            <a:endParaRPr lang="en-US" dirty="0">
              <a:solidFill>
                <a:schemeClr val="tx1"/>
              </a:solidFill>
            </a:endParaRPr>
          </a:p>
        </p:txBody>
      </p:sp>
    </p:spTree>
    <p:extLst>
      <p:ext uri="{BB962C8B-B14F-4D97-AF65-F5344CB8AC3E}">
        <p14:creationId xmlns:p14="http://schemas.microsoft.com/office/powerpoint/2010/main" val="42210965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a:xfrm>
            <a:off x="838200" y="1690688"/>
            <a:ext cx="10515600" cy="4351338"/>
          </a:xfrm>
        </p:spPr>
        <p:txBody>
          <a:bodyPr>
            <a:noAutofit/>
          </a:bodyPr>
          <a:lstStyle/>
          <a:p>
            <a:pPr marL="0" marR="0" indent="0">
              <a:lnSpc>
                <a:spcPct val="107000"/>
              </a:lnSpc>
              <a:spcBef>
                <a:spcPts val="0"/>
              </a:spcBef>
              <a:spcAft>
                <a:spcPts val="800"/>
              </a:spcAft>
              <a:buNone/>
            </a:pPr>
            <a:r>
              <a:rPr lang="en-US"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 colleague has shared his draft lesson plans for an upcoming English unit.  He has asked you to provide him some on his summative assessment as you have been working with him to develop more align assessments.  Below are details that he has included regarding his end of unit assessment.</a:t>
            </a:r>
            <a:endParaRPr lang="en-US" sz="16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4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Unit Objectives to be assessed:</a:t>
            </a:r>
            <a:endParaRPr lang="en-US" sz="1400" i="1"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0"/>
              </a:spcAft>
              <a:buNone/>
            </a:pPr>
            <a:r>
              <a:rPr lang="en-US" sz="14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Write clearly and effectively to convey complex ideas</a:t>
            </a:r>
            <a:endParaRPr lang="en-US" sz="1400" i="1"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0"/>
              </a:spcAft>
              <a:buNone/>
            </a:pPr>
            <a:r>
              <a:rPr lang="en-US" sz="14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Cite strong evidence to support analysis</a:t>
            </a:r>
            <a:endParaRPr lang="en-US" sz="1400" i="1"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0"/>
              </a:spcAft>
              <a:buNone/>
            </a:pPr>
            <a:r>
              <a:rPr lang="en-US" sz="14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Determine the theme and central idea</a:t>
            </a:r>
            <a:endParaRPr lang="en-US" sz="1400" i="1"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0"/>
              </a:spcAft>
              <a:buNone/>
            </a:pPr>
            <a:r>
              <a:rPr lang="en-US" sz="14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Demonstrate the understanding of English grammar</a:t>
            </a:r>
            <a:endParaRPr lang="en-US" sz="1400" i="1"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None/>
            </a:pPr>
            <a:r>
              <a:rPr lang="en-US" sz="14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Demonstrate understanding of English conventions</a:t>
            </a:r>
            <a:endParaRPr lang="en-US" sz="1400" i="1"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4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Assessment Description:</a:t>
            </a:r>
            <a:endParaRPr lang="en-US" sz="1400" i="1"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4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Students will be given a test with multiple choice questions to complete based upon details from a recent text they read called Things Fall Apart.  The questions will measure knowledge about key characters in the text, theme, and central idea.  There will be a matching section of the text where students will match quotes from the text to the characters who said those quotes.  They will provide a brief description of why those quotes were important.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Based on the characteristics for effective assessments, what feedback would you recommend to your colleague?</a:t>
            </a:r>
            <a:endParaRPr lang="en-US" sz="16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600" dirty="0">
                <a:effectLst/>
                <a:latin typeface="Calibri" panose="020F0502020204030204" pitchFamily="34" charset="0"/>
                <a:ea typeface="Calibri" panose="020F0502020204030204" pitchFamily="34" charset="0"/>
                <a:cs typeface="Calibri" panose="020F0502020204030204" pitchFamily="34" charset="0"/>
              </a:rPr>
              <a: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600" dirty="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11</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2FC137D3-1920-4541-BF2F-431628E4368B}" vid="{D2C998E6-2449-491A-B7CD-BA309C0576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C2U5 Template</Template>
  <TotalTime>21</TotalTime>
  <Words>816</Words>
  <Application>Microsoft Office PowerPoint</Application>
  <PresentationFormat>Widescreen</PresentationFormat>
  <Paragraphs>97</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Symbol</vt:lpstr>
      <vt:lpstr>Office Theme</vt:lpstr>
      <vt:lpstr>Instructional Practices| Unit 5: Planning For and With Assessment | Lesson 5.11</vt:lpstr>
      <vt:lpstr>TEKS Standards &amp; Objectives</vt:lpstr>
      <vt:lpstr>Bellringer</vt:lpstr>
      <vt:lpstr>Vocabulary</vt:lpstr>
      <vt:lpstr>Quiz</vt:lpstr>
      <vt:lpstr>Test</vt:lpstr>
      <vt:lpstr>Essay</vt:lpstr>
      <vt:lpstr>Project</vt:lpstr>
      <vt:lpstr>Performance Tasks</vt:lpstr>
      <vt:lpstr>Portfolio</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5.11: Characteristics of Effective Summative Assessments | Introduction to Summative Assessment Practices</dc:title>
  <dc:subject>Lesson 5.11: Characteristics of Effective Summative Assessments | Introduction to Summative Assessment Practices</dc:subject>
  <dc:creator>Texas Education Agency</dc:creator>
  <cp:lastModifiedBy>London White</cp:lastModifiedBy>
  <cp:revision>2</cp:revision>
  <dcterms:created xsi:type="dcterms:W3CDTF">2022-09-18T22:52:06Z</dcterms:created>
  <dcterms:modified xsi:type="dcterms:W3CDTF">2023-08-31T04:16:04Z</dcterms:modified>
</cp:coreProperties>
</file>
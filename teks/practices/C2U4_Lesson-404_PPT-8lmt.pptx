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8" r:id="rId2"/>
  </p:sldMasterIdLst>
  <p:notesMasterIdLst>
    <p:notesMasterId r:id="rId8"/>
  </p:notesMasterIdLst>
  <p:sldIdLst>
    <p:sldId id="285" r:id="rId3"/>
    <p:sldId id="286"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eper, Martha" initials="HM" lastIdx="2" clrIdx="0">
    <p:extLst>
      <p:ext uri="{19B8F6BF-5375-455C-9EA6-DF929625EA0E}">
        <p15:presenceInfo xmlns:p15="http://schemas.microsoft.com/office/powerpoint/2012/main" userId="S::mhoeper@rti.org::ff51605c-305b-4384-af24-13ba70b4092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0E52BA-38AE-4153-8FFA-D2B0975716C2}" v="7" dt="2022-09-17T01:58:14.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F713493E-719F-493B-8E78-F1DC3BC1CA29}"/>
    <pc:docChg chg="custSel addSld modSld">
      <pc:chgData name="White, Whitney" userId="65f39021-2f1d-4d8b-87dc-b123826f65bf" providerId="ADAL" clId="{F713493E-719F-493B-8E78-F1DC3BC1CA29}" dt="2022-06-10T16:57:46.909" v="558" actId="114"/>
      <pc:docMkLst>
        <pc:docMk/>
      </pc:docMkLst>
      <pc:sldChg chg="modSp mod">
        <pc:chgData name="White, Whitney" userId="65f39021-2f1d-4d8b-87dc-b123826f65bf" providerId="ADAL" clId="{F713493E-719F-493B-8E78-F1DC3BC1CA29}" dt="2022-06-10T16:56:08.983" v="138" actId="20577"/>
        <pc:sldMkLst>
          <pc:docMk/>
          <pc:sldMk cId="1482277026" sldId="256"/>
        </pc:sldMkLst>
        <pc:spChg chg="mod">
          <ac:chgData name="White, Whitney" userId="65f39021-2f1d-4d8b-87dc-b123826f65bf" providerId="ADAL" clId="{F713493E-719F-493B-8E78-F1DC3BC1CA29}" dt="2022-06-10T16:55:43.576" v="35" actId="20577"/>
          <ac:spMkLst>
            <pc:docMk/>
            <pc:sldMk cId="1482277026" sldId="256"/>
            <ac:spMk id="2" creationId="{BFFCF5BD-F8FF-4A67-A8B6-EBB21E79279B}"/>
          </ac:spMkLst>
        </pc:spChg>
        <pc:spChg chg="mod">
          <ac:chgData name="White, Whitney" userId="65f39021-2f1d-4d8b-87dc-b123826f65bf" providerId="ADAL" clId="{F713493E-719F-493B-8E78-F1DC3BC1CA29}" dt="2022-06-10T16:56:08.983" v="138" actId="20577"/>
          <ac:spMkLst>
            <pc:docMk/>
            <pc:sldMk cId="1482277026" sldId="256"/>
            <ac:spMk id="3" creationId="{E0FBD98F-3A67-498E-8174-652040DD7B60}"/>
          </ac:spMkLst>
        </pc:spChg>
      </pc:sldChg>
      <pc:sldChg chg="modSp new mod">
        <pc:chgData name="White, Whitney" userId="65f39021-2f1d-4d8b-87dc-b123826f65bf" providerId="ADAL" clId="{F713493E-719F-493B-8E78-F1DC3BC1CA29}" dt="2022-06-10T16:57:46.909" v="558" actId="114"/>
        <pc:sldMkLst>
          <pc:docMk/>
          <pc:sldMk cId="2423801143" sldId="258"/>
        </pc:sldMkLst>
        <pc:spChg chg="mod">
          <ac:chgData name="White, Whitney" userId="65f39021-2f1d-4d8b-87dc-b123826f65bf" providerId="ADAL" clId="{F713493E-719F-493B-8E78-F1DC3BC1CA29}" dt="2022-06-10T16:56:22.358" v="156" actId="20577"/>
          <ac:spMkLst>
            <pc:docMk/>
            <pc:sldMk cId="2423801143" sldId="258"/>
            <ac:spMk id="2" creationId="{1CB2AAED-A608-4E44-A839-F58DB75A7CFB}"/>
          </ac:spMkLst>
        </pc:spChg>
        <pc:spChg chg="mod">
          <ac:chgData name="White, Whitney" userId="65f39021-2f1d-4d8b-87dc-b123826f65bf" providerId="ADAL" clId="{F713493E-719F-493B-8E78-F1DC3BC1CA29}" dt="2022-06-10T16:57:46.909" v="558" actId="114"/>
          <ac:spMkLst>
            <pc:docMk/>
            <pc:sldMk cId="2423801143" sldId="258"/>
            <ac:spMk id="3" creationId="{AFA1A845-0831-4015-8950-9CA45CFD925C}"/>
          </ac:spMkLst>
        </pc:spChg>
      </pc:sldChg>
      <pc:sldChg chg="new">
        <pc:chgData name="White, Whitney" userId="65f39021-2f1d-4d8b-87dc-b123826f65bf" providerId="ADAL" clId="{F713493E-719F-493B-8E78-F1DC3BC1CA29}" dt="2022-06-10T16:55:08.140" v="1" actId="680"/>
        <pc:sldMkLst>
          <pc:docMk/>
          <pc:sldMk cId="2815008097" sldId="259"/>
        </pc:sldMkLst>
      </pc:sldChg>
      <pc:sldChg chg="new">
        <pc:chgData name="White, Whitney" userId="65f39021-2f1d-4d8b-87dc-b123826f65bf" providerId="ADAL" clId="{F713493E-719F-493B-8E78-F1DC3BC1CA29}" dt="2022-06-10T16:55:08.463" v="2" actId="680"/>
        <pc:sldMkLst>
          <pc:docMk/>
          <pc:sldMk cId="60417807" sldId="260"/>
        </pc:sldMkLst>
      </pc:sldChg>
    </pc:docChg>
  </pc:docChgLst>
  <pc:docChgLst>
    <pc:chgData name="Gupta, Swati" userId="a3cadf42-9970-41e5-bb67-4a4dd3e8759e" providerId="ADAL" clId="{890CB85C-24BC-4D49-9382-1D7D95E40860}"/>
    <pc:docChg chg="custSel addSld delSld modSld">
      <pc:chgData name="Gupta, Swati" userId="a3cadf42-9970-41e5-bb67-4a4dd3e8759e" providerId="ADAL" clId="{890CB85C-24BC-4D49-9382-1D7D95E40860}" dt="2022-05-10T16:57:31.570" v="24" actId="20577"/>
      <pc:docMkLst>
        <pc:docMk/>
      </pc:docMkLst>
      <pc:sldChg chg="modSp mod delCm modCm">
        <pc:chgData name="Gupta, Swati" userId="a3cadf42-9970-41e5-bb67-4a4dd3e8759e" providerId="ADAL" clId="{890CB85C-24BC-4D49-9382-1D7D95E40860}" dt="2022-05-10T16:57:31.570" v="24" actId="20577"/>
        <pc:sldMkLst>
          <pc:docMk/>
          <pc:sldMk cId="2875402532" sldId="257"/>
        </pc:sldMkLst>
        <pc:spChg chg="mod">
          <ac:chgData name="Gupta, Swati" userId="a3cadf42-9970-41e5-bb67-4a4dd3e8759e" providerId="ADAL" clId="{890CB85C-24BC-4D49-9382-1D7D95E40860}" dt="2022-05-10T16:57:31.570" v="24" actId="20577"/>
          <ac:spMkLst>
            <pc:docMk/>
            <pc:sldMk cId="2875402532" sldId="257"/>
            <ac:spMk id="3" creationId="{81FE1C6D-F36E-48C2-992F-AFB21F6BE7E7}"/>
          </ac:spMkLst>
        </pc:spChg>
      </pc:sldChg>
      <pc:sldChg chg="modSp new del mod">
        <pc:chgData name="Gupta, Swati" userId="a3cadf42-9970-41e5-bb67-4a4dd3e8759e" providerId="ADAL" clId="{890CB85C-24BC-4D49-9382-1D7D95E40860}" dt="2022-05-10T16:57:10.315" v="18" actId="2696"/>
        <pc:sldMkLst>
          <pc:docMk/>
          <pc:sldMk cId="2893024199" sldId="258"/>
        </pc:sldMkLst>
        <pc:spChg chg="mod">
          <ac:chgData name="Gupta, Swati" userId="a3cadf42-9970-41e5-bb67-4a4dd3e8759e" providerId="ADAL" clId="{890CB85C-24BC-4D49-9382-1D7D95E40860}" dt="2022-05-10T16:56:59.001" v="17" actId="207"/>
          <ac:spMkLst>
            <pc:docMk/>
            <pc:sldMk cId="2893024199" sldId="258"/>
            <ac:spMk id="5" creationId="{EAD3D53F-2FE4-4F69-99AE-D4BE8C7CC533}"/>
          </ac:spMkLst>
        </pc:spChg>
      </pc:sldChg>
    </pc:docChg>
  </pc:docChgLst>
  <pc:docChgLst>
    <pc:chgData name="White (she/her), Whitney" userId="65f39021-2f1d-4d8b-87dc-b123826f65bf" providerId="ADAL" clId="{0D0E52BA-38AE-4153-8FFA-D2B0975716C2}"/>
    <pc:docChg chg="custSel delSld modSld">
      <pc:chgData name="White (she/her), Whitney" userId="65f39021-2f1d-4d8b-87dc-b123826f65bf" providerId="ADAL" clId="{0D0E52BA-38AE-4153-8FFA-D2B0975716C2}" dt="2022-09-17T02:00:27.218" v="358" actId="404"/>
      <pc:docMkLst>
        <pc:docMk/>
      </pc:docMkLst>
      <pc:sldChg chg="del">
        <pc:chgData name="White (she/her), Whitney" userId="65f39021-2f1d-4d8b-87dc-b123826f65bf" providerId="ADAL" clId="{0D0E52BA-38AE-4153-8FFA-D2B0975716C2}" dt="2022-09-15T19:58:18.300" v="76" actId="2696"/>
        <pc:sldMkLst>
          <pc:docMk/>
          <pc:sldMk cId="1482277026" sldId="256"/>
        </pc:sldMkLst>
      </pc:sldChg>
      <pc:sldChg chg="del">
        <pc:chgData name="White (she/her), Whitney" userId="65f39021-2f1d-4d8b-87dc-b123826f65bf" providerId="ADAL" clId="{0D0E52BA-38AE-4153-8FFA-D2B0975716C2}" dt="2022-09-17T01:59:24.893" v="245" actId="2696"/>
        <pc:sldMkLst>
          <pc:docMk/>
          <pc:sldMk cId="2875402532" sldId="257"/>
        </pc:sldMkLst>
      </pc:sldChg>
      <pc:sldChg chg="delSp mod">
        <pc:chgData name="White (she/her), Whitney" userId="65f39021-2f1d-4d8b-87dc-b123826f65bf" providerId="ADAL" clId="{0D0E52BA-38AE-4153-8FFA-D2B0975716C2}" dt="2022-09-17T01:58:00.936" v="229" actId="21"/>
        <pc:sldMkLst>
          <pc:docMk/>
          <pc:sldMk cId="2423801143" sldId="258"/>
        </pc:sldMkLst>
        <pc:spChg chg="del">
          <ac:chgData name="White (she/her), Whitney" userId="65f39021-2f1d-4d8b-87dc-b123826f65bf" providerId="ADAL" clId="{0D0E52BA-38AE-4153-8FFA-D2B0975716C2}" dt="2022-09-17T01:58:00.936" v="229" actId="21"/>
          <ac:spMkLst>
            <pc:docMk/>
            <pc:sldMk cId="2423801143" sldId="258"/>
            <ac:spMk id="4" creationId="{52821DBF-17CA-4C60-A73E-27F4F8F7FCBC}"/>
          </ac:spMkLst>
        </pc:spChg>
      </pc:sldChg>
      <pc:sldChg chg="addSp delSp modSp mod setBg">
        <pc:chgData name="White (she/her), Whitney" userId="65f39021-2f1d-4d8b-87dc-b123826f65bf" providerId="ADAL" clId="{0D0E52BA-38AE-4153-8FFA-D2B0975716C2}" dt="2022-09-17T01:58:45.492" v="243" actId="1076"/>
        <pc:sldMkLst>
          <pc:docMk/>
          <pc:sldMk cId="2815008097" sldId="259"/>
        </pc:sldMkLst>
        <pc:spChg chg="del">
          <ac:chgData name="White (she/her), Whitney" userId="65f39021-2f1d-4d8b-87dc-b123826f65bf" providerId="ADAL" clId="{0D0E52BA-38AE-4153-8FFA-D2B0975716C2}" dt="2022-09-17T01:58:18.845" v="235" actId="26606"/>
          <ac:spMkLst>
            <pc:docMk/>
            <pc:sldMk cId="2815008097" sldId="259"/>
            <ac:spMk id="2" creationId="{A6B45280-B6F5-4625-AF83-1A80D85B8189}"/>
          </ac:spMkLst>
        </pc:spChg>
        <pc:spChg chg="del mod">
          <ac:chgData name="White (she/her), Whitney" userId="65f39021-2f1d-4d8b-87dc-b123826f65bf" providerId="ADAL" clId="{0D0E52BA-38AE-4153-8FFA-D2B0975716C2}" dt="2022-09-17T01:58:14.934" v="234"/>
          <ac:spMkLst>
            <pc:docMk/>
            <pc:sldMk cId="2815008097" sldId="259"/>
            <ac:spMk id="3" creationId="{9BDA338B-D66B-4DA4-B628-1B148D91493F}"/>
          </ac:spMkLst>
        </pc:spChg>
        <pc:spChg chg="mod">
          <ac:chgData name="White (she/her), Whitney" userId="65f39021-2f1d-4d8b-87dc-b123826f65bf" providerId="ADAL" clId="{0D0E52BA-38AE-4153-8FFA-D2B0975716C2}" dt="2022-09-17T01:58:18.845" v="235" actId="26606"/>
          <ac:spMkLst>
            <pc:docMk/>
            <pc:sldMk cId="2815008097" sldId="259"/>
            <ac:spMk id="4" creationId="{7F7A619E-2425-4463-935D-0301C8D0D413}"/>
          </ac:spMkLst>
        </pc:spChg>
        <pc:spChg chg="mod">
          <ac:chgData name="White (she/her), Whitney" userId="65f39021-2f1d-4d8b-87dc-b123826f65bf" providerId="ADAL" clId="{0D0E52BA-38AE-4153-8FFA-D2B0975716C2}" dt="2022-09-17T01:58:18.845" v="235" actId="26606"/>
          <ac:spMkLst>
            <pc:docMk/>
            <pc:sldMk cId="2815008097" sldId="259"/>
            <ac:spMk id="5" creationId="{F6EB19E9-F51C-4DC8-B46E-F63FE81EC13B}"/>
          </ac:spMkLst>
        </pc:spChg>
        <pc:graphicFrameChg chg="add mod ord modGraphic">
          <ac:chgData name="White (she/her), Whitney" userId="65f39021-2f1d-4d8b-87dc-b123826f65bf" providerId="ADAL" clId="{0D0E52BA-38AE-4153-8FFA-D2B0975716C2}" dt="2022-09-17T01:58:45.492" v="243" actId="1076"/>
          <ac:graphicFrameMkLst>
            <pc:docMk/>
            <pc:sldMk cId="2815008097" sldId="259"/>
            <ac:graphicFrameMk id="6" creationId="{E45671B2-7899-460C-BCF9-62C7EFEAF64B}"/>
          </ac:graphicFrameMkLst>
        </pc:graphicFrameChg>
      </pc:sldChg>
      <pc:sldChg chg="delSp modSp mod">
        <pc:chgData name="White (she/her), Whitney" userId="65f39021-2f1d-4d8b-87dc-b123826f65bf" providerId="ADAL" clId="{0D0E52BA-38AE-4153-8FFA-D2B0975716C2}" dt="2022-09-17T02:00:27.218" v="358" actId="404"/>
        <pc:sldMkLst>
          <pc:docMk/>
          <pc:sldMk cId="60417807" sldId="260"/>
        </pc:sldMkLst>
        <pc:spChg chg="mod">
          <ac:chgData name="White (she/her), Whitney" userId="65f39021-2f1d-4d8b-87dc-b123826f65bf" providerId="ADAL" clId="{0D0E52BA-38AE-4153-8FFA-D2B0975716C2}" dt="2022-09-17T01:59:28.187" v="256" actId="20577"/>
          <ac:spMkLst>
            <pc:docMk/>
            <pc:sldMk cId="60417807" sldId="260"/>
            <ac:spMk id="2" creationId="{DB5E676D-8A3A-45C2-BF29-F473922B0569}"/>
          </ac:spMkLst>
        </pc:spChg>
        <pc:spChg chg="mod">
          <ac:chgData name="White (she/her), Whitney" userId="65f39021-2f1d-4d8b-87dc-b123826f65bf" providerId="ADAL" clId="{0D0E52BA-38AE-4153-8FFA-D2B0975716C2}" dt="2022-09-17T02:00:27.218" v="358" actId="404"/>
          <ac:spMkLst>
            <pc:docMk/>
            <pc:sldMk cId="60417807" sldId="260"/>
            <ac:spMk id="3" creationId="{B9FE1B86-8F33-40C4-864F-70711B31CD8C}"/>
          </ac:spMkLst>
        </pc:spChg>
        <pc:spChg chg="del">
          <ac:chgData name="White (she/her), Whitney" userId="65f39021-2f1d-4d8b-87dc-b123826f65bf" providerId="ADAL" clId="{0D0E52BA-38AE-4153-8FFA-D2B0975716C2}" dt="2022-09-17T01:58:52.800" v="244" actId="21"/>
          <ac:spMkLst>
            <pc:docMk/>
            <pc:sldMk cId="60417807" sldId="260"/>
            <ac:spMk id="4" creationId="{CD7E36AA-BEA3-4F98-8BED-AE08E8AB0DDC}"/>
          </ac:spMkLst>
        </pc:spChg>
      </pc:sldChg>
      <pc:sldChg chg="modSp mod">
        <pc:chgData name="White (she/her), Whitney" userId="65f39021-2f1d-4d8b-87dc-b123826f65bf" providerId="ADAL" clId="{0D0E52BA-38AE-4153-8FFA-D2B0975716C2}" dt="2022-09-15T19:58:14.849" v="75" actId="20577"/>
        <pc:sldMkLst>
          <pc:docMk/>
          <pc:sldMk cId="3976098008" sldId="285"/>
        </pc:sldMkLst>
        <pc:spChg chg="mod">
          <ac:chgData name="White (she/her), Whitney" userId="65f39021-2f1d-4d8b-87dc-b123826f65bf" providerId="ADAL" clId="{0D0E52BA-38AE-4153-8FFA-D2B0975716C2}" dt="2022-09-15T19:58:14.849" v="75" actId="20577"/>
          <ac:spMkLst>
            <pc:docMk/>
            <pc:sldMk cId="3976098008" sldId="285"/>
            <ac:spMk id="2" creationId="{BFFCF5BD-F8FF-4A67-A8B6-EBB21E79279B}"/>
          </ac:spMkLst>
        </pc:spChg>
        <pc:spChg chg="mod">
          <ac:chgData name="White (she/her), Whitney" userId="65f39021-2f1d-4d8b-87dc-b123826f65bf" providerId="ADAL" clId="{0D0E52BA-38AE-4153-8FFA-D2B0975716C2}" dt="2022-09-15T19:58:06.289" v="73" actId="20577"/>
          <ac:spMkLst>
            <pc:docMk/>
            <pc:sldMk cId="3976098008" sldId="285"/>
            <ac:spMk id="3" creationId="{E0FBD98F-3A67-498E-8174-652040DD7B60}"/>
          </ac:spMkLst>
        </pc:spChg>
      </pc:sldChg>
      <pc:sldChg chg="modSp mod">
        <pc:chgData name="White (she/her), Whitney" userId="65f39021-2f1d-4d8b-87dc-b123826f65bf" providerId="ADAL" clId="{0D0E52BA-38AE-4153-8FFA-D2B0975716C2}" dt="2022-09-17T01:56:04.082" v="228" actId="20577"/>
        <pc:sldMkLst>
          <pc:docMk/>
          <pc:sldMk cId="2407012086" sldId="286"/>
        </pc:sldMkLst>
        <pc:spChg chg="mod">
          <ac:chgData name="White (she/her), Whitney" userId="65f39021-2f1d-4d8b-87dc-b123826f65bf" providerId="ADAL" clId="{0D0E52BA-38AE-4153-8FFA-D2B0975716C2}" dt="2022-09-17T01:56:04.082" v="228" actId="20577"/>
          <ac:spMkLst>
            <pc:docMk/>
            <pc:sldMk cId="2407012086" sldId="286"/>
            <ac:spMk id="3" creationId="{C34DBCE4-48F9-47AB-9078-2E2E4DD114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9/16/2022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solidFill>
                  <a:srgbClr val="717171"/>
                </a:solidFill>
              </a:defRPr>
            </a:lvl1pPr>
          </a:lstStyle>
          <a:p>
            <a:fld id="{95F45DF0-00B2-468D-ADF1-6351EEFB9CD7}" type="datetime1">
              <a:rPr lang="en-US" smtClean="0"/>
              <a:pPr/>
              <a:t>9/16/2022</a:t>
            </a:fld>
            <a:endParaRPr lang="en-US" dirty="0"/>
          </a:p>
        </p:txBody>
      </p:sp>
      <p:pic>
        <p:nvPicPr>
          <p:cNvPr id="9" name="Picture 8" descr="Logo: Texas Education Agency ">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 for Texas Education Agency (TEA) Education and Training ">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solidFill>
                  <a:srgbClr val="717171"/>
                </a:solidFill>
              </a:defRPr>
            </a:lvl1pPr>
          </a:lstStyle>
          <a:p>
            <a:fld id="{A50A4456-6D77-4237-8218-40872579093E}" type="datetime1">
              <a:rPr lang="en-US" smtClean="0"/>
              <a:pPr/>
              <a:t>9/16/2022</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lvl1pPr>
              <a:defRPr>
                <a:solidFill>
                  <a:srgbClr val="717171"/>
                </a:solidFill>
              </a:defRPr>
            </a:lvl1p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9FAF0A51-8860-45B4-B3C2-078DBFFE3F11}" type="datetime1">
              <a:rPr lang="en-US" smtClean="0"/>
              <a:t>9/16/2022</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0EC8E0D3-5DEF-4424-A66B-248169F8979E}" type="datetime1">
              <a:rPr lang="en-US" smtClean="0"/>
              <a:t>9/16/2022</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084D87F3-74DF-4702-8D1B-0BA8CE9CA57F}" type="datetime1">
              <a:rPr lang="en-US" smtClean="0"/>
              <a:t>9/16/2022</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6BE42763-A1D0-477C-A610-38D23465485E}" type="datetime1">
              <a:rPr lang="en-US" smtClean="0"/>
              <a:t>9/16/2022</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9/16/2022</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892737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9/16/2022</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770817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9/16/2022</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113205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9/16/2022</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1185620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9/16/2022</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201924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9/16/2022</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7692082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717171"/>
                </a:solidFill>
              </a:defRPr>
            </a:lvl1pPr>
          </a:lstStyle>
          <a:p>
            <a:fld id="{1B00EFE5-A68C-4E4B-9D40-F26D6ED979C1}" type="datetime1">
              <a:rPr lang="en-US" smtClean="0"/>
              <a:pPr/>
              <a:t>9/16/2022</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717171"/>
                </a:solidFill>
              </a:defRPr>
            </a:lvl1pPr>
          </a:lstStyle>
          <a:p>
            <a:endParaRPr lang="en-US"/>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717171"/>
                </a:solidFill>
              </a:defRPr>
            </a:lvl1pPr>
          </a:lstStyle>
          <a:p>
            <a:fld id="{E2D56C8B-F564-4051-AFED-A78F1C6A2F0E}" type="slidenum">
              <a:rPr lang="en-US" smtClean="0"/>
              <a:pPr/>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9/16/2022</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76876813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487700"/>
            <a:ext cx="9144000" cy="370300"/>
          </a:xfrm>
        </p:spPr>
        <p:txBody>
          <a:bodyPr>
            <a:normAutofit/>
          </a:bodyPr>
          <a:lstStyle/>
          <a:p>
            <a:pPr algn="l"/>
            <a:r>
              <a:rPr lang="en-US" sz="1800" dirty="0"/>
              <a:t>Instructional Practices| Unit 4: The Science of Learning| Lesson 4.04</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Practice with Attending to the Most Important Content</a:t>
            </a:r>
          </a:p>
        </p:txBody>
      </p:sp>
    </p:spTree>
    <p:extLst>
      <p:ext uri="{BB962C8B-B14F-4D97-AF65-F5344CB8AC3E}">
        <p14:creationId xmlns:p14="http://schemas.microsoft.com/office/powerpoint/2010/main" val="397609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16F4B-0F4C-4D4C-B182-C745C82A77C1}"/>
              </a:ext>
            </a:extLst>
          </p:cNvPr>
          <p:cNvSpPr>
            <a:spLocks noGrp="1"/>
          </p:cNvSpPr>
          <p:nvPr>
            <p:ph type="title"/>
          </p:nvPr>
        </p:nvSpPr>
        <p:spPr/>
        <p:txBody>
          <a:bodyPr/>
          <a:lstStyle/>
          <a:p>
            <a:r>
              <a:rPr lang="en-US" dirty="0"/>
              <a:t>TEKS Standards &amp; Objectives	</a:t>
            </a:r>
          </a:p>
        </p:txBody>
      </p:sp>
      <p:sp>
        <p:nvSpPr>
          <p:cNvPr id="3" name="Content Placeholder 2">
            <a:extLst>
              <a:ext uri="{FF2B5EF4-FFF2-40B4-BE49-F238E27FC236}">
                <a16:creationId xmlns:a16="http://schemas.microsoft.com/office/drawing/2014/main" id="{C34DBCE4-48F9-47AB-9078-2E2E4DD114BC}"/>
              </a:ext>
            </a:extLst>
          </p:cNvPr>
          <p:cNvSpPr>
            <a:spLocks noGrp="1"/>
          </p:cNvSpPr>
          <p:nvPr>
            <p:ph idx="1"/>
          </p:nvPr>
        </p:nvSpPr>
        <p:spPr/>
        <p:txBody>
          <a:bodyPr/>
          <a:lstStyle/>
          <a:p>
            <a:pPr marL="0" indent="0">
              <a:buNone/>
            </a:pPr>
            <a:r>
              <a:rPr lang="en-US" dirty="0"/>
              <a:t>TEKS 4A, 4B, &amp; 6D</a:t>
            </a:r>
          </a:p>
          <a:p>
            <a:pPr marL="0" indent="0">
              <a:buNone/>
            </a:pPr>
            <a:endParaRPr lang="en-US" dirty="0"/>
          </a:p>
          <a:p>
            <a:pPr marL="0" marR="0" lvl="0" indent="0">
              <a:spcBef>
                <a:spcPts val="600"/>
              </a:spcBef>
              <a:spcAft>
                <a:spcPts val="600"/>
              </a:spcAft>
              <a:buNone/>
            </a:pPr>
            <a:r>
              <a:rPr lang="en-US" dirty="0">
                <a:effectLst/>
                <a:latin typeface="Calibri" panose="020F0502020204030204" pitchFamily="34" charset="0"/>
                <a:ea typeface="Calibri" panose="020F0502020204030204" pitchFamily="34" charset="0"/>
                <a:cs typeface="Calibri" panose="020F0502020204030204" pitchFamily="34" charset="0"/>
              </a:rPr>
              <a:t>The student will…</a:t>
            </a:r>
          </a:p>
          <a:p>
            <a:pPr marL="0" marR="0" lvl="0" indent="0">
              <a:spcBef>
                <a:spcPts val="600"/>
              </a:spcBef>
              <a:spcAft>
                <a:spcPts val="600"/>
              </a:spcAft>
              <a:buNone/>
            </a:pPr>
            <a:r>
              <a:rPr lang="en-US" dirty="0">
                <a:latin typeface="Calibri" panose="020F0502020204030204" pitchFamily="34" charset="0"/>
                <a:ea typeface="Calibri" panose="020F0502020204030204" pitchFamily="34" charset="0"/>
                <a:cs typeface="Calibri" panose="020F0502020204030204" pitchFamily="34" charset="0"/>
              </a:rPr>
              <a:t>…analyze lesson goals to determine most important content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effectLst/>
                <a:latin typeface="Calibri" panose="020F0502020204030204" pitchFamily="34" charset="0"/>
                <a:ea typeface="Calibri" panose="020F0502020204030204" pitchFamily="34" charset="0"/>
              </a:rPr>
              <a:t>…evaluate and revise activities as necessary to align to the most important content</a:t>
            </a:r>
            <a:endParaRPr lang="en-US" sz="4000" dirty="0"/>
          </a:p>
        </p:txBody>
      </p:sp>
      <p:sp>
        <p:nvSpPr>
          <p:cNvPr id="5" name="Slide Number Placeholder 4">
            <a:extLst>
              <a:ext uri="{FF2B5EF4-FFF2-40B4-BE49-F238E27FC236}">
                <a16:creationId xmlns:a16="http://schemas.microsoft.com/office/drawing/2014/main" id="{602E019F-A046-4544-800B-7510C82690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012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AAED-A608-4E44-A839-F58DB75A7CFB}"/>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AFA1A845-0831-4015-8950-9CA45CFD925C}"/>
              </a:ext>
            </a:extLst>
          </p:cNvPr>
          <p:cNvSpPr>
            <a:spLocks noGrp="1"/>
          </p:cNvSpPr>
          <p:nvPr>
            <p:ph idx="1"/>
          </p:nvPr>
        </p:nvSpPr>
        <p:spPr/>
        <p:txBody>
          <a:bodyPr/>
          <a:lstStyle/>
          <a:p>
            <a:pPr marL="0" indent="0">
              <a:buNone/>
            </a:pPr>
            <a:r>
              <a:rPr lang="en-US" dirty="0"/>
              <a:t>Read the scenario and activity samples in your Student Guide to answer the following question: </a:t>
            </a:r>
          </a:p>
          <a:p>
            <a:pPr marL="0" indent="0">
              <a:buNone/>
            </a:pPr>
            <a:endParaRPr lang="en-US" dirty="0"/>
          </a:p>
          <a:p>
            <a:pPr marL="0" indent="0">
              <a:buNone/>
            </a:pPr>
            <a:r>
              <a:rPr lang="en-US" i="1" dirty="0"/>
              <a:t>“If you want the students to understand the way an author’s purpose influences their writing, which activity do you choose—and why?”</a:t>
            </a:r>
          </a:p>
        </p:txBody>
      </p:sp>
      <p:sp>
        <p:nvSpPr>
          <p:cNvPr id="5" name="Slide Number Placeholder 4">
            <a:extLst>
              <a:ext uri="{FF2B5EF4-FFF2-40B4-BE49-F238E27FC236}">
                <a16:creationId xmlns:a16="http://schemas.microsoft.com/office/drawing/2014/main" id="{BB616006-06ED-48F4-A286-DE3527C452B6}"/>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2423801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F7A619E-2425-4463-935D-0301C8D0D41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endParaRPr lang="en-US">
              <a:solidFill>
                <a:schemeClr val="tx1">
                  <a:tint val="75000"/>
                </a:schemeClr>
              </a:solidFill>
            </a:endParaRPr>
          </a:p>
        </p:txBody>
      </p:sp>
      <p:sp>
        <p:nvSpPr>
          <p:cNvPr id="5" name="Slide Number Placeholder 4">
            <a:extLst>
              <a:ext uri="{FF2B5EF4-FFF2-40B4-BE49-F238E27FC236}">
                <a16:creationId xmlns:a16="http://schemas.microsoft.com/office/drawing/2014/main" id="{F6EB19E9-F51C-4DC8-B46E-F63FE81EC13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solidFill>
                  <a:schemeClr val="tx1">
                    <a:tint val="75000"/>
                  </a:schemeClr>
                </a:solidFill>
              </a:rPr>
              <a:pPr>
                <a:spcAft>
                  <a:spcPts val="600"/>
                </a:spcAft>
              </a:pPr>
              <a:t>4</a:t>
            </a:fld>
            <a:endParaRPr lang="en-US">
              <a:solidFill>
                <a:schemeClr val="tx1">
                  <a:tint val="75000"/>
                </a:schemeClr>
              </a:solidFill>
            </a:endParaRPr>
          </a:p>
        </p:txBody>
      </p:sp>
      <p:graphicFrame>
        <p:nvGraphicFramePr>
          <p:cNvPr id="6" name="Content Placeholder 5">
            <a:extLst>
              <a:ext uri="{FF2B5EF4-FFF2-40B4-BE49-F238E27FC236}">
                <a16:creationId xmlns:a16="http://schemas.microsoft.com/office/drawing/2014/main" id="{E45671B2-7899-460C-BCF9-62C7EFEAF64B}"/>
              </a:ext>
            </a:extLst>
          </p:cNvPr>
          <p:cNvGraphicFramePr>
            <a:graphicFrameLocks noGrp="1"/>
          </p:cNvGraphicFramePr>
          <p:nvPr>
            <p:ph idx="1"/>
            <p:extLst>
              <p:ext uri="{D42A27DB-BD31-4B8C-83A1-F6EECF244321}">
                <p14:modId xmlns:p14="http://schemas.microsoft.com/office/powerpoint/2010/main" val="3101201846"/>
              </p:ext>
            </p:extLst>
          </p:nvPr>
        </p:nvGraphicFramePr>
        <p:xfrm>
          <a:off x="643466" y="1113976"/>
          <a:ext cx="10905067" cy="4474362"/>
        </p:xfrm>
        <a:graphic>
          <a:graphicData uri="http://schemas.openxmlformats.org/drawingml/2006/table">
            <a:tbl>
              <a:tblPr firstRow="1" firstCol="1" bandRow="1"/>
              <a:tblGrid>
                <a:gridCol w="3577050">
                  <a:extLst>
                    <a:ext uri="{9D8B030D-6E8A-4147-A177-3AD203B41FA5}">
                      <a16:colId xmlns:a16="http://schemas.microsoft.com/office/drawing/2014/main" val="309869368"/>
                    </a:ext>
                  </a:extLst>
                </a:gridCol>
                <a:gridCol w="3749819">
                  <a:extLst>
                    <a:ext uri="{9D8B030D-6E8A-4147-A177-3AD203B41FA5}">
                      <a16:colId xmlns:a16="http://schemas.microsoft.com/office/drawing/2014/main" val="2867965080"/>
                    </a:ext>
                  </a:extLst>
                </a:gridCol>
                <a:gridCol w="3578198">
                  <a:extLst>
                    <a:ext uri="{9D8B030D-6E8A-4147-A177-3AD203B41FA5}">
                      <a16:colId xmlns:a16="http://schemas.microsoft.com/office/drawing/2014/main" val="1117950343"/>
                    </a:ext>
                  </a:extLst>
                </a:gridCol>
              </a:tblGrid>
              <a:tr h="645199">
                <a:tc>
                  <a:txBody>
                    <a:bodyPr/>
                    <a:lstStyle/>
                    <a:p>
                      <a:pPr marL="0" marR="0" algn="ctr" fontAlgn="t">
                        <a:lnSpc>
                          <a:spcPct val="107000"/>
                        </a:lnSpc>
                        <a:spcBef>
                          <a:spcPts val="600"/>
                        </a:spcBef>
                        <a:spcAft>
                          <a:spcPts val="600"/>
                        </a:spcAft>
                      </a:pPr>
                      <a:r>
                        <a:rPr lang="en-US" sz="2000" b="0" i="0" u="none" strike="noStrike" dirty="0">
                          <a:effectLst/>
                          <a:latin typeface="Calibri" panose="020F0502020204030204" pitchFamily="34" charset="0"/>
                          <a:ea typeface="Calibri" panose="020F0502020204030204" pitchFamily="34" charset="0"/>
                          <a:cs typeface="Times New Roman" panose="02020603050405020304" pitchFamily="18" charset="0"/>
                        </a:rPr>
                        <a:t>Scenario</a:t>
                      </a:r>
                      <a:endParaRPr lang="en-US" sz="3300" b="0" i="0" u="none" strike="noStrike" dirty="0">
                        <a:effectLst/>
                        <a:latin typeface="Arial" panose="020B0604020202020204" pitchFamily="34" charset="0"/>
                      </a:endParaRPr>
                    </a:p>
                  </a:txBody>
                  <a:tcPr marL="123980" marR="123980" marT="1721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07000"/>
                        </a:lnSpc>
                        <a:spcBef>
                          <a:spcPts val="600"/>
                        </a:spcBef>
                        <a:spcAft>
                          <a:spcPts val="600"/>
                        </a:spcAft>
                      </a:pPr>
                      <a:r>
                        <a:rPr lang="en-US" sz="2000" b="0" i="0" u="none" strike="noStrike" dirty="0">
                          <a:effectLst/>
                          <a:latin typeface="Calibri" panose="020F0502020204030204" pitchFamily="34" charset="0"/>
                          <a:ea typeface="Times New Roman" panose="02020603050405020304" pitchFamily="18" charset="0"/>
                          <a:cs typeface="Calibri" panose="020F0502020204030204" pitchFamily="34" charset="0"/>
                        </a:rPr>
                        <a:t>What do students need to know, be able to do, and understand about the content?</a:t>
                      </a:r>
                      <a:endParaRPr lang="en-US" sz="3300" b="0" i="0" u="none" strike="noStrike" dirty="0">
                        <a:effectLst/>
                        <a:latin typeface="Arial" panose="020B0604020202020204" pitchFamily="34" charset="0"/>
                      </a:endParaRPr>
                    </a:p>
                  </a:txBody>
                  <a:tcPr marL="123980" marR="123980" marT="1721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07000"/>
                        </a:lnSpc>
                        <a:spcBef>
                          <a:spcPts val="600"/>
                        </a:spcBef>
                        <a:spcAft>
                          <a:spcPts val="600"/>
                        </a:spcAft>
                      </a:pPr>
                      <a:r>
                        <a:rPr lang="en-US" sz="2000" b="0" i="0" u="none" strike="noStrike">
                          <a:effectLst/>
                          <a:latin typeface="Calibri" panose="020F0502020204030204" pitchFamily="34" charset="0"/>
                          <a:ea typeface="Times New Roman" panose="02020603050405020304" pitchFamily="18" charset="0"/>
                          <a:cs typeface="Calibri" panose="020F0502020204030204" pitchFamily="34" charset="0"/>
                        </a:rPr>
                        <a:t>Where do I want to focus my students’ attention?</a:t>
                      </a:r>
                      <a:endParaRPr lang="en-US" sz="3300" b="0" i="0" u="none" strike="noStrike">
                        <a:effectLst/>
                        <a:latin typeface="Arial" panose="020B0604020202020204" pitchFamily="34" charset="0"/>
                      </a:endParaRPr>
                    </a:p>
                    <a:p>
                      <a:pPr marL="0" marR="0" algn="ctr" fontAlgn="t">
                        <a:lnSpc>
                          <a:spcPct val="107000"/>
                        </a:lnSpc>
                        <a:spcBef>
                          <a:spcPts val="600"/>
                        </a:spcBef>
                        <a:spcAft>
                          <a:spcPts val="600"/>
                        </a:spcAft>
                      </a:pPr>
                      <a:r>
                        <a:rPr lang="en-US" sz="20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3300" b="0" i="0" u="none" strike="noStrike">
                        <a:effectLst/>
                        <a:latin typeface="Arial" panose="020B0604020202020204" pitchFamily="34" charset="0"/>
                      </a:endParaRPr>
                    </a:p>
                  </a:txBody>
                  <a:tcPr marL="123980" marR="123980" marT="1721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981288"/>
                  </a:ext>
                </a:extLst>
              </a:tr>
              <a:tr h="3326335">
                <a:tc>
                  <a:txBody>
                    <a:bodyPr/>
                    <a:lstStyle/>
                    <a:p>
                      <a:pPr marL="0" marR="0" algn="l" fontAlgn="t">
                        <a:lnSpc>
                          <a:spcPct val="107000"/>
                        </a:lnSpc>
                        <a:spcBef>
                          <a:spcPts val="600"/>
                        </a:spcBef>
                        <a:spcAft>
                          <a:spcPts val="600"/>
                        </a:spcAft>
                      </a:pPr>
                      <a:r>
                        <a:rPr lang="en-US" sz="2000" b="0" i="0" u="none" strike="noStrike">
                          <a:effectLst/>
                          <a:latin typeface="Calibri" panose="020F0502020204030204" pitchFamily="34" charset="0"/>
                          <a:ea typeface="Calibri" panose="020F0502020204030204" pitchFamily="34" charset="0"/>
                          <a:cs typeface="Times New Roman" panose="02020603050405020304" pitchFamily="18" charset="0"/>
                        </a:rPr>
                        <a:t>Today you and your class are going to be reading Cinderella. The goal of the lesson is for students to identify story elements as they read and to use those story elements to answer questions about the story (for example: What was the setting of the story? Who were the main characters?). </a:t>
                      </a:r>
                      <a:endParaRPr lang="en-US" sz="3300" b="0" i="0" u="none" strike="noStrike">
                        <a:effectLst/>
                        <a:latin typeface="Arial" panose="020B0604020202020204" pitchFamily="34" charset="0"/>
                      </a:endParaRPr>
                    </a:p>
                  </a:txBody>
                  <a:tcPr marL="123980" marR="123980" marT="1721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endParaRPr lang="en-US" sz="3300" b="0" i="0" u="none" strike="noStrike" dirty="0">
                        <a:effectLst/>
                        <a:latin typeface="Arial" panose="020B0604020202020204" pitchFamily="34" charset="0"/>
                      </a:endParaRPr>
                    </a:p>
                  </a:txBody>
                  <a:tcPr marL="123980" marR="123980" marT="1721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endParaRPr lang="en-US" sz="3300" b="0" i="0" u="none" strike="noStrike" dirty="0">
                        <a:effectLst/>
                        <a:latin typeface="Arial" panose="020B0604020202020204" pitchFamily="34" charset="0"/>
                      </a:endParaRPr>
                    </a:p>
                  </a:txBody>
                  <a:tcPr marL="123980" marR="123980" marT="1721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4398354"/>
                  </a:ext>
                </a:extLst>
              </a:tr>
            </a:tbl>
          </a:graphicData>
        </a:graphic>
      </p:graphicFrame>
    </p:spTree>
    <p:extLst>
      <p:ext uri="{BB962C8B-B14F-4D97-AF65-F5344CB8AC3E}">
        <p14:creationId xmlns:p14="http://schemas.microsoft.com/office/powerpoint/2010/main" val="2815008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676D-8A3A-45C2-BF29-F473922B0569}"/>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B9FE1B86-8F33-40C4-864F-70711B31CD8C}"/>
              </a:ext>
            </a:extLst>
          </p:cNvPr>
          <p:cNvSpPr>
            <a:spLocks noGrp="1"/>
          </p:cNvSpPr>
          <p:nvPr>
            <p:ph idx="1"/>
          </p:nvPr>
        </p:nvSpPr>
        <p:spPr/>
        <p:txBody>
          <a:bodyPr>
            <a:normAutofit/>
          </a:bodyPr>
          <a:lstStyle/>
          <a:p>
            <a:pPr marL="0" marR="0" indent="0" fontAlgn="base">
              <a:lnSpc>
                <a:spcPct val="107000"/>
              </a:lnSpc>
              <a:spcBef>
                <a:spcPts val="0"/>
              </a:spcBef>
              <a:spcAft>
                <a:spcPts val="800"/>
              </a:spcAft>
              <a:buNone/>
            </a:pPr>
            <a:r>
              <a:rPr lang="en-US" dirty="0">
                <a:effectLst/>
                <a:latin typeface="Calibri" panose="020F0502020204030204" pitchFamily="34" charset="0"/>
                <a:ea typeface="Times New Roman" panose="02020603050405020304" pitchFamily="18" charset="0"/>
                <a:cs typeface="Calibri" panose="020F0502020204030204" pitchFamily="34" charset="0"/>
              </a:rPr>
              <a:t>Examine the goal and lesson plan on the Exit Ticket and respond to the questions. </a:t>
            </a:r>
            <a:endParaRPr lang="en-US" sz="4000" dirty="0"/>
          </a:p>
        </p:txBody>
      </p:sp>
      <p:sp>
        <p:nvSpPr>
          <p:cNvPr id="5" name="Slide Number Placeholder 4">
            <a:extLst>
              <a:ext uri="{FF2B5EF4-FFF2-40B4-BE49-F238E27FC236}">
                <a16:creationId xmlns:a16="http://schemas.microsoft.com/office/drawing/2014/main" id="{AB680544-5AF3-46BE-92D3-6E8B20534946}"/>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60417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122</TotalTime>
  <Words>213</Words>
  <Application>Microsoft Office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vt:i4>
      </vt:variant>
    </vt:vector>
  </HeadingPairs>
  <TitlesOfParts>
    <vt:vector size="10" baseType="lpstr">
      <vt:lpstr>Arial</vt:lpstr>
      <vt:lpstr>Calibri</vt:lpstr>
      <vt:lpstr>Calibri Light</vt:lpstr>
      <vt:lpstr>Office Theme</vt:lpstr>
      <vt:lpstr>1_Office Theme</vt:lpstr>
      <vt:lpstr>Instructional Practices| Unit 4: The Science of Learning| Lesson 4.04</vt:lpstr>
      <vt:lpstr>TEKS Standards &amp; Objectives </vt:lpstr>
      <vt:lpstr>Bellringer</vt:lpstr>
      <vt:lpstr>PowerPoint Presentation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4.04: Practice with Attending to the Most Important Content</dc:title>
  <dc:subject>Lesson 4.04: Practice with Attending to the Most Important Content</dc:subject>
  <dc:creator>Texas Education Agency</dc:creator>
  <cp:lastModifiedBy>White (she/her), Whitney</cp:lastModifiedBy>
  <cp:revision>8</cp:revision>
  <dcterms:created xsi:type="dcterms:W3CDTF">2022-05-09T19:40:20Z</dcterms:created>
  <dcterms:modified xsi:type="dcterms:W3CDTF">2022-09-17T02:00:28Z</dcterms:modified>
</cp:coreProperties>
</file>
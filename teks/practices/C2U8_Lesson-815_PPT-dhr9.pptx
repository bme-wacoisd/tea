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E000ABC9-E9F5-430F-B087-F09C6DF407C1}">
          <p14:sldIdLst>
            <p14:sldId id="256"/>
            <p14:sldId id="259"/>
            <p14:sldId id="258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5490C0-EC31-4D5A-857D-B30248D704AD}" v="11" dt="2023-01-25T15:42:11.181"/>
    <p1510:client id="{590480D1-D213-43E9-96E8-8D9EE0D4E4AE}" v="3" dt="2023-01-25T16:09:48.576"/>
    <p1510:client id="{97A8789F-27EC-493A-B13E-DB853CC06DF7}" v="4" dt="2023-01-25T15:58:05.898"/>
    <p1510:client id="{AE4FD143-2672-4D08-8CFE-D6B77B7D286D}" v="3" dt="2023-01-26T06:56:16.5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9861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8: Planning for Diverse Learners| Lesson 8.15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UDL Capstone Lesson | Part 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6FD059-12C6-4231-7D22-31966FB94895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TEKS 3B, 7A, 7F, 10A, 10B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Plan instruction of a lesson from HQIM incorporating the guidelines for UDL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Deliver a lesson from HQIM that incorporates the guidelines for UDL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Analyze the use of the UDL guidelines in the lesson students prepare and deliver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does a teacher need to think about when planning instruction to include the guidelines for UDL? You may write you response in paragraph form or create a list.</a:t>
            </a:r>
            <a:endParaRPr lang="en-US" sz="4400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Describe how you incorporated the UDL guidelines in the sections of the lesson you are preparing to practice tomorrow.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XUX_Lesson X.XX_PPT_TEMPLATE" id="{F292ABBA-735D-46DE-9B1C-1ED03EE23A6F}" vid="{47570F0D-54DB-4FC7-92A5-A7A883415B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CXUX_Lesson X.XX_PPT_TEMPLATE</Template>
  <TotalTime>80</TotalTime>
  <Words>145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Symbol</vt:lpstr>
      <vt:lpstr>Office Theme</vt:lpstr>
      <vt:lpstr>Instructional Practices| Unit 8: Planning for Diverse Learners| Lesson 8.15</vt:lpstr>
      <vt:lpstr>TEKS Standards &amp; Objectives</vt:lpstr>
      <vt:lpstr>Bellringer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8.15: UDL Capstone Lesson | Part I</dc:title>
  <dc:subject>Lesson 8.15: UDL Capstone Lesson | Part I</dc:subject>
  <dc:creator>Texas Education Agency</dc:creator>
  <cp:lastModifiedBy>London White</cp:lastModifiedBy>
  <cp:revision>3</cp:revision>
  <dcterms:created xsi:type="dcterms:W3CDTF">2022-09-17T16:30:16Z</dcterms:created>
  <dcterms:modified xsi:type="dcterms:W3CDTF">2023-08-31T05:20:19Z</dcterms:modified>
</cp:coreProperties>
</file>
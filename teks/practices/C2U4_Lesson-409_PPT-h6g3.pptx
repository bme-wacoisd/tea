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58" r:id="rId2"/>
  </p:sldMasterIdLst>
  <p:notesMasterIdLst>
    <p:notesMasterId r:id="rId9"/>
  </p:notesMasterIdLst>
  <p:sldIdLst>
    <p:sldId id="285" r:id="rId3"/>
    <p:sldId id="262" r:id="rId4"/>
    <p:sldId id="257" r:id="rId5"/>
    <p:sldId id="261" r:id="rId6"/>
    <p:sldId id="260" r:id="rId7"/>
    <p:sldId id="25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oeper, Martha" initials="HM" lastIdx="2" clrIdx="0">
    <p:extLst>
      <p:ext uri="{19B8F6BF-5375-455C-9EA6-DF929625EA0E}">
        <p15:presenceInfo xmlns:p15="http://schemas.microsoft.com/office/powerpoint/2012/main" userId="S::mhoeper@rti.org::ff51605c-305b-4384-af24-13ba70b4092f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17171"/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978A64-6DC5-4D0B-9F32-493B9C177AAE}" v="5" dt="2022-09-16T02:58:51.1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1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microsoft.com/office/2016/11/relationships/changesInfo" Target="changesInfos/changesInfo1.xml"/><Relationship Id="rId10" Type="http://schemas.openxmlformats.org/officeDocument/2006/relationships/commentAuthors" Target="commentAuthor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pta, Swati" userId="a3cadf42-9970-41e5-bb67-4a4dd3e8759e" providerId="ADAL" clId="{890CB85C-24BC-4D49-9382-1D7D95E40860}"/>
    <pc:docChg chg="custSel addSld delSld modSld">
      <pc:chgData name="Gupta, Swati" userId="a3cadf42-9970-41e5-bb67-4a4dd3e8759e" providerId="ADAL" clId="{890CB85C-24BC-4D49-9382-1D7D95E40860}" dt="2022-05-10T16:57:31.570" v="24" actId="20577"/>
      <pc:docMkLst>
        <pc:docMk/>
      </pc:docMkLst>
      <pc:sldChg chg="modSp mod delCm modCm">
        <pc:chgData name="Gupta, Swati" userId="a3cadf42-9970-41e5-bb67-4a4dd3e8759e" providerId="ADAL" clId="{890CB85C-24BC-4D49-9382-1D7D95E40860}" dt="2022-05-10T16:57:31.570" v="24" actId="20577"/>
        <pc:sldMkLst>
          <pc:docMk/>
          <pc:sldMk cId="2875402532" sldId="257"/>
        </pc:sldMkLst>
        <pc:spChg chg="mod">
          <ac:chgData name="Gupta, Swati" userId="a3cadf42-9970-41e5-bb67-4a4dd3e8759e" providerId="ADAL" clId="{890CB85C-24BC-4D49-9382-1D7D95E40860}" dt="2022-05-10T16:57:31.570" v="24" actId="20577"/>
          <ac:spMkLst>
            <pc:docMk/>
            <pc:sldMk cId="2875402532" sldId="257"/>
            <ac:spMk id="3" creationId="{81FE1C6D-F36E-48C2-992F-AFB21F6BE7E7}"/>
          </ac:spMkLst>
        </pc:spChg>
      </pc:sldChg>
      <pc:sldChg chg="modSp new del mod">
        <pc:chgData name="Gupta, Swati" userId="a3cadf42-9970-41e5-bb67-4a4dd3e8759e" providerId="ADAL" clId="{890CB85C-24BC-4D49-9382-1D7D95E40860}" dt="2022-05-10T16:57:10.315" v="18" actId="2696"/>
        <pc:sldMkLst>
          <pc:docMk/>
          <pc:sldMk cId="2893024199" sldId="258"/>
        </pc:sldMkLst>
        <pc:spChg chg="mod">
          <ac:chgData name="Gupta, Swati" userId="a3cadf42-9970-41e5-bb67-4a4dd3e8759e" providerId="ADAL" clId="{890CB85C-24BC-4D49-9382-1D7D95E40860}" dt="2022-05-10T16:56:59.001" v="17" actId="207"/>
          <ac:spMkLst>
            <pc:docMk/>
            <pc:sldMk cId="2893024199" sldId="258"/>
            <ac:spMk id="5" creationId="{EAD3D53F-2FE4-4F69-99AE-D4BE8C7CC533}"/>
          </ac:spMkLst>
        </pc:spChg>
      </pc:sldChg>
    </pc:docChg>
  </pc:docChgLst>
  <pc:docChgLst>
    <pc:chgData name="White, Whitney" userId="65f39021-2f1d-4d8b-87dc-b123826f65bf" providerId="ADAL" clId="{50B2EA88-D46F-4780-B579-4BED521BD95A}"/>
    <pc:docChg chg="modSld sldOrd">
      <pc:chgData name="White, Whitney" userId="65f39021-2f1d-4d8b-87dc-b123826f65bf" providerId="ADAL" clId="{50B2EA88-D46F-4780-B579-4BED521BD95A}" dt="2022-06-13T21:05:48.068" v="1"/>
      <pc:docMkLst>
        <pc:docMk/>
      </pc:docMkLst>
      <pc:sldChg chg="ord">
        <pc:chgData name="White, Whitney" userId="65f39021-2f1d-4d8b-87dc-b123826f65bf" providerId="ADAL" clId="{50B2EA88-D46F-4780-B579-4BED521BD95A}" dt="2022-06-13T21:05:48.068" v="1"/>
        <pc:sldMkLst>
          <pc:docMk/>
          <pc:sldMk cId="950515551" sldId="262"/>
        </pc:sldMkLst>
      </pc:sldChg>
    </pc:docChg>
  </pc:docChgLst>
  <pc:docChgLst>
    <pc:chgData name="White, Whitney" userId="65f39021-2f1d-4d8b-87dc-b123826f65bf" providerId="ADAL" clId="{7543E47C-7CFB-4683-8F6C-9FB2F63262E8}"/>
    <pc:docChg chg="custSel addSld delSld modSld">
      <pc:chgData name="White, Whitney" userId="65f39021-2f1d-4d8b-87dc-b123826f65bf" providerId="ADAL" clId="{7543E47C-7CFB-4683-8F6C-9FB2F63262E8}" dt="2022-06-10T20:32:09" v="1286" actId="20577"/>
      <pc:docMkLst>
        <pc:docMk/>
      </pc:docMkLst>
      <pc:sldChg chg="modSp mod">
        <pc:chgData name="White, Whitney" userId="65f39021-2f1d-4d8b-87dc-b123826f65bf" providerId="ADAL" clId="{7543E47C-7CFB-4683-8F6C-9FB2F63262E8}" dt="2022-06-10T20:24:58.753" v="108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7543E47C-7CFB-4683-8F6C-9FB2F63262E8}" dt="2022-06-10T20:24:43.825" v="34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, Whitney" userId="65f39021-2f1d-4d8b-87dc-b123826f65bf" providerId="ADAL" clId="{7543E47C-7CFB-4683-8F6C-9FB2F63262E8}" dt="2022-06-10T20:24:58.753" v="108" actId="20577"/>
          <ac:spMkLst>
            <pc:docMk/>
            <pc:sldMk cId="1482277026" sldId="256"/>
            <ac:spMk id="3" creationId="{E0FBD98F-3A67-498E-8174-652040DD7B60}"/>
          </ac:spMkLst>
        </pc:spChg>
      </pc:sldChg>
      <pc:sldChg chg="delSp modSp new mod">
        <pc:chgData name="White, Whitney" userId="65f39021-2f1d-4d8b-87dc-b123826f65bf" providerId="ADAL" clId="{7543E47C-7CFB-4683-8F6C-9FB2F63262E8}" dt="2022-06-10T20:32:09" v="1286" actId="20577"/>
        <pc:sldMkLst>
          <pc:docMk/>
          <pc:sldMk cId="2611857042" sldId="257"/>
        </pc:sldMkLst>
        <pc:spChg chg="mod">
          <ac:chgData name="White, Whitney" userId="65f39021-2f1d-4d8b-87dc-b123826f65bf" providerId="ADAL" clId="{7543E47C-7CFB-4683-8F6C-9FB2F63262E8}" dt="2022-06-10T20:25:21.026" v="120" actId="20577"/>
          <ac:spMkLst>
            <pc:docMk/>
            <pc:sldMk cId="2611857042" sldId="257"/>
            <ac:spMk id="2" creationId="{681A94CB-DA4B-4AF5-9E66-37462DD68372}"/>
          </ac:spMkLst>
        </pc:spChg>
        <pc:spChg chg="mod">
          <ac:chgData name="White, Whitney" userId="65f39021-2f1d-4d8b-87dc-b123826f65bf" providerId="ADAL" clId="{7543E47C-7CFB-4683-8F6C-9FB2F63262E8}" dt="2022-06-10T20:32:09" v="1286" actId="20577"/>
          <ac:spMkLst>
            <pc:docMk/>
            <pc:sldMk cId="2611857042" sldId="257"/>
            <ac:spMk id="3" creationId="{8BA8B0D0-FFB4-4682-B298-D906D4CA9BA4}"/>
          </ac:spMkLst>
        </pc:spChg>
        <pc:spChg chg="del">
          <ac:chgData name="White, Whitney" userId="65f39021-2f1d-4d8b-87dc-b123826f65bf" providerId="ADAL" clId="{7543E47C-7CFB-4683-8F6C-9FB2F63262E8}" dt="2022-06-10T20:24:26.926" v="2" actId="21"/>
          <ac:spMkLst>
            <pc:docMk/>
            <pc:sldMk cId="2611857042" sldId="257"/>
            <ac:spMk id="4" creationId="{CE505DA7-B2CD-424D-B48F-D8ADCC18BAD3}"/>
          </ac:spMkLst>
        </pc:spChg>
      </pc:sldChg>
      <pc:sldChg chg="del">
        <pc:chgData name="White, Whitney" userId="65f39021-2f1d-4d8b-87dc-b123826f65bf" providerId="ADAL" clId="{7543E47C-7CFB-4683-8F6C-9FB2F63262E8}" dt="2022-06-10T20:24:21.692" v="0" actId="2696"/>
        <pc:sldMkLst>
          <pc:docMk/>
          <pc:sldMk cId="2875402532" sldId="257"/>
        </pc:sldMkLst>
      </pc:sldChg>
      <pc:sldChg chg="add del">
        <pc:chgData name="White, Whitney" userId="65f39021-2f1d-4d8b-87dc-b123826f65bf" providerId="ADAL" clId="{7543E47C-7CFB-4683-8F6C-9FB2F63262E8}" dt="2022-06-10T20:31:03.247" v="945" actId="47"/>
        <pc:sldMkLst>
          <pc:docMk/>
          <pc:sldMk cId="2431667374" sldId="258"/>
        </pc:sldMkLst>
      </pc:sldChg>
      <pc:sldChg chg="modSp add mod">
        <pc:chgData name="White, Whitney" userId="65f39021-2f1d-4d8b-87dc-b123826f65bf" providerId="ADAL" clId="{7543E47C-7CFB-4683-8F6C-9FB2F63262E8}" dt="2022-06-10T20:30:59.146" v="944" actId="20577"/>
        <pc:sldMkLst>
          <pc:docMk/>
          <pc:sldMk cId="1495502835" sldId="259"/>
        </pc:sldMkLst>
        <pc:spChg chg="mod">
          <ac:chgData name="White, Whitney" userId="65f39021-2f1d-4d8b-87dc-b123826f65bf" providerId="ADAL" clId="{7543E47C-7CFB-4683-8F6C-9FB2F63262E8}" dt="2022-06-10T20:30:19.514" v="800" actId="20577"/>
          <ac:spMkLst>
            <pc:docMk/>
            <pc:sldMk cId="1495502835" sldId="259"/>
            <ac:spMk id="2" creationId="{681A94CB-DA4B-4AF5-9E66-37462DD68372}"/>
          </ac:spMkLst>
        </pc:spChg>
        <pc:spChg chg="mod">
          <ac:chgData name="White, Whitney" userId="65f39021-2f1d-4d8b-87dc-b123826f65bf" providerId="ADAL" clId="{7543E47C-7CFB-4683-8F6C-9FB2F63262E8}" dt="2022-06-10T20:30:59.146" v="944" actId="20577"/>
          <ac:spMkLst>
            <pc:docMk/>
            <pc:sldMk cId="1495502835" sldId="259"/>
            <ac:spMk id="3" creationId="{8BA8B0D0-FFB4-4682-B298-D906D4CA9BA4}"/>
          </ac:spMkLst>
        </pc:spChg>
      </pc:sldChg>
      <pc:sldChg chg="modSp add mod">
        <pc:chgData name="White, Whitney" userId="65f39021-2f1d-4d8b-87dc-b123826f65bf" providerId="ADAL" clId="{7543E47C-7CFB-4683-8F6C-9FB2F63262E8}" dt="2022-06-10T20:30:14.345" v="789" actId="114"/>
        <pc:sldMkLst>
          <pc:docMk/>
          <pc:sldMk cId="109247973" sldId="260"/>
        </pc:sldMkLst>
        <pc:spChg chg="mod">
          <ac:chgData name="White, Whitney" userId="65f39021-2f1d-4d8b-87dc-b123826f65bf" providerId="ADAL" clId="{7543E47C-7CFB-4683-8F6C-9FB2F63262E8}" dt="2022-06-10T20:28:22.186" v="663" actId="20577"/>
          <ac:spMkLst>
            <pc:docMk/>
            <pc:sldMk cId="109247973" sldId="260"/>
            <ac:spMk id="2" creationId="{681A94CB-DA4B-4AF5-9E66-37462DD68372}"/>
          </ac:spMkLst>
        </pc:spChg>
        <pc:spChg chg="mod">
          <ac:chgData name="White, Whitney" userId="65f39021-2f1d-4d8b-87dc-b123826f65bf" providerId="ADAL" clId="{7543E47C-7CFB-4683-8F6C-9FB2F63262E8}" dt="2022-06-10T20:30:14.345" v="789" actId="114"/>
          <ac:spMkLst>
            <pc:docMk/>
            <pc:sldMk cId="109247973" sldId="260"/>
            <ac:spMk id="3" creationId="{8BA8B0D0-FFB4-4682-B298-D906D4CA9BA4}"/>
          </ac:spMkLst>
        </pc:spChg>
      </pc:sldChg>
      <pc:sldChg chg="modSp add mod">
        <pc:chgData name="White, Whitney" userId="65f39021-2f1d-4d8b-87dc-b123826f65bf" providerId="ADAL" clId="{7543E47C-7CFB-4683-8F6C-9FB2F63262E8}" dt="2022-06-10T20:27:28.508" v="629" actId="20577"/>
        <pc:sldMkLst>
          <pc:docMk/>
          <pc:sldMk cId="1827567023" sldId="261"/>
        </pc:sldMkLst>
        <pc:spChg chg="mod">
          <ac:chgData name="White, Whitney" userId="65f39021-2f1d-4d8b-87dc-b123826f65bf" providerId="ADAL" clId="{7543E47C-7CFB-4683-8F6C-9FB2F63262E8}" dt="2022-06-10T20:26:52.986" v="397" actId="20577"/>
          <ac:spMkLst>
            <pc:docMk/>
            <pc:sldMk cId="1827567023" sldId="261"/>
            <ac:spMk id="2" creationId="{681A94CB-DA4B-4AF5-9E66-37462DD68372}"/>
          </ac:spMkLst>
        </pc:spChg>
        <pc:spChg chg="mod">
          <ac:chgData name="White, Whitney" userId="65f39021-2f1d-4d8b-87dc-b123826f65bf" providerId="ADAL" clId="{7543E47C-7CFB-4683-8F6C-9FB2F63262E8}" dt="2022-06-10T20:27:28.508" v="629" actId="20577"/>
          <ac:spMkLst>
            <pc:docMk/>
            <pc:sldMk cId="1827567023" sldId="261"/>
            <ac:spMk id="3" creationId="{8BA8B0D0-FFB4-4682-B298-D906D4CA9BA4}"/>
          </ac:spMkLst>
        </pc:spChg>
      </pc:sldChg>
      <pc:sldChg chg="modSp add mod">
        <pc:chgData name="White, Whitney" userId="65f39021-2f1d-4d8b-87dc-b123826f65bf" providerId="ADAL" clId="{7543E47C-7CFB-4683-8F6C-9FB2F63262E8}" dt="2022-06-10T20:26:23.299" v="382" actId="20577"/>
        <pc:sldMkLst>
          <pc:docMk/>
          <pc:sldMk cId="950515551" sldId="262"/>
        </pc:sldMkLst>
        <pc:spChg chg="mod">
          <ac:chgData name="White, Whitney" userId="65f39021-2f1d-4d8b-87dc-b123826f65bf" providerId="ADAL" clId="{7543E47C-7CFB-4683-8F6C-9FB2F63262E8}" dt="2022-06-10T20:25:34.402" v="177" actId="20577"/>
          <ac:spMkLst>
            <pc:docMk/>
            <pc:sldMk cId="950515551" sldId="262"/>
            <ac:spMk id="2" creationId="{681A94CB-DA4B-4AF5-9E66-37462DD68372}"/>
          </ac:spMkLst>
        </pc:spChg>
        <pc:spChg chg="mod">
          <ac:chgData name="White, Whitney" userId="65f39021-2f1d-4d8b-87dc-b123826f65bf" providerId="ADAL" clId="{7543E47C-7CFB-4683-8F6C-9FB2F63262E8}" dt="2022-06-10T20:26:23.299" v="382" actId="20577"/>
          <ac:spMkLst>
            <pc:docMk/>
            <pc:sldMk cId="950515551" sldId="262"/>
            <ac:spMk id="3" creationId="{8BA8B0D0-FFB4-4682-B298-D906D4CA9BA4}"/>
          </ac:spMkLst>
        </pc:spChg>
      </pc:sldChg>
    </pc:docChg>
  </pc:docChgLst>
  <pc:docChgLst>
    <pc:chgData name="White (she/her), Whitney" userId="65f39021-2f1d-4d8b-87dc-b123826f65bf" providerId="ADAL" clId="{A0978A64-6DC5-4D0B-9F32-493B9C177AAE}"/>
    <pc:docChg chg="delSld modSld">
      <pc:chgData name="White (she/her), Whitney" userId="65f39021-2f1d-4d8b-87dc-b123826f65bf" providerId="ADAL" clId="{A0978A64-6DC5-4D0B-9F32-493B9C177AAE}" dt="2022-09-16T02:58:33.892" v="3" actId="2696"/>
      <pc:docMkLst>
        <pc:docMk/>
      </pc:docMkLst>
      <pc:sldChg chg="del">
        <pc:chgData name="White (she/her), Whitney" userId="65f39021-2f1d-4d8b-87dc-b123826f65bf" providerId="ADAL" clId="{A0978A64-6DC5-4D0B-9F32-493B9C177AAE}" dt="2022-09-16T02:58:33.892" v="3" actId="2696"/>
        <pc:sldMkLst>
          <pc:docMk/>
          <pc:sldMk cId="1482277026" sldId="256"/>
        </pc:sldMkLst>
      </pc:sldChg>
      <pc:sldChg chg="modSp mod">
        <pc:chgData name="White (she/her), Whitney" userId="65f39021-2f1d-4d8b-87dc-b123826f65bf" providerId="ADAL" clId="{A0978A64-6DC5-4D0B-9F32-493B9C177AAE}" dt="2022-09-16T02:58:28.563" v="2" actId="20577"/>
        <pc:sldMkLst>
          <pc:docMk/>
          <pc:sldMk cId="3976098008" sldId="285"/>
        </pc:sldMkLst>
        <pc:spChg chg="mod">
          <ac:chgData name="White (she/her), Whitney" userId="65f39021-2f1d-4d8b-87dc-b123826f65bf" providerId="ADAL" clId="{A0978A64-6DC5-4D0B-9F32-493B9C177AAE}" dt="2022-09-16T02:58:28.563" v="2" actId="20577"/>
          <ac:spMkLst>
            <pc:docMk/>
            <pc:sldMk cId="3976098008" sldId="285"/>
            <ac:spMk id="2" creationId="{BFFCF5BD-F8FF-4A67-A8B6-EBB21E79279B}"/>
          </ac:spMkLst>
        </pc:spChg>
        <pc:spChg chg="mod">
          <ac:chgData name="White (she/her), Whitney" userId="65f39021-2f1d-4d8b-87dc-b123826f65bf" providerId="ADAL" clId="{A0978A64-6DC5-4D0B-9F32-493B9C177AAE}" dt="2022-09-16T02:58:25.744" v="0"/>
          <ac:spMkLst>
            <pc:docMk/>
            <pc:sldMk cId="3976098008" sldId="285"/>
            <ac:spMk id="3" creationId="{E0FBD98F-3A67-498E-8174-652040DD7B6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8/30/2023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717171"/>
                </a:solidFill>
              </a:defRPr>
            </a:lvl1pPr>
          </a:lstStyle>
          <a:p>
            <a:fld id="{95F45DF0-00B2-468D-ADF1-6351EEFB9CD7}" type="datetime1">
              <a:rPr lang="en-US" smtClean="0"/>
              <a:pPr/>
              <a:t>8/30/2023</a:t>
            </a:fld>
            <a:endParaRPr lang="en-US" dirty="0"/>
          </a:p>
        </p:txBody>
      </p:sp>
      <p:pic>
        <p:nvPicPr>
          <p:cNvPr id="9" name="Picture 8" descr="Logo: Texas Education Agency 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 for Texas Education Agency (TEA) Education and Training 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717171"/>
                </a:solidFill>
              </a:defRPr>
            </a:lvl1pPr>
          </a:lstStyle>
          <a:p>
            <a:fld id="{A50A4456-6D77-4237-8218-40872579093E}" type="datetime1">
              <a:rPr lang="en-US" smtClean="0"/>
              <a:pPr/>
              <a:t>8/30/2023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717171"/>
                </a:solidFill>
              </a:defRPr>
            </a:lvl1pPr>
          </a:lstStyle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F0A51-8860-45B4-B3C2-078DBFFE3F11}" type="datetime1">
              <a:rPr lang="en-US" smtClean="0"/>
              <a:t>8/30/2023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8E0D3-5DEF-4424-A66B-248169F8979E}" type="datetime1">
              <a:rPr lang="en-US" smtClean="0"/>
              <a:t>8/30/2023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D87F3-74DF-4702-8D1B-0BA8CE9CA57F}" type="datetime1">
              <a:rPr lang="en-US" smtClean="0"/>
              <a:t>8/30/2023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42763-A1D0-477C-A610-38D23465485E}" type="datetime1">
              <a:rPr lang="en-US" smtClean="0"/>
              <a:t>8/30/2023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8/30/2023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946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8/30/2023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8790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8/30/2023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2093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8/30/2023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9619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8/30/2023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49989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8/30/2023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60326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717171"/>
                </a:solidFill>
              </a:defRPr>
            </a:lvl1pPr>
          </a:lstStyle>
          <a:p>
            <a:fld id="{1B00EFE5-A68C-4E4B-9D40-F26D6ED979C1}" type="datetime1">
              <a:rPr lang="en-US" smtClean="0"/>
              <a:pPr/>
              <a:t>8/30/2023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71717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717171"/>
                </a:solidFill>
              </a:defRPr>
            </a:lvl1pPr>
          </a:lstStyle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8/30/2023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2657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deansforimpact.org/content-of-thinking/rigorous-tasks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126753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800" dirty="0"/>
              <a:t>Instructional Practices| Unit 4: The Science of Learning| Lesson 4.09</a:t>
            </a:r>
            <a:endParaRPr lang="en-US" sz="1800" dirty="0">
              <a:highlight>
                <a:srgbClr val="FFFF00"/>
              </a:highligh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/>
          </a:bodyPr>
          <a:lstStyle/>
          <a:p>
            <a:r>
              <a:rPr lang="en-US" sz="6000" dirty="0"/>
              <a:t>Engaging Students in Authentic and Rigorous Tasks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67E2B18-5A6C-4EB0-E97C-51C3093BF8A5}"/>
              </a:ext>
            </a:extLst>
          </p:cNvPr>
          <p:cNvSpPr txBox="1"/>
          <p:nvPr/>
        </p:nvSpPr>
        <p:spPr>
          <a:xfrm>
            <a:off x="0" y="6497053"/>
            <a:ext cx="103872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rgbClr val="46464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This work is licensed under a </a:t>
            </a:r>
            <a:r>
              <a:rPr lang="en-US" sz="1600" u="sng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Creative Commons Attribution-Noncommercial-Share Alike 4.0 International License</a:t>
            </a:r>
            <a:r>
              <a:rPr lang="en-US" sz="16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9760980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A94CB-DA4B-4AF5-9E66-37462DD68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A8B0D0-FFB4-4682-B298-D906D4CA9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TEKS 4A, 4B, 6D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will…</a:t>
            </a:r>
          </a:p>
          <a:p>
            <a:pPr marL="0" indent="0">
              <a:buNone/>
            </a:pPr>
            <a:r>
              <a:rPr lang="en-US" dirty="0"/>
              <a:t>…define rigorous task</a:t>
            </a:r>
          </a:p>
          <a:p>
            <a:pPr marL="0" indent="0">
              <a:buNone/>
            </a:pPr>
            <a:r>
              <a:rPr lang="en-US" dirty="0"/>
              <a:t>…identify and analyze how tasks can be designed to cognitively engage students and require effortful thinking.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5BD756-38E0-44E3-BD1E-9CADA8BA0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05155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A94CB-DA4B-4AF5-9E66-37462DD68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A8B0D0-FFB4-4682-B298-D906D4CA9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 your Student Guide, read the passing “Competing for Resources” and examine the five questions that correspond. Identify which questions are cognitively engaging and defend your answer with evidence.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5BD756-38E0-44E3-BD1E-9CADA8BA0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18570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A94CB-DA4B-4AF5-9E66-37462DD68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A8B0D0-FFB4-4682-B298-D906D4CA9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Task: Things that a student must do in a class to learn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Rigorous: Tasks that require students to engage in effortful thinking to deepen their understanding of the content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5BD756-38E0-44E3-BD1E-9CADA8BA0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75670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A94CB-DA4B-4AF5-9E66-37462DD68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Guidelines for Rigorous 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A8B0D0-FFB4-4682-B298-D906D4CA9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</a:rPr>
              <a:t>Build on and extend prior knowledge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</a:rPr>
              <a:t>Involve effortful thought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</a:rPr>
              <a:t>Deepen conceptual understanding of material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</a:rPr>
              <a:t>Require learners to communicate their understanding to others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</a:rPr>
              <a:t>Involve multiple interpretations or paths to a solution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sz="1600" i="1" dirty="0"/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Content of Thinking: Rigorous Tasks. Deans for Impact. Retrieved from </a:t>
            </a:r>
            <a:r>
              <a:rPr lang="en-US" sz="1800" i="1" u="sng" dirty="0">
                <a:solidFill>
                  <a:srgbClr val="0D6CB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https://deansforimpact.org/content-of-thinking/rigorous-tasks/</a:t>
            </a:r>
            <a:endParaRPr lang="en-US" sz="1800" i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5BD756-38E0-44E3-BD1E-9CADA8BA0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479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A94CB-DA4B-4AF5-9E66-37462DD68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A8B0D0-FFB4-4682-B298-D906D4CA9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Examine the Earth’s Forces 5E Lesson plan and analyze the tasks in the table of your Student Guide.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5BD756-38E0-44E3-BD1E-9CADA8BA0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55028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115</TotalTime>
  <Words>221</Words>
  <Application>Microsoft Office PowerPoint</Application>
  <PresentationFormat>Widescreen</PresentationFormat>
  <Paragraphs>32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1_Office Theme</vt:lpstr>
      <vt:lpstr>Instructional Practices| Unit 4: The Science of Learning| Lesson 4.09</vt:lpstr>
      <vt:lpstr>TEKS Standards &amp; Objectives</vt:lpstr>
      <vt:lpstr>Bellringer</vt:lpstr>
      <vt:lpstr>Vocabulary </vt:lpstr>
      <vt:lpstr>Guidelines for Rigorous Tasks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4.09: Engaging Students in Authentic and Rigorous Tasks</dc:title>
  <dc:subject>Lesson 4.09: Engaging Students in Authentic and Rigorous Tasks</dc:subject>
  <dc:creator>Texas Education Agency</dc:creator>
  <cp:lastModifiedBy>London White</cp:lastModifiedBy>
  <cp:revision>9</cp:revision>
  <dcterms:created xsi:type="dcterms:W3CDTF">2022-05-09T19:40:20Z</dcterms:created>
  <dcterms:modified xsi:type="dcterms:W3CDTF">2023-08-31T03:11:47Z</dcterms:modified>
</cp:coreProperties>
</file>
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3298C8-F953-474E-9660-DD062150520D}" v="1" dt="2023-08-31T01:04:47.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4ED94B7-EC66-4D22-8261-39761CFBCE1F}"/>
    <pc:docChg chg="custSel delSld modSld">
      <pc:chgData name="White, Whitney" userId="65f39021-2f1d-4d8b-87dc-b123826f65bf" providerId="ADAL" clId="{F4ED94B7-EC66-4D22-8261-39761CFBCE1F}" dt="2022-07-29T04:33:53.363" v="106" actId="27636"/>
      <pc:docMkLst>
        <pc:docMk/>
      </pc:docMkLst>
      <pc:sldChg chg="modSp mod">
        <pc:chgData name="White, Whitney" userId="65f39021-2f1d-4d8b-87dc-b123826f65bf" providerId="ADAL" clId="{F4ED94B7-EC66-4D22-8261-39761CFBCE1F}" dt="2022-07-29T04:33:53.363" v="106" actId="27636"/>
        <pc:sldMkLst>
          <pc:docMk/>
          <pc:sldMk cId="2147408764" sldId="260"/>
        </pc:sldMkLst>
        <pc:spChg chg="mod">
          <ac:chgData name="White, Whitney" userId="65f39021-2f1d-4d8b-87dc-b123826f65bf" providerId="ADAL" clId="{F4ED94B7-EC66-4D22-8261-39761CFBCE1F}" dt="2022-07-29T04:33:53.363" v="106" actId="27636"/>
          <ac:spMkLst>
            <pc:docMk/>
            <pc:sldMk cId="2147408764" sldId="260"/>
            <ac:spMk id="3" creationId="{49F2A5AF-3C0B-4968-A438-E435325199EA}"/>
          </ac:spMkLst>
        </pc:spChg>
      </pc:sldChg>
      <pc:sldChg chg="del">
        <pc:chgData name="White, Whitney" userId="65f39021-2f1d-4d8b-87dc-b123826f65bf" providerId="ADAL" clId="{F4ED94B7-EC66-4D22-8261-39761CFBCE1F}" dt="2022-07-29T04:33:25.743" v="18" actId="47"/>
        <pc:sldMkLst>
          <pc:docMk/>
          <pc:sldMk cId="4170921578" sldId="262"/>
        </pc:sldMkLst>
      </pc:sldChg>
      <pc:sldChg chg="del">
        <pc:chgData name="White, Whitney" userId="65f39021-2f1d-4d8b-87dc-b123826f65bf" providerId="ADAL" clId="{F4ED94B7-EC66-4D22-8261-39761CFBCE1F}" dt="2022-07-29T04:33:25.178" v="17" actId="47"/>
        <pc:sldMkLst>
          <pc:docMk/>
          <pc:sldMk cId="1163931679" sldId="263"/>
        </pc:sldMkLst>
      </pc:sldChg>
      <pc:sldChg chg="modSp mod">
        <pc:chgData name="White, Whitney" userId="65f39021-2f1d-4d8b-87dc-b123826f65bf" providerId="ADAL" clId="{F4ED94B7-EC66-4D22-8261-39761CFBCE1F}" dt="2022-07-29T04:33:06.231" v="16" actId="20577"/>
        <pc:sldMkLst>
          <pc:docMk/>
          <pc:sldMk cId="3493109116" sldId="264"/>
        </pc:sldMkLst>
        <pc:spChg chg="mod">
          <ac:chgData name="White, Whitney" userId="65f39021-2f1d-4d8b-87dc-b123826f65bf" providerId="ADAL" clId="{F4ED94B7-EC66-4D22-8261-39761CFBCE1F}" dt="2022-07-29T04:32:24.582" v="10" actId="20577"/>
          <ac:spMkLst>
            <pc:docMk/>
            <pc:sldMk cId="3493109116" sldId="264"/>
            <ac:spMk id="2" creationId="{D7836664-70C0-47BA-9BFF-496A04EBBFDE}"/>
          </ac:spMkLst>
        </pc:spChg>
        <pc:spChg chg="mod">
          <ac:chgData name="White, Whitney" userId="65f39021-2f1d-4d8b-87dc-b123826f65bf" providerId="ADAL" clId="{F4ED94B7-EC66-4D22-8261-39761CFBCE1F}" dt="2022-07-29T04:33:06.231" v="16" actId="20577"/>
          <ac:spMkLst>
            <pc:docMk/>
            <pc:sldMk cId="3493109116" sldId="264"/>
            <ac:spMk id="3" creationId="{F64339F5-2F5D-46B5-A25D-C197D73747BD}"/>
          </ac:spMkLst>
        </pc:spChg>
      </pc:sldChg>
    </pc:docChg>
  </pc:docChgLst>
  <pc:docChgLst>
    <pc:chgData name="White (she/her), Whitney" userId="65f39021-2f1d-4d8b-87dc-b123826f65bf" providerId="ADAL" clId="{593298C8-F953-474E-9660-DD062150520D}"/>
    <pc:docChg chg="modSld">
      <pc:chgData name="White (she/her), Whitney" userId="65f39021-2f1d-4d8b-87dc-b123826f65bf" providerId="ADAL" clId="{593298C8-F953-474E-9660-DD062150520D}" dt="2023-08-31T01:04:52.636" v="4" actId="1076"/>
      <pc:docMkLst>
        <pc:docMk/>
      </pc:docMkLst>
      <pc:sldChg chg="addSp modSp mod">
        <pc:chgData name="White (she/her), Whitney" userId="65f39021-2f1d-4d8b-87dc-b123826f65bf" providerId="ADAL" clId="{593298C8-F953-474E-9660-DD062150520D}" dt="2023-08-31T01:04:52.636" v="4" actId="1076"/>
        <pc:sldMkLst>
          <pc:docMk/>
          <pc:sldMk cId="1482277026" sldId="256"/>
        </pc:sldMkLst>
        <pc:spChg chg="mod">
          <ac:chgData name="White (she/her), Whitney" userId="65f39021-2f1d-4d8b-87dc-b123826f65bf" providerId="ADAL" clId="{593298C8-F953-474E-9660-DD062150520D}" dt="2023-08-31T01:04:52.636" v="4" actId="1076"/>
          <ac:spMkLst>
            <pc:docMk/>
            <pc:sldMk cId="1482277026" sldId="256"/>
            <ac:spMk id="2" creationId="{BFFCF5BD-F8FF-4A67-A8B6-EBB21E79279B}"/>
          </ac:spMkLst>
        </pc:spChg>
        <pc:spChg chg="add mod">
          <ac:chgData name="White (she/her), Whitney" userId="65f39021-2f1d-4d8b-87dc-b123826f65bf" providerId="ADAL" clId="{593298C8-F953-474E-9660-DD062150520D}" dt="2023-08-31T01:04:51.169" v="3" actId="1076"/>
          <ac:spMkLst>
            <pc:docMk/>
            <pc:sldMk cId="1482277026" sldId="256"/>
            <ac:spMk id="4" creationId="{10A5C697-B866-8BEB-FA43-5BFACF5AEE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file/d/1c4Ow62NXHuYHB0HrIH828wJB1OllaLpm/view?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93670"/>
            <a:ext cx="9144000" cy="370300"/>
          </a:xfrm>
        </p:spPr>
        <p:txBody>
          <a:bodyPr>
            <a:normAutofit/>
          </a:bodyPr>
          <a:lstStyle/>
          <a:p>
            <a:pPr algn="l"/>
            <a:r>
              <a:rPr lang="en-US" sz="1800" dirty="0"/>
              <a:t>Instructional Practices | Unit 1: Building an Effective Classroom | Classroom Culture| Lesson 1.06</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Planning and Delivering Effective Directions</a:t>
            </a:r>
          </a:p>
        </p:txBody>
      </p:sp>
      <p:sp>
        <p:nvSpPr>
          <p:cNvPr id="4" name="TextBox 3">
            <a:extLst>
              <a:ext uri="{FF2B5EF4-FFF2-40B4-BE49-F238E27FC236}">
                <a16:creationId xmlns:a16="http://schemas.microsoft.com/office/drawing/2014/main" id="{10A5C697-B866-8BEB-FA43-5BFACF5AEE3C}"/>
              </a:ext>
            </a:extLst>
          </p:cNvPr>
          <p:cNvSpPr txBox="1"/>
          <p:nvPr/>
        </p:nvSpPr>
        <p:spPr>
          <a:xfrm>
            <a:off x="0" y="6363970"/>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 </a:t>
            </a:r>
          </a:p>
          <a:p>
            <a:pPr marL="342900" marR="0" lvl="0" indent="-342900">
              <a:spcBef>
                <a:spcPts val="600"/>
              </a:spcBef>
              <a:spcAft>
                <a:spcPts val="6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d</a:t>
            </a:r>
            <a:r>
              <a:rPr lang="en-US" dirty="0">
                <a:effectLst/>
                <a:latin typeface="Calibri" panose="020F0502020204030204" pitchFamily="34" charset="0"/>
                <a:ea typeface="Calibri" panose="020F0502020204030204" pitchFamily="34" charset="0"/>
                <a:cs typeface="Times New Roman" panose="02020603050405020304" pitchFamily="18" charset="0"/>
              </a:rPr>
              <a:t>escribe characteristics of the effective delivery of directions</a:t>
            </a:r>
          </a:p>
          <a:p>
            <a:pPr marL="342900" marR="0" lvl="0" indent="-342900">
              <a:spcBef>
                <a:spcPts val="600"/>
              </a:spcBef>
              <a:spcAft>
                <a:spcPts val="6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p</a:t>
            </a:r>
            <a:r>
              <a:rPr lang="en-US" dirty="0">
                <a:effectLst/>
                <a:latin typeface="Calibri" panose="020F0502020204030204" pitchFamily="34" charset="0"/>
                <a:ea typeface="Calibri" panose="020F0502020204030204" pitchFamily="34" charset="0"/>
                <a:cs typeface="Times New Roman" panose="02020603050405020304" pitchFamily="18" charset="0"/>
              </a:rPr>
              <a:t>ractice the effective delivery of instructions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Think of an effective teacher you have experienced. Think beyond the content of the directions they provided to consider the way they delivered the directions. Describe how the teacher looked and sounded when delivering instructions.</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a:xfrm>
            <a:off x="838199" y="1618836"/>
            <a:ext cx="10704443" cy="4636189"/>
          </a:xfrm>
        </p:spPr>
        <p:txBody>
          <a:bodyPr>
            <a:normAutofit lnSpcReduction="10000"/>
          </a:bodyPr>
          <a:lstStyle/>
          <a:p>
            <a:r>
              <a:rPr lang="en-US" dirty="0"/>
              <a:t>Pace: Speed at which someone speaks</a:t>
            </a:r>
          </a:p>
          <a:p>
            <a:endParaRPr lang="en-US" dirty="0"/>
          </a:p>
          <a:p>
            <a:r>
              <a:rPr lang="en-US" dirty="0"/>
              <a:t>Cadence: Rhythm of someone’s speech</a:t>
            </a:r>
          </a:p>
          <a:p>
            <a:pPr marL="0" indent="0">
              <a:buNone/>
            </a:pPr>
            <a:endParaRPr lang="en-US" dirty="0"/>
          </a:p>
          <a:p>
            <a:r>
              <a:rPr lang="en-US" dirty="0"/>
              <a:t>Pitch: Highness or lowness of someone’s voice</a:t>
            </a:r>
          </a:p>
          <a:p>
            <a:pPr marL="0" indent="0">
              <a:buNone/>
            </a:pPr>
            <a:endParaRPr lang="en-US" dirty="0"/>
          </a:p>
          <a:p>
            <a:r>
              <a:rPr lang="en-US" dirty="0"/>
              <a:t>Volume : Loudness or quietness of someone’s voice</a:t>
            </a:r>
          </a:p>
          <a:p>
            <a:pPr marL="0" indent="0">
              <a:buNone/>
            </a:pPr>
            <a:endParaRPr lang="en-US" dirty="0"/>
          </a:p>
          <a:p>
            <a:r>
              <a:rPr lang="en-US" dirty="0"/>
              <a:t>Tone: The accent or inflection of speech that indicates mood or emotion</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a:t>
            </a:r>
            <a:r>
              <a:rPr lang="en-US" dirty="0" err="1"/>
              <a:t>Ijeoma</a:t>
            </a:r>
            <a:r>
              <a:rPr lang="en-US" dirty="0"/>
              <a:t> </a:t>
            </a:r>
            <a:r>
              <a:rPr lang="en-US" dirty="0" err="1"/>
              <a:t>Duru</a:t>
            </a:r>
            <a:endParaRPr lang="en-US" dirty="0"/>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endParaRPr lang="en-US" i="1" u="sng" dirty="0">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endParaRPr>
          </a:p>
          <a:p>
            <a:pPr marL="0" indent="0">
              <a:buNone/>
            </a:pPr>
            <a:endParaRPr lang="en-US" i="1" u="sng" dirty="0">
              <a:solidFill>
                <a:srgbClr val="0D6CB9"/>
              </a:solidFill>
              <a:latin typeface="Calibri" panose="020F0502020204030204" pitchFamily="34" charset="0"/>
              <a:ea typeface="Calibri" panose="020F0502020204030204" pitchFamily="34" charset="0"/>
              <a:cs typeface="Times New Roman" panose="02020603050405020304" pitchFamily="18" charset="0"/>
              <a:hlinkClick r:id="rId2"/>
            </a:endParaRPr>
          </a:p>
          <a:p>
            <a:pPr marL="0" indent="0">
              <a:buNone/>
            </a:pPr>
            <a:r>
              <a:rPr lang="en-US" i="1" u="sng" dirty="0">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Planning and Delivering Instructions – </a:t>
            </a:r>
            <a:r>
              <a:rPr lang="en-US" i="1" u="sng" dirty="0" err="1">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Ijeoma</a:t>
            </a:r>
            <a:r>
              <a:rPr lang="en-US" i="1" u="sng" dirty="0">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 </a:t>
            </a:r>
            <a:r>
              <a:rPr lang="en-US" i="1" u="sng" dirty="0" err="1">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Duru</a:t>
            </a:r>
            <a:r>
              <a:rPr lang="en-US" i="1" dirty="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indent="0">
              <a:buNone/>
            </a:pPr>
            <a:r>
              <a:rPr lang="en-US" dirty="0"/>
              <a:t>Respond to the following prompts: </a:t>
            </a: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Describe the criteria for delivering directions effectively.</a:t>
            </a:r>
          </a:p>
          <a:p>
            <a:pPr marL="0" marR="0" indent="0">
              <a:lnSpc>
                <a:spcPct val="107000"/>
              </a:lnSpc>
              <a:spcBef>
                <a:spcPts val="60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8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After seeing your partner giving directions and delivering your own instructions, what do you think are your strengths when it comes to delivering directions?  Where are your areas for growth?</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TotalTime>
  <Words>210</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 Unit 1: Building an Effective Classroom | Classroom Culture| Lesson 1.06</vt:lpstr>
      <vt:lpstr>TEKS Standards &amp; Objectives</vt:lpstr>
      <vt:lpstr>Bellringer</vt:lpstr>
      <vt:lpstr>Vocabulary</vt:lpstr>
      <vt:lpstr>Video: Ijeoma Duru</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1.06: Planning and Delivering Effective Directions</dc:title>
  <dc:subject>Lesson 1.06: Planning and Delivering Effective Directions</dc:subject>
  <dc:creator>Texas Education Agency</dc:creator>
  <cp:lastModifiedBy>White (she/her), Whitney</cp:lastModifiedBy>
  <cp:revision>4</cp:revision>
  <dcterms:created xsi:type="dcterms:W3CDTF">2022-05-09T19:40:20Z</dcterms:created>
  <dcterms:modified xsi:type="dcterms:W3CDTF">2023-08-31T01:04:53Z</dcterms:modified>
</cp:coreProperties>
</file>
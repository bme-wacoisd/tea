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8" r:id="rId4"/>
    <p:sldId id="264" r:id="rId5"/>
    <p:sldId id="273" r:id="rId6"/>
    <p:sldId id="274" r:id="rId7"/>
    <p:sldId id="275" r:id="rId8"/>
    <p:sldId id="278" r:id="rId9"/>
    <p:sldId id="279" r:id="rId10"/>
    <p:sldId id="280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4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10: Putting it All Together | Lesson 10.09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Reflective, Collegial Practices: Mentorship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103F0-C550-9B4D-53EB-E7A57C021FA1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1I, 11A, 11B, 11C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r>
              <a:rPr lang="en-US" dirty="0"/>
              <a:t>Recognize the benefits of a mentor relationship such as increased teacher retention, mentor guidance, and coaching.</a:t>
            </a:r>
          </a:p>
          <a:p>
            <a:r>
              <a:rPr lang="en-US" dirty="0"/>
              <a:t>Determine best practices for fostering mentor/mentee relationships.</a:t>
            </a:r>
          </a:p>
          <a:p>
            <a:r>
              <a:rPr lang="en-US" dirty="0"/>
              <a:t>Develop a set of mentor questions as an artifact for the Unit Portfolio.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18255"/>
            <a:ext cx="10515600" cy="1325563"/>
          </a:xfrm>
        </p:spPr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0" y="1520890"/>
            <a:ext cx="10747310" cy="5001208"/>
          </a:xfrm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Think about a time in your life when you were learning a new skill (such as how to play piano) or were new to a group (such as your first day in a karate class). How did you feel during that time? Did you have anyone who guided you through that process until you felt comfortable on your own? 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If yes, how did that person help? If no, why do you think it could have been helpful to have someone to help guide you?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7F47F9-41A1-46D1-30D2-9BE65C8C7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Mentor Teacher: An experienced teacher who provides guidance and support to another teacher through observation, collaboration, and a trusting relationship.</a:t>
            </a:r>
          </a:p>
          <a:p>
            <a:endParaRPr lang="en-US" dirty="0"/>
          </a:p>
          <a:p>
            <a:r>
              <a:rPr lang="en-US" dirty="0"/>
              <a:t>Mentee Teacher: A teacher who receives guidance and support to better their teaching practice.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1BAD1-A102-7264-EF26-D6C18E67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Mentors?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7569-94B8-28B5-0CB2-28B62B26A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Usually an experienced teacher (3+ years)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Demonstrated skills as an accomplished teacher based on evidence of student growth and positive evaluations.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Good communicators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Skilled in coaching teachers to better outcomes.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B1A6C-7AEB-E036-C345-A97D4DCB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42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169F-F298-31F4-C5C7-5755942F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Role of a Mentor Teacher?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4C353-EE54-D65A-49B6-A4C61539D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Observe and provide feedback to the mentee.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Model best practices in teaching and learning.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Help the mentee to establish and meet goals.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Provide emotional support for the mentee when met with challenging situations at work.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Encourage habits that promote a healthy work-life balance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FFB4F-088D-CF5E-FE7B-84FDB057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085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6057-B78F-23C6-0F1F-8D8DAF491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 Mentor Teachers Benefit?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1F9BB-7E29-3391-9E26-C2F74F6AF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 relationships with their colleagues.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Continuous focus on best practices in instruction and coaching.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Fosters a positive school culture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102FF-C640-795A-9DE7-A1CE76F0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00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1BAD1-A102-7264-EF26-D6C18E67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Mentees?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7569-94B8-28B5-0CB2-28B62B26A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Novice teachers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Teachers looking for support to better their practice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B1A6C-7AEB-E036-C345-A97D4DCB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087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169F-F298-31F4-C5C7-5755942F5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Role of a Mentee Teacher?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4C353-EE54-D65A-49B6-A4C61539D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Ask questions and seek guidance. 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 receptive to feedback. 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Communicate openly about areas of success as well as struggles.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Work with the mentor to establish and meet goals.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FFB4F-088D-CF5E-FE7B-84FDB057B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408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6057-B78F-23C6-0F1F-8D8DAF491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 Mentee Teachers Benefit?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1F9BB-7E29-3391-9E26-C2F74F6AF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Develop relationships with their colleagues.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Support and guidance with both academic and non-academic concerns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Faster improvement of instructional practices based on relevant and immediate feedback.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102FF-C640-795A-9DE7-A1CE76F0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82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9750"/>
            <a:ext cx="10515600" cy="4683124"/>
          </a:xfrm>
        </p:spPr>
        <p:txBody>
          <a:bodyPr>
            <a:no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Mark the statements on your Exit Ticket as true or false. If false, correct the statement so that it is true.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53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</TotalTime>
  <Words>477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Office Theme</vt:lpstr>
      <vt:lpstr>Instructional Practices| Unit 10: Putting it All Together | Lesson 10.09</vt:lpstr>
      <vt:lpstr>TEKS Standards &amp; Objectives</vt:lpstr>
      <vt:lpstr>Bellringer</vt:lpstr>
      <vt:lpstr>Vocabulary</vt:lpstr>
      <vt:lpstr>Who are Mentors?</vt:lpstr>
      <vt:lpstr>What is the Role of a Mentor Teacher?</vt:lpstr>
      <vt:lpstr>How do the Mentor Teachers Benefit?</vt:lpstr>
      <vt:lpstr>Who are Mentees?</vt:lpstr>
      <vt:lpstr>What is the Role of a Mentee Teacher?</vt:lpstr>
      <vt:lpstr>How do the Mentee Teachers Benefit?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10.07: Reflective, Collegial Practices | Growing Collaborative Skills and Mindsets</dc:title>
  <dc:subject>Lesson 10.07: Reflective, Collegial Practices | Growing Collaborative Skills and Mindsets</dc:subject>
  <dc:creator>Texas Education Agency</dc:creator>
  <cp:lastModifiedBy>London White</cp:lastModifiedBy>
  <cp:revision>15</cp:revision>
  <dcterms:created xsi:type="dcterms:W3CDTF">2022-05-09T19:40:20Z</dcterms:created>
  <dcterms:modified xsi:type="dcterms:W3CDTF">2023-08-31T07:21:11Z</dcterms:modified>
</cp:coreProperties>
</file>
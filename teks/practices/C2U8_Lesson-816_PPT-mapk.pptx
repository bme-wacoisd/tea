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2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2A8B0-00EB-4426-90B7-DF3932EFEBE2}" v="6" dt="2023-01-26T07:00:05.717"/>
    <p1510:client id="{2C5490C0-EC31-4D5A-857D-B30248D704AD}" v="11" dt="2023-01-25T15:42:11.181"/>
    <p1510:client id="{590480D1-D213-43E9-96E8-8D9EE0D4E4AE}" v="3" dt="2023-01-25T16:09:48.576"/>
    <p1510:client id="{97A8789F-27EC-493A-B13E-DB853CC06DF7}" v="4" dt="2023-01-25T15:58:05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90480D1-D213-43E9-96E8-8D9EE0D4E4AE}"/>
    <pc:docChg chg="modSld">
      <pc:chgData name="White (she/her), Whitney" userId="65f39021-2f1d-4d8b-87dc-b123826f65bf" providerId="ADAL" clId="{590480D1-D213-43E9-96E8-8D9EE0D4E4AE}" dt="2023-01-25T16:06:28.426" v="1" actId="20577"/>
      <pc:docMkLst>
        <pc:docMk/>
      </pc:docMkLst>
      <pc:sldChg chg="modSp mod">
        <pc:chgData name="White (she/her), Whitney" userId="65f39021-2f1d-4d8b-87dc-b123826f65bf" providerId="ADAL" clId="{590480D1-D213-43E9-96E8-8D9EE0D4E4AE}" dt="2023-01-25T16:06:28.426" v="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590480D1-D213-43E9-96E8-8D9EE0D4E4AE}" dt="2023-01-25T16:06:25.208" v="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90480D1-D213-43E9-96E8-8D9EE0D4E4AE}" dt="2023-01-25T16:06:28.426" v="1" actId="20577"/>
          <ac:spMkLst>
            <pc:docMk/>
            <pc:sldMk cId="1482277026" sldId="256"/>
            <ac:spMk id="3" creationId="{E0FBD98F-3A67-498E-8174-652040DD7B60}"/>
          </ac:spMkLst>
        </pc:spChg>
      </pc:sldChg>
    </pc:docChg>
  </pc:docChgLst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2C5490C0-EC31-4D5A-857D-B30248D704AD}"/>
    <pc:docChg chg="undo custSel addSld delSld modSld modSection">
      <pc:chgData name="White (she/her), Whitney" userId="65f39021-2f1d-4d8b-87dc-b123826f65bf" providerId="ADAL" clId="{2C5490C0-EC31-4D5A-857D-B30248D704AD}" dt="2023-01-25T15:41:36.742" v="244" actId="20577"/>
      <pc:docMkLst>
        <pc:docMk/>
      </pc:docMkLst>
      <pc:sldChg chg="modSp mod">
        <pc:chgData name="White (she/her), Whitney" userId="65f39021-2f1d-4d8b-87dc-b123826f65bf" providerId="ADAL" clId="{2C5490C0-EC31-4D5A-857D-B30248D704AD}" dt="2023-01-25T15:18:55.560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C5490C0-EC31-4D5A-857D-B30248D704AD}" dt="2023-01-25T15:18:37.032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C5490C0-EC31-4D5A-857D-B30248D704AD}" dt="2023-01-25T15:18:55.560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21:20.149" v="59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2C5490C0-EC31-4D5A-857D-B30248D704AD}" dt="2023-01-25T15:21:20.149" v="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19:21.934" v="4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2C5490C0-EC31-4D5A-857D-B30248D704AD}" dt="2023-01-25T15:19:21.934" v="4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41:36.742" v="244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2C5490C0-EC31-4D5A-857D-B30248D704AD}" dt="2023-01-25T15:41:36.742" v="24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2C5490C0-EC31-4D5A-857D-B30248D704AD}" dt="2023-01-25T15:25:43.300" v="71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2C5490C0-EC31-4D5A-857D-B30248D704AD}" dt="2023-01-25T15:25:15.998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5:43.300" v="71" actId="14100"/>
          <ac:graphicFrameMkLst>
            <pc:docMk/>
            <pc:sldMk cId="3054216349" sldId="261"/>
            <ac:graphicFrameMk id="5" creationId="{A4957574-645A-47DA-BD7C-77BE31A01943}"/>
          </ac:graphicFrameMkLst>
        </pc:graphicFrameChg>
      </pc:sldChg>
      <pc:sldChg chg="addSp delSp modSp mod">
        <pc:chgData name="White (she/her), Whitney" userId="65f39021-2f1d-4d8b-87dc-b123826f65bf" providerId="ADAL" clId="{2C5490C0-EC31-4D5A-857D-B30248D704AD}" dt="2023-01-25T15:26:48.440" v="81" actId="1076"/>
        <pc:sldMkLst>
          <pc:docMk/>
          <pc:sldMk cId="258332572" sldId="262"/>
        </pc:sldMkLst>
        <pc:spChg chg="del mod">
          <ac:chgData name="White (she/her), Whitney" userId="65f39021-2f1d-4d8b-87dc-b123826f65bf" providerId="ADAL" clId="{2C5490C0-EC31-4D5A-857D-B30248D704AD}" dt="2023-01-25T15:26:46.398" v="80" actId="21"/>
          <ac:spMkLst>
            <pc:docMk/>
            <pc:sldMk cId="258332572" sldId="262"/>
            <ac:spMk id="2" creationId="{570D72F3-79E4-4001-9748-B7FC67079A57}"/>
          </ac:spMkLst>
        </pc:spChg>
        <pc:spChg chg="del mod">
          <ac:chgData name="White (she/her), Whitney" userId="65f39021-2f1d-4d8b-87dc-b123826f65bf" providerId="ADAL" clId="{2C5490C0-EC31-4D5A-857D-B30248D704AD}" dt="2023-01-25T15:26:14.533" v="73"/>
          <ac:spMkLst>
            <pc:docMk/>
            <pc:sldMk cId="258332572" sldId="262"/>
            <ac:spMk id="3" creationId="{0E82C669-9955-4209-B20C-3F3A754CDA3C}"/>
          </ac:spMkLst>
        </pc:spChg>
        <pc:picChg chg="add mod">
          <ac:chgData name="White (she/her), Whitney" userId="65f39021-2f1d-4d8b-87dc-b123826f65bf" providerId="ADAL" clId="{2C5490C0-EC31-4D5A-857D-B30248D704AD}" dt="2023-01-25T15:26:48.440" v="81" actId="1076"/>
          <ac:picMkLst>
            <pc:docMk/>
            <pc:sldMk cId="258332572" sldId="262"/>
            <ac:picMk id="5" creationId="{DC7D3B62-46B2-43FE-B87C-3AED60C836B8}"/>
          </ac:picMkLst>
        </pc:picChg>
      </pc:sldChg>
      <pc:sldChg chg="addSp delSp modSp mod">
        <pc:chgData name="White (she/her), Whitney" userId="65f39021-2f1d-4d8b-87dc-b123826f65bf" providerId="ADAL" clId="{2C5490C0-EC31-4D5A-857D-B30248D704AD}" dt="2023-01-25T15:28:56.060" v="133" actId="403"/>
        <pc:sldMkLst>
          <pc:docMk/>
          <pc:sldMk cId="498985592" sldId="263"/>
        </pc:sldMkLst>
        <pc:spChg chg="mod">
          <ac:chgData name="White (she/her), Whitney" userId="65f39021-2f1d-4d8b-87dc-b123826f65bf" providerId="ADAL" clId="{2C5490C0-EC31-4D5A-857D-B30248D704AD}" dt="2023-01-25T15:28:00.254" v="118" actId="1076"/>
          <ac:spMkLst>
            <pc:docMk/>
            <pc:sldMk cId="498985592" sldId="263"/>
            <ac:spMk id="2" creationId="{67E8180B-6498-44E5-AD81-0674C51652BA}"/>
          </ac:spMkLst>
        </pc:spChg>
        <pc:spChg chg="add del mod">
          <ac:chgData name="White (she/her), Whitney" userId="65f39021-2f1d-4d8b-87dc-b123826f65bf" providerId="ADAL" clId="{2C5490C0-EC31-4D5A-857D-B30248D704AD}" dt="2023-01-25T15:28:07.039" v="120"/>
          <ac:spMkLst>
            <pc:docMk/>
            <pc:sldMk cId="498985592" sldId="263"/>
            <ac:spMk id="6" creationId="{60CC13CC-9F80-4130-81D3-549F69C61675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8:56.060" v="133" actId="403"/>
          <ac:graphicFrameMkLst>
            <pc:docMk/>
            <pc:sldMk cId="498985592" sldId="263"/>
            <ac:graphicFrameMk id="7" creationId="{5FDD475B-C6CC-4B8A-BF1E-CC6CB3E6FF61}"/>
          </ac:graphicFrameMkLst>
        </pc:graphicFrameChg>
        <pc:picChg chg="del">
          <ac:chgData name="White (she/her), Whitney" userId="65f39021-2f1d-4d8b-87dc-b123826f65bf" providerId="ADAL" clId="{2C5490C0-EC31-4D5A-857D-B30248D704AD}" dt="2023-01-25T15:27:27.959" v="83" actId="21"/>
          <ac:picMkLst>
            <pc:docMk/>
            <pc:sldMk cId="498985592" sldId="263"/>
            <ac:picMk id="5" creationId="{63239C00-4576-4356-885C-80F8C6E20940}"/>
          </ac:picMkLst>
        </pc:picChg>
      </pc:sldChg>
      <pc:sldChg chg="modSp add mod">
        <pc:chgData name="White (she/her), Whitney" userId="65f39021-2f1d-4d8b-87dc-b123826f65bf" providerId="ADAL" clId="{2C5490C0-EC31-4D5A-857D-B30248D704AD}" dt="2023-01-25T15:29:21.296" v="136" actId="255"/>
        <pc:sldMkLst>
          <pc:docMk/>
          <pc:sldMk cId="2234076779" sldId="264"/>
        </pc:sldMkLst>
        <pc:graphicFrameChg chg="mod modGraphic">
          <ac:chgData name="White (she/her), Whitney" userId="65f39021-2f1d-4d8b-87dc-b123826f65bf" providerId="ADAL" clId="{2C5490C0-EC31-4D5A-857D-B30248D704AD}" dt="2023-01-25T15:29:21.296" v="136" actId="255"/>
          <ac:graphicFrameMkLst>
            <pc:docMk/>
            <pc:sldMk cId="2234076779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2C5490C0-EC31-4D5A-857D-B30248D704AD}" dt="2023-01-25T15:29:44.019" v="139" actId="255"/>
        <pc:sldMkLst>
          <pc:docMk/>
          <pc:sldMk cId="3746039917" sldId="265"/>
        </pc:sldMkLst>
        <pc:graphicFrameChg chg="mod modGraphic">
          <ac:chgData name="White (she/her), Whitney" userId="65f39021-2f1d-4d8b-87dc-b123826f65bf" providerId="ADAL" clId="{2C5490C0-EC31-4D5A-857D-B30248D704AD}" dt="2023-01-25T15:29:44.019" v="139" actId="255"/>
          <ac:graphicFrameMkLst>
            <pc:docMk/>
            <pc:sldMk cId="3746039917" sldId="265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2C5490C0-EC31-4D5A-857D-B30248D704AD}" dt="2023-01-25T15:33:05.023" v="200" actId="20577"/>
        <pc:sldMkLst>
          <pc:docMk/>
          <pc:sldMk cId="2877505278" sldId="266"/>
        </pc:sldMkLst>
        <pc:spChg chg="mod">
          <ac:chgData name="White (she/her), Whitney" userId="65f39021-2f1d-4d8b-87dc-b123826f65bf" providerId="ADAL" clId="{2C5490C0-EC31-4D5A-857D-B30248D704AD}" dt="2023-01-25T15:33:05.023" v="200" actId="20577"/>
          <ac:spMkLst>
            <pc:docMk/>
            <pc:sldMk cId="2877505278" sldId="266"/>
            <ac:spMk id="2" creationId="{CECF6631-6CAC-42C0-B2F9-C75B06FDDEA7}"/>
          </ac:spMkLst>
        </pc:spChg>
        <pc:spChg chg="mod">
          <ac:chgData name="White (she/her), Whitney" userId="65f39021-2f1d-4d8b-87dc-b123826f65bf" providerId="ADAL" clId="{2C5490C0-EC31-4D5A-857D-B30248D704AD}" dt="2023-01-25T15:30:19.617" v="167" actId="403"/>
          <ac:spMkLst>
            <pc:docMk/>
            <pc:sldMk cId="2877505278" sldId="266"/>
            <ac:spMk id="3" creationId="{A7B3D956-96C0-497F-85BA-4332DFF84C2F}"/>
          </ac:spMkLst>
        </pc:spChg>
      </pc:sldChg>
      <pc:sldChg chg="addSp delSp modSp new mod">
        <pc:chgData name="White (she/her), Whitney" userId="65f39021-2f1d-4d8b-87dc-b123826f65bf" providerId="ADAL" clId="{2C5490C0-EC31-4D5A-857D-B30248D704AD}" dt="2023-01-25T15:32:00.991" v="186" actId="1076"/>
        <pc:sldMkLst>
          <pc:docMk/>
          <pc:sldMk cId="3055683484" sldId="267"/>
        </pc:sldMkLst>
        <pc:spChg chg="mod">
          <ac:chgData name="White (she/her), Whitney" userId="65f39021-2f1d-4d8b-87dc-b123826f65bf" providerId="ADAL" clId="{2C5490C0-EC31-4D5A-857D-B30248D704AD}" dt="2023-01-25T15:31:42.562" v="181" actId="20577"/>
          <ac:spMkLst>
            <pc:docMk/>
            <pc:sldMk cId="3055683484" sldId="267"/>
            <ac:spMk id="2" creationId="{8B2EB68F-78A0-49ED-8653-187AD2088682}"/>
          </ac:spMkLst>
        </pc:spChg>
        <pc:spChg chg="del mod">
          <ac:chgData name="White (she/her), Whitney" userId="65f39021-2f1d-4d8b-87dc-b123826f65bf" providerId="ADAL" clId="{2C5490C0-EC31-4D5A-857D-B30248D704AD}" dt="2023-01-25T15:31:45.440" v="183"/>
          <ac:spMkLst>
            <pc:docMk/>
            <pc:sldMk cId="3055683484" sldId="267"/>
            <ac:spMk id="3" creationId="{E508AEE9-105F-4DAD-BFBB-1188A026AC9A}"/>
          </ac:spMkLst>
        </pc:spChg>
        <pc:picChg chg="add mod">
          <ac:chgData name="White (she/her), Whitney" userId="65f39021-2f1d-4d8b-87dc-b123826f65bf" providerId="ADAL" clId="{2C5490C0-EC31-4D5A-857D-B30248D704AD}" dt="2023-01-25T15:32:00.991" v="186" actId="1076"/>
          <ac:picMkLst>
            <pc:docMk/>
            <pc:sldMk cId="3055683484" sldId="267"/>
            <ac:picMk id="5" creationId="{A1B7D056-B3B7-4442-9111-1D7A6BD01157}"/>
          </ac:picMkLst>
        </pc:picChg>
      </pc:sldChg>
      <pc:sldChg chg="new del">
        <pc:chgData name="White (she/her), Whitney" userId="65f39021-2f1d-4d8b-87dc-b123826f65bf" providerId="ADAL" clId="{2C5490C0-EC31-4D5A-857D-B30248D704AD}" dt="2023-01-25T15:37:13.929" v="202" actId="2696"/>
        <pc:sldMkLst>
          <pc:docMk/>
          <pc:sldMk cId="3765266163" sldId="268"/>
        </pc:sldMkLst>
      </pc:sldChg>
    </pc:docChg>
  </pc:docChgLst>
  <pc:docChgLst>
    <pc:chgData name="White (she/her), Whitney" userId="65f39021-2f1d-4d8b-87dc-b123826f65bf" providerId="ADAL" clId="{0222A8B0-00EB-4426-90B7-DF3932EFEBE2}"/>
    <pc:docChg chg="custSel delSld modSld modSection">
      <pc:chgData name="White (she/her), Whitney" userId="65f39021-2f1d-4d8b-87dc-b123826f65bf" providerId="ADAL" clId="{0222A8B0-00EB-4426-90B7-DF3932EFEBE2}" dt="2023-01-26T07:02:09.915" v="96" actId="27636"/>
      <pc:docMkLst>
        <pc:docMk/>
      </pc:docMkLst>
      <pc:sldChg chg="modSp mod">
        <pc:chgData name="White (she/her), Whitney" userId="65f39021-2f1d-4d8b-87dc-b123826f65bf" providerId="ADAL" clId="{0222A8B0-00EB-4426-90B7-DF3932EFEBE2}" dt="2023-01-26T06:57:14.389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0222A8B0-00EB-4426-90B7-DF3932EFEBE2}" dt="2023-01-26T06:56:47.718" v="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0222A8B0-00EB-4426-90B7-DF3932EFEBE2}" dt="2023-01-26T06:57:14.389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0222A8B0-00EB-4426-90B7-DF3932EFEBE2}" dt="2023-01-26T06:59:28.057" v="52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0222A8B0-00EB-4426-90B7-DF3932EFEBE2}" dt="2023-01-26T06:59:28.057" v="52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0222A8B0-00EB-4426-90B7-DF3932EFEBE2}" dt="2023-01-26T06:58:42.269" v="45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0222A8B0-00EB-4426-90B7-DF3932EFEBE2}" dt="2023-01-26T06:58:42.269" v="45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0222A8B0-00EB-4426-90B7-DF3932EFEBE2}" dt="2023-01-26T07:02:09.915" v="96" actId="27636"/>
        <pc:sldMkLst>
          <pc:docMk/>
          <pc:sldMk cId="2147408764" sldId="260"/>
        </pc:sldMkLst>
        <pc:spChg chg="mod">
          <ac:chgData name="White (she/her), Whitney" userId="65f39021-2f1d-4d8b-87dc-b123826f65bf" providerId="ADAL" clId="{0222A8B0-00EB-4426-90B7-DF3932EFEBE2}" dt="2023-01-26T07:02:09.915" v="96" actId="27636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 chgLayout">
        <pc:chgData name="White (she/her), Whitney" userId="65f39021-2f1d-4d8b-87dc-b123826f65bf" providerId="ADAL" clId="{0222A8B0-00EB-4426-90B7-DF3932EFEBE2}" dt="2023-01-26T07:01:27.817" v="80" actId="1076"/>
        <pc:sldMkLst>
          <pc:docMk/>
          <pc:sldMk cId="258332572" sldId="262"/>
        </pc:sldMkLst>
        <pc:spChg chg="add del mod">
          <ac:chgData name="White (she/her), Whitney" userId="65f39021-2f1d-4d8b-87dc-b123826f65bf" providerId="ADAL" clId="{0222A8B0-00EB-4426-90B7-DF3932EFEBE2}" dt="2023-01-26T06:59:55.292" v="54" actId="700"/>
          <ac:spMkLst>
            <pc:docMk/>
            <pc:sldMk cId="258332572" sldId="262"/>
            <ac:spMk id="3" creationId="{F02FDC50-DA92-86E2-A3C7-7FC0BBA27A4B}"/>
          </ac:spMkLst>
        </pc:spChg>
        <pc:spChg chg="mod ord">
          <ac:chgData name="White (she/her), Whitney" userId="65f39021-2f1d-4d8b-87dc-b123826f65bf" providerId="ADAL" clId="{0222A8B0-00EB-4426-90B7-DF3932EFEBE2}" dt="2023-01-26T06:59:55.292" v="54" actId="700"/>
          <ac:spMkLst>
            <pc:docMk/>
            <pc:sldMk cId="258332572" sldId="262"/>
            <ac:spMk id="4" creationId="{A071A007-43B3-444C-A468-0BC1B73EE5D2}"/>
          </ac:spMkLst>
        </pc:spChg>
        <pc:spChg chg="add mod ord">
          <ac:chgData name="White (she/her), Whitney" userId="65f39021-2f1d-4d8b-87dc-b123826f65bf" providerId="ADAL" clId="{0222A8B0-00EB-4426-90B7-DF3932EFEBE2}" dt="2023-01-26T06:59:59.105" v="60" actId="20577"/>
          <ac:spMkLst>
            <pc:docMk/>
            <pc:sldMk cId="258332572" sldId="262"/>
            <ac:spMk id="6" creationId="{D84B95AC-55E5-375A-9B01-D0982E924CCF}"/>
          </ac:spMkLst>
        </pc:spChg>
        <pc:spChg chg="add del mod ord">
          <ac:chgData name="White (she/her), Whitney" userId="65f39021-2f1d-4d8b-87dc-b123826f65bf" providerId="ADAL" clId="{0222A8B0-00EB-4426-90B7-DF3932EFEBE2}" dt="2023-01-26T07:00:05.717" v="64"/>
          <ac:spMkLst>
            <pc:docMk/>
            <pc:sldMk cId="258332572" sldId="262"/>
            <ac:spMk id="7" creationId="{7458E336-D80C-3D26-F2CD-036B9FC52EC9}"/>
          </ac:spMkLst>
        </pc:spChg>
        <pc:graphicFrameChg chg="add del mod">
          <ac:chgData name="White (she/her), Whitney" userId="65f39021-2f1d-4d8b-87dc-b123826f65bf" providerId="ADAL" clId="{0222A8B0-00EB-4426-90B7-DF3932EFEBE2}" dt="2023-01-26T07:00:04.079" v="63"/>
          <ac:graphicFrameMkLst>
            <pc:docMk/>
            <pc:sldMk cId="258332572" sldId="262"/>
            <ac:graphicFrameMk id="8" creationId="{AB339D12-2504-B057-3801-47743F7504CD}"/>
          </ac:graphicFrameMkLst>
        </pc:graphicFrameChg>
        <pc:graphicFrameChg chg="add mod modGraphic">
          <ac:chgData name="White (she/her), Whitney" userId="65f39021-2f1d-4d8b-87dc-b123826f65bf" providerId="ADAL" clId="{0222A8B0-00EB-4426-90B7-DF3932EFEBE2}" dt="2023-01-26T07:01:27.817" v="80" actId="1076"/>
          <ac:graphicFrameMkLst>
            <pc:docMk/>
            <pc:sldMk cId="258332572" sldId="262"/>
            <ac:graphicFrameMk id="9" creationId="{613AFE46-5481-075F-75DC-C1686D36DE09}"/>
          </ac:graphicFrameMkLst>
        </pc:graphicFrameChg>
        <pc:picChg chg="del">
          <ac:chgData name="White (she/her), Whitney" userId="65f39021-2f1d-4d8b-87dc-b123826f65bf" providerId="ADAL" clId="{0222A8B0-00EB-4426-90B7-DF3932EFEBE2}" dt="2023-01-26T06:59:51.295" v="53" actId="478"/>
          <ac:picMkLst>
            <pc:docMk/>
            <pc:sldMk cId="258332572" sldId="262"/>
            <ac:picMk id="5" creationId="{DC7D3B62-46B2-43FE-B87C-3AED60C836B8}"/>
          </ac:picMkLst>
        </pc:picChg>
      </pc:sldChg>
      <pc:sldChg chg="del">
        <pc:chgData name="White (she/her), Whitney" userId="65f39021-2f1d-4d8b-87dc-b123826f65bf" providerId="ADAL" clId="{0222A8B0-00EB-4426-90B7-DF3932EFEBE2}" dt="2023-01-26T07:01:29.644" v="81" actId="47"/>
        <pc:sldMkLst>
          <pc:docMk/>
          <pc:sldMk cId="498985592" sldId="263"/>
        </pc:sldMkLst>
      </pc:sldChg>
      <pc:sldChg chg="del">
        <pc:chgData name="White (she/her), Whitney" userId="65f39021-2f1d-4d8b-87dc-b123826f65bf" providerId="ADAL" clId="{0222A8B0-00EB-4426-90B7-DF3932EFEBE2}" dt="2023-01-26T07:01:29.842" v="82" actId="47"/>
        <pc:sldMkLst>
          <pc:docMk/>
          <pc:sldMk cId="4157156871" sldId="268"/>
        </pc:sldMkLst>
      </pc:sldChg>
      <pc:sldChg chg="del">
        <pc:chgData name="White (she/her), Whitney" userId="65f39021-2f1d-4d8b-87dc-b123826f65bf" providerId="ADAL" clId="{0222A8B0-00EB-4426-90B7-DF3932EFEBE2}" dt="2023-01-26T07:01:30.258" v="83" actId="47"/>
        <pc:sldMkLst>
          <pc:docMk/>
          <pc:sldMk cId="818675080" sldId="269"/>
        </pc:sldMkLst>
      </pc:sldChg>
      <pc:sldChg chg="del">
        <pc:chgData name="White (she/her), Whitney" userId="65f39021-2f1d-4d8b-87dc-b123826f65bf" providerId="ADAL" clId="{0222A8B0-00EB-4426-90B7-DF3932EFEBE2}" dt="2023-01-26T07:01:31.018" v="84" actId="47"/>
        <pc:sldMkLst>
          <pc:docMk/>
          <pc:sldMk cId="3968532148" sldId="270"/>
        </pc:sldMkLst>
      </pc:sldChg>
    </pc:docChg>
  </pc:docChgLst>
  <pc:docChgLst>
    <pc:chgData name="White (she/her), Whitney" userId="65f39021-2f1d-4d8b-87dc-b123826f65bf" providerId="ADAL" clId="{97A8789F-27EC-493A-B13E-DB853CC06DF7}"/>
    <pc:docChg chg="undo custSel addSld delSld modSld modSection">
      <pc:chgData name="White (she/her), Whitney" userId="65f39021-2f1d-4d8b-87dc-b123826f65bf" providerId="ADAL" clId="{97A8789F-27EC-493A-B13E-DB853CC06DF7}" dt="2023-01-25T16:02:09.847" v="153" actId="255"/>
      <pc:docMkLst>
        <pc:docMk/>
      </pc:docMkLst>
      <pc:sldChg chg="modSp mod">
        <pc:chgData name="White (she/her), Whitney" userId="65f39021-2f1d-4d8b-87dc-b123826f65bf" providerId="ADAL" clId="{97A8789F-27EC-493A-B13E-DB853CC06DF7}" dt="2023-01-25T15:50:48.729" v="4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97A8789F-27EC-493A-B13E-DB853CC06DF7}" dt="2023-01-25T15:50:48.729" v="4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97A8789F-27EC-493A-B13E-DB853CC06DF7}" dt="2023-01-25T15:50:46.145" v="39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39.745" v="55" actId="115"/>
        <pc:sldMkLst>
          <pc:docMk/>
          <pc:sldMk cId="4071305681" sldId="258"/>
        </pc:sldMkLst>
        <pc:spChg chg="mod">
          <ac:chgData name="White (she/her), Whitney" userId="65f39021-2f1d-4d8b-87dc-b123826f65bf" providerId="ADAL" clId="{97A8789F-27EC-493A-B13E-DB853CC06DF7}" dt="2023-01-25T15:55:39.745" v="55" actId="11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13.133" v="46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97A8789F-27EC-493A-B13E-DB853CC06DF7}" dt="2023-01-25T15:55:13.133" v="4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6:02:09.847" v="153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97A8789F-27EC-493A-B13E-DB853CC06DF7}" dt="2023-01-25T16:02:09.847" v="15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97A8789F-27EC-493A-B13E-DB853CC06DF7}" dt="2023-01-25T15:56:07.346" v="56" actId="2696"/>
        <pc:sldMkLst>
          <pc:docMk/>
          <pc:sldMk cId="3054216349" sldId="261"/>
        </pc:sldMkLst>
      </pc:sldChg>
      <pc:sldChg chg="modSp mod">
        <pc:chgData name="White (she/her), Whitney" userId="65f39021-2f1d-4d8b-87dc-b123826f65bf" providerId="ADAL" clId="{97A8789F-27EC-493A-B13E-DB853CC06DF7}" dt="2023-01-25T15:57:06.140" v="127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97A8789F-27EC-493A-B13E-DB853CC06DF7}" dt="2023-01-25T15:56:37.477" v="91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97A8789F-27EC-493A-B13E-DB853CC06DF7}" dt="2023-01-25T15:57:06.140" v="127" actId="1076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97A8789F-27EC-493A-B13E-DB853CC06DF7}" dt="2023-01-25T15:57:09.888" v="128" actId="47"/>
        <pc:sldMkLst>
          <pc:docMk/>
          <pc:sldMk cId="2234076779" sldId="264"/>
        </pc:sldMkLst>
      </pc:sldChg>
      <pc:sldChg chg="del">
        <pc:chgData name="White (she/her), Whitney" userId="65f39021-2f1d-4d8b-87dc-b123826f65bf" providerId="ADAL" clId="{97A8789F-27EC-493A-B13E-DB853CC06DF7}" dt="2023-01-25T15:57:11.200" v="129" actId="47"/>
        <pc:sldMkLst>
          <pc:docMk/>
          <pc:sldMk cId="3746039917" sldId="265"/>
        </pc:sldMkLst>
      </pc:sldChg>
      <pc:sldChg chg="del">
        <pc:chgData name="White (she/her), Whitney" userId="65f39021-2f1d-4d8b-87dc-b123826f65bf" providerId="ADAL" clId="{97A8789F-27EC-493A-B13E-DB853CC06DF7}" dt="2023-01-25T16:01:47.111" v="141" actId="47"/>
        <pc:sldMkLst>
          <pc:docMk/>
          <pc:sldMk cId="2877505278" sldId="266"/>
        </pc:sldMkLst>
      </pc:sldChg>
      <pc:sldChg chg="del">
        <pc:chgData name="White (she/her), Whitney" userId="65f39021-2f1d-4d8b-87dc-b123826f65bf" providerId="ADAL" clId="{97A8789F-27EC-493A-B13E-DB853CC06DF7}" dt="2023-01-25T16:01:47.573" v="142" actId="47"/>
        <pc:sldMkLst>
          <pc:docMk/>
          <pc:sldMk cId="3055683484" sldId="267"/>
        </pc:sldMkLst>
      </pc:sldChg>
      <pc:sldChg chg="modSp add mod">
        <pc:chgData name="White (she/her), Whitney" userId="65f39021-2f1d-4d8b-87dc-b123826f65bf" providerId="ADAL" clId="{97A8789F-27EC-493A-B13E-DB853CC06DF7}" dt="2023-01-25T15:57:26.871" v="133" actId="255"/>
        <pc:sldMkLst>
          <pc:docMk/>
          <pc:sldMk cId="4157156871" sldId="268"/>
        </pc:sldMkLst>
        <pc:graphicFrameChg chg="mod modGraphic">
          <ac:chgData name="White (she/her), Whitney" userId="65f39021-2f1d-4d8b-87dc-b123826f65bf" providerId="ADAL" clId="{97A8789F-27EC-493A-B13E-DB853CC06DF7}" dt="2023-01-25T15:57:26.871" v="133" actId="255"/>
          <ac:graphicFrameMkLst>
            <pc:docMk/>
            <pc:sldMk cId="4157156871" sldId="268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97A8789F-27EC-493A-B13E-DB853CC06DF7}" dt="2023-01-25T15:57:52.991" v="135" actId="255"/>
        <pc:sldMkLst>
          <pc:docMk/>
          <pc:sldMk cId="818675080" sldId="269"/>
        </pc:sldMkLst>
        <pc:graphicFrameChg chg="mod modGraphic">
          <ac:chgData name="White (she/her), Whitney" userId="65f39021-2f1d-4d8b-87dc-b123826f65bf" providerId="ADAL" clId="{97A8789F-27EC-493A-B13E-DB853CC06DF7}" dt="2023-01-25T15:57:52.991" v="135" actId="255"/>
          <ac:graphicFrameMkLst>
            <pc:docMk/>
            <pc:sldMk cId="818675080" sldId="269"/>
            <ac:graphicFrameMk id="7" creationId="{5FDD475B-C6CC-4B8A-BF1E-CC6CB3E6FF61}"/>
          </ac:graphicFrameMkLst>
        </pc:graphicFrameChg>
      </pc:sldChg>
      <pc:sldChg chg="new del">
        <pc:chgData name="White (she/her), Whitney" userId="65f39021-2f1d-4d8b-87dc-b123826f65bf" providerId="ADAL" clId="{97A8789F-27EC-493A-B13E-DB853CC06DF7}" dt="2023-01-25T15:57:57.447" v="137" actId="680"/>
        <pc:sldMkLst>
          <pc:docMk/>
          <pc:sldMk cId="3626793949" sldId="270"/>
        </pc:sldMkLst>
      </pc:sldChg>
      <pc:sldChg chg="modSp add mod">
        <pc:chgData name="White (she/her), Whitney" userId="65f39021-2f1d-4d8b-87dc-b123826f65bf" providerId="ADAL" clId="{97A8789F-27EC-493A-B13E-DB853CC06DF7}" dt="2023-01-25T15:58:08.941" v="140" actId="255"/>
        <pc:sldMkLst>
          <pc:docMk/>
          <pc:sldMk cId="3968532148" sldId="270"/>
        </pc:sldMkLst>
        <pc:graphicFrameChg chg="mod modGraphic">
          <ac:chgData name="White (she/her), Whitney" userId="65f39021-2f1d-4d8b-87dc-b123826f65bf" providerId="ADAL" clId="{97A8789F-27EC-493A-B13E-DB853CC06DF7}" dt="2023-01-25T15:58:08.941" v="140" actId="255"/>
          <ac:graphicFrameMkLst>
            <pc:docMk/>
            <pc:sldMk cId="3968532148" sldId="270"/>
            <ac:graphicFrameMk id="7" creationId="{5FDD475B-C6CC-4B8A-BF1E-CC6CB3E6FF61}"/>
          </ac:graphicFrameMkLst>
        </pc:graphicFrame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UDL Capstone Lesson |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F65E8-10D7-5B42-1B7C-2CB78AE9D610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7F, 10A, 10B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Deliver a lesson from HQIM that incorporates guidelines for UDL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Give and receive feedback on lesson delivery and use of UDL guidelines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Analyze the use of the UDL guidelines in a lesson.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Based on the feedback you received yesterday, what is your goal for delivering your lesson?</a:t>
            </a:r>
            <a:endParaRPr lang="en-US" sz="54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4B95AC-55E5-375A-9B01-D0982E924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Norms	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13AFE46-5481-075F-75DC-C1686D36DE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902435"/>
              </p:ext>
            </p:extLst>
          </p:nvPr>
        </p:nvGraphicFramePr>
        <p:xfrm>
          <a:off x="2189923" y="1535938"/>
          <a:ext cx="7792277" cy="4820412"/>
        </p:xfrm>
        <a:graphic>
          <a:graphicData uri="http://schemas.openxmlformats.org/drawingml/2006/table">
            <a:tbl>
              <a:tblPr firstRow="1" firstCol="1" bandRow="1"/>
              <a:tblGrid>
                <a:gridCol w="3721149">
                  <a:extLst>
                    <a:ext uri="{9D8B030D-6E8A-4147-A177-3AD203B41FA5}">
                      <a16:colId xmlns:a16="http://schemas.microsoft.com/office/drawing/2014/main" val="3949312006"/>
                    </a:ext>
                  </a:extLst>
                </a:gridCol>
                <a:gridCol w="4071128">
                  <a:extLst>
                    <a:ext uri="{9D8B030D-6E8A-4147-A177-3AD203B41FA5}">
                      <a16:colId xmlns:a16="http://schemas.microsoft.com/office/drawing/2014/main" val="4181471770"/>
                    </a:ext>
                  </a:extLst>
                </a:gridCol>
              </a:tblGrid>
              <a:tr h="2299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Norms for Teacher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Norms for role-playing students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111580"/>
                  </a:ext>
                </a:extLst>
              </a:tr>
              <a:tr h="3453822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Take teaching seriously and stay “in character.”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Talk to your students in a grade appropriate way.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Take time to prepare.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Forgive yourself if at first it seems hard.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Take being a student seriously and stay “in character.”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Actively respond to the teacher’s prompts and questions.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Don’t act out or intentionally misbehave.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Remember you are a third grader – the content may seem easy to you.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Extend kindness to your teacher if at first they have trouble taking on the teaching role.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5660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Did you meet the goal that you set during the bell ringer? Explain your answer.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how the UDL guidelines were incorporated in the lessons you experienced today as a student by answering the following two questions: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UDL guidelines were used?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did the use of the UDL guidelines help build your understanding?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79</TotalTime>
  <Words>268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8.16</vt:lpstr>
      <vt:lpstr>TEKS Standards &amp; Objectives</vt:lpstr>
      <vt:lpstr>Bellringer</vt:lpstr>
      <vt:lpstr>Norms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8.16: UDL Capstone Lesson | Part II</dc:title>
  <dc:subject>Lesson 8.16: UDL Capstone Lesson | Part II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2023-08-31T05:19:35Z</dcterms:modified>
</cp:coreProperties>
</file>
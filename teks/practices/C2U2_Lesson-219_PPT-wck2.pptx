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00"/>
    <a:srgbClr val="FF0000"/>
    <a:srgbClr val="78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4176C-0D59-4023-93C4-D35B9B6A0326}" v="1" dt="2023-08-31T01:31:00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3D277E00-5995-43B8-AC32-862B15D901C5}"/>
    <pc:docChg chg="undo custSel modSld">
      <pc:chgData name="White, Whitney" userId="65f39021-2f1d-4d8b-87dc-b123826f65bf" providerId="ADAL" clId="{3D277E00-5995-43B8-AC32-862B15D901C5}" dt="2022-08-03T19:37:39.638" v="241" actId="20577"/>
      <pc:docMkLst>
        <pc:docMk/>
      </pc:docMkLst>
      <pc:sldChg chg="modSp mod">
        <pc:chgData name="White, Whitney" userId="65f39021-2f1d-4d8b-87dc-b123826f65bf" providerId="ADAL" clId="{3D277E00-5995-43B8-AC32-862B15D901C5}" dt="2022-08-03T19:25:48.064" v="33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3D277E00-5995-43B8-AC32-862B15D901C5}" dt="2022-08-03T19:25:48.064" v="3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3D277E00-5995-43B8-AC32-862B15D901C5}" dt="2022-08-03T19:25:05.069" v="2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3D277E00-5995-43B8-AC32-862B15D901C5}" dt="2022-08-03T19:27:15.178" v="60" actId="403"/>
        <pc:sldMkLst>
          <pc:docMk/>
          <pc:sldMk cId="4071305681" sldId="258"/>
        </pc:sldMkLst>
        <pc:spChg chg="mod">
          <ac:chgData name="White, Whitney" userId="65f39021-2f1d-4d8b-87dc-b123826f65bf" providerId="ADAL" clId="{3D277E00-5995-43B8-AC32-862B15D901C5}" dt="2022-08-03T19:27:15.178" v="60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3D277E00-5995-43B8-AC32-862B15D901C5}" dt="2022-08-03T19:26:22.017" v="56" actId="255"/>
        <pc:sldMkLst>
          <pc:docMk/>
          <pc:sldMk cId="2772527113" sldId="259"/>
        </pc:sldMkLst>
        <pc:spChg chg="mod">
          <ac:chgData name="White, Whitney" userId="65f39021-2f1d-4d8b-87dc-b123826f65bf" providerId="ADAL" clId="{3D277E00-5995-43B8-AC32-862B15D901C5}" dt="2022-08-03T19:26:22.017" v="5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3D277E00-5995-43B8-AC32-862B15D901C5}" dt="2022-08-03T19:37:39.638" v="241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3D277E00-5995-43B8-AC32-862B15D901C5}" dt="2022-08-03T19:37:39.638" v="241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3D277E00-5995-43B8-AC32-862B15D901C5}" dt="2022-08-03T19:28:08.021" v="73" actId="14100"/>
        <pc:sldMkLst>
          <pc:docMk/>
          <pc:sldMk cId="3054216349" sldId="261"/>
        </pc:sldMkLst>
        <pc:spChg chg="del">
          <ac:chgData name="White, Whitney" userId="65f39021-2f1d-4d8b-87dc-b123826f65bf" providerId="ADAL" clId="{3D277E00-5995-43B8-AC32-862B15D901C5}" dt="2022-08-03T19:27:34.437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3D277E00-5995-43B8-AC32-862B15D901C5}" dt="2022-08-03T19:28:08.021" v="73" actId="14100"/>
          <ac:graphicFrameMkLst>
            <pc:docMk/>
            <pc:sldMk cId="3054216349" sldId="261"/>
            <ac:graphicFrameMk id="5" creationId="{4A86C3E8-F5EE-4E10-B0EC-84CDDDD8E375}"/>
          </ac:graphicFrameMkLst>
        </pc:graphicFrameChg>
      </pc:sldChg>
      <pc:sldChg chg="modSp mod">
        <pc:chgData name="White, Whitney" userId="65f39021-2f1d-4d8b-87dc-b123826f65bf" providerId="ADAL" clId="{3D277E00-5995-43B8-AC32-862B15D901C5}" dt="2022-08-03T19:36:47.203" v="238" actId="403"/>
        <pc:sldMkLst>
          <pc:docMk/>
          <pc:sldMk cId="4170921578" sldId="262"/>
        </pc:sldMkLst>
        <pc:spChg chg="mod">
          <ac:chgData name="White, Whitney" userId="65f39021-2f1d-4d8b-87dc-b123826f65bf" providerId="ADAL" clId="{3D277E00-5995-43B8-AC32-862B15D901C5}" dt="2022-08-03T19:36:30.404" v="234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3D277E00-5995-43B8-AC32-862B15D901C5}" dt="2022-08-03T19:36:47.203" v="238" actId="403"/>
          <ac:spMkLst>
            <pc:docMk/>
            <pc:sldMk cId="4170921578" sldId="262"/>
            <ac:spMk id="3" creationId="{79FFCA46-4155-4484-8350-F1E0B95F6088}"/>
          </ac:spMkLst>
        </pc:spChg>
      </pc:sldChg>
      <pc:sldChg chg="addSp delSp modSp mod">
        <pc:chgData name="White, Whitney" userId="65f39021-2f1d-4d8b-87dc-b123826f65bf" providerId="ADAL" clId="{3D277E00-5995-43B8-AC32-862B15D901C5}" dt="2022-08-03T19:35:51.502" v="206" actId="122"/>
        <pc:sldMkLst>
          <pc:docMk/>
          <pc:sldMk cId="1163931679" sldId="263"/>
        </pc:sldMkLst>
        <pc:spChg chg="mod">
          <ac:chgData name="White, Whitney" userId="65f39021-2f1d-4d8b-87dc-b123826f65bf" providerId="ADAL" clId="{3D277E00-5995-43B8-AC32-862B15D901C5}" dt="2022-08-03T19:35:38.355" v="204" actId="20577"/>
          <ac:spMkLst>
            <pc:docMk/>
            <pc:sldMk cId="1163931679" sldId="263"/>
            <ac:spMk id="2" creationId="{531ECDB3-7F62-4124-A1E9-E48D699D2427}"/>
          </ac:spMkLst>
        </pc:spChg>
        <pc:spChg chg="add del">
          <ac:chgData name="White, Whitney" userId="65f39021-2f1d-4d8b-87dc-b123826f65bf" providerId="ADAL" clId="{3D277E00-5995-43B8-AC32-862B15D901C5}" dt="2022-08-03T19:33:40.606" v="142"/>
          <ac:spMkLst>
            <pc:docMk/>
            <pc:sldMk cId="1163931679" sldId="263"/>
            <ac:spMk id="3" creationId="{012C84E3-4C09-4253-8964-13B9C34E5E48}"/>
          </ac:spMkLst>
        </pc:spChg>
        <pc:spChg chg="add del mod">
          <ac:chgData name="White, Whitney" userId="65f39021-2f1d-4d8b-87dc-b123826f65bf" providerId="ADAL" clId="{3D277E00-5995-43B8-AC32-862B15D901C5}" dt="2022-08-03T19:34:03.946" v="144" actId="478"/>
          <ac:spMkLst>
            <pc:docMk/>
            <pc:sldMk cId="1163931679" sldId="263"/>
            <ac:spMk id="8" creationId="{35917E33-C9A5-46A1-8A7C-84D413FCDDB5}"/>
          </ac:spMkLst>
        </pc:spChg>
        <pc:graphicFrameChg chg="add del mod">
          <ac:chgData name="White, Whitney" userId="65f39021-2f1d-4d8b-87dc-b123826f65bf" providerId="ADAL" clId="{3D277E00-5995-43B8-AC32-862B15D901C5}" dt="2022-08-03T19:33:38.318" v="141"/>
          <ac:graphicFrameMkLst>
            <pc:docMk/>
            <pc:sldMk cId="1163931679" sldId="263"/>
            <ac:graphicFrameMk id="5" creationId="{AF0F5741-0A4A-4916-926E-981E3F50BAE1}"/>
          </ac:graphicFrameMkLst>
        </pc:graphicFrameChg>
        <pc:graphicFrameChg chg="add del mod modGraphic">
          <ac:chgData name="White, Whitney" userId="65f39021-2f1d-4d8b-87dc-b123826f65bf" providerId="ADAL" clId="{3D277E00-5995-43B8-AC32-862B15D901C5}" dt="2022-08-03T19:35:51.502" v="206" actId="122"/>
          <ac:graphicFrameMkLst>
            <pc:docMk/>
            <pc:sldMk cId="1163931679" sldId="263"/>
            <ac:graphicFrameMk id="6" creationId="{658E7A82-E726-4854-A1D6-8DC8415245A5}"/>
          </ac:graphicFrameMkLst>
        </pc:graphicFrameChg>
      </pc:sldChg>
      <pc:sldChg chg="modSp mod">
        <pc:chgData name="White, Whitney" userId="65f39021-2f1d-4d8b-87dc-b123826f65bf" providerId="ADAL" clId="{3D277E00-5995-43B8-AC32-862B15D901C5}" dt="2022-08-03T19:30:51.236" v="114" actId="27636"/>
        <pc:sldMkLst>
          <pc:docMk/>
          <pc:sldMk cId="3493109116" sldId="264"/>
        </pc:sldMkLst>
        <pc:spChg chg="mod">
          <ac:chgData name="White, Whitney" userId="65f39021-2f1d-4d8b-87dc-b123826f65bf" providerId="ADAL" clId="{3D277E00-5995-43B8-AC32-862B15D901C5}" dt="2022-08-03T19:30:46.031" v="110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3D277E00-5995-43B8-AC32-862B15D901C5}" dt="2022-08-03T19:30:51.236" v="114" actId="27636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3774176C-0D59-4023-93C4-D35B9B6A0326}"/>
    <pc:docChg chg="modSld">
      <pc:chgData name="White (she/her), Whitney" userId="65f39021-2f1d-4d8b-87dc-b123826f65bf" providerId="ADAL" clId="{3774176C-0D59-4023-93C4-D35B9B6A0326}" dt="2023-08-31T01:31:03.612" v="2" actId="1076"/>
      <pc:docMkLst>
        <pc:docMk/>
      </pc:docMkLst>
      <pc:sldChg chg="addSp modSp mod">
        <pc:chgData name="White (she/her), Whitney" userId="65f39021-2f1d-4d8b-87dc-b123826f65bf" providerId="ADAL" clId="{3774176C-0D59-4023-93C4-D35B9B6A0326}" dt="2023-08-31T01:31:03.612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3774176C-0D59-4023-93C4-D35B9B6A0326}" dt="2023-08-31T01:30:59.137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3774176C-0D59-4023-93C4-D35B9B6A0326}" dt="2023-08-31T01:31:03.612" v="2" actId="1076"/>
          <ac:spMkLst>
            <pc:docMk/>
            <pc:sldMk cId="1482277026" sldId="256"/>
            <ac:spMk id="4" creationId="{992E46B9-B33E-83D6-010D-F117E1082BBF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WHB2TGsclU" TargetMode="External"/><Relationship Id="rId2" Type="http://schemas.openxmlformats.org/officeDocument/2006/relationships/hyperlink" Target="https://www.youtube.com/watch?v=JYu6uTTwHw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Positive Reinforcement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E46B9-B33E-83D6-010D-F117E1082BBF}"/>
              </a:ext>
            </a:extLst>
          </p:cNvPr>
          <p:cNvSpPr txBox="1"/>
          <p:nvPr/>
        </p:nvSpPr>
        <p:spPr>
          <a:xfrm>
            <a:off x="0" y="6430161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dentify and apply effective behavior management techniques 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</a:rPr>
              <a:t>dentify and practice key elements of positive reinforcement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Read the statements below and determine whether or not you believe each to be true. Place a check in the appropriate column and be prepared to compare answers with a partner.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86C3E8-F5EE-4E10-B0EC-84CDDDD8E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910483"/>
              </p:ext>
            </p:extLst>
          </p:nvPr>
        </p:nvGraphicFramePr>
        <p:xfrm>
          <a:off x="1437860" y="1690688"/>
          <a:ext cx="9495183" cy="4060754"/>
        </p:xfrm>
        <a:graphic>
          <a:graphicData uri="http://schemas.openxmlformats.org/drawingml/2006/table">
            <a:tbl>
              <a:tblPr firstRow="1" firstCol="1" bandRow="1"/>
              <a:tblGrid>
                <a:gridCol w="2654910">
                  <a:extLst>
                    <a:ext uri="{9D8B030D-6E8A-4147-A177-3AD203B41FA5}">
                      <a16:colId xmlns:a16="http://schemas.microsoft.com/office/drawing/2014/main" val="4116832939"/>
                    </a:ext>
                  </a:extLst>
                </a:gridCol>
                <a:gridCol w="6840273">
                  <a:extLst>
                    <a:ext uri="{9D8B030D-6E8A-4147-A177-3AD203B41FA5}">
                      <a16:colId xmlns:a16="http://schemas.microsoft.com/office/drawing/2014/main" val="3548982131"/>
                    </a:ext>
                  </a:extLst>
                </a:gridCol>
              </a:tblGrid>
              <a:tr h="5646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Vocabulary</a:t>
                      </a:r>
                      <a:endParaRPr lang="en-US" sz="2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28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395065"/>
                  </a:ext>
                </a:extLst>
              </a:tr>
              <a:tr h="11785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Positive Reinforcement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Feedback to students that follows a desired behavior and increases the likelihood that the behavior will be repeated. 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635226"/>
                  </a:ext>
                </a:extLst>
              </a:tr>
              <a:tr h="7656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Praise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When work or behavior exceeds expectations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93142"/>
                  </a:ext>
                </a:extLst>
              </a:tr>
              <a:tr h="7656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Acknowledgement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When work or behavior meets expectations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996775"/>
                  </a:ext>
                </a:extLst>
              </a:tr>
              <a:tr h="7862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Traits</a:t>
                      </a:r>
                      <a:endParaRPr lang="en-US" sz="2400" i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distinguishing quality or characteristic; personal character</a:t>
                      </a:r>
                      <a:endParaRPr lang="en-US" sz="240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1312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Positive reinforcement may include: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lnSpc>
                <a:spcPct val="200000"/>
              </a:lnSpc>
              <a:spcBef>
                <a:spcPts val="0"/>
              </a:spcBef>
            </a:pP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praise and </a:t>
            </a: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nonverbal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communication (e.g., smile, nod, thumbs up)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attention (e.g., a conversation, special time with the teacher or a peer)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tangibles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such as stickers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activities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or </a:t>
            </a: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privileges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such as playing a game, sitting in a special place in the class, drawing, etc.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i="1" u="sng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fontAlgn="base">
              <a:lnSpc>
                <a:spcPct val="107000"/>
              </a:lnSpc>
              <a:spcBef>
                <a:spcPts val="0"/>
              </a:spcBef>
            </a:pPr>
            <a:r>
              <a:rPr lang="en-US" sz="2600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secondary</a:t>
            </a:r>
            <a:r>
              <a:rPr lang="en-US" sz="2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positive reinforcements (such as checkmarks, tokens or money) for students to use toward a reward.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Elements of Positive Reinforcement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58E7A82-E726-4854-A1D6-8DC841524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2659116"/>
              </p:ext>
            </p:extLst>
          </p:nvPr>
        </p:nvGraphicFramePr>
        <p:xfrm>
          <a:off x="902804" y="1498347"/>
          <a:ext cx="10386391" cy="4934341"/>
        </p:xfrm>
        <a:graphic>
          <a:graphicData uri="http://schemas.openxmlformats.org/drawingml/2006/table">
            <a:tbl>
              <a:tblPr firstRow="1" firstCol="1" bandRow="1"/>
              <a:tblGrid>
                <a:gridCol w="2895803">
                  <a:extLst>
                    <a:ext uri="{9D8B030D-6E8A-4147-A177-3AD203B41FA5}">
                      <a16:colId xmlns:a16="http://schemas.microsoft.com/office/drawing/2014/main" val="3922712348"/>
                    </a:ext>
                  </a:extLst>
                </a:gridCol>
                <a:gridCol w="7490588">
                  <a:extLst>
                    <a:ext uri="{9D8B030D-6E8A-4147-A177-3AD203B41FA5}">
                      <a16:colId xmlns:a16="http://schemas.microsoft.com/office/drawing/2014/main" val="1502744331"/>
                    </a:ext>
                  </a:extLst>
                </a:gridCol>
              </a:tblGrid>
              <a:tr h="4583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Key Element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410726"/>
                  </a:ext>
                </a:extLst>
              </a:tr>
              <a:tr h="9931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Reinforce actions, not traits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Praise actions (what a student does), not traits (personal character) to identify actions that students can and should replicate.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713987"/>
                  </a:ext>
                </a:extLst>
              </a:tr>
              <a:tr h="9629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Offer objective-aligned praise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align positive reinforcement to the learning objectives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004562"/>
                  </a:ext>
                </a:extLst>
              </a:tr>
              <a:tr h="10485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Differentiate Acknowledgement from Praise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Acknowledgement is what you use when a student meets your expectation. Praise is what you use when a student exceeds your expectations.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587379"/>
                  </a:ext>
                </a:extLst>
              </a:tr>
              <a:tr h="1139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Modulate and vary your delivery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vary the setting (public or private) and the volume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230" marR="4523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0184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Videos: Precise Praise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Precise Praise #2: Ms. Lewis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Precise Praise #2: Mr. </a:t>
            </a:r>
            <a:r>
              <a:rPr lang="en-US" i="1" u="sng" dirty="0" err="1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Javsicas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Read each example statement and decide if it is an example of positive reinforcement or a nonexample</a:t>
            </a: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Explain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your reasoning. Choose 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one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nonexample and revise the statement to include positive reinforcement.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389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2.19</vt:lpstr>
      <vt:lpstr>TEKS Standards &amp; Objectives</vt:lpstr>
      <vt:lpstr>Bellringer</vt:lpstr>
      <vt:lpstr>Vocabulary</vt:lpstr>
      <vt:lpstr>Positive reinforcement may include:</vt:lpstr>
      <vt:lpstr>Elements of Positive Reinforcement</vt:lpstr>
      <vt:lpstr>Videos: Precise Praise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2.19: Positive Reinforcement</dc:title>
  <dc:subject>Lesson 2.19: Positive Reinforcement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2023-08-31T01:31:09Z</dcterms:modified>
</cp:coreProperties>
</file>
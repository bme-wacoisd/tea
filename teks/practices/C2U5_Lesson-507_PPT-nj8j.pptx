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59" r:id="rId3"/>
    <p:sldId id="258" r:id="rId4"/>
    <p:sldId id="261" r:id="rId5"/>
    <p:sldId id="264" r:id="rId6"/>
    <p:sldId id="263" r:id="rId7"/>
    <p:sldId id="262" r:id="rId8"/>
    <p:sldId id="265" r:id="rId9"/>
    <p:sldId id="260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780000"/>
    <a:srgbClr val="000000"/>
    <a:srgbClr val="00780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4652C33-BDC9-449C-95B1-F95495BC523C}" v="2" dt="2022-10-10T01:31:04.456"/>
    <p1510:client id="{F6D0F594-EC1E-4E0D-9D21-77335D8CA7AC}" v="3" dt="2022-10-10T02:05:51.94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14" autoAdjust="0"/>
  </p:normalViewPr>
  <p:slideViewPr>
    <p:cSldViewPr snapToGrid="0">
      <p:cViewPr varScale="1">
        <p:scale>
          <a:sx n="108" d="100"/>
          <a:sy n="108" d="100"/>
        </p:scale>
        <p:origin x="510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hite (she/her), Whitney" userId="65f39021-2f1d-4d8b-87dc-b123826f65bf" providerId="ADAL" clId="{94652C33-BDC9-449C-95B1-F95495BC523C}"/>
    <pc:docChg chg="undo custSel addSld modSld">
      <pc:chgData name="White (she/her), Whitney" userId="65f39021-2f1d-4d8b-87dc-b123826f65bf" providerId="ADAL" clId="{94652C33-BDC9-449C-95B1-F95495BC523C}" dt="2022-10-10T01:39:27.440" v="409" actId="403"/>
      <pc:docMkLst>
        <pc:docMk/>
      </pc:docMkLst>
      <pc:sldChg chg="addSp modSp mod modClrScheme chgLayout">
        <pc:chgData name="White (she/her), Whitney" userId="65f39021-2f1d-4d8b-87dc-b123826f65bf" providerId="ADAL" clId="{94652C33-BDC9-449C-95B1-F95495BC523C}" dt="2022-10-10T01:30:53.291" v="61" actId="20577"/>
        <pc:sldMkLst>
          <pc:docMk/>
          <pc:sldMk cId="4071305681" sldId="258"/>
        </pc:sldMkLst>
        <pc:spChg chg="mod">
          <ac:chgData name="White (she/her), Whitney" userId="65f39021-2f1d-4d8b-87dc-b123826f65bf" providerId="ADAL" clId="{94652C33-BDC9-449C-95B1-F95495BC523C}" dt="2022-10-10T01:29:23.558" v="24" actId="26606"/>
          <ac:spMkLst>
            <pc:docMk/>
            <pc:sldMk cId="4071305681" sldId="258"/>
            <ac:spMk id="2" creationId="{2F03F004-EE4F-44F2-AA0E-56B8CFF11342}"/>
          </ac:spMkLst>
        </pc:spChg>
        <pc:spChg chg="mod">
          <ac:chgData name="White (she/her), Whitney" userId="65f39021-2f1d-4d8b-87dc-b123826f65bf" providerId="ADAL" clId="{94652C33-BDC9-449C-95B1-F95495BC523C}" dt="2022-10-10T01:30:53.291" v="61" actId="20577"/>
          <ac:spMkLst>
            <pc:docMk/>
            <pc:sldMk cId="4071305681" sldId="258"/>
            <ac:spMk id="3" creationId="{392BE286-77A6-49DD-B15D-7E4718D52FE7}"/>
          </ac:spMkLst>
        </pc:spChg>
        <pc:spChg chg="mod ord">
          <ac:chgData name="White (she/her), Whitney" userId="65f39021-2f1d-4d8b-87dc-b123826f65bf" providerId="ADAL" clId="{94652C33-BDC9-449C-95B1-F95495BC523C}" dt="2022-10-10T01:29:23.558" v="24" actId="26606"/>
          <ac:spMkLst>
            <pc:docMk/>
            <pc:sldMk cId="4071305681" sldId="258"/>
            <ac:spMk id="4" creationId="{2DC7D18A-F106-4CA1-A59B-DE4084E585CF}"/>
          </ac:spMkLst>
        </pc:spChg>
        <pc:picChg chg="add mod ord">
          <ac:chgData name="White (she/her), Whitney" userId="65f39021-2f1d-4d8b-87dc-b123826f65bf" providerId="ADAL" clId="{94652C33-BDC9-449C-95B1-F95495BC523C}" dt="2022-10-10T01:29:23.558" v="24" actId="26606"/>
          <ac:picMkLst>
            <pc:docMk/>
            <pc:sldMk cId="4071305681" sldId="258"/>
            <ac:picMk id="5" creationId="{0A0F2502-1B00-4672-B24B-2F42A3A422D8}"/>
          </ac:picMkLst>
        </pc:picChg>
      </pc:sldChg>
      <pc:sldChg chg="modSp mod">
        <pc:chgData name="White (she/her), Whitney" userId="65f39021-2f1d-4d8b-87dc-b123826f65bf" providerId="ADAL" clId="{94652C33-BDC9-449C-95B1-F95495BC523C}" dt="2022-10-10T01:28:40.291" v="16" actId="403"/>
        <pc:sldMkLst>
          <pc:docMk/>
          <pc:sldMk cId="2772527113" sldId="259"/>
        </pc:sldMkLst>
        <pc:spChg chg="mod">
          <ac:chgData name="White (she/her), Whitney" userId="65f39021-2f1d-4d8b-87dc-b123826f65bf" providerId="ADAL" clId="{94652C33-BDC9-449C-95B1-F95495BC523C}" dt="2022-10-10T01:28:40.291" v="16" actId="403"/>
          <ac:spMkLst>
            <pc:docMk/>
            <pc:sldMk cId="2772527113" sldId="259"/>
            <ac:spMk id="3" creationId="{8CE08C7F-0286-423B-92F7-DEB89F31111A}"/>
          </ac:spMkLst>
        </pc:spChg>
      </pc:sldChg>
      <pc:sldChg chg="modSp mod">
        <pc:chgData name="White (she/her), Whitney" userId="65f39021-2f1d-4d8b-87dc-b123826f65bf" providerId="ADAL" clId="{94652C33-BDC9-449C-95B1-F95495BC523C}" dt="2022-10-10T01:39:27.440" v="409" actId="403"/>
        <pc:sldMkLst>
          <pc:docMk/>
          <pc:sldMk cId="2147408764" sldId="260"/>
        </pc:sldMkLst>
        <pc:spChg chg="mod">
          <ac:chgData name="White (she/her), Whitney" userId="65f39021-2f1d-4d8b-87dc-b123826f65bf" providerId="ADAL" clId="{94652C33-BDC9-449C-95B1-F95495BC523C}" dt="2022-10-10T01:39:27.440" v="409" actId="403"/>
          <ac:spMkLst>
            <pc:docMk/>
            <pc:sldMk cId="2147408764" sldId="260"/>
            <ac:spMk id="3" creationId="{49F2A5AF-3C0B-4968-A438-E435325199EA}"/>
          </ac:spMkLst>
        </pc:spChg>
      </pc:sldChg>
      <pc:sldChg chg="addSp delSp modSp mod">
        <pc:chgData name="White (she/her), Whitney" userId="65f39021-2f1d-4d8b-87dc-b123826f65bf" providerId="ADAL" clId="{94652C33-BDC9-449C-95B1-F95495BC523C}" dt="2022-10-10T01:31:33.916" v="68" actId="14100"/>
        <pc:sldMkLst>
          <pc:docMk/>
          <pc:sldMk cId="3054216349" sldId="261"/>
        </pc:sldMkLst>
        <pc:spChg chg="del mod">
          <ac:chgData name="White (she/her), Whitney" userId="65f39021-2f1d-4d8b-87dc-b123826f65bf" providerId="ADAL" clId="{94652C33-BDC9-449C-95B1-F95495BC523C}" dt="2022-10-10T01:31:04.455" v="63"/>
          <ac:spMkLst>
            <pc:docMk/>
            <pc:sldMk cId="3054216349" sldId="261"/>
            <ac:spMk id="3" creationId="{AE13FDB6-F093-4D9E-B14E-3D7DB894C34C}"/>
          </ac:spMkLst>
        </pc:spChg>
        <pc:graphicFrameChg chg="add mod modGraphic">
          <ac:chgData name="White (she/her), Whitney" userId="65f39021-2f1d-4d8b-87dc-b123826f65bf" providerId="ADAL" clId="{94652C33-BDC9-449C-95B1-F95495BC523C}" dt="2022-10-10T01:31:33.916" v="68" actId="14100"/>
          <ac:graphicFrameMkLst>
            <pc:docMk/>
            <pc:sldMk cId="3054216349" sldId="261"/>
            <ac:graphicFrameMk id="5" creationId="{D3D1C22B-B73C-46C4-965D-E1CBFA0F4D71}"/>
          </ac:graphicFrameMkLst>
        </pc:graphicFrameChg>
      </pc:sldChg>
      <pc:sldChg chg="modSp mod">
        <pc:chgData name="White (she/her), Whitney" userId="65f39021-2f1d-4d8b-87dc-b123826f65bf" providerId="ADAL" clId="{94652C33-BDC9-449C-95B1-F95495BC523C}" dt="2022-10-10T01:37:01.324" v="357" actId="20577"/>
        <pc:sldMkLst>
          <pc:docMk/>
          <pc:sldMk cId="4170921578" sldId="262"/>
        </pc:sldMkLst>
        <pc:spChg chg="mod">
          <ac:chgData name="White (she/her), Whitney" userId="65f39021-2f1d-4d8b-87dc-b123826f65bf" providerId="ADAL" clId="{94652C33-BDC9-449C-95B1-F95495BC523C}" dt="2022-10-10T01:35:54.871" v="178" actId="13926"/>
          <ac:spMkLst>
            <pc:docMk/>
            <pc:sldMk cId="4170921578" sldId="262"/>
            <ac:spMk id="2" creationId="{A7DAC820-49EE-4F41-8B1F-B9E33FF6BE24}"/>
          </ac:spMkLst>
        </pc:spChg>
        <pc:spChg chg="mod">
          <ac:chgData name="White (she/her), Whitney" userId="65f39021-2f1d-4d8b-87dc-b123826f65bf" providerId="ADAL" clId="{94652C33-BDC9-449C-95B1-F95495BC523C}" dt="2022-10-10T01:37:01.324" v="357" actId="20577"/>
          <ac:spMkLst>
            <pc:docMk/>
            <pc:sldMk cId="4170921578" sldId="262"/>
            <ac:spMk id="3" creationId="{79FFCA46-4155-4484-8350-F1E0B95F6088}"/>
          </ac:spMkLst>
        </pc:spChg>
      </pc:sldChg>
      <pc:sldChg chg="modSp mod">
        <pc:chgData name="White (she/her), Whitney" userId="65f39021-2f1d-4d8b-87dc-b123826f65bf" providerId="ADAL" clId="{94652C33-BDC9-449C-95B1-F95495BC523C}" dt="2022-10-10T01:34:08.750" v="128" actId="403"/>
        <pc:sldMkLst>
          <pc:docMk/>
          <pc:sldMk cId="1163931679" sldId="263"/>
        </pc:sldMkLst>
        <pc:spChg chg="mod">
          <ac:chgData name="White (she/her), Whitney" userId="65f39021-2f1d-4d8b-87dc-b123826f65bf" providerId="ADAL" clId="{94652C33-BDC9-449C-95B1-F95495BC523C}" dt="2022-10-10T01:34:00.957" v="124" actId="13926"/>
          <ac:spMkLst>
            <pc:docMk/>
            <pc:sldMk cId="1163931679" sldId="263"/>
            <ac:spMk id="2" creationId="{531ECDB3-7F62-4124-A1E9-E48D699D2427}"/>
          </ac:spMkLst>
        </pc:spChg>
        <pc:spChg chg="mod">
          <ac:chgData name="White (she/her), Whitney" userId="65f39021-2f1d-4d8b-87dc-b123826f65bf" providerId="ADAL" clId="{94652C33-BDC9-449C-95B1-F95495BC523C}" dt="2022-10-10T01:34:08.750" v="128" actId="403"/>
          <ac:spMkLst>
            <pc:docMk/>
            <pc:sldMk cId="1163931679" sldId="263"/>
            <ac:spMk id="3" creationId="{012C84E3-4C09-4253-8964-13B9C34E5E48}"/>
          </ac:spMkLst>
        </pc:spChg>
      </pc:sldChg>
      <pc:sldChg chg="modSp mod">
        <pc:chgData name="White (she/her), Whitney" userId="65f39021-2f1d-4d8b-87dc-b123826f65bf" providerId="ADAL" clId="{94652C33-BDC9-449C-95B1-F95495BC523C}" dt="2022-10-10T01:33:37.687" v="93" actId="403"/>
        <pc:sldMkLst>
          <pc:docMk/>
          <pc:sldMk cId="3493109116" sldId="264"/>
        </pc:sldMkLst>
        <pc:spChg chg="mod">
          <ac:chgData name="White (she/her), Whitney" userId="65f39021-2f1d-4d8b-87dc-b123826f65bf" providerId="ADAL" clId="{94652C33-BDC9-449C-95B1-F95495BC523C}" dt="2022-10-10T01:33:14.666" v="84" actId="13926"/>
          <ac:spMkLst>
            <pc:docMk/>
            <pc:sldMk cId="3493109116" sldId="264"/>
            <ac:spMk id="2" creationId="{D7836664-70C0-47BA-9BFF-496A04EBBFDE}"/>
          </ac:spMkLst>
        </pc:spChg>
        <pc:spChg chg="mod">
          <ac:chgData name="White (she/her), Whitney" userId="65f39021-2f1d-4d8b-87dc-b123826f65bf" providerId="ADAL" clId="{94652C33-BDC9-449C-95B1-F95495BC523C}" dt="2022-10-10T01:33:37.687" v="93" actId="403"/>
          <ac:spMkLst>
            <pc:docMk/>
            <pc:sldMk cId="3493109116" sldId="264"/>
            <ac:spMk id="3" creationId="{F64339F5-2F5D-46B5-A25D-C197D73747BD}"/>
          </ac:spMkLst>
        </pc:spChg>
      </pc:sldChg>
      <pc:sldChg chg="modSp add mod">
        <pc:chgData name="White (she/her), Whitney" userId="65f39021-2f1d-4d8b-87dc-b123826f65bf" providerId="ADAL" clId="{94652C33-BDC9-449C-95B1-F95495BC523C}" dt="2022-10-10T01:38:48.847" v="398" actId="20577"/>
        <pc:sldMkLst>
          <pc:docMk/>
          <pc:sldMk cId="1123677313" sldId="265"/>
        </pc:sldMkLst>
        <pc:spChg chg="mod">
          <ac:chgData name="White (she/her), Whitney" userId="65f39021-2f1d-4d8b-87dc-b123826f65bf" providerId="ADAL" clId="{94652C33-BDC9-449C-95B1-F95495BC523C}" dt="2022-10-10T01:37:46.818" v="368" actId="20577"/>
          <ac:spMkLst>
            <pc:docMk/>
            <pc:sldMk cId="1123677313" sldId="265"/>
            <ac:spMk id="2" creationId="{A7DAC820-49EE-4F41-8B1F-B9E33FF6BE24}"/>
          </ac:spMkLst>
        </pc:spChg>
        <pc:spChg chg="mod">
          <ac:chgData name="White (she/her), Whitney" userId="65f39021-2f1d-4d8b-87dc-b123826f65bf" providerId="ADAL" clId="{94652C33-BDC9-449C-95B1-F95495BC523C}" dt="2022-10-10T01:38:48.847" v="398" actId="20577"/>
          <ac:spMkLst>
            <pc:docMk/>
            <pc:sldMk cId="1123677313" sldId="265"/>
            <ac:spMk id="3" creationId="{79FFCA46-4155-4484-8350-F1E0B95F6088}"/>
          </ac:spMkLst>
        </pc:spChg>
      </pc:sldChg>
    </pc:docChg>
  </pc:docChgLst>
  <pc:docChgLst>
    <pc:chgData name="White (she/her), Whitney" userId="65f39021-2f1d-4d8b-87dc-b123826f65bf" providerId="ADAL" clId="{F6D0F594-EC1E-4E0D-9D21-77335D8CA7AC}"/>
    <pc:docChg chg="modSld">
      <pc:chgData name="White (she/her), Whitney" userId="65f39021-2f1d-4d8b-87dc-b123826f65bf" providerId="ADAL" clId="{F6D0F594-EC1E-4E0D-9D21-77335D8CA7AC}" dt="2022-10-10T02:05:29.458" v="38" actId="20577"/>
      <pc:docMkLst>
        <pc:docMk/>
      </pc:docMkLst>
      <pc:sldChg chg="modSp mod">
        <pc:chgData name="White (she/her), Whitney" userId="65f39021-2f1d-4d8b-87dc-b123826f65bf" providerId="ADAL" clId="{F6D0F594-EC1E-4E0D-9D21-77335D8CA7AC}" dt="2022-10-10T02:05:29.458" v="38" actId="20577"/>
        <pc:sldMkLst>
          <pc:docMk/>
          <pc:sldMk cId="1482277026" sldId="256"/>
        </pc:sldMkLst>
        <pc:spChg chg="mod">
          <ac:chgData name="White (she/her), Whitney" userId="65f39021-2f1d-4d8b-87dc-b123826f65bf" providerId="ADAL" clId="{F6D0F594-EC1E-4E0D-9D21-77335D8CA7AC}" dt="2022-10-10T02:05:29.458" v="38" actId="20577"/>
          <ac:spMkLst>
            <pc:docMk/>
            <pc:sldMk cId="1482277026" sldId="256"/>
            <ac:spMk id="3" creationId="{E0FBD98F-3A67-498E-8174-652040DD7B6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5DDE70-9ADB-4C9A-B58D-9BDED1E4A627}" type="datetimeFigureOut">
              <a:rPr lang="en-US" smtClean="0"/>
              <a:t>8/31/2023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49DE8-90B8-4B66-9B76-C7482BDD03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8829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0E4FD1-C863-4F6C-BC67-9529A3DF2F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02A33A-B5BD-43C3-902B-F6F09D5D238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insert Lesson Plan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677D06-A159-4AA2-93DA-1C52F18ECB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4C3A9F1-823B-4DED-8A9C-F71E6CE5796E}" type="datetime1">
              <a:rPr lang="en-US" smtClean="0"/>
              <a:t>8/31/2023</a:t>
            </a:fld>
            <a:endParaRPr lang="en-US" dirty="0"/>
          </a:p>
        </p:txBody>
      </p:sp>
      <p:pic>
        <p:nvPicPr>
          <p:cNvPr id="9" name="Picture 8" descr="Icon. This is TEA's logo.">
            <a:extLst>
              <a:ext uri="{FF2B5EF4-FFF2-40B4-BE49-F238E27FC236}">
                <a16:creationId xmlns:a16="http://schemas.microsoft.com/office/drawing/2014/main" id="{659EBB25-66A1-4A3B-BD33-7EA22967275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 descr="Icon&#10;&#10;This is TEA's Education and Training logo.">
            <a:extLst>
              <a:ext uri="{FF2B5EF4-FFF2-40B4-BE49-F238E27FC236}">
                <a16:creationId xmlns:a16="http://schemas.microsoft.com/office/drawing/2014/main" id="{253E1ECF-C55D-47F6-BD1B-E5CFD8AC6DC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0018" y="5619940"/>
            <a:ext cx="548640" cy="918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05637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3952EC27-F26B-4322-BE1D-79E86DF9367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7" name="Picture 6" descr="Icon.&#10;&#10;This is TEA's logo.">
            <a:extLst>
              <a:ext uri="{FF2B5EF4-FFF2-40B4-BE49-F238E27FC236}">
                <a16:creationId xmlns:a16="http://schemas.microsoft.com/office/drawing/2014/main" id="{5E0CFE64-7D39-43D0-AAFE-02B4F49538F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6C9151B-2AB9-45C2-83BD-E5F2A13853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CF151C-FCEC-402E-946E-FFBB138CCC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2676C1-1BAD-4C95-93B1-0521C60967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BFA63772-DBA2-4AC7-80D7-5D423EA9FA3C}" type="datetime1">
              <a:rPr lang="en-US" smtClean="0"/>
              <a:t>8/31/2023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950A59-130A-44A5-9168-67E5241BD6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63956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EB2BA44D-5463-4739-92DD-A12DF6D39EE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8" name="Picture 7" descr="Icon.&#10;&#10;This is TEA's logo.">
            <a:extLst>
              <a:ext uri="{FF2B5EF4-FFF2-40B4-BE49-F238E27FC236}">
                <a16:creationId xmlns:a16="http://schemas.microsoft.com/office/drawing/2014/main" id="{007F5972-B8BD-4624-B605-5D7E30461D9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2B8D024-2002-4D1F-B2F4-818A3AE1C6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81A1FD-4443-45CB-9625-00873E1F37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97D6C9-834D-47FE-A0C7-DB3B2E40CB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3995EF-AAAA-4FB8-8BC8-3C5C9D7667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0AFF5-B04B-402F-A66D-73FFE55B90A5}" type="datetime1">
              <a:rPr lang="en-US" smtClean="0"/>
              <a:t>8/31/2023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949A45-2D3F-45E0-9651-F2BB980730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040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Icon&#10;&#10;This is TEA's E&amp;T logo.">
            <a:extLst>
              <a:ext uri="{FF2B5EF4-FFF2-40B4-BE49-F238E27FC236}">
                <a16:creationId xmlns:a16="http://schemas.microsoft.com/office/drawing/2014/main" id="{ED6DCFE0-29AE-4AD0-BD08-B81AC0B7E71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6" name="Picture 5" descr="Icon.&#10;&#10;This is TEA's logo.">
            <a:extLst>
              <a:ext uri="{FF2B5EF4-FFF2-40B4-BE49-F238E27FC236}">
                <a16:creationId xmlns:a16="http://schemas.microsoft.com/office/drawing/2014/main" id="{AFD2FB0B-28F4-4754-AC40-6EB57E16519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CCA1F59-10A0-43F6-9ED7-DE8CB1637F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1E26DD3-E445-481B-9E2A-838E7F52AB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64A506-6889-4F7C-A35D-9173F655B112}" type="datetime1">
              <a:rPr lang="en-US" smtClean="0"/>
              <a:t>8/31/2023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41E09D6-CB72-40FF-9BBA-2E736CEC5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97603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B5FAF1F7-69D1-48B7-B507-F3B679B8909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8" name="Picture 7" descr="Icon.&#10;&#10;This is TEA's logo.">
            <a:extLst>
              <a:ext uri="{FF2B5EF4-FFF2-40B4-BE49-F238E27FC236}">
                <a16:creationId xmlns:a16="http://schemas.microsoft.com/office/drawing/2014/main" id="{D54A681B-39F8-4AF9-B518-FCFAA5D3B4F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F93258C-A373-4A72-8D76-37BF36B7DA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FB9538-CE15-4C63-AC84-5352E688E0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03CD23-0AA9-4649-BC6F-AF45EB68A4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ECAFE6-DED3-4180-88B3-AB1AF2AE9E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40BC81-90C7-4034-841A-62432A0701C4}" type="datetime1">
              <a:rPr lang="en-US" smtClean="0"/>
              <a:t>8/31/2023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AEF087-6D43-4EAE-9B1B-CEB9C3AC5C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1490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E0EEECB2-4807-41E3-B2D3-991EE641007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8" name="Picture 7" descr="Icon.&#10;&#10;This is TEA's logo.">
            <a:extLst>
              <a:ext uri="{FF2B5EF4-FFF2-40B4-BE49-F238E27FC236}">
                <a16:creationId xmlns:a16="http://schemas.microsoft.com/office/drawing/2014/main" id="{25C4FCAD-219B-4F99-A83E-DA5126B57DE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AAB400A-C810-4485-886B-EBBC5DD6CC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1684E1D-A07E-43A4-9566-78EC65CF04B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BF354A-AAF6-40F3-97E9-EACCAB858E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092308-4B6B-4A76-A68F-BE16B13E12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4B010-5EDA-416E-B5AB-AEBD814FEF92}" type="datetime1">
              <a:rPr lang="en-US" smtClean="0"/>
              <a:t>8/31/2023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7AFB43-88EB-4A6C-AB03-405A03ABEC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91977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E9192C8-5397-4FC4-85A7-05CFC35328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EC8621-C852-47CD-A118-D24B6AC3DD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1DE9C7-0406-4194-A53C-344BADD62F8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86C95F-23BA-4339-9C8C-C90EF96A4C91}" type="datetime1">
              <a:rPr lang="en-US" smtClean="0"/>
              <a:t>8/31/2023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0D1EDA-3944-4DA5-A7A2-1ACE238533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1.02: Exploring the Impact of Teachers on Student Lives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111E65-8042-49F9-8B63-5DF8961B32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50774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4" r:id="rId4"/>
    <p:sldLayoutId id="2147483656" r:id="rId5"/>
    <p:sldLayoutId id="2147483657" r:id="rId6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creativecommons.org/licenses/by-nc-sa/4.0/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FCF5BD-F8FF-4A67-A8B6-EBB21E7927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6051472"/>
            <a:ext cx="9144000" cy="370300"/>
          </a:xfrm>
        </p:spPr>
        <p:txBody>
          <a:bodyPr>
            <a:normAutofit/>
          </a:bodyPr>
          <a:lstStyle/>
          <a:p>
            <a:pPr algn="l"/>
            <a:r>
              <a:rPr lang="en-US" sz="1800" dirty="0"/>
              <a:t>Instructional Practices| Unit 5: Planning For and With Assessment | Lesson 5.07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FBD98F-3A67-498E-8174-652040DD7B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38469" y="2321719"/>
            <a:ext cx="9515061" cy="2214561"/>
          </a:xfrm>
        </p:spPr>
        <p:txBody>
          <a:bodyPr>
            <a:normAutofit/>
          </a:bodyPr>
          <a:lstStyle/>
          <a:p>
            <a:r>
              <a:rPr lang="en-US" sz="6000" dirty="0"/>
              <a:t>Effective Question Delivery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706231E-D14A-4220-3341-D7679A07089C}"/>
              </a:ext>
            </a:extLst>
          </p:cNvPr>
          <p:cNvSpPr txBox="1"/>
          <p:nvPr/>
        </p:nvSpPr>
        <p:spPr>
          <a:xfrm>
            <a:off x="0" y="6421772"/>
            <a:ext cx="1181449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  <a:tabLst>
                <a:tab pos="2971800" algn="ctr"/>
                <a:tab pos="5943600" algn="r"/>
              </a:tabLst>
            </a:pPr>
            <a:r>
              <a:rPr lang="en-US" sz="1600" dirty="0">
                <a:solidFill>
                  <a:srgbClr val="464646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work is licensed under a </a:t>
            </a:r>
            <a:r>
              <a:rPr lang="en-US" sz="1600" u="sng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2"/>
              </a:rPr>
              <a:t>Creative Commons Attribution-Noncommercial-Share Alike 4.0 International License</a:t>
            </a:r>
            <a:r>
              <a:rPr lang="en-US" sz="160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22770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A3C58C-DC1D-4BDF-8706-48D86266F7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TEKS Standards &amp;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E08C7F-0286-423B-92F7-DEB89F3111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TEKS 3B, 6D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The student will:</a:t>
            </a:r>
          </a:p>
          <a:p>
            <a:pPr marL="342900" marR="0" lvl="0" indent="-342900">
              <a:spcBef>
                <a:spcPts val="600"/>
              </a:spcBef>
              <a:spcAft>
                <a:spcPts val="0"/>
              </a:spcAft>
              <a:buFont typeface="Calibri" panose="020F0502020204030204" pitchFamily="34" charset="0"/>
              <a:buChar char="•"/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Identify the characteristics of effective question delivery and response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spcBef>
                <a:spcPts val="0"/>
              </a:spcBef>
              <a:spcAft>
                <a:spcPts val="600"/>
              </a:spcAft>
              <a:buFont typeface="Calibri" panose="020F0502020204030204" pitchFamily="34" charset="0"/>
              <a:buChar char="•"/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Define and apply wait time when delivering questions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spcBef>
                <a:spcPts val="0"/>
              </a:spcBef>
              <a:spcAft>
                <a:spcPts val="600"/>
              </a:spcAft>
              <a:buFont typeface="Calibri" panose="020F0502020204030204" pitchFamily="34" charset="0"/>
              <a:buChar char="•"/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Practice and evaluate question delivery and response</a:t>
            </a:r>
            <a:endParaRPr lang="en-US" sz="4000" dirty="0">
              <a:highlight>
                <a:srgbClr val="FFFF00"/>
              </a:highlight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0EEDDD-3DDC-4909-AF99-60870B25C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5271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3F004-EE4F-44F2-AA0E-56B8CFF113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>
            <a:normAutofit/>
          </a:bodyPr>
          <a:lstStyle/>
          <a:p>
            <a:r>
              <a:rPr lang="en-US" dirty="0"/>
              <a:t>Bellringer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2BE286-77A6-49DD-B15D-7E4718D52F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effectLst/>
              </a:rPr>
              <a:t>Sort and evaluate the questions in your Bell Ringer based on the Question Matrix. </a:t>
            </a:r>
          </a:p>
          <a:p>
            <a:pPr marL="0" indent="0">
              <a:buNone/>
            </a:pPr>
            <a:r>
              <a:rPr lang="en-US" dirty="0">
                <a:effectLst/>
              </a:rPr>
              <a:t>What does your sorting tell you about the set of questions? </a:t>
            </a:r>
          </a:p>
          <a:p>
            <a:pPr marL="0" indent="0">
              <a:buNone/>
            </a:pPr>
            <a:r>
              <a:rPr lang="en-US" dirty="0">
                <a:effectLst/>
              </a:rPr>
              <a:t>How might the teacher revise the set if necessary?</a:t>
            </a:r>
          </a:p>
          <a:p>
            <a:pPr marL="0" indent="0">
              <a:buNone/>
            </a:pPr>
            <a:endParaRPr lang="en-US" dirty="0">
              <a:highlight>
                <a:srgbClr val="FFFF00"/>
              </a:highlight>
            </a:endParaRPr>
          </a:p>
        </p:txBody>
      </p:sp>
      <p:pic>
        <p:nvPicPr>
          <p:cNvPr id="5" name="Picture 4" descr="The Question Matrix">
            <a:extLst>
              <a:ext uri="{FF2B5EF4-FFF2-40B4-BE49-F238E27FC236}">
                <a16:creationId xmlns:a16="http://schemas.microsoft.com/office/drawing/2014/main" id="{0A0F2502-1B00-4672-B24B-2F42A3A422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3188" y="1642016"/>
            <a:ext cx="6172200" cy="3564443"/>
          </a:xfrm>
          <a:prstGeom prst="rect">
            <a:avLst/>
          </a:prstGeom>
          <a:noFill/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C7D18A-F106-4CA1-A59B-DE4084E585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E2D56C8B-F564-4051-AFED-A78F1C6A2F0E}" type="slidenum">
              <a:rPr lang="en-US" smtClean="0"/>
              <a:pPr>
                <a:spcAft>
                  <a:spcPts val="600"/>
                </a:spcAft>
              </a:pPr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13056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0E203D-F288-408D-B325-66954BDD33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Vocabulary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D3D1C22B-B73C-46C4-965D-E1CBFA0F4D7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74443314"/>
              </p:ext>
            </p:extLst>
          </p:nvPr>
        </p:nvGraphicFramePr>
        <p:xfrm>
          <a:off x="766194" y="2432621"/>
          <a:ext cx="10587606" cy="839085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2260275">
                  <a:extLst>
                    <a:ext uri="{9D8B030D-6E8A-4147-A177-3AD203B41FA5}">
                      <a16:colId xmlns:a16="http://schemas.microsoft.com/office/drawing/2014/main" val="3457244489"/>
                    </a:ext>
                  </a:extLst>
                </a:gridCol>
                <a:gridCol w="8327331">
                  <a:extLst>
                    <a:ext uri="{9D8B030D-6E8A-4147-A177-3AD203B41FA5}">
                      <a16:colId xmlns:a16="http://schemas.microsoft.com/office/drawing/2014/main" val="2636142846"/>
                    </a:ext>
                  </a:extLst>
                </a:gridCol>
              </a:tblGrid>
              <a:tr h="839085"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000" dirty="0">
                          <a:effectLst/>
                        </a:rPr>
                        <a:t>Wait time</a:t>
                      </a:r>
                      <a:endParaRPr lang="en-US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901" marR="67901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000" dirty="0">
                          <a:effectLst/>
                        </a:rPr>
                        <a:t>A period of time between when a teacher poses a question and when students are given the opportunity to answer </a:t>
                      </a:r>
                      <a:endParaRPr lang="en-US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901" marR="67901" marT="0" marB="0"/>
                </a:tc>
                <a:extLst>
                  <a:ext uri="{0D108BD9-81ED-4DB2-BD59-A6C34878D82A}">
                    <a16:rowId xmlns:a16="http://schemas.microsoft.com/office/drawing/2014/main" val="3367699073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BAFE7B-549A-4E98-93BA-74C837CF23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42163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836664-70C0-47BA-9BFF-496A04EBBF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00062"/>
            <a:ext cx="10515600" cy="1325563"/>
          </a:xfrm>
        </p:spPr>
        <p:txBody>
          <a:bodyPr/>
          <a:lstStyle/>
          <a:p>
            <a:r>
              <a:rPr lang="en-US" dirty="0"/>
              <a:t>Wait Time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4339F5-2F5D-46B5-A25D-C197D73747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Wait time is a period of time between when a teacher poses a question and when students are given the opportunity to answer. </a:t>
            </a:r>
          </a:p>
          <a:p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Wait time provides an opportunity for all students to consider the answer (not only the fastest thinkers) and can improve the quality of responses. </a:t>
            </a:r>
          </a:p>
          <a:p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Teachers should wait at least five seconds between the time they ask a question and the time they call on or allow a student to answer.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67700B-954E-42AD-AD69-9CC1C5B510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31091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1ECDB3-7F62-4124-A1E9-E48D699D24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00062"/>
            <a:ext cx="10515600" cy="1325563"/>
          </a:xfrm>
        </p:spPr>
        <p:txBody>
          <a:bodyPr/>
          <a:lstStyle/>
          <a:p>
            <a:r>
              <a:rPr lang="en-US" dirty="0"/>
              <a:t>Practicing Wait Time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2C84E3-4C09-4253-8964-13B9C34E5E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marR="0" lvl="0" indent="-342900">
              <a:spcBef>
                <a:spcPts val="60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How do you find the area of a rectangle?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What are the names of the planets in our galaxy?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What are the roles of the three branches of government?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What is the Greatest Common Factor of 16 and 24?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Explain the steps of the water cycle?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spcBef>
                <a:spcPts val="0"/>
              </a:spcBef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What are the seven continents on Earth?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7159D5-CAC3-47F8-8492-7D28C15A3A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39316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DAC820-49EE-4F41-8B1F-B9E33FF6BE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00062"/>
            <a:ext cx="10515600" cy="1325563"/>
          </a:xfrm>
        </p:spPr>
        <p:txBody>
          <a:bodyPr/>
          <a:lstStyle/>
          <a:p>
            <a:r>
              <a:rPr lang="en-US" dirty="0"/>
              <a:t>Delivery to Many Students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FFCA46-4155-4484-8350-F1E0B95F60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Deliver the question to as many students as possible:</a:t>
            </a:r>
          </a:p>
          <a:p>
            <a:r>
              <a:rPr lang="en-US" dirty="0"/>
              <a:t>Ask a question first, then call students by name</a:t>
            </a:r>
          </a:p>
          <a:p>
            <a:r>
              <a:rPr lang="en-US" dirty="0"/>
              <a:t>Call on students who do not volunteer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0C1FB4-016B-4122-B211-50411DB9BA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09215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DAC820-49EE-4F41-8B1F-B9E33FF6BE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00062"/>
            <a:ext cx="10515600" cy="1325563"/>
          </a:xfrm>
        </p:spPr>
        <p:txBody>
          <a:bodyPr/>
          <a:lstStyle/>
          <a:p>
            <a:r>
              <a:rPr lang="en-US" dirty="0"/>
              <a:t>Stretch It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FFCA46-4155-4484-8350-F1E0B95F60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Respond to “stretch it” and deepen thinking. </a:t>
            </a:r>
          </a:p>
          <a:p>
            <a:pPr marL="0" indent="0">
              <a:buNone/>
            </a:pPr>
            <a:endParaRPr lang="en-US" dirty="0"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</a:rPr>
              <a:t>Provides 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opportunity for multiple students to answer the same question by agreeing, disagreeing, adding on, and providing reasoning.</a:t>
            </a:r>
            <a:endParaRPr lang="en-US" sz="4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0C1FB4-016B-4122-B211-50411DB9BA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36773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B837C-3E07-4129-B371-9F5CA97D5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Exit Ticket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F2A5AF-3C0B-4968-A438-E435325199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marR="0" lvl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What are the three characteristics of effective question delivery? 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Based on today’s practice and the fishbowl activity, what do you think will be the easiest characteristic for you to master? The hardest? Explain your reasoning.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210221-3F4A-4187-A674-5BB2A5218F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74087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2FC137D3-1920-4541-BF2F-431628E4368B}" vid="{D2C998E6-2449-491A-B7CD-BA309C05762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C2U5 Template</Template>
  <TotalTime>13</TotalTime>
  <Words>388</Words>
  <Application>Microsoft Office PowerPoint</Application>
  <PresentationFormat>Widescreen</PresentationFormat>
  <Paragraphs>52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Calibri Light</vt:lpstr>
      <vt:lpstr>Symbol</vt:lpstr>
      <vt:lpstr>Office Theme</vt:lpstr>
      <vt:lpstr>Instructional Practices| Unit 5: Planning For and With Assessment | Lesson 5.07</vt:lpstr>
      <vt:lpstr>TEKS Standards &amp; Objectives</vt:lpstr>
      <vt:lpstr>Bellringer</vt:lpstr>
      <vt:lpstr>Vocabulary</vt:lpstr>
      <vt:lpstr>Wait Time</vt:lpstr>
      <vt:lpstr>Practicing Wait Time</vt:lpstr>
      <vt:lpstr>Delivery to Many Students</vt:lpstr>
      <vt:lpstr>Stretch It</vt:lpstr>
      <vt:lpstr>Exit Ticket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5.07: Effective Question Delivery</dc:title>
  <dc:subject>Lesson 5.07: Effective Question Delivery</dc:subject>
  <dc:creator>Texas Education Agency</dc:creator>
  <cp:lastModifiedBy>London White</cp:lastModifiedBy>
  <cp:revision>2</cp:revision>
  <dcterms:created xsi:type="dcterms:W3CDTF">2022-09-18T22:49:32Z</dcterms:created>
  <dcterms:modified xsi:type="dcterms:W3CDTF">2023-08-31T04:13:07Z</dcterms:modified>
</cp:coreProperties>
</file>
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2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93397-0A58-4366-B45E-75C2F4D6D68F}" v="1" dt="2023-08-31T01:39:04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2E693397-0A58-4366-B45E-75C2F4D6D68F}"/>
    <pc:docChg chg="modSld">
      <pc:chgData name="White (she/her), Whitney" userId="65f39021-2f1d-4d8b-87dc-b123826f65bf" providerId="ADAL" clId="{2E693397-0A58-4366-B45E-75C2F4D6D68F}" dt="2023-08-31T01:39:21.316" v="7" actId="20577"/>
      <pc:docMkLst>
        <pc:docMk/>
      </pc:docMkLst>
      <pc:sldChg chg="addSp modSp mod">
        <pc:chgData name="White (she/her), Whitney" userId="65f39021-2f1d-4d8b-87dc-b123826f65bf" providerId="ADAL" clId="{2E693397-0A58-4366-B45E-75C2F4D6D68F}" dt="2023-08-31T01:39:10.901" v="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E693397-0A58-4366-B45E-75C2F4D6D68F}" dt="2023-08-31T01:39:10.901" v="6" actId="20577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2E693397-0A58-4366-B45E-75C2F4D6D68F}" dt="2023-08-31T01:39:04.081" v="1"/>
          <ac:spMkLst>
            <pc:docMk/>
            <pc:sldMk cId="1482277026" sldId="256"/>
            <ac:spMk id="4" creationId="{A582D0D9-7D42-FD94-4099-70E6EE915991}"/>
          </ac:spMkLst>
        </pc:spChg>
      </pc:sldChg>
      <pc:sldChg chg="modSp mod">
        <pc:chgData name="White (she/her), Whitney" userId="65f39021-2f1d-4d8b-87dc-b123826f65bf" providerId="ADAL" clId="{2E693397-0A58-4366-B45E-75C2F4D6D68F}" dt="2023-08-31T01:39:21.316" v="7" actId="20577"/>
        <pc:sldMkLst>
          <pc:docMk/>
          <pc:sldMk cId="2381466011" sldId="265"/>
        </pc:sldMkLst>
        <pc:spChg chg="mod">
          <ac:chgData name="White (she/her), Whitney" userId="65f39021-2f1d-4d8b-87dc-b123826f65bf" providerId="ADAL" clId="{2E693397-0A58-4366-B45E-75C2F4D6D68F}" dt="2023-08-31T01:39:21.316" v="7" actId="20577"/>
          <ac:spMkLst>
            <pc:docMk/>
            <pc:sldMk cId="2381466011" sldId="265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5A9F7BE4-5E6A-4020-BD57-E464DFD26393}"/>
    <pc:docChg chg="undo custSel addSld delSld modSld">
      <pc:chgData name="White, Whitney" userId="65f39021-2f1d-4d8b-87dc-b123826f65bf" providerId="ADAL" clId="{5A9F7BE4-5E6A-4020-BD57-E464DFD26393}" dt="2022-08-03T17:28:32.540" v="324" actId="12"/>
      <pc:docMkLst>
        <pc:docMk/>
      </pc:docMkLst>
      <pc:sldChg chg="modSp mod">
        <pc:chgData name="White, Whitney" userId="65f39021-2f1d-4d8b-87dc-b123826f65bf" providerId="ADAL" clId="{5A9F7BE4-5E6A-4020-BD57-E464DFD26393}" dt="2022-08-03T16:13:41.492" v="7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5A9F7BE4-5E6A-4020-BD57-E464DFD26393}" dt="2022-08-03T16:13:41.492" v="70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5A9F7BE4-5E6A-4020-BD57-E464DFD26393}" dt="2022-08-03T16:15:02.679" v="97" actId="403"/>
        <pc:sldMkLst>
          <pc:docMk/>
          <pc:sldMk cId="4071305681" sldId="258"/>
        </pc:sldMkLst>
        <pc:spChg chg="mod">
          <ac:chgData name="White, Whitney" userId="65f39021-2f1d-4d8b-87dc-b123826f65bf" providerId="ADAL" clId="{5A9F7BE4-5E6A-4020-BD57-E464DFD26393}" dt="2022-08-03T16:15:02.679" v="97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5A9F7BE4-5E6A-4020-BD57-E464DFD26393}" dt="2022-08-03T16:14:10.915" v="93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5A9F7BE4-5E6A-4020-BD57-E464DFD26393}" dt="2022-08-03T16:14:10.915" v="9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5A9F7BE4-5E6A-4020-BD57-E464DFD26393}" dt="2022-08-03T17:28:32.540" v="324" actId="12"/>
        <pc:sldMkLst>
          <pc:docMk/>
          <pc:sldMk cId="2147408764" sldId="260"/>
        </pc:sldMkLst>
        <pc:spChg chg="mod">
          <ac:chgData name="White, Whitney" userId="65f39021-2f1d-4d8b-87dc-b123826f65bf" providerId="ADAL" clId="{5A9F7BE4-5E6A-4020-BD57-E464DFD26393}" dt="2022-08-03T17:28:32.540" v="324" actId="12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5A9F7BE4-5E6A-4020-BD57-E464DFD26393}" dt="2022-08-03T16:15:24.437" v="108" actId="1076"/>
        <pc:sldMkLst>
          <pc:docMk/>
          <pc:sldMk cId="3054216349" sldId="261"/>
        </pc:sldMkLst>
        <pc:spChg chg="del">
          <ac:chgData name="White, Whitney" userId="65f39021-2f1d-4d8b-87dc-b123826f65bf" providerId="ADAL" clId="{5A9F7BE4-5E6A-4020-BD57-E464DFD26393}" dt="2022-08-03T16:15:10.720" v="98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5A9F7BE4-5E6A-4020-BD57-E464DFD26393}" dt="2022-08-03T16:15:24.437" v="108" actId="1076"/>
          <ac:graphicFrameMkLst>
            <pc:docMk/>
            <pc:sldMk cId="3054216349" sldId="261"/>
            <ac:graphicFrameMk id="5" creationId="{CC89FECB-C216-49AD-9851-FDEFFCA21BCC}"/>
          </ac:graphicFrameMkLst>
        </pc:graphicFrameChg>
      </pc:sldChg>
      <pc:sldChg chg="addSp delSp modSp mod">
        <pc:chgData name="White, Whitney" userId="65f39021-2f1d-4d8b-87dc-b123826f65bf" providerId="ADAL" clId="{5A9F7BE4-5E6A-4020-BD57-E464DFD26393}" dt="2022-08-03T17:27:44.023" v="303" actId="6549"/>
        <pc:sldMkLst>
          <pc:docMk/>
          <pc:sldMk cId="4170921578" sldId="262"/>
        </pc:sldMkLst>
        <pc:spChg chg="mod">
          <ac:chgData name="White, Whitney" userId="65f39021-2f1d-4d8b-87dc-b123826f65bf" providerId="ADAL" clId="{5A9F7BE4-5E6A-4020-BD57-E464DFD26393}" dt="2022-08-03T17:25:43.899" v="285" actId="20577"/>
          <ac:spMkLst>
            <pc:docMk/>
            <pc:sldMk cId="4170921578" sldId="262"/>
            <ac:spMk id="2" creationId="{A7DAC820-49EE-4F41-8B1F-B9E33FF6BE24}"/>
          </ac:spMkLst>
        </pc:spChg>
        <pc:spChg chg="del">
          <ac:chgData name="White, Whitney" userId="65f39021-2f1d-4d8b-87dc-b123826f65bf" providerId="ADAL" clId="{5A9F7BE4-5E6A-4020-BD57-E464DFD26393}" dt="2022-08-03T17:25:46.541" v="286"/>
          <ac:spMkLst>
            <pc:docMk/>
            <pc:sldMk cId="4170921578" sldId="262"/>
            <ac:spMk id="3" creationId="{79FFCA46-4155-4484-8350-F1E0B95F6088}"/>
          </ac:spMkLst>
        </pc:spChg>
        <pc:graphicFrameChg chg="add mod modGraphic">
          <ac:chgData name="White, Whitney" userId="65f39021-2f1d-4d8b-87dc-b123826f65bf" providerId="ADAL" clId="{5A9F7BE4-5E6A-4020-BD57-E464DFD26393}" dt="2022-08-03T17:27:44.023" v="303" actId="6549"/>
          <ac:graphicFrameMkLst>
            <pc:docMk/>
            <pc:sldMk cId="4170921578" sldId="262"/>
            <ac:graphicFrameMk id="5" creationId="{4752CB5A-34E2-4F3A-AA0B-0D486D4BCF9C}"/>
          </ac:graphicFrameMkLst>
        </pc:graphicFrameChg>
      </pc:sldChg>
      <pc:sldChg chg="modSp mod">
        <pc:chgData name="White, Whitney" userId="65f39021-2f1d-4d8b-87dc-b123826f65bf" providerId="ADAL" clId="{5A9F7BE4-5E6A-4020-BD57-E464DFD26393}" dt="2022-08-03T17:24:43.773" v="177" actId="5793"/>
        <pc:sldMkLst>
          <pc:docMk/>
          <pc:sldMk cId="1163931679" sldId="263"/>
        </pc:sldMkLst>
        <pc:spChg chg="mod">
          <ac:chgData name="White, Whitney" userId="65f39021-2f1d-4d8b-87dc-b123826f65bf" providerId="ADAL" clId="{5A9F7BE4-5E6A-4020-BD57-E464DFD26393}" dt="2022-08-03T17:24:30.285" v="172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5A9F7BE4-5E6A-4020-BD57-E464DFD26393}" dt="2022-08-03T17:24:43.773" v="177" actId="5793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5A9F7BE4-5E6A-4020-BD57-E464DFD26393}" dt="2022-08-03T17:17:57.036" v="144"/>
        <pc:sldMkLst>
          <pc:docMk/>
          <pc:sldMk cId="3493109116" sldId="264"/>
        </pc:sldMkLst>
        <pc:spChg chg="mod">
          <ac:chgData name="White, Whitney" userId="65f39021-2f1d-4d8b-87dc-b123826f65bf" providerId="ADAL" clId="{5A9F7BE4-5E6A-4020-BD57-E464DFD26393}" dt="2022-08-03T16:15:39.267" v="143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5A9F7BE4-5E6A-4020-BD57-E464DFD26393}" dt="2022-08-03T17:17:57.036" v="144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5A9F7BE4-5E6A-4020-BD57-E464DFD26393}" dt="2022-08-03T17:22:57.356" v="146" actId="13926"/>
        <pc:sldMkLst>
          <pc:docMk/>
          <pc:sldMk cId="2381466011" sldId="265"/>
        </pc:sldMkLst>
        <pc:spChg chg="mod">
          <ac:chgData name="White, Whitney" userId="65f39021-2f1d-4d8b-87dc-b123826f65bf" providerId="ADAL" clId="{5A9F7BE4-5E6A-4020-BD57-E464DFD26393}" dt="2022-08-03T17:22:57.356" v="146" actId="13926"/>
          <ac:spMkLst>
            <pc:docMk/>
            <pc:sldMk cId="2381466011" sldId="265"/>
            <ac:spMk id="3" creationId="{F64339F5-2F5D-46B5-A25D-C197D73747BD}"/>
          </ac:spMkLst>
        </pc:spChg>
      </pc:sldChg>
      <pc:sldChg chg="add del">
        <pc:chgData name="White, Whitney" userId="65f39021-2f1d-4d8b-87dc-b123826f65bf" providerId="ADAL" clId="{5A9F7BE4-5E6A-4020-BD57-E464DFD26393}" dt="2022-08-03T17:27:36.577" v="300" actId="2890"/>
        <pc:sldMkLst>
          <pc:docMk/>
          <pc:sldMk cId="2672982762" sldId="266"/>
        </pc:sldMkLst>
      </pc:sldChg>
      <pc:sldChg chg="modSp add mod">
        <pc:chgData name="White, Whitney" userId="65f39021-2f1d-4d8b-87dc-b123826f65bf" providerId="ADAL" clId="{5A9F7BE4-5E6A-4020-BD57-E464DFD26393}" dt="2022-08-03T17:27:52.773" v="321" actId="20577"/>
        <pc:sldMkLst>
          <pc:docMk/>
          <pc:sldMk cId="2788240661" sldId="266"/>
        </pc:sldMkLst>
        <pc:spChg chg="mod">
          <ac:chgData name="White, Whitney" userId="65f39021-2f1d-4d8b-87dc-b123826f65bf" providerId="ADAL" clId="{5A9F7BE4-5E6A-4020-BD57-E464DFD26393}" dt="2022-08-03T17:27:52.773" v="321" actId="20577"/>
          <ac:spMkLst>
            <pc:docMk/>
            <pc:sldMk cId="2788240661" sldId="266"/>
            <ac:spMk id="2" creationId="{A7DAC820-49EE-4F41-8B1F-B9E33FF6BE24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Positive Framing | Motivate Effort and Excellence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2D0D9-7D42-FD94-4099-70E6EE915991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nalyze and apply the strategy of Positive Framing for building positive relationships with students.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and describe the essential components of Positive Framing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ractice drafting a redirection statement using Positive Framing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dentify and apply effective behavior management techniques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Think of a time when someone motivated you to do something you thought would be challenging. How did that motivation impact your efforts?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89FECB-C216-49AD-9851-FDEFFCA21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433916"/>
              </p:ext>
            </p:extLst>
          </p:nvPr>
        </p:nvGraphicFramePr>
        <p:xfrm>
          <a:off x="838200" y="1948070"/>
          <a:ext cx="10515600" cy="3591339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1203372092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4206522982"/>
                    </a:ext>
                  </a:extLst>
                </a:gridCol>
              </a:tblGrid>
              <a:tr h="119711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Challenge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Exhort students to prove what they can do by building competition into the day. 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934486"/>
                  </a:ext>
                </a:extLst>
              </a:tr>
              <a:tr h="119711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Motivate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Stimulate interest in or enthusiasm for doing something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603655"/>
                  </a:ext>
                </a:extLst>
              </a:tr>
              <a:tr h="119711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Economy of Language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few words to remain focused on the task at hand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14892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of Positive 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in the Now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the Best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Plausible Anonymity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Narrate the Positive and Build Momentum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Challenge!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Talk Expectations and Aspirations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of </a:t>
            </a:r>
            <a:r>
              <a:rPr lang="en-US"/>
              <a:t>Positive Framing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in the Now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the Best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Plausible Anonymity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Narrate the Positive and Build Momentum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Challenge!</a:t>
            </a:r>
            <a:endParaRPr lang="en-US" sz="2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Talk Expectations and Aspirations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46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Challenge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Inspires students: Exhort students to prove what they can do by building competition into the day.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Economy of Language: Using fewer words helps students to focus on what they need to do to meet expectations and brings everyone back to the lesson as quickly as possible.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Emotional Constancy: Again, it’s wise to use a neutral tone when delivering redirections of any kind.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Ways to Challenge Students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52CB5A-34E2-4F3A-AA0B-0D486D4BC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591894"/>
              </p:ext>
            </p:extLst>
          </p:nvPr>
        </p:nvGraphicFramePr>
        <p:xfrm>
          <a:off x="1470991" y="1643270"/>
          <a:ext cx="9289775" cy="5014193"/>
        </p:xfrm>
        <a:graphic>
          <a:graphicData uri="http://schemas.openxmlformats.org/drawingml/2006/table">
            <a:tbl>
              <a:tblPr firstRow="1" firstCol="1" bandRow="1"/>
              <a:tblGrid>
                <a:gridCol w="2141120">
                  <a:extLst>
                    <a:ext uri="{9D8B030D-6E8A-4147-A177-3AD203B41FA5}">
                      <a16:colId xmlns:a16="http://schemas.microsoft.com/office/drawing/2014/main" val="2832913456"/>
                    </a:ext>
                  </a:extLst>
                </a:gridCol>
                <a:gridCol w="3487391">
                  <a:extLst>
                    <a:ext uri="{9D8B030D-6E8A-4147-A177-3AD203B41FA5}">
                      <a16:colId xmlns:a16="http://schemas.microsoft.com/office/drawing/2014/main" val="2007362790"/>
                    </a:ext>
                  </a:extLst>
                </a:gridCol>
                <a:gridCol w="3661264">
                  <a:extLst>
                    <a:ext uri="{9D8B030D-6E8A-4147-A177-3AD203B41FA5}">
                      <a16:colId xmlns:a16="http://schemas.microsoft.com/office/drawing/2014/main" val="1517940464"/>
                    </a:ext>
                  </a:extLst>
                </a:gridCol>
              </a:tblGrid>
              <a:tr h="2151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Challenge Type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8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084691"/>
                  </a:ext>
                </a:extLst>
              </a:tr>
              <a:tr h="11156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Communicate that you believe in a student by challenging them to compete against themselves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754564"/>
                  </a:ext>
                </a:extLst>
              </a:tr>
              <a:tr h="11156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Others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Inspire friendly competition by challenging your students to compete against each other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580178"/>
                  </a:ext>
                </a:extLst>
              </a:tr>
              <a:tr h="11156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Goals &amp; Standards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Reference an external goal or standard to which students might strive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107724"/>
                  </a:ext>
                </a:extLst>
              </a:tr>
              <a:tr h="8905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Clock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Encourage students to use every moment effectively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11850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Ways to Challenge Students-Sentence Starters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52CB5A-34E2-4F3A-AA0B-0D486D4BCF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0991" y="1643270"/>
          <a:ext cx="9289775" cy="5014193"/>
        </p:xfrm>
        <a:graphic>
          <a:graphicData uri="http://schemas.openxmlformats.org/drawingml/2006/table">
            <a:tbl>
              <a:tblPr firstRow="1" firstCol="1" bandRow="1"/>
              <a:tblGrid>
                <a:gridCol w="2141120">
                  <a:extLst>
                    <a:ext uri="{9D8B030D-6E8A-4147-A177-3AD203B41FA5}">
                      <a16:colId xmlns:a16="http://schemas.microsoft.com/office/drawing/2014/main" val="2832913456"/>
                    </a:ext>
                  </a:extLst>
                </a:gridCol>
                <a:gridCol w="3487391">
                  <a:extLst>
                    <a:ext uri="{9D8B030D-6E8A-4147-A177-3AD203B41FA5}">
                      <a16:colId xmlns:a16="http://schemas.microsoft.com/office/drawing/2014/main" val="2007362790"/>
                    </a:ext>
                  </a:extLst>
                </a:gridCol>
                <a:gridCol w="3661264">
                  <a:extLst>
                    <a:ext uri="{9D8B030D-6E8A-4147-A177-3AD203B41FA5}">
                      <a16:colId xmlns:a16="http://schemas.microsoft.com/office/drawing/2014/main" val="1517940464"/>
                    </a:ext>
                  </a:extLst>
                </a:gridCol>
              </a:tblGrid>
              <a:tr h="2151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Challenge Type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8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084691"/>
                  </a:ext>
                </a:extLst>
              </a:tr>
              <a:tr h="11156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Communicate that you believe in a student by challenging them to compete against themselves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“This sentence is good, but I think you can make it even better.”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754564"/>
                  </a:ext>
                </a:extLst>
              </a:tr>
              <a:tr h="11156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Others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Inspire friendly competition by challenging your students to compete against each other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“The Blue Group is killing it. Hope everyone else brought their A game!”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580178"/>
                  </a:ext>
                </a:extLst>
              </a:tr>
              <a:tr h="11156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Goals &amp; Standards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Reference an external goal or standard to which students might strive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“When writing, we always strive for precision. Go back and see if you can be even more precise.”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107724"/>
                  </a:ext>
                </a:extLst>
              </a:tr>
              <a:tr h="8905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Clock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Encourage students to use every moment effectively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“Three minutes left. See how many verbs you can improve before the bell.”</a:t>
                      </a:r>
                      <a:endParaRPr lang="en-US" sz="16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11850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4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scenario below and revise the statement into a Challenge statement.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Scenario: Students are preparing written responses to questions about a text in preparation for a whole-class discussion. The teacher says, “I need to see better focus from this class. It’s not okay to sit and do nothing.”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the statement in the scenario considered a nonexample of a Challenge Statement?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Draft a Challenge statement.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594</Words>
  <Application>Microsoft Office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2.08</vt:lpstr>
      <vt:lpstr>TEKS Standards &amp; Objectives</vt:lpstr>
      <vt:lpstr>Bellringer</vt:lpstr>
      <vt:lpstr>Vocabulary</vt:lpstr>
      <vt:lpstr>Six Rules of Positive Framing</vt:lpstr>
      <vt:lpstr>Six Rules of Positive Framing </vt:lpstr>
      <vt:lpstr>Challenge Success Criteria</vt:lpstr>
      <vt:lpstr>Ways to Challenge Students</vt:lpstr>
      <vt:lpstr>Ways to Challenge Students-Sentence Starters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2.08: Positive Framing | Motivate Effort and Excellence</dc:title>
  <dc:subject>Lesson 2.08: Positive Framing | Motivate Effort and Excellence</dc:subject>
  <dc:creator>Texas Education Agency</dc:creator>
  <cp:lastModifiedBy>White (she/her), Whitney</cp:lastModifiedBy>
  <cp:revision>4</cp:revision>
  <dcterms:created xsi:type="dcterms:W3CDTF">2022-05-09T19:40:20Z</dcterms:created>
  <dcterms:modified xsi:type="dcterms:W3CDTF">2023-08-31T01:39:30Z</dcterms:modified>
</cp:coreProperties>
</file>
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8"/>
  </p:notesMasterIdLst>
  <p:sldIdLst>
    <p:sldId id="256" r:id="rId2"/>
    <p:sldId id="259" r:id="rId3"/>
    <p:sldId id="258" r:id="rId4"/>
    <p:sldId id="262" r:id="rId5"/>
    <p:sldId id="271" r:id="rId6"/>
    <p:sldId id="260" r:id="rId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 id="{E000ABC9-E9F5-430F-B087-F09C6DF407C1}">
          <p14:sldIdLst>
            <p14:sldId id="256"/>
            <p14:sldId id="259"/>
            <p14:sldId id="258"/>
            <p14:sldId id="262"/>
            <p14:sldId id="271"/>
            <p14:sldId id="260"/>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0000"/>
    <a:srgbClr val="780000"/>
    <a:srgbClr val="000000"/>
    <a:srgbClr val="007800"/>
    <a:srgbClr val="FFFFF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2C5490C0-EC31-4D5A-857D-B30248D704AD}" v="11" dt="2023-01-25T15:42:11.181"/>
    <p1510:client id="{590480D1-D213-43E9-96E8-8D9EE0D4E4AE}" v="3" dt="2023-01-25T16:09:48.576"/>
    <p1510:client id="{97A8789F-27EC-493A-B13E-DB853CC06DF7}" v="4" dt="2023-01-25T15:58:05.898"/>
    <p1510:client id="{D0BDA31D-6981-41CB-9E6B-6226F83D4420}" v="7" dt="2023-01-26T06:46:48.865"/>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000" autoAdjust="0"/>
    <p:restoredTop sz="96370" autoAdjust="0"/>
  </p:normalViewPr>
  <p:slideViewPr>
    <p:cSldViewPr snapToGrid="0">
      <p:cViewPr varScale="1">
        <p:scale>
          <a:sx n="101" d="100"/>
          <a:sy n="101" d="100"/>
        </p:scale>
        <p:origin x="126" y="312"/>
      </p:cViewPr>
      <p:guideLst/>
    </p:cSldViewPr>
  </p:slideViewPr>
  <p:outlineViewPr>
    <p:cViewPr>
      <p:scale>
        <a:sx n="33" d="100"/>
        <a:sy n="33" d="100"/>
      </p:scale>
      <p:origin x="0" y="0"/>
    </p:cViewPr>
  </p:outlin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notesMaster" Target="notesMasters/notesMaster1.xml"/><Relationship Id="rId13" Type="http://schemas.microsoft.com/office/2016/11/relationships/changesInfo" Target="changesInfos/changesInfo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heme" Target="theme/theme1.xml"/><Relationship Id="rId5" Type="http://schemas.openxmlformats.org/officeDocument/2006/relationships/slide" Target="slides/slide4.xml"/><Relationship Id="rId10"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presProps" Target="presProps.xml"/><Relationship Id="rId14" Type="http://schemas.microsoft.com/office/2015/10/relationships/revisionInfo" Target="revisionInfo.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White (she/her), Whitney" userId="65f39021-2f1d-4d8b-87dc-b123826f65bf" providerId="ADAL" clId="{590480D1-D213-43E9-96E8-8D9EE0D4E4AE}"/>
    <pc:docChg chg="modSld">
      <pc:chgData name="White (she/her), Whitney" userId="65f39021-2f1d-4d8b-87dc-b123826f65bf" providerId="ADAL" clId="{590480D1-D213-43E9-96E8-8D9EE0D4E4AE}" dt="2023-01-25T16:06:28.426" v="1" actId="20577"/>
      <pc:docMkLst>
        <pc:docMk/>
      </pc:docMkLst>
      <pc:sldChg chg="modSp mod">
        <pc:chgData name="White (she/her), Whitney" userId="65f39021-2f1d-4d8b-87dc-b123826f65bf" providerId="ADAL" clId="{590480D1-D213-43E9-96E8-8D9EE0D4E4AE}" dt="2023-01-25T16:06:28.426" v="1" actId="20577"/>
        <pc:sldMkLst>
          <pc:docMk/>
          <pc:sldMk cId="1482277026" sldId="256"/>
        </pc:sldMkLst>
        <pc:spChg chg="mod">
          <ac:chgData name="White (she/her), Whitney" userId="65f39021-2f1d-4d8b-87dc-b123826f65bf" providerId="ADAL" clId="{590480D1-D213-43E9-96E8-8D9EE0D4E4AE}" dt="2023-01-25T16:06:25.208" v="0" actId="20577"/>
          <ac:spMkLst>
            <pc:docMk/>
            <pc:sldMk cId="1482277026" sldId="256"/>
            <ac:spMk id="2" creationId="{BFFCF5BD-F8FF-4A67-A8B6-EBB21E79279B}"/>
          </ac:spMkLst>
        </pc:spChg>
        <pc:spChg chg="mod">
          <ac:chgData name="White (she/her), Whitney" userId="65f39021-2f1d-4d8b-87dc-b123826f65bf" providerId="ADAL" clId="{590480D1-D213-43E9-96E8-8D9EE0D4E4AE}" dt="2023-01-25T16:06:28.426" v="1" actId="20577"/>
          <ac:spMkLst>
            <pc:docMk/>
            <pc:sldMk cId="1482277026" sldId="256"/>
            <ac:spMk id="3" creationId="{E0FBD98F-3A67-498E-8174-652040DD7B60}"/>
          </ac:spMkLst>
        </pc:spChg>
      </pc:sldChg>
    </pc:docChg>
  </pc:docChgLst>
  <pc:docChgLst>
    <pc:chgData name="White (she/her), Whitney" userId="65f39021-2f1d-4d8b-87dc-b123826f65bf" providerId="ADAL" clId="{7DC62D2F-EE24-4487-9929-02D1D00D3CE9}"/>
    <pc:docChg chg="custSel addSld modSld modSection">
      <pc:chgData name="White (she/her), Whitney" userId="65f39021-2f1d-4d8b-87dc-b123826f65bf" providerId="ADAL" clId="{7DC62D2F-EE24-4487-9929-02D1D00D3CE9}" dt="2023-01-17T18:31:53.332" v="185" actId="1076"/>
      <pc:docMkLst>
        <pc:docMk/>
      </pc:docMkLst>
      <pc:sldChg chg="modSp mod">
        <pc:chgData name="White (she/her), Whitney" userId="65f39021-2f1d-4d8b-87dc-b123826f65bf" providerId="ADAL" clId="{7DC62D2F-EE24-4487-9929-02D1D00D3CE9}" dt="2023-01-17T18:26:04.583" v="86" actId="20577"/>
        <pc:sldMkLst>
          <pc:docMk/>
          <pc:sldMk cId="1482277026" sldId="256"/>
        </pc:sldMkLst>
        <pc:spChg chg="mod">
          <ac:chgData name="White (she/her), Whitney" userId="65f39021-2f1d-4d8b-87dc-b123826f65bf" providerId="ADAL" clId="{7DC62D2F-EE24-4487-9929-02D1D00D3CE9}" dt="2023-01-17T18:26:04.583" v="86" actId="20577"/>
          <ac:spMkLst>
            <pc:docMk/>
            <pc:sldMk cId="1482277026" sldId="256"/>
            <ac:spMk id="2" creationId="{BFFCF5BD-F8FF-4A67-A8B6-EBB21E79279B}"/>
          </ac:spMkLst>
        </pc:spChg>
        <pc:spChg chg="mod">
          <ac:chgData name="White (she/her), Whitney" userId="65f39021-2f1d-4d8b-87dc-b123826f65bf" providerId="ADAL" clId="{7DC62D2F-EE24-4487-9929-02D1D00D3CE9}" dt="2023-01-17T18:25:34.332" v="46" actId="20577"/>
          <ac:spMkLst>
            <pc:docMk/>
            <pc:sldMk cId="1482277026" sldId="256"/>
            <ac:spMk id="3" creationId="{E0FBD98F-3A67-498E-8174-652040DD7B60}"/>
          </ac:spMkLst>
        </pc:spChg>
      </pc:sldChg>
      <pc:sldChg chg="modSp mod">
        <pc:chgData name="White (she/her), Whitney" userId="65f39021-2f1d-4d8b-87dc-b123826f65bf" providerId="ADAL" clId="{7DC62D2F-EE24-4487-9929-02D1D00D3CE9}" dt="2023-01-17T18:29:06.181" v="116" actId="403"/>
        <pc:sldMkLst>
          <pc:docMk/>
          <pc:sldMk cId="4071305681" sldId="258"/>
        </pc:sldMkLst>
        <pc:spChg chg="mod">
          <ac:chgData name="White (she/her), Whitney" userId="65f39021-2f1d-4d8b-87dc-b123826f65bf" providerId="ADAL" clId="{7DC62D2F-EE24-4487-9929-02D1D00D3CE9}" dt="2023-01-17T18:29:06.181" v="116" actId="403"/>
          <ac:spMkLst>
            <pc:docMk/>
            <pc:sldMk cId="4071305681" sldId="258"/>
            <ac:spMk id="3" creationId="{392BE286-77A6-49DD-B15D-7E4718D52FE7}"/>
          </ac:spMkLst>
        </pc:spChg>
      </pc:sldChg>
      <pc:sldChg chg="modSp mod">
        <pc:chgData name="White (she/her), Whitney" userId="65f39021-2f1d-4d8b-87dc-b123826f65bf" providerId="ADAL" clId="{7DC62D2F-EE24-4487-9929-02D1D00D3CE9}" dt="2023-01-17T18:27:35.195" v="106" actId="403"/>
        <pc:sldMkLst>
          <pc:docMk/>
          <pc:sldMk cId="2772527113" sldId="259"/>
        </pc:sldMkLst>
        <pc:spChg chg="mod">
          <ac:chgData name="White (she/her), Whitney" userId="65f39021-2f1d-4d8b-87dc-b123826f65bf" providerId="ADAL" clId="{7DC62D2F-EE24-4487-9929-02D1D00D3CE9}" dt="2023-01-17T18:27:35.195" v="106" actId="403"/>
          <ac:spMkLst>
            <pc:docMk/>
            <pc:sldMk cId="2772527113" sldId="259"/>
            <ac:spMk id="3" creationId="{8CE08C7F-0286-423B-92F7-DEB89F31111A}"/>
          </ac:spMkLst>
        </pc:spChg>
      </pc:sldChg>
      <pc:sldChg chg="modSp mod">
        <pc:chgData name="White (she/her), Whitney" userId="65f39021-2f1d-4d8b-87dc-b123826f65bf" providerId="ADAL" clId="{7DC62D2F-EE24-4487-9929-02D1D00D3CE9}" dt="2023-01-17T18:28:20.545" v="111" actId="403"/>
        <pc:sldMkLst>
          <pc:docMk/>
          <pc:sldMk cId="2147408764" sldId="260"/>
        </pc:sldMkLst>
        <pc:spChg chg="mod">
          <ac:chgData name="White (she/her), Whitney" userId="65f39021-2f1d-4d8b-87dc-b123826f65bf" providerId="ADAL" clId="{7DC62D2F-EE24-4487-9929-02D1D00D3CE9}" dt="2023-01-17T18:28:20.545" v="111" actId="403"/>
          <ac:spMkLst>
            <pc:docMk/>
            <pc:sldMk cId="2147408764" sldId="260"/>
            <ac:spMk id="3" creationId="{49F2A5AF-3C0B-4968-A438-E435325199EA}"/>
          </ac:spMkLst>
        </pc:spChg>
      </pc:sldChg>
      <pc:sldChg chg="modSp mod">
        <pc:chgData name="White (she/her), Whitney" userId="65f39021-2f1d-4d8b-87dc-b123826f65bf" providerId="ADAL" clId="{7DC62D2F-EE24-4487-9929-02D1D00D3CE9}" dt="2023-01-17T18:29:51.513" v="125" actId="403"/>
        <pc:sldMkLst>
          <pc:docMk/>
          <pc:sldMk cId="3054216349" sldId="261"/>
        </pc:sldMkLst>
        <pc:spChg chg="mod">
          <ac:chgData name="White (she/her), Whitney" userId="65f39021-2f1d-4d8b-87dc-b123826f65bf" providerId="ADAL" clId="{7DC62D2F-EE24-4487-9929-02D1D00D3CE9}" dt="2023-01-17T18:29:51.513" v="125" actId="403"/>
          <ac:spMkLst>
            <pc:docMk/>
            <pc:sldMk cId="3054216349" sldId="261"/>
            <ac:spMk id="3" creationId="{AE13FDB6-F093-4D9E-B14E-3D7DB894C34C}"/>
          </ac:spMkLst>
        </pc:spChg>
      </pc:sldChg>
      <pc:sldChg chg="modSp new mod">
        <pc:chgData name="White (she/her), Whitney" userId="65f39021-2f1d-4d8b-87dc-b123826f65bf" providerId="ADAL" clId="{7DC62D2F-EE24-4487-9929-02D1D00D3CE9}" dt="2023-01-17T18:30:49.902" v="142" actId="403"/>
        <pc:sldMkLst>
          <pc:docMk/>
          <pc:sldMk cId="258332572" sldId="262"/>
        </pc:sldMkLst>
        <pc:spChg chg="mod">
          <ac:chgData name="White (she/her), Whitney" userId="65f39021-2f1d-4d8b-87dc-b123826f65bf" providerId="ADAL" clId="{7DC62D2F-EE24-4487-9929-02D1D00D3CE9}" dt="2023-01-17T18:30:39.016" v="136" actId="20577"/>
          <ac:spMkLst>
            <pc:docMk/>
            <pc:sldMk cId="258332572" sldId="262"/>
            <ac:spMk id="2" creationId="{570D72F3-79E4-4001-9748-B7FC67079A57}"/>
          </ac:spMkLst>
        </pc:spChg>
        <pc:spChg chg="mod">
          <ac:chgData name="White (she/her), Whitney" userId="65f39021-2f1d-4d8b-87dc-b123826f65bf" providerId="ADAL" clId="{7DC62D2F-EE24-4487-9929-02D1D00D3CE9}" dt="2023-01-17T18:30:49.902" v="142" actId="403"/>
          <ac:spMkLst>
            <pc:docMk/>
            <pc:sldMk cId="258332572" sldId="262"/>
            <ac:spMk id="3" creationId="{0E82C669-9955-4209-B20C-3F3A754CDA3C}"/>
          </ac:spMkLst>
        </pc:spChg>
      </pc:sldChg>
      <pc:sldChg chg="addSp delSp modSp new mod">
        <pc:chgData name="White (she/her), Whitney" userId="65f39021-2f1d-4d8b-87dc-b123826f65bf" providerId="ADAL" clId="{7DC62D2F-EE24-4487-9929-02D1D00D3CE9}" dt="2023-01-17T18:31:53.332" v="185" actId="1076"/>
        <pc:sldMkLst>
          <pc:docMk/>
          <pc:sldMk cId="498985592" sldId="263"/>
        </pc:sldMkLst>
        <pc:spChg chg="mod">
          <ac:chgData name="White (she/her), Whitney" userId="65f39021-2f1d-4d8b-87dc-b123826f65bf" providerId="ADAL" clId="{7DC62D2F-EE24-4487-9929-02D1D00D3CE9}" dt="2023-01-17T18:31:53.332" v="185" actId="1076"/>
          <ac:spMkLst>
            <pc:docMk/>
            <pc:sldMk cId="498985592" sldId="263"/>
            <ac:spMk id="2" creationId="{67E8180B-6498-44E5-AD81-0674C51652BA}"/>
          </ac:spMkLst>
        </pc:spChg>
        <pc:spChg chg="del mod">
          <ac:chgData name="White (she/her), Whitney" userId="65f39021-2f1d-4d8b-87dc-b123826f65bf" providerId="ADAL" clId="{7DC62D2F-EE24-4487-9929-02D1D00D3CE9}" dt="2023-01-17T18:31:12.625" v="145"/>
          <ac:spMkLst>
            <pc:docMk/>
            <pc:sldMk cId="498985592" sldId="263"/>
            <ac:spMk id="3" creationId="{B5D47964-DA24-4793-B602-9850F1CB377F}"/>
          </ac:spMkLst>
        </pc:spChg>
        <pc:spChg chg="mod ord">
          <ac:chgData name="White (she/her), Whitney" userId="65f39021-2f1d-4d8b-87dc-b123826f65bf" providerId="ADAL" clId="{7DC62D2F-EE24-4487-9929-02D1D00D3CE9}" dt="2023-01-17T18:31:29.183" v="177" actId="26606"/>
          <ac:spMkLst>
            <pc:docMk/>
            <pc:sldMk cId="498985592" sldId="263"/>
            <ac:spMk id="4" creationId="{AE9B95AA-02D0-4645-A751-287261502606}"/>
          </ac:spMkLst>
        </pc:spChg>
        <pc:picChg chg="add mod">
          <ac:chgData name="White (she/her), Whitney" userId="65f39021-2f1d-4d8b-87dc-b123826f65bf" providerId="ADAL" clId="{7DC62D2F-EE24-4487-9929-02D1D00D3CE9}" dt="2023-01-17T18:31:47.521" v="184" actId="1076"/>
          <ac:picMkLst>
            <pc:docMk/>
            <pc:sldMk cId="498985592" sldId="263"/>
            <ac:picMk id="5" creationId="{63239C00-4576-4356-885C-80F8C6E20940}"/>
          </ac:picMkLst>
        </pc:picChg>
      </pc:sldChg>
    </pc:docChg>
  </pc:docChgLst>
  <pc:docChgLst>
    <pc:chgData name="White (she/her), Whitney" userId="65f39021-2f1d-4d8b-87dc-b123826f65bf" providerId="ADAL" clId="{2C5490C0-EC31-4D5A-857D-B30248D704AD}"/>
    <pc:docChg chg="undo custSel addSld delSld modSld modSection">
      <pc:chgData name="White (she/her), Whitney" userId="65f39021-2f1d-4d8b-87dc-b123826f65bf" providerId="ADAL" clId="{2C5490C0-EC31-4D5A-857D-B30248D704AD}" dt="2023-01-25T15:41:36.742" v="244" actId="20577"/>
      <pc:docMkLst>
        <pc:docMk/>
      </pc:docMkLst>
      <pc:sldChg chg="modSp mod">
        <pc:chgData name="White (she/her), Whitney" userId="65f39021-2f1d-4d8b-87dc-b123826f65bf" providerId="ADAL" clId="{2C5490C0-EC31-4D5A-857D-B30248D704AD}" dt="2023-01-25T15:18:55.560" v="33" actId="20577"/>
        <pc:sldMkLst>
          <pc:docMk/>
          <pc:sldMk cId="1482277026" sldId="256"/>
        </pc:sldMkLst>
        <pc:spChg chg="mod">
          <ac:chgData name="White (she/her), Whitney" userId="65f39021-2f1d-4d8b-87dc-b123826f65bf" providerId="ADAL" clId="{2C5490C0-EC31-4D5A-857D-B30248D704AD}" dt="2023-01-25T15:18:37.032" v="5" actId="20577"/>
          <ac:spMkLst>
            <pc:docMk/>
            <pc:sldMk cId="1482277026" sldId="256"/>
            <ac:spMk id="2" creationId="{BFFCF5BD-F8FF-4A67-A8B6-EBB21E79279B}"/>
          </ac:spMkLst>
        </pc:spChg>
        <pc:spChg chg="mod">
          <ac:chgData name="White (she/her), Whitney" userId="65f39021-2f1d-4d8b-87dc-b123826f65bf" providerId="ADAL" clId="{2C5490C0-EC31-4D5A-857D-B30248D704AD}" dt="2023-01-25T15:18:55.560" v="33" actId="20577"/>
          <ac:spMkLst>
            <pc:docMk/>
            <pc:sldMk cId="1482277026" sldId="256"/>
            <ac:spMk id="3" creationId="{E0FBD98F-3A67-498E-8174-652040DD7B60}"/>
          </ac:spMkLst>
        </pc:spChg>
      </pc:sldChg>
      <pc:sldChg chg="modSp mod">
        <pc:chgData name="White (she/her), Whitney" userId="65f39021-2f1d-4d8b-87dc-b123826f65bf" providerId="ADAL" clId="{2C5490C0-EC31-4D5A-857D-B30248D704AD}" dt="2023-01-25T15:21:20.149" v="59" actId="20577"/>
        <pc:sldMkLst>
          <pc:docMk/>
          <pc:sldMk cId="4071305681" sldId="258"/>
        </pc:sldMkLst>
        <pc:spChg chg="mod">
          <ac:chgData name="White (she/her), Whitney" userId="65f39021-2f1d-4d8b-87dc-b123826f65bf" providerId="ADAL" clId="{2C5490C0-EC31-4D5A-857D-B30248D704AD}" dt="2023-01-25T15:21:20.149" v="59" actId="20577"/>
          <ac:spMkLst>
            <pc:docMk/>
            <pc:sldMk cId="4071305681" sldId="258"/>
            <ac:spMk id="3" creationId="{392BE286-77A6-49DD-B15D-7E4718D52FE7}"/>
          </ac:spMkLst>
        </pc:spChg>
      </pc:sldChg>
      <pc:sldChg chg="modSp mod">
        <pc:chgData name="White (she/her), Whitney" userId="65f39021-2f1d-4d8b-87dc-b123826f65bf" providerId="ADAL" clId="{2C5490C0-EC31-4D5A-857D-B30248D704AD}" dt="2023-01-25T15:19:21.934" v="42" actId="255"/>
        <pc:sldMkLst>
          <pc:docMk/>
          <pc:sldMk cId="2772527113" sldId="259"/>
        </pc:sldMkLst>
        <pc:spChg chg="mod">
          <ac:chgData name="White (she/her), Whitney" userId="65f39021-2f1d-4d8b-87dc-b123826f65bf" providerId="ADAL" clId="{2C5490C0-EC31-4D5A-857D-B30248D704AD}" dt="2023-01-25T15:19:21.934" v="42" actId="255"/>
          <ac:spMkLst>
            <pc:docMk/>
            <pc:sldMk cId="2772527113" sldId="259"/>
            <ac:spMk id="3" creationId="{8CE08C7F-0286-423B-92F7-DEB89F31111A}"/>
          </ac:spMkLst>
        </pc:spChg>
      </pc:sldChg>
      <pc:sldChg chg="modSp mod">
        <pc:chgData name="White (she/her), Whitney" userId="65f39021-2f1d-4d8b-87dc-b123826f65bf" providerId="ADAL" clId="{2C5490C0-EC31-4D5A-857D-B30248D704AD}" dt="2023-01-25T15:41:36.742" v="244" actId="20577"/>
        <pc:sldMkLst>
          <pc:docMk/>
          <pc:sldMk cId="2147408764" sldId="260"/>
        </pc:sldMkLst>
        <pc:spChg chg="mod">
          <ac:chgData name="White (she/her), Whitney" userId="65f39021-2f1d-4d8b-87dc-b123826f65bf" providerId="ADAL" clId="{2C5490C0-EC31-4D5A-857D-B30248D704AD}" dt="2023-01-25T15:41:36.742" v="244" actId="20577"/>
          <ac:spMkLst>
            <pc:docMk/>
            <pc:sldMk cId="2147408764" sldId="260"/>
            <ac:spMk id="3" creationId="{49F2A5AF-3C0B-4968-A438-E435325199EA}"/>
          </ac:spMkLst>
        </pc:spChg>
      </pc:sldChg>
      <pc:sldChg chg="addSp delSp modSp mod">
        <pc:chgData name="White (she/her), Whitney" userId="65f39021-2f1d-4d8b-87dc-b123826f65bf" providerId="ADAL" clId="{2C5490C0-EC31-4D5A-857D-B30248D704AD}" dt="2023-01-25T15:25:43.300" v="71" actId="14100"/>
        <pc:sldMkLst>
          <pc:docMk/>
          <pc:sldMk cId="3054216349" sldId="261"/>
        </pc:sldMkLst>
        <pc:spChg chg="del mod">
          <ac:chgData name="White (she/her), Whitney" userId="65f39021-2f1d-4d8b-87dc-b123826f65bf" providerId="ADAL" clId="{2C5490C0-EC31-4D5A-857D-B30248D704AD}" dt="2023-01-25T15:25:15.998" v="61"/>
          <ac:spMkLst>
            <pc:docMk/>
            <pc:sldMk cId="3054216349" sldId="261"/>
            <ac:spMk id="3" creationId="{AE13FDB6-F093-4D9E-B14E-3D7DB894C34C}"/>
          </ac:spMkLst>
        </pc:spChg>
        <pc:graphicFrameChg chg="add mod modGraphic">
          <ac:chgData name="White (she/her), Whitney" userId="65f39021-2f1d-4d8b-87dc-b123826f65bf" providerId="ADAL" clId="{2C5490C0-EC31-4D5A-857D-B30248D704AD}" dt="2023-01-25T15:25:43.300" v="71" actId="14100"/>
          <ac:graphicFrameMkLst>
            <pc:docMk/>
            <pc:sldMk cId="3054216349" sldId="261"/>
            <ac:graphicFrameMk id="5" creationId="{A4957574-645A-47DA-BD7C-77BE31A01943}"/>
          </ac:graphicFrameMkLst>
        </pc:graphicFrameChg>
      </pc:sldChg>
      <pc:sldChg chg="addSp delSp modSp mod">
        <pc:chgData name="White (she/her), Whitney" userId="65f39021-2f1d-4d8b-87dc-b123826f65bf" providerId="ADAL" clId="{2C5490C0-EC31-4D5A-857D-B30248D704AD}" dt="2023-01-25T15:26:48.440" v="81" actId="1076"/>
        <pc:sldMkLst>
          <pc:docMk/>
          <pc:sldMk cId="258332572" sldId="262"/>
        </pc:sldMkLst>
        <pc:spChg chg="del mod">
          <ac:chgData name="White (she/her), Whitney" userId="65f39021-2f1d-4d8b-87dc-b123826f65bf" providerId="ADAL" clId="{2C5490C0-EC31-4D5A-857D-B30248D704AD}" dt="2023-01-25T15:26:46.398" v="80" actId="21"/>
          <ac:spMkLst>
            <pc:docMk/>
            <pc:sldMk cId="258332572" sldId="262"/>
            <ac:spMk id="2" creationId="{570D72F3-79E4-4001-9748-B7FC67079A57}"/>
          </ac:spMkLst>
        </pc:spChg>
        <pc:spChg chg="del mod">
          <ac:chgData name="White (she/her), Whitney" userId="65f39021-2f1d-4d8b-87dc-b123826f65bf" providerId="ADAL" clId="{2C5490C0-EC31-4D5A-857D-B30248D704AD}" dt="2023-01-25T15:26:14.533" v="73"/>
          <ac:spMkLst>
            <pc:docMk/>
            <pc:sldMk cId="258332572" sldId="262"/>
            <ac:spMk id="3" creationId="{0E82C669-9955-4209-B20C-3F3A754CDA3C}"/>
          </ac:spMkLst>
        </pc:spChg>
        <pc:picChg chg="add mod">
          <ac:chgData name="White (she/her), Whitney" userId="65f39021-2f1d-4d8b-87dc-b123826f65bf" providerId="ADAL" clId="{2C5490C0-EC31-4D5A-857D-B30248D704AD}" dt="2023-01-25T15:26:48.440" v="81" actId="1076"/>
          <ac:picMkLst>
            <pc:docMk/>
            <pc:sldMk cId="258332572" sldId="262"/>
            <ac:picMk id="5" creationId="{DC7D3B62-46B2-43FE-B87C-3AED60C836B8}"/>
          </ac:picMkLst>
        </pc:picChg>
      </pc:sldChg>
      <pc:sldChg chg="addSp delSp modSp mod">
        <pc:chgData name="White (she/her), Whitney" userId="65f39021-2f1d-4d8b-87dc-b123826f65bf" providerId="ADAL" clId="{2C5490C0-EC31-4D5A-857D-B30248D704AD}" dt="2023-01-25T15:28:56.060" v="133" actId="403"/>
        <pc:sldMkLst>
          <pc:docMk/>
          <pc:sldMk cId="498985592" sldId="263"/>
        </pc:sldMkLst>
        <pc:spChg chg="mod">
          <ac:chgData name="White (she/her), Whitney" userId="65f39021-2f1d-4d8b-87dc-b123826f65bf" providerId="ADAL" clId="{2C5490C0-EC31-4D5A-857D-B30248D704AD}" dt="2023-01-25T15:28:00.254" v="118" actId="1076"/>
          <ac:spMkLst>
            <pc:docMk/>
            <pc:sldMk cId="498985592" sldId="263"/>
            <ac:spMk id="2" creationId="{67E8180B-6498-44E5-AD81-0674C51652BA}"/>
          </ac:spMkLst>
        </pc:spChg>
        <pc:spChg chg="add del mod">
          <ac:chgData name="White (she/her), Whitney" userId="65f39021-2f1d-4d8b-87dc-b123826f65bf" providerId="ADAL" clId="{2C5490C0-EC31-4D5A-857D-B30248D704AD}" dt="2023-01-25T15:28:07.039" v="120"/>
          <ac:spMkLst>
            <pc:docMk/>
            <pc:sldMk cId="498985592" sldId="263"/>
            <ac:spMk id="6" creationId="{60CC13CC-9F80-4130-81D3-549F69C61675}"/>
          </ac:spMkLst>
        </pc:spChg>
        <pc:graphicFrameChg chg="add mod modGraphic">
          <ac:chgData name="White (she/her), Whitney" userId="65f39021-2f1d-4d8b-87dc-b123826f65bf" providerId="ADAL" clId="{2C5490C0-EC31-4D5A-857D-B30248D704AD}" dt="2023-01-25T15:28:56.060" v="133" actId="403"/>
          <ac:graphicFrameMkLst>
            <pc:docMk/>
            <pc:sldMk cId="498985592" sldId="263"/>
            <ac:graphicFrameMk id="7" creationId="{5FDD475B-C6CC-4B8A-BF1E-CC6CB3E6FF61}"/>
          </ac:graphicFrameMkLst>
        </pc:graphicFrameChg>
        <pc:picChg chg="del">
          <ac:chgData name="White (she/her), Whitney" userId="65f39021-2f1d-4d8b-87dc-b123826f65bf" providerId="ADAL" clId="{2C5490C0-EC31-4D5A-857D-B30248D704AD}" dt="2023-01-25T15:27:27.959" v="83" actId="21"/>
          <ac:picMkLst>
            <pc:docMk/>
            <pc:sldMk cId="498985592" sldId="263"/>
            <ac:picMk id="5" creationId="{63239C00-4576-4356-885C-80F8C6E20940}"/>
          </ac:picMkLst>
        </pc:picChg>
      </pc:sldChg>
      <pc:sldChg chg="modSp add mod">
        <pc:chgData name="White (she/her), Whitney" userId="65f39021-2f1d-4d8b-87dc-b123826f65bf" providerId="ADAL" clId="{2C5490C0-EC31-4D5A-857D-B30248D704AD}" dt="2023-01-25T15:29:21.296" v="136" actId="255"/>
        <pc:sldMkLst>
          <pc:docMk/>
          <pc:sldMk cId="2234076779" sldId="264"/>
        </pc:sldMkLst>
        <pc:graphicFrameChg chg="mod modGraphic">
          <ac:chgData name="White (she/her), Whitney" userId="65f39021-2f1d-4d8b-87dc-b123826f65bf" providerId="ADAL" clId="{2C5490C0-EC31-4D5A-857D-B30248D704AD}" dt="2023-01-25T15:29:21.296" v="136" actId="255"/>
          <ac:graphicFrameMkLst>
            <pc:docMk/>
            <pc:sldMk cId="2234076779" sldId="264"/>
            <ac:graphicFrameMk id="7" creationId="{5FDD475B-C6CC-4B8A-BF1E-CC6CB3E6FF61}"/>
          </ac:graphicFrameMkLst>
        </pc:graphicFrameChg>
      </pc:sldChg>
      <pc:sldChg chg="modSp add mod">
        <pc:chgData name="White (she/her), Whitney" userId="65f39021-2f1d-4d8b-87dc-b123826f65bf" providerId="ADAL" clId="{2C5490C0-EC31-4D5A-857D-B30248D704AD}" dt="2023-01-25T15:29:44.019" v="139" actId="255"/>
        <pc:sldMkLst>
          <pc:docMk/>
          <pc:sldMk cId="3746039917" sldId="265"/>
        </pc:sldMkLst>
        <pc:graphicFrameChg chg="mod modGraphic">
          <ac:chgData name="White (she/her), Whitney" userId="65f39021-2f1d-4d8b-87dc-b123826f65bf" providerId="ADAL" clId="{2C5490C0-EC31-4D5A-857D-B30248D704AD}" dt="2023-01-25T15:29:44.019" v="139" actId="255"/>
          <ac:graphicFrameMkLst>
            <pc:docMk/>
            <pc:sldMk cId="3746039917" sldId="265"/>
            <ac:graphicFrameMk id="7" creationId="{5FDD475B-C6CC-4B8A-BF1E-CC6CB3E6FF61}"/>
          </ac:graphicFrameMkLst>
        </pc:graphicFrameChg>
      </pc:sldChg>
      <pc:sldChg chg="modSp new mod">
        <pc:chgData name="White (she/her), Whitney" userId="65f39021-2f1d-4d8b-87dc-b123826f65bf" providerId="ADAL" clId="{2C5490C0-EC31-4D5A-857D-B30248D704AD}" dt="2023-01-25T15:33:05.023" v="200" actId="20577"/>
        <pc:sldMkLst>
          <pc:docMk/>
          <pc:sldMk cId="2877505278" sldId="266"/>
        </pc:sldMkLst>
        <pc:spChg chg="mod">
          <ac:chgData name="White (she/her), Whitney" userId="65f39021-2f1d-4d8b-87dc-b123826f65bf" providerId="ADAL" clId="{2C5490C0-EC31-4D5A-857D-B30248D704AD}" dt="2023-01-25T15:33:05.023" v="200" actId="20577"/>
          <ac:spMkLst>
            <pc:docMk/>
            <pc:sldMk cId="2877505278" sldId="266"/>
            <ac:spMk id="2" creationId="{CECF6631-6CAC-42C0-B2F9-C75B06FDDEA7}"/>
          </ac:spMkLst>
        </pc:spChg>
        <pc:spChg chg="mod">
          <ac:chgData name="White (she/her), Whitney" userId="65f39021-2f1d-4d8b-87dc-b123826f65bf" providerId="ADAL" clId="{2C5490C0-EC31-4D5A-857D-B30248D704AD}" dt="2023-01-25T15:30:19.617" v="167" actId="403"/>
          <ac:spMkLst>
            <pc:docMk/>
            <pc:sldMk cId="2877505278" sldId="266"/>
            <ac:spMk id="3" creationId="{A7B3D956-96C0-497F-85BA-4332DFF84C2F}"/>
          </ac:spMkLst>
        </pc:spChg>
      </pc:sldChg>
      <pc:sldChg chg="addSp delSp modSp new mod">
        <pc:chgData name="White (she/her), Whitney" userId="65f39021-2f1d-4d8b-87dc-b123826f65bf" providerId="ADAL" clId="{2C5490C0-EC31-4D5A-857D-B30248D704AD}" dt="2023-01-25T15:32:00.991" v="186" actId="1076"/>
        <pc:sldMkLst>
          <pc:docMk/>
          <pc:sldMk cId="3055683484" sldId="267"/>
        </pc:sldMkLst>
        <pc:spChg chg="mod">
          <ac:chgData name="White (she/her), Whitney" userId="65f39021-2f1d-4d8b-87dc-b123826f65bf" providerId="ADAL" clId="{2C5490C0-EC31-4D5A-857D-B30248D704AD}" dt="2023-01-25T15:31:42.562" v="181" actId="20577"/>
          <ac:spMkLst>
            <pc:docMk/>
            <pc:sldMk cId="3055683484" sldId="267"/>
            <ac:spMk id="2" creationId="{8B2EB68F-78A0-49ED-8653-187AD2088682}"/>
          </ac:spMkLst>
        </pc:spChg>
        <pc:spChg chg="del mod">
          <ac:chgData name="White (she/her), Whitney" userId="65f39021-2f1d-4d8b-87dc-b123826f65bf" providerId="ADAL" clId="{2C5490C0-EC31-4D5A-857D-B30248D704AD}" dt="2023-01-25T15:31:45.440" v="183"/>
          <ac:spMkLst>
            <pc:docMk/>
            <pc:sldMk cId="3055683484" sldId="267"/>
            <ac:spMk id="3" creationId="{E508AEE9-105F-4DAD-BFBB-1188A026AC9A}"/>
          </ac:spMkLst>
        </pc:spChg>
        <pc:picChg chg="add mod">
          <ac:chgData name="White (she/her), Whitney" userId="65f39021-2f1d-4d8b-87dc-b123826f65bf" providerId="ADAL" clId="{2C5490C0-EC31-4D5A-857D-B30248D704AD}" dt="2023-01-25T15:32:00.991" v="186" actId="1076"/>
          <ac:picMkLst>
            <pc:docMk/>
            <pc:sldMk cId="3055683484" sldId="267"/>
            <ac:picMk id="5" creationId="{A1B7D056-B3B7-4442-9111-1D7A6BD01157}"/>
          </ac:picMkLst>
        </pc:picChg>
      </pc:sldChg>
      <pc:sldChg chg="new del">
        <pc:chgData name="White (she/her), Whitney" userId="65f39021-2f1d-4d8b-87dc-b123826f65bf" providerId="ADAL" clId="{2C5490C0-EC31-4D5A-857D-B30248D704AD}" dt="2023-01-25T15:37:13.929" v="202" actId="2696"/>
        <pc:sldMkLst>
          <pc:docMk/>
          <pc:sldMk cId="3765266163" sldId="268"/>
        </pc:sldMkLst>
      </pc:sldChg>
    </pc:docChg>
  </pc:docChgLst>
  <pc:docChgLst>
    <pc:chgData name="White (she/her), Whitney" userId="65f39021-2f1d-4d8b-87dc-b123826f65bf" providerId="ADAL" clId="{D0BDA31D-6981-41CB-9E6B-6226F83D4420}"/>
    <pc:docChg chg="undo custSel addSld delSld modSld modSection">
      <pc:chgData name="White (she/her), Whitney" userId="65f39021-2f1d-4d8b-87dc-b123826f65bf" providerId="ADAL" clId="{D0BDA31D-6981-41CB-9E6B-6226F83D4420}" dt="2023-01-26T06:49:00.361" v="230" actId="255"/>
      <pc:docMkLst>
        <pc:docMk/>
      </pc:docMkLst>
      <pc:sldChg chg="modSp mod">
        <pc:chgData name="White (she/her), Whitney" userId="65f39021-2f1d-4d8b-87dc-b123826f65bf" providerId="ADAL" clId="{D0BDA31D-6981-41CB-9E6B-6226F83D4420}" dt="2023-01-26T06:35:37.219" v="94" actId="20577"/>
        <pc:sldMkLst>
          <pc:docMk/>
          <pc:sldMk cId="1482277026" sldId="256"/>
        </pc:sldMkLst>
        <pc:spChg chg="mod">
          <ac:chgData name="White (she/her), Whitney" userId="65f39021-2f1d-4d8b-87dc-b123826f65bf" providerId="ADAL" clId="{D0BDA31D-6981-41CB-9E6B-6226F83D4420}" dt="2023-01-26T06:35:37.219" v="94" actId="20577"/>
          <ac:spMkLst>
            <pc:docMk/>
            <pc:sldMk cId="1482277026" sldId="256"/>
            <ac:spMk id="2" creationId="{BFFCF5BD-F8FF-4A67-A8B6-EBB21E79279B}"/>
          </ac:spMkLst>
        </pc:spChg>
        <pc:spChg chg="mod">
          <ac:chgData name="White (she/her), Whitney" userId="65f39021-2f1d-4d8b-87dc-b123826f65bf" providerId="ADAL" clId="{D0BDA31D-6981-41CB-9E6B-6226F83D4420}" dt="2023-01-26T06:10:30.162" v="67" actId="20577"/>
          <ac:spMkLst>
            <pc:docMk/>
            <pc:sldMk cId="1482277026" sldId="256"/>
            <ac:spMk id="3" creationId="{E0FBD98F-3A67-498E-8174-652040DD7B60}"/>
          </ac:spMkLst>
        </pc:spChg>
      </pc:sldChg>
      <pc:sldChg chg="modSp mod">
        <pc:chgData name="White (she/her), Whitney" userId="65f39021-2f1d-4d8b-87dc-b123826f65bf" providerId="ADAL" clId="{D0BDA31D-6981-41CB-9E6B-6226F83D4420}" dt="2023-01-26T06:43:27.556" v="141" actId="20577"/>
        <pc:sldMkLst>
          <pc:docMk/>
          <pc:sldMk cId="4071305681" sldId="258"/>
        </pc:sldMkLst>
        <pc:spChg chg="mod">
          <ac:chgData name="White (she/her), Whitney" userId="65f39021-2f1d-4d8b-87dc-b123826f65bf" providerId="ADAL" clId="{D0BDA31D-6981-41CB-9E6B-6226F83D4420}" dt="2023-01-26T06:43:27.556" v="141" actId="20577"/>
          <ac:spMkLst>
            <pc:docMk/>
            <pc:sldMk cId="4071305681" sldId="258"/>
            <ac:spMk id="3" creationId="{392BE286-77A6-49DD-B15D-7E4718D52FE7}"/>
          </ac:spMkLst>
        </pc:spChg>
      </pc:sldChg>
      <pc:sldChg chg="modSp mod">
        <pc:chgData name="White (she/her), Whitney" userId="65f39021-2f1d-4d8b-87dc-b123826f65bf" providerId="ADAL" clId="{D0BDA31D-6981-41CB-9E6B-6226F83D4420}" dt="2023-01-26T06:40:31.437" v="98" actId="20577"/>
        <pc:sldMkLst>
          <pc:docMk/>
          <pc:sldMk cId="2772527113" sldId="259"/>
        </pc:sldMkLst>
        <pc:spChg chg="mod">
          <ac:chgData name="White (she/her), Whitney" userId="65f39021-2f1d-4d8b-87dc-b123826f65bf" providerId="ADAL" clId="{D0BDA31D-6981-41CB-9E6B-6226F83D4420}" dt="2023-01-26T06:40:31.437" v="98" actId="20577"/>
          <ac:spMkLst>
            <pc:docMk/>
            <pc:sldMk cId="2772527113" sldId="259"/>
            <ac:spMk id="3" creationId="{8CE08C7F-0286-423B-92F7-DEB89F31111A}"/>
          </ac:spMkLst>
        </pc:spChg>
      </pc:sldChg>
      <pc:sldChg chg="modSp mod">
        <pc:chgData name="White (she/her), Whitney" userId="65f39021-2f1d-4d8b-87dc-b123826f65bf" providerId="ADAL" clId="{D0BDA31D-6981-41CB-9E6B-6226F83D4420}" dt="2023-01-26T06:49:00.361" v="230" actId="255"/>
        <pc:sldMkLst>
          <pc:docMk/>
          <pc:sldMk cId="2147408764" sldId="260"/>
        </pc:sldMkLst>
        <pc:spChg chg="mod">
          <ac:chgData name="White (she/her), Whitney" userId="65f39021-2f1d-4d8b-87dc-b123826f65bf" providerId="ADAL" clId="{D0BDA31D-6981-41CB-9E6B-6226F83D4420}" dt="2023-01-26T06:49:00.361" v="230" actId="255"/>
          <ac:spMkLst>
            <pc:docMk/>
            <pc:sldMk cId="2147408764" sldId="260"/>
            <ac:spMk id="3" creationId="{49F2A5AF-3C0B-4968-A438-E435325199EA}"/>
          </ac:spMkLst>
        </pc:spChg>
      </pc:sldChg>
      <pc:sldChg chg="addSp delSp modSp mod">
        <pc:chgData name="White (she/her), Whitney" userId="65f39021-2f1d-4d8b-87dc-b123826f65bf" providerId="ADAL" clId="{D0BDA31D-6981-41CB-9E6B-6226F83D4420}" dt="2023-01-26T06:45:01.209" v="146" actId="21"/>
        <pc:sldMkLst>
          <pc:docMk/>
          <pc:sldMk cId="258332572" sldId="262"/>
        </pc:sldMkLst>
        <pc:spChg chg="add del mod">
          <ac:chgData name="White (she/her), Whitney" userId="65f39021-2f1d-4d8b-87dc-b123826f65bf" providerId="ADAL" clId="{D0BDA31D-6981-41CB-9E6B-6226F83D4420}" dt="2023-01-26T06:44:54.690" v="144" actId="26606"/>
          <ac:spMkLst>
            <pc:docMk/>
            <pc:sldMk cId="258332572" sldId="262"/>
            <ac:spMk id="3" creationId="{B353FFEB-DB08-5B29-1240-A8B3D4D1D435}"/>
          </ac:spMkLst>
        </pc:spChg>
        <pc:spChg chg="mod ord">
          <ac:chgData name="White (she/her), Whitney" userId="65f39021-2f1d-4d8b-87dc-b123826f65bf" providerId="ADAL" clId="{D0BDA31D-6981-41CB-9E6B-6226F83D4420}" dt="2023-01-26T06:44:54.690" v="144" actId="26606"/>
          <ac:spMkLst>
            <pc:docMk/>
            <pc:sldMk cId="258332572" sldId="262"/>
            <ac:spMk id="4" creationId="{A071A007-43B3-444C-A468-0BC1B73EE5D2}"/>
          </ac:spMkLst>
        </pc:spChg>
        <pc:spChg chg="add del">
          <ac:chgData name="White (she/her), Whitney" userId="65f39021-2f1d-4d8b-87dc-b123826f65bf" providerId="ADAL" clId="{D0BDA31D-6981-41CB-9E6B-6226F83D4420}" dt="2023-01-26T06:45:01.209" v="146" actId="21"/>
          <ac:spMkLst>
            <pc:docMk/>
            <pc:sldMk cId="258332572" sldId="262"/>
            <ac:spMk id="11" creationId="{E9F30A82-916E-3C84-34C8-8E6767888211}"/>
          </ac:spMkLst>
        </pc:spChg>
        <pc:picChg chg="del">
          <ac:chgData name="White (she/her), Whitney" userId="65f39021-2f1d-4d8b-87dc-b123826f65bf" providerId="ADAL" clId="{D0BDA31D-6981-41CB-9E6B-6226F83D4420}" dt="2023-01-26T06:44:49.913" v="142" actId="478"/>
          <ac:picMkLst>
            <pc:docMk/>
            <pc:sldMk cId="258332572" sldId="262"/>
            <ac:picMk id="5" creationId="{DC7D3B62-46B2-43FE-B87C-3AED60C836B8}"/>
          </ac:picMkLst>
        </pc:picChg>
        <pc:picChg chg="add mod">
          <ac:chgData name="White (she/her), Whitney" userId="65f39021-2f1d-4d8b-87dc-b123826f65bf" providerId="ADAL" clId="{D0BDA31D-6981-41CB-9E6B-6226F83D4420}" dt="2023-01-26T06:44:56.851" v="145" actId="1076"/>
          <ac:picMkLst>
            <pc:docMk/>
            <pc:sldMk cId="258332572" sldId="262"/>
            <ac:picMk id="6" creationId="{63B5A83E-3FA8-C59A-3788-7EA6F66E6E91}"/>
          </ac:picMkLst>
        </pc:picChg>
      </pc:sldChg>
      <pc:sldChg chg="del">
        <pc:chgData name="White (she/her), Whitney" userId="65f39021-2f1d-4d8b-87dc-b123826f65bf" providerId="ADAL" clId="{D0BDA31D-6981-41CB-9E6B-6226F83D4420}" dt="2023-01-26T06:48:32.392" v="223" actId="47"/>
        <pc:sldMkLst>
          <pc:docMk/>
          <pc:sldMk cId="498985592" sldId="263"/>
        </pc:sldMkLst>
      </pc:sldChg>
      <pc:sldChg chg="del">
        <pc:chgData name="White (she/her), Whitney" userId="65f39021-2f1d-4d8b-87dc-b123826f65bf" providerId="ADAL" clId="{D0BDA31D-6981-41CB-9E6B-6226F83D4420}" dt="2023-01-26T06:48:32.725" v="224" actId="47"/>
        <pc:sldMkLst>
          <pc:docMk/>
          <pc:sldMk cId="4157156871" sldId="268"/>
        </pc:sldMkLst>
      </pc:sldChg>
      <pc:sldChg chg="del">
        <pc:chgData name="White (she/her), Whitney" userId="65f39021-2f1d-4d8b-87dc-b123826f65bf" providerId="ADAL" clId="{D0BDA31D-6981-41CB-9E6B-6226F83D4420}" dt="2023-01-26T06:48:33.141" v="225" actId="47"/>
        <pc:sldMkLst>
          <pc:docMk/>
          <pc:sldMk cId="818675080" sldId="269"/>
        </pc:sldMkLst>
      </pc:sldChg>
      <pc:sldChg chg="del">
        <pc:chgData name="White (she/her), Whitney" userId="65f39021-2f1d-4d8b-87dc-b123826f65bf" providerId="ADAL" clId="{D0BDA31D-6981-41CB-9E6B-6226F83D4420}" dt="2023-01-26T06:48:33.652" v="226" actId="47"/>
        <pc:sldMkLst>
          <pc:docMk/>
          <pc:sldMk cId="3968532148" sldId="270"/>
        </pc:sldMkLst>
      </pc:sldChg>
      <pc:sldChg chg="modSp new mod">
        <pc:chgData name="White (she/her), Whitney" userId="65f39021-2f1d-4d8b-87dc-b123826f65bf" providerId="ADAL" clId="{D0BDA31D-6981-41CB-9E6B-6226F83D4420}" dt="2023-01-26T06:46:54.190" v="222" actId="403"/>
        <pc:sldMkLst>
          <pc:docMk/>
          <pc:sldMk cId="1076189432" sldId="271"/>
        </pc:sldMkLst>
        <pc:spChg chg="mod">
          <ac:chgData name="White (she/her), Whitney" userId="65f39021-2f1d-4d8b-87dc-b123826f65bf" providerId="ADAL" clId="{D0BDA31D-6981-41CB-9E6B-6226F83D4420}" dt="2023-01-26T06:46:32.558" v="218" actId="20577"/>
          <ac:spMkLst>
            <pc:docMk/>
            <pc:sldMk cId="1076189432" sldId="271"/>
            <ac:spMk id="2" creationId="{536EE02F-38AB-4299-50F0-BC21026DFA45}"/>
          </ac:spMkLst>
        </pc:spChg>
        <pc:spChg chg="mod">
          <ac:chgData name="White (she/her), Whitney" userId="65f39021-2f1d-4d8b-87dc-b123826f65bf" providerId="ADAL" clId="{D0BDA31D-6981-41CB-9E6B-6226F83D4420}" dt="2023-01-26T06:46:54.190" v="222" actId="403"/>
          <ac:spMkLst>
            <pc:docMk/>
            <pc:sldMk cId="1076189432" sldId="271"/>
            <ac:spMk id="3" creationId="{410F0BAD-8135-FF10-B753-6FEFB97DCFEC}"/>
          </ac:spMkLst>
        </pc:spChg>
      </pc:sldChg>
    </pc:docChg>
  </pc:docChgLst>
  <pc:docChgLst>
    <pc:chgData name="White (she/her), Whitney" userId="65f39021-2f1d-4d8b-87dc-b123826f65bf" providerId="ADAL" clId="{97A8789F-27EC-493A-B13E-DB853CC06DF7}"/>
    <pc:docChg chg="undo custSel addSld delSld modSld modSection">
      <pc:chgData name="White (she/her), Whitney" userId="65f39021-2f1d-4d8b-87dc-b123826f65bf" providerId="ADAL" clId="{97A8789F-27EC-493A-B13E-DB853CC06DF7}" dt="2023-01-25T16:02:09.847" v="153" actId="255"/>
      <pc:docMkLst>
        <pc:docMk/>
      </pc:docMkLst>
      <pc:sldChg chg="modSp mod">
        <pc:chgData name="White (she/her), Whitney" userId="65f39021-2f1d-4d8b-87dc-b123826f65bf" providerId="ADAL" clId="{97A8789F-27EC-493A-B13E-DB853CC06DF7}" dt="2023-01-25T15:50:48.729" v="41" actId="20577"/>
        <pc:sldMkLst>
          <pc:docMk/>
          <pc:sldMk cId="1482277026" sldId="256"/>
        </pc:sldMkLst>
        <pc:spChg chg="mod">
          <ac:chgData name="White (she/her), Whitney" userId="65f39021-2f1d-4d8b-87dc-b123826f65bf" providerId="ADAL" clId="{97A8789F-27EC-493A-B13E-DB853CC06DF7}" dt="2023-01-25T15:50:48.729" v="41" actId="20577"/>
          <ac:spMkLst>
            <pc:docMk/>
            <pc:sldMk cId="1482277026" sldId="256"/>
            <ac:spMk id="2" creationId="{BFFCF5BD-F8FF-4A67-A8B6-EBB21E79279B}"/>
          </ac:spMkLst>
        </pc:spChg>
        <pc:spChg chg="mod">
          <ac:chgData name="White (she/her), Whitney" userId="65f39021-2f1d-4d8b-87dc-b123826f65bf" providerId="ADAL" clId="{97A8789F-27EC-493A-B13E-DB853CC06DF7}" dt="2023-01-25T15:50:46.145" v="39" actId="313"/>
          <ac:spMkLst>
            <pc:docMk/>
            <pc:sldMk cId="1482277026" sldId="256"/>
            <ac:spMk id="3" creationId="{E0FBD98F-3A67-498E-8174-652040DD7B60}"/>
          </ac:spMkLst>
        </pc:spChg>
      </pc:sldChg>
      <pc:sldChg chg="modSp mod">
        <pc:chgData name="White (she/her), Whitney" userId="65f39021-2f1d-4d8b-87dc-b123826f65bf" providerId="ADAL" clId="{97A8789F-27EC-493A-B13E-DB853CC06DF7}" dt="2023-01-25T15:55:39.745" v="55" actId="115"/>
        <pc:sldMkLst>
          <pc:docMk/>
          <pc:sldMk cId="4071305681" sldId="258"/>
        </pc:sldMkLst>
        <pc:spChg chg="mod">
          <ac:chgData name="White (she/her), Whitney" userId="65f39021-2f1d-4d8b-87dc-b123826f65bf" providerId="ADAL" clId="{97A8789F-27EC-493A-B13E-DB853CC06DF7}" dt="2023-01-25T15:55:39.745" v="55" actId="115"/>
          <ac:spMkLst>
            <pc:docMk/>
            <pc:sldMk cId="4071305681" sldId="258"/>
            <ac:spMk id="3" creationId="{392BE286-77A6-49DD-B15D-7E4718D52FE7}"/>
          </ac:spMkLst>
        </pc:spChg>
      </pc:sldChg>
      <pc:sldChg chg="modSp mod">
        <pc:chgData name="White (she/her), Whitney" userId="65f39021-2f1d-4d8b-87dc-b123826f65bf" providerId="ADAL" clId="{97A8789F-27EC-493A-B13E-DB853CC06DF7}" dt="2023-01-25T15:55:13.133" v="46" actId="255"/>
        <pc:sldMkLst>
          <pc:docMk/>
          <pc:sldMk cId="2772527113" sldId="259"/>
        </pc:sldMkLst>
        <pc:spChg chg="mod">
          <ac:chgData name="White (she/her), Whitney" userId="65f39021-2f1d-4d8b-87dc-b123826f65bf" providerId="ADAL" clId="{97A8789F-27EC-493A-B13E-DB853CC06DF7}" dt="2023-01-25T15:55:13.133" v="46" actId="255"/>
          <ac:spMkLst>
            <pc:docMk/>
            <pc:sldMk cId="2772527113" sldId="259"/>
            <ac:spMk id="3" creationId="{8CE08C7F-0286-423B-92F7-DEB89F31111A}"/>
          </ac:spMkLst>
        </pc:spChg>
      </pc:sldChg>
      <pc:sldChg chg="modSp mod">
        <pc:chgData name="White (she/her), Whitney" userId="65f39021-2f1d-4d8b-87dc-b123826f65bf" providerId="ADAL" clId="{97A8789F-27EC-493A-B13E-DB853CC06DF7}" dt="2023-01-25T16:02:09.847" v="153" actId="255"/>
        <pc:sldMkLst>
          <pc:docMk/>
          <pc:sldMk cId="2147408764" sldId="260"/>
        </pc:sldMkLst>
        <pc:spChg chg="mod">
          <ac:chgData name="White (she/her), Whitney" userId="65f39021-2f1d-4d8b-87dc-b123826f65bf" providerId="ADAL" clId="{97A8789F-27EC-493A-B13E-DB853CC06DF7}" dt="2023-01-25T16:02:09.847" v="153" actId="255"/>
          <ac:spMkLst>
            <pc:docMk/>
            <pc:sldMk cId="2147408764" sldId="260"/>
            <ac:spMk id="3" creationId="{49F2A5AF-3C0B-4968-A438-E435325199EA}"/>
          </ac:spMkLst>
        </pc:spChg>
      </pc:sldChg>
      <pc:sldChg chg="del">
        <pc:chgData name="White (she/her), Whitney" userId="65f39021-2f1d-4d8b-87dc-b123826f65bf" providerId="ADAL" clId="{97A8789F-27EC-493A-B13E-DB853CC06DF7}" dt="2023-01-25T15:56:07.346" v="56" actId="2696"/>
        <pc:sldMkLst>
          <pc:docMk/>
          <pc:sldMk cId="3054216349" sldId="261"/>
        </pc:sldMkLst>
      </pc:sldChg>
      <pc:sldChg chg="modSp mod">
        <pc:chgData name="White (she/her), Whitney" userId="65f39021-2f1d-4d8b-87dc-b123826f65bf" providerId="ADAL" clId="{97A8789F-27EC-493A-B13E-DB853CC06DF7}" dt="2023-01-25T15:57:06.140" v="127" actId="1076"/>
        <pc:sldMkLst>
          <pc:docMk/>
          <pc:sldMk cId="498985592" sldId="263"/>
        </pc:sldMkLst>
        <pc:spChg chg="mod">
          <ac:chgData name="White (she/her), Whitney" userId="65f39021-2f1d-4d8b-87dc-b123826f65bf" providerId="ADAL" clId="{97A8789F-27EC-493A-B13E-DB853CC06DF7}" dt="2023-01-25T15:56:37.477" v="91" actId="20577"/>
          <ac:spMkLst>
            <pc:docMk/>
            <pc:sldMk cId="498985592" sldId="263"/>
            <ac:spMk id="2" creationId="{67E8180B-6498-44E5-AD81-0674C51652BA}"/>
          </ac:spMkLst>
        </pc:spChg>
        <pc:graphicFrameChg chg="mod modGraphic">
          <ac:chgData name="White (she/her), Whitney" userId="65f39021-2f1d-4d8b-87dc-b123826f65bf" providerId="ADAL" clId="{97A8789F-27EC-493A-B13E-DB853CC06DF7}" dt="2023-01-25T15:57:06.140" v="127" actId="1076"/>
          <ac:graphicFrameMkLst>
            <pc:docMk/>
            <pc:sldMk cId="498985592" sldId="263"/>
            <ac:graphicFrameMk id="7" creationId="{5FDD475B-C6CC-4B8A-BF1E-CC6CB3E6FF61}"/>
          </ac:graphicFrameMkLst>
        </pc:graphicFrameChg>
      </pc:sldChg>
      <pc:sldChg chg="del">
        <pc:chgData name="White (she/her), Whitney" userId="65f39021-2f1d-4d8b-87dc-b123826f65bf" providerId="ADAL" clId="{97A8789F-27EC-493A-B13E-DB853CC06DF7}" dt="2023-01-25T15:57:09.888" v="128" actId="47"/>
        <pc:sldMkLst>
          <pc:docMk/>
          <pc:sldMk cId="2234076779" sldId="264"/>
        </pc:sldMkLst>
      </pc:sldChg>
      <pc:sldChg chg="del">
        <pc:chgData name="White (she/her), Whitney" userId="65f39021-2f1d-4d8b-87dc-b123826f65bf" providerId="ADAL" clId="{97A8789F-27EC-493A-B13E-DB853CC06DF7}" dt="2023-01-25T15:57:11.200" v="129" actId="47"/>
        <pc:sldMkLst>
          <pc:docMk/>
          <pc:sldMk cId="3746039917" sldId="265"/>
        </pc:sldMkLst>
      </pc:sldChg>
      <pc:sldChg chg="del">
        <pc:chgData name="White (she/her), Whitney" userId="65f39021-2f1d-4d8b-87dc-b123826f65bf" providerId="ADAL" clId="{97A8789F-27EC-493A-B13E-DB853CC06DF7}" dt="2023-01-25T16:01:47.111" v="141" actId="47"/>
        <pc:sldMkLst>
          <pc:docMk/>
          <pc:sldMk cId="2877505278" sldId="266"/>
        </pc:sldMkLst>
      </pc:sldChg>
      <pc:sldChg chg="del">
        <pc:chgData name="White (she/her), Whitney" userId="65f39021-2f1d-4d8b-87dc-b123826f65bf" providerId="ADAL" clId="{97A8789F-27EC-493A-B13E-DB853CC06DF7}" dt="2023-01-25T16:01:47.573" v="142" actId="47"/>
        <pc:sldMkLst>
          <pc:docMk/>
          <pc:sldMk cId="3055683484" sldId="267"/>
        </pc:sldMkLst>
      </pc:sldChg>
      <pc:sldChg chg="modSp add mod">
        <pc:chgData name="White (she/her), Whitney" userId="65f39021-2f1d-4d8b-87dc-b123826f65bf" providerId="ADAL" clId="{97A8789F-27EC-493A-B13E-DB853CC06DF7}" dt="2023-01-25T15:57:26.871" v="133" actId="255"/>
        <pc:sldMkLst>
          <pc:docMk/>
          <pc:sldMk cId="4157156871" sldId="268"/>
        </pc:sldMkLst>
        <pc:graphicFrameChg chg="mod modGraphic">
          <ac:chgData name="White (she/her), Whitney" userId="65f39021-2f1d-4d8b-87dc-b123826f65bf" providerId="ADAL" clId="{97A8789F-27EC-493A-B13E-DB853CC06DF7}" dt="2023-01-25T15:57:26.871" v="133" actId="255"/>
          <ac:graphicFrameMkLst>
            <pc:docMk/>
            <pc:sldMk cId="4157156871" sldId="268"/>
            <ac:graphicFrameMk id="7" creationId="{5FDD475B-C6CC-4B8A-BF1E-CC6CB3E6FF61}"/>
          </ac:graphicFrameMkLst>
        </pc:graphicFrameChg>
      </pc:sldChg>
      <pc:sldChg chg="modSp add mod">
        <pc:chgData name="White (she/her), Whitney" userId="65f39021-2f1d-4d8b-87dc-b123826f65bf" providerId="ADAL" clId="{97A8789F-27EC-493A-B13E-DB853CC06DF7}" dt="2023-01-25T15:57:52.991" v="135" actId="255"/>
        <pc:sldMkLst>
          <pc:docMk/>
          <pc:sldMk cId="818675080" sldId="269"/>
        </pc:sldMkLst>
        <pc:graphicFrameChg chg="mod modGraphic">
          <ac:chgData name="White (she/her), Whitney" userId="65f39021-2f1d-4d8b-87dc-b123826f65bf" providerId="ADAL" clId="{97A8789F-27EC-493A-B13E-DB853CC06DF7}" dt="2023-01-25T15:57:52.991" v="135" actId="255"/>
          <ac:graphicFrameMkLst>
            <pc:docMk/>
            <pc:sldMk cId="818675080" sldId="269"/>
            <ac:graphicFrameMk id="7" creationId="{5FDD475B-C6CC-4B8A-BF1E-CC6CB3E6FF61}"/>
          </ac:graphicFrameMkLst>
        </pc:graphicFrameChg>
      </pc:sldChg>
      <pc:sldChg chg="new del">
        <pc:chgData name="White (she/her), Whitney" userId="65f39021-2f1d-4d8b-87dc-b123826f65bf" providerId="ADAL" clId="{97A8789F-27EC-493A-B13E-DB853CC06DF7}" dt="2023-01-25T15:57:57.447" v="137" actId="680"/>
        <pc:sldMkLst>
          <pc:docMk/>
          <pc:sldMk cId="3626793949" sldId="270"/>
        </pc:sldMkLst>
      </pc:sldChg>
      <pc:sldChg chg="modSp add mod">
        <pc:chgData name="White (she/her), Whitney" userId="65f39021-2f1d-4d8b-87dc-b123826f65bf" providerId="ADAL" clId="{97A8789F-27EC-493A-B13E-DB853CC06DF7}" dt="2023-01-25T15:58:08.941" v="140" actId="255"/>
        <pc:sldMkLst>
          <pc:docMk/>
          <pc:sldMk cId="3968532148" sldId="270"/>
        </pc:sldMkLst>
        <pc:graphicFrameChg chg="mod modGraphic">
          <ac:chgData name="White (she/her), Whitney" userId="65f39021-2f1d-4d8b-87dc-b123826f65bf" providerId="ADAL" clId="{97A8789F-27EC-493A-B13E-DB853CC06DF7}" dt="2023-01-25T15:58:08.941" v="140" actId="255"/>
          <ac:graphicFrameMkLst>
            <pc:docMk/>
            <pc:sldMk cId="3968532148" sldId="270"/>
            <ac:graphicFrameMk id="7" creationId="{5FDD475B-C6CC-4B8A-BF1E-CC6CB3E6FF61}"/>
          </ac:graphicFrameMkLst>
        </pc:graphicFrameChg>
      </pc:sldChg>
    </pc:docChg>
  </pc:docChgLst>
  <pc:docChgLst>
    <pc:chgData name="White (she/her), Whitney" userId="65f39021-2f1d-4d8b-87dc-b123826f65bf" providerId="ADAL" clId="{38F44297-F94C-4991-BC7E-AAD79838D019}"/>
    <pc:docChg chg="custSel delSld modSld modSection">
      <pc:chgData name="White (she/her), Whitney" userId="65f39021-2f1d-4d8b-87dc-b123826f65bf" providerId="ADAL" clId="{38F44297-F94C-4991-BC7E-AAD79838D019}" dt="2023-01-17T03:44:30.772" v="117" actId="20577"/>
      <pc:docMkLst>
        <pc:docMk/>
      </pc:docMkLst>
      <pc:sldChg chg="modSp mod">
        <pc:chgData name="White (she/her), Whitney" userId="65f39021-2f1d-4d8b-87dc-b123826f65bf" providerId="ADAL" clId="{38F44297-F94C-4991-BC7E-AAD79838D019}" dt="2023-01-17T03:44:30.772" v="117" actId="20577"/>
        <pc:sldMkLst>
          <pc:docMk/>
          <pc:sldMk cId="1482277026" sldId="256"/>
        </pc:sldMkLst>
        <pc:spChg chg="mod">
          <ac:chgData name="White (she/her), Whitney" userId="65f39021-2f1d-4d8b-87dc-b123826f65bf" providerId="ADAL" clId="{38F44297-F94C-4991-BC7E-AAD79838D019}" dt="2023-01-17T03:44:30.772" v="117" actId="20577"/>
          <ac:spMkLst>
            <pc:docMk/>
            <pc:sldMk cId="1482277026" sldId="256"/>
            <ac:spMk id="2" creationId="{BFFCF5BD-F8FF-4A67-A8B6-EBB21E79279B}"/>
          </ac:spMkLst>
        </pc:spChg>
        <pc:spChg chg="mod">
          <ac:chgData name="White (she/her), Whitney" userId="65f39021-2f1d-4d8b-87dc-b123826f65bf" providerId="ADAL" clId="{38F44297-F94C-4991-BC7E-AAD79838D019}" dt="2023-01-17T03:43:15.507" v="113" actId="20577"/>
          <ac:spMkLst>
            <pc:docMk/>
            <pc:sldMk cId="1482277026" sldId="256"/>
            <ac:spMk id="3" creationId="{E0FBD98F-3A67-498E-8174-652040DD7B60}"/>
          </ac:spMkLst>
        </pc:spChg>
      </pc:sldChg>
      <pc:sldChg chg="del">
        <pc:chgData name="White (she/her), Whitney" userId="65f39021-2f1d-4d8b-87dc-b123826f65bf" providerId="ADAL" clId="{38F44297-F94C-4991-BC7E-AAD79838D019}" dt="2023-01-17T03:43:47.911" v="116" actId="47"/>
        <pc:sldMkLst>
          <pc:docMk/>
          <pc:sldMk cId="1163931679" sldId="263"/>
        </pc:sldMkLst>
      </pc:sldChg>
      <pc:sldChg chg="del">
        <pc:chgData name="White (she/her), Whitney" userId="65f39021-2f1d-4d8b-87dc-b123826f65bf" providerId="ADAL" clId="{38F44297-F94C-4991-BC7E-AAD79838D019}" dt="2023-01-17T03:43:40.476" v="114" actId="47"/>
        <pc:sldMkLst>
          <pc:docMk/>
          <pc:sldMk cId="3493109116" sldId="264"/>
        </pc:sldMkLst>
      </pc:sldChg>
      <pc:sldChg chg="del">
        <pc:chgData name="White (she/her), Whitney" userId="65f39021-2f1d-4d8b-87dc-b123826f65bf" providerId="ADAL" clId="{38F44297-F94C-4991-BC7E-AAD79838D019}" dt="2023-01-17T03:43:45.323" v="115" actId="47"/>
        <pc:sldMkLst>
          <pc:docMk/>
          <pc:sldMk cId="2571717539" sldId="265"/>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F5DDE70-9ADB-4C9A-B58D-9BDED1E4A627}" type="datetimeFigureOut">
              <a:rPr lang="en-US" smtClean="0"/>
              <a:t>8/31/2023</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8949DE8-90B8-4B66-9B76-C7482BDD03BC}" type="slidenum">
              <a:rPr lang="en-US" smtClean="0"/>
              <a:t>‹#›</a:t>
            </a:fld>
            <a:endParaRPr lang="en-US"/>
          </a:p>
        </p:txBody>
      </p:sp>
    </p:spTree>
    <p:extLst>
      <p:ext uri="{BB962C8B-B14F-4D97-AF65-F5344CB8AC3E}">
        <p14:creationId xmlns:p14="http://schemas.microsoft.com/office/powerpoint/2010/main" val="18288296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0E4FD1-C863-4F6C-BC67-9529A3DF2F59}"/>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US" dirty="0"/>
          </a:p>
        </p:txBody>
      </p:sp>
      <p:sp>
        <p:nvSpPr>
          <p:cNvPr id="3" name="Subtitle 2">
            <a:extLst>
              <a:ext uri="{FF2B5EF4-FFF2-40B4-BE49-F238E27FC236}">
                <a16:creationId xmlns:a16="http://schemas.microsoft.com/office/drawing/2014/main" id="{5F02A33A-B5BD-43C3-902B-F6F09D5D238A}"/>
              </a:ext>
            </a:extLst>
          </p:cNvPr>
          <p:cNvSpPr>
            <a:spLocks noGrp="1"/>
          </p:cNvSpPr>
          <p:nvPr>
            <p:ph type="subTitle" idx="1" hasCustomPrompt="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insert Lesson Plan Title</a:t>
            </a:r>
          </a:p>
        </p:txBody>
      </p:sp>
      <p:sp>
        <p:nvSpPr>
          <p:cNvPr id="4" name="Date Placeholder 3">
            <a:extLst>
              <a:ext uri="{FF2B5EF4-FFF2-40B4-BE49-F238E27FC236}">
                <a16:creationId xmlns:a16="http://schemas.microsoft.com/office/drawing/2014/main" id="{AD677D06-A159-4AA2-93DA-1C52F18ECBD7}"/>
              </a:ext>
            </a:extLst>
          </p:cNvPr>
          <p:cNvSpPr>
            <a:spLocks noGrp="1"/>
          </p:cNvSpPr>
          <p:nvPr>
            <p:ph type="dt" sz="half" idx="10"/>
          </p:nvPr>
        </p:nvSpPr>
        <p:spPr/>
        <p:txBody>
          <a:bodyPr/>
          <a:lstStyle>
            <a:lvl1pPr>
              <a:defRPr/>
            </a:lvl1pPr>
          </a:lstStyle>
          <a:p>
            <a:fld id="{D4C3A9F1-823B-4DED-8A9C-F71E6CE5796E}" type="datetime1">
              <a:rPr lang="en-US" smtClean="0"/>
              <a:t>8/31/2023</a:t>
            </a:fld>
            <a:endParaRPr lang="en-US" dirty="0"/>
          </a:p>
        </p:txBody>
      </p:sp>
      <p:pic>
        <p:nvPicPr>
          <p:cNvPr id="9" name="Picture 8" descr="Icon. This is TEA's logo.">
            <a:extLst>
              <a:ext uri="{FF2B5EF4-FFF2-40B4-BE49-F238E27FC236}">
                <a16:creationId xmlns:a16="http://schemas.microsoft.com/office/drawing/2014/main" id="{659EBB25-66A1-4A3B-BD33-7EA229672757}"/>
              </a:ext>
            </a:extLst>
          </p:cNvPr>
          <p:cNvPicPr>
            <a:picLocks noChangeAspect="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10668000" y="306635"/>
            <a:ext cx="1085126" cy="532906"/>
          </a:xfrm>
          <a:prstGeom prst="rect">
            <a:avLst/>
          </a:prstGeom>
          <a:noFill/>
          <a:ln>
            <a:noFill/>
          </a:ln>
        </p:spPr>
      </p:pic>
      <p:pic>
        <p:nvPicPr>
          <p:cNvPr id="8" name="Picture 7" descr="Icon&#10;&#10;This is TEA's Education and Training logo.">
            <a:extLst>
              <a:ext uri="{FF2B5EF4-FFF2-40B4-BE49-F238E27FC236}">
                <a16:creationId xmlns:a16="http://schemas.microsoft.com/office/drawing/2014/main" id="{253E1ECF-C55D-47F6-BD1B-E5CFD8AC6DC2}"/>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11150018" y="5619940"/>
            <a:ext cx="548640" cy="918972"/>
          </a:xfrm>
          <a:prstGeom prst="rect">
            <a:avLst/>
          </a:prstGeom>
        </p:spPr>
      </p:pic>
    </p:spTree>
    <p:extLst>
      <p:ext uri="{BB962C8B-B14F-4D97-AF65-F5344CB8AC3E}">
        <p14:creationId xmlns:p14="http://schemas.microsoft.com/office/powerpoint/2010/main" val="196056372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pic>
        <p:nvPicPr>
          <p:cNvPr id="9" name="Picture 8" descr="Icon&#10;&#10;This is TEA's E&amp;T logo.">
            <a:extLst>
              <a:ext uri="{FF2B5EF4-FFF2-40B4-BE49-F238E27FC236}">
                <a16:creationId xmlns:a16="http://schemas.microsoft.com/office/drawing/2014/main" id="{3952EC27-F26B-4322-BE1D-79E86DF93672}"/>
              </a:ext>
            </a:extLst>
          </p:cNvPr>
          <p:cNvPicPr>
            <a:picLocks noChangeAspect="1"/>
          </p:cNvPicPr>
          <p:nvPr userDrawn="1"/>
        </p:nvPicPr>
        <p:blipFill>
          <a:blip r:embed="rId2">
            <a:alphaModFix amt="35000"/>
            <a:extLst>
              <a:ext uri="{28A0092B-C50C-407E-A947-70E740481C1C}">
                <a14:useLocalDpi xmlns:a14="http://schemas.microsoft.com/office/drawing/2010/main" val="0"/>
              </a:ext>
            </a:extLst>
          </a:blip>
          <a:stretch>
            <a:fillRect/>
          </a:stretch>
        </p:blipFill>
        <p:spPr>
          <a:xfrm>
            <a:off x="11053548" y="5545525"/>
            <a:ext cx="600503" cy="1005840"/>
          </a:xfrm>
          <a:prstGeom prst="rect">
            <a:avLst/>
          </a:prstGeom>
        </p:spPr>
      </p:pic>
      <p:pic>
        <p:nvPicPr>
          <p:cNvPr id="7" name="Picture 6" descr="Icon.&#10;&#10;This is TEA's logo.">
            <a:extLst>
              <a:ext uri="{FF2B5EF4-FFF2-40B4-BE49-F238E27FC236}">
                <a16:creationId xmlns:a16="http://schemas.microsoft.com/office/drawing/2014/main" id="{5E0CFE64-7D39-43D0-AAFE-02B4F49538FD}"/>
              </a:ext>
            </a:extLst>
          </p:cNvPr>
          <p:cNvPicPr>
            <a:picLocks noChangeAspect="1"/>
          </p:cNvPicPr>
          <p:nvPr userDrawn="1"/>
        </p:nvPicPr>
        <p:blipFill>
          <a:blip r:embed="rId3">
            <a:alphaModFix amt="35000"/>
            <a:extLst>
              <a:ext uri="{28A0092B-C50C-407E-A947-70E740481C1C}">
                <a14:useLocalDpi xmlns:a14="http://schemas.microsoft.com/office/drawing/2010/main" val="0"/>
              </a:ext>
            </a:extLst>
          </a:blip>
          <a:srcRect/>
          <a:stretch>
            <a:fillRect/>
          </a:stretch>
        </p:blipFill>
        <p:spPr bwMode="auto">
          <a:xfrm>
            <a:off x="10668000" y="306635"/>
            <a:ext cx="1085126" cy="532906"/>
          </a:xfrm>
          <a:prstGeom prst="rect">
            <a:avLst/>
          </a:prstGeom>
          <a:noFill/>
          <a:ln>
            <a:noFill/>
          </a:ln>
        </p:spPr>
      </p:pic>
      <p:sp>
        <p:nvSpPr>
          <p:cNvPr id="2" name="Title 1">
            <a:extLst>
              <a:ext uri="{FF2B5EF4-FFF2-40B4-BE49-F238E27FC236}">
                <a16:creationId xmlns:a16="http://schemas.microsoft.com/office/drawing/2014/main" id="{26C9151B-2AB9-45C2-83BD-E5F2A13853A5}"/>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B5CF151C-FCEC-402E-946E-FFBB138CCC86}"/>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D2676C1-1BAD-4C95-93B1-0521C6096717}"/>
              </a:ext>
            </a:extLst>
          </p:cNvPr>
          <p:cNvSpPr>
            <a:spLocks noGrp="1"/>
          </p:cNvSpPr>
          <p:nvPr>
            <p:ph type="dt" sz="half" idx="10"/>
          </p:nvPr>
        </p:nvSpPr>
        <p:spPr/>
        <p:txBody>
          <a:bodyPr/>
          <a:lstStyle>
            <a:lvl1pPr>
              <a:defRPr/>
            </a:lvl1pPr>
          </a:lstStyle>
          <a:p>
            <a:fld id="{BFA63772-DBA2-4AC7-80D7-5D423EA9FA3C}" type="datetime1">
              <a:rPr lang="en-US" smtClean="0"/>
              <a:t>8/31/2023</a:t>
            </a:fld>
            <a:endParaRPr lang="en-US" dirty="0"/>
          </a:p>
        </p:txBody>
      </p:sp>
      <p:sp>
        <p:nvSpPr>
          <p:cNvPr id="6" name="Slide Number Placeholder 5">
            <a:extLst>
              <a:ext uri="{FF2B5EF4-FFF2-40B4-BE49-F238E27FC236}">
                <a16:creationId xmlns:a16="http://schemas.microsoft.com/office/drawing/2014/main" id="{46950A59-130A-44A5-9168-67E5241BD61D}"/>
              </a:ext>
            </a:extLst>
          </p:cNvPr>
          <p:cNvSpPr>
            <a:spLocks noGrp="1"/>
          </p:cNvSpPr>
          <p:nvPr>
            <p:ph type="sldNum" sz="quarter" idx="12"/>
          </p:nvPr>
        </p:nvSpPr>
        <p:spPr/>
        <p:txBody>
          <a:bodyPr/>
          <a:lstStyle/>
          <a:p>
            <a:fld id="{E2D56C8B-F564-4051-AFED-A78F1C6A2F0E}" type="slidenum">
              <a:rPr lang="en-US" smtClean="0"/>
              <a:pPr/>
              <a:t>‹#›</a:t>
            </a:fld>
            <a:endParaRPr lang="en-US" dirty="0"/>
          </a:p>
        </p:txBody>
      </p:sp>
    </p:spTree>
    <p:extLst>
      <p:ext uri="{BB962C8B-B14F-4D97-AF65-F5344CB8AC3E}">
        <p14:creationId xmlns:p14="http://schemas.microsoft.com/office/powerpoint/2010/main" val="86639568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pic>
        <p:nvPicPr>
          <p:cNvPr id="9" name="Picture 8" descr="Icon&#10;&#10;This is TEA's E&amp;T logo.">
            <a:extLst>
              <a:ext uri="{FF2B5EF4-FFF2-40B4-BE49-F238E27FC236}">
                <a16:creationId xmlns:a16="http://schemas.microsoft.com/office/drawing/2014/main" id="{EB2BA44D-5463-4739-92DD-A12DF6D39EE3}"/>
              </a:ext>
            </a:extLst>
          </p:cNvPr>
          <p:cNvPicPr>
            <a:picLocks noChangeAspect="1"/>
          </p:cNvPicPr>
          <p:nvPr userDrawn="1"/>
        </p:nvPicPr>
        <p:blipFill>
          <a:blip r:embed="rId2">
            <a:alphaModFix amt="35000"/>
            <a:extLst>
              <a:ext uri="{28A0092B-C50C-407E-A947-70E740481C1C}">
                <a14:useLocalDpi xmlns:a14="http://schemas.microsoft.com/office/drawing/2010/main" val="0"/>
              </a:ext>
            </a:extLst>
          </a:blip>
          <a:stretch>
            <a:fillRect/>
          </a:stretch>
        </p:blipFill>
        <p:spPr>
          <a:xfrm>
            <a:off x="11053548" y="5545525"/>
            <a:ext cx="600503" cy="1005840"/>
          </a:xfrm>
          <a:prstGeom prst="rect">
            <a:avLst/>
          </a:prstGeom>
        </p:spPr>
      </p:pic>
      <p:pic>
        <p:nvPicPr>
          <p:cNvPr id="8" name="Picture 7" descr="Icon.&#10;&#10;This is TEA's logo.">
            <a:extLst>
              <a:ext uri="{FF2B5EF4-FFF2-40B4-BE49-F238E27FC236}">
                <a16:creationId xmlns:a16="http://schemas.microsoft.com/office/drawing/2014/main" id="{007F5972-B8BD-4624-B605-5D7E30461D9B}"/>
              </a:ext>
            </a:extLst>
          </p:cNvPr>
          <p:cNvPicPr>
            <a:picLocks noChangeAspect="1"/>
          </p:cNvPicPr>
          <p:nvPr userDrawn="1"/>
        </p:nvPicPr>
        <p:blipFill>
          <a:blip r:embed="rId3">
            <a:alphaModFix amt="35000"/>
            <a:extLst>
              <a:ext uri="{28A0092B-C50C-407E-A947-70E740481C1C}">
                <a14:useLocalDpi xmlns:a14="http://schemas.microsoft.com/office/drawing/2010/main" val="0"/>
              </a:ext>
            </a:extLst>
          </a:blip>
          <a:srcRect/>
          <a:stretch>
            <a:fillRect/>
          </a:stretch>
        </p:blipFill>
        <p:spPr bwMode="auto">
          <a:xfrm>
            <a:off x="10668000" y="306635"/>
            <a:ext cx="1085126" cy="532906"/>
          </a:xfrm>
          <a:prstGeom prst="rect">
            <a:avLst/>
          </a:prstGeom>
          <a:noFill/>
          <a:ln>
            <a:noFill/>
          </a:ln>
        </p:spPr>
      </p:pic>
      <p:sp>
        <p:nvSpPr>
          <p:cNvPr id="2" name="Title 1">
            <a:extLst>
              <a:ext uri="{FF2B5EF4-FFF2-40B4-BE49-F238E27FC236}">
                <a16:creationId xmlns:a16="http://schemas.microsoft.com/office/drawing/2014/main" id="{D2B8D024-2002-4D1F-B2F4-818A3AE1C640}"/>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5B81A1FD-4443-45CB-9625-00873E1F3713}"/>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C497D6C9-834D-47FE-A0C7-DB3B2E40CB95}"/>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EC3995EF-AAAA-4FB8-8BC8-3C5C9D7667A2}"/>
              </a:ext>
            </a:extLst>
          </p:cNvPr>
          <p:cNvSpPr>
            <a:spLocks noGrp="1"/>
          </p:cNvSpPr>
          <p:nvPr>
            <p:ph type="dt" sz="half" idx="10"/>
          </p:nvPr>
        </p:nvSpPr>
        <p:spPr/>
        <p:txBody>
          <a:bodyPr/>
          <a:lstStyle/>
          <a:p>
            <a:fld id="{80D0AFF5-B04B-402F-A66D-73FFE55B90A5}" type="datetime1">
              <a:rPr lang="en-US" smtClean="0"/>
              <a:t>8/31/2023</a:t>
            </a:fld>
            <a:endParaRPr lang="en-US"/>
          </a:p>
        </p:txBody>
      </p:sp>
      <p:sp>
        <p:nvSpPr>
          <p:cNvPr id="7" name="Slide Number Placeholder 6">
            <a:extLst>
              <a:ext uri="{FF2B5EF4-FFF2-40B4-BE49-F238E27FC236}">
                <a16:creationId xmlns:a16="http://schemas.microsoft.com/office/drawing/2014/main" id="{91949A45-2D3F-45E0-9651-F2BB98073004}"/>
              </a:ext>
            </a:extLst>
          </p:cNvPr>
          <p:cNvSpPr>
            <a:spLocks noGrp="1"/>
          </p:cNvSpPr>
          <p:nvPr>
            <p:ph type="sldNum" sz="quarter" idx="12"/>
          </p:nvPr>
        </p:nvSpPr>
        <p:spPr/>
        <p:txBody>
          <a:bodyPr/>
          <a:lstStyle/>
          <a:p>
            <a:fld id="{E2D56C8B-F564-4051-AFED-A78F1C6A2F0E}" type="slidenum">
              <a:rPr lang="en-US" smtClean="0"/>
              <a:t>‹#›</a:t>
            </a:fld>
            <a:endParaRPr lang="en-US"/>
          </a:p>
        </p:txBody>
      </p:sp>
    </p:spTree>
    <p:extLst>
      <p:ext uri="{BB962C8B-B14F-4D97-AF65-F5344CB8AC3E}">
        <p14:creationId xmlns:p14="http://schemas.microsoft.com/office/powerpoint/2010/main" val="640404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pic>
        <p:nvPicPr>
          <p:cNvPr id="7" name="Picture 6" descr="Icon&#10;&#10;This is TEA's E&amp;T logo.">
            <a:extLst>
              <a:ext uri="{FF2B5EF4-FFF2-40B4-BE49-F238E27FC236}">
                <a16:creationId xmlns:a16="http://schemas.microsoft.com/office/drawing/2014/main" id="{ED6DCFE0-29AE-4AD0-BD08-B81AC0B7E71B}"/>
              </a:ext>
            </a:extLst>
          </p:cNvPr>
          <p:cNvPicPr>
            <a:picLocks noChangeAspect="1"/>
          </p:cNvPicPr>
          <p:nvPr userDrawn="1"/>
        </p:nvPicPr>
        <p:blipFill>
          <a:blip r:embed="rId2">
            <a:alphaModFix amt="35000"/>
            <a:extLst>
              <a:ext uri="{28A0092B-C50C-407E-A947-70E740481C1C}">
                <a14:useLocalDpi xmlns:a14="http://schemas.microsoft.com/office/drawing/2010/main" val="0"/>
              </a:ext>
            </a:extLst>
          </a:blip>
          <a:stretch>
            <a:fillRect/>
          </a:stretch>
        </p:blipFill>
        <p:spPr>
          <a:xfrm>
            <a:off x="11053548" y="5545525"/>
            <a:ext cx="600503" cy="1005840"/>
          </a:xfrm>
          <a:prstGeom prst="rect">
            <a:avLst/>
          </a:prstGeom>
        </p:spPr>
      </p:pic>
      <p:pic>
        <p:nvPicPr>
          <p:cNvPr id="6" name="Picture 5" descr="Icon.&#10;&#10;This is TEA's logo.">
            <a:extLst>
              <a:ext uri="{FF2B5EF4-FFF2-40B4-BE49-F238E27FC236}">
                <a16:creationId xmlns:a16="http://schemas.microsoft.com/office/drawing/2014/main" id="{AFD2FB0B-28F4-4754-AC40-6EB57E165198}"/>
              </a:ext>
            </a:extLst>
          </p:cNvPr>
          <p:cNvPicPr>
            <a:picLocks noChangeAspect="1"/>
          </p:cNvPicPr>
          <p:nvPr userDrawn="1"/>
        </p:nvPicPr>
        <p:blipFill>
          <a:blip r:embed="rId3">
            <a:alphaModFix amt="35000"/>
            <a:extLst>
              <a:ext uri="{28A0092B-C50C-407E-A947-70E740481C1C}">
                <a14:useLocalDpi xmlns:a14="http://schemas.microsoft.com/office/drawing/2010/main" val="0"/>
              </a:ext>
            </a:extLst>
          </a:blip>
          <a:srcRect/>
          <a:stretch>
            <a:fillRect/>
          </a:stretch>
        </p:blipFill>
        <p:spPr bwMode="auto">
          <a:xfrm>
            <a:off x="10668000" y="306635"/>
            <a:ext cx="1085126" cy="532906"/>
          </a:xfrm>
          <a:prstGeom prst="rect">
            <a:avLst/>
          </a:prstGeom>
          <a:noFill/>
          <a:ln>
            <a:noFill/>
          </a:ln>
        </p:spPr>
      </p:pic>
      <p:sp>
        <p:nvSpPr>
          <p:cNvPr id="2" name="Title 1">
            <a:extLst>
              <a:ext uri="{FF2B5EF4-FFF2-40B4-BE49-F238E27FC236}">
                <a16:creationId xmlns:a16="http://schemas.microsoft.com/office/drawing/2014/main" id="{4CCA1F59-10A0-43F6-9ED7-DE8CB1637F76}"/>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E1E26DD3-E445-481B-9E2A-838E7F52ABB3}"/>
              </a:ext>
            </a:extLst>
          </p:cNvPr>
          <p:cNvSpPr>
            <a:spLocks noGrp="1"/>
          </p:cNvSpPr>
          <p:nvPr>
            <p:ph type="dt" sz="half" idx="10"/>
          </p:nvPr>
        </p:nvSpPr>
        <p:spPr/>
        <p:txBody>
          <a:bodyPr/>
          <a:lstStyle/>
          <a:p>
            <a:fld id="{4364A506-6889-4F7C-A35D-9173F655B112}" type="datetime1">
              <a:rPr lang="en-US" smtClean="0"/>
              <a:t>8/31/2023</a:t>
            </a:fld>
            <a:endParaRPr lang="en-US"/>
          </a:p>
        </p:txBody>
      </p:sp>
      <p:sp>
        <p:nvSpPr>
          <p:cNvPr id="5" name="Slide Number Placeholder 4">
            <a:extLst>
              <a:ext uri="{FF2B5EF4-FFF2-40B4-BE49-F238E27FC236}">
                <a16:creationId xmlns:a16="http://schemas.microsoft.com/office/drawing/2014/main" id="{C41E09D6-CB72-40FF-9BBA-2E736CEC53A9}"/>
              </a:ext>
            </a:extLst>
          </p:cNvPr>
          <p:cNvSpPr>
            <a:spLocks noGrp="1"/>
          </p:cNvSpPr>
          <p:nvPr>
            <p:ph type="sldNum" sz="quarter" idx="12"/>
          </p:nvPr>
        </p:nvSpPr>
        <p:spPr/>
        <p:txBody>
          <a:bodyPr/>
          <a:lstStyle/>
          <a:p>
            <a:fld id="{E2D56C8B-F564-4051-AFED-A78F1C6A2F0E}" type="slidenum">
              <a:rPr lang="en-US" smtClean="0"/>
              <a:t>‹#›</a:t>
            </a:fld>
            <a:endParaRPr lang="en-US"/>
          </a:p>
        </p:txBody>
      </p:sp>
    </p:spTree>
    <p:extLst>
      <p:ext uri="{BB962C8B-B14F-4D97-AF65-F5344CB8AC3E}">
        <p14:creationId xmlns:p14="http://schemas.microsoft.com/office/powerpoint/2010/main" val="287976036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pic>
        <p:nvPicPr>
          <p:cNvPr id="9" name="Picture 8" descr="Icon&#10;&#10;This is TEA's E&amp;T logo.">
            <a:extLst>
              <a:ext uri="{FF2B5EF4-FFF2-40B4-BE49-F238E27FC236}">
                <a16:creationId xmlns:a16="http://schemas.microsoft.com/office/drawing/2014/main" id="{B5FAF1F7-69D1-48B7-B507-F3B679B89092}"/>
              </a:ext>
            </a:extLst>
          </p:cNvPr>
          <p:cNvPicPr>
            <a:picLocks noChangeAspect="1"/>
          </p:cNvPicPr>
          <p:nvPr userDrawn="1"/>
        </p:nvPicPr>
        <p:blipFill>
          <a:blip r:embed="rId2">
            <a:alphaModFix amt="35000"/>
            <a:extLst>
              <a:ext uri="{28A0092B-C50C-407E-A947-70E740481C1C}">
                <a14:useLocalDpi xmlns:a14="http://schemas.microsoft.com/office/drawing/2010/main" val="0"/>
              </a:ext>
            </a:extLst>
          </a:blip>
          <a:stretch>
            <a:fillRect/>
          </a:stretch>
        </p:blipFill>
        <p:spPr>
          <a:xfrm>
            <a:off x="11053548" y="5545525"/>
            <a:ext cx="600503" cy="1005840"/>
          </a:xfrm>
          <a:prstGeom prst="rect">
            <a:avLst/>
          </a:prstGeom>
        </p:spPr>
      </p:pic>
      <p:pic>
        <p:nvPicPr>
          <p:cNvPr id="8" name="Picture 7" descr="Icon.&#10;&#10;This is TEA's logo.">
            <a:extLst>
              <a:ext uri="{FF2B5EF4-FFF2-40B4-BE49-F238E27FC236}">
                <a16:creationId xmlns:a16="http://schemas.microsoft.com/office/drawing/2014/main" id="{D54A681B-39F8-4AF9-B518-FCFAA5D3B4FA}"/>
              </a:ext>
            </a:extLst>
          </p:cNvPr>
          <p:cNvPicPr>
            <a:picLocks noChangeAspect="1"/>
          </p:cNvPicPr>
          <p:nvPr userDrawn="1"/>
        </p:nvPicPr>
        <p:blipFill>
          <a:blip r:embed="rId3">
            <a:alphaModFix amt="35000"/>
            <a:extLst>
              <a:ext uri="{28A0092B-C50C-407E-A947-70E740481C1C}">
                <a14:useLocalDpi xmlns:a14="http://schemas.microsoft.com/office/drawing/2010/main" val="0"/>
              </a:ext>
            </a:extLst>
          </a:blip>
          <a:srcRect/>
          <a:stretch>
            <a:fillRect/>
          </a:stretch>
        </p:blipFill>
        <p:spPr bwMode="auto">
          <a:xfrm>
            <a:off x="10668000" y="306635"/>
            <a:ext cx="1085126" cy="532906"/>
          </a:xfrm>
          <a:prstGeom prst="rect">
            <a:avLst/>
          </a:prstGeom>
          <a:noFill/>
          <a:ln>
            <a:noFill/>
          </a:ln>
        </p:spPr>
      </p:pic>
      <p:sp>
        <p:nvSpPr>
          <p:cNvPr id="2" name="Title 1">
            <a:extLst>
              <a:ext uri="{FF2B5EF4-FFF2-40B4-BE49-F238E27FC236}">
                <a16:creationId xmlns:a16="http://schemas.microsoft.com/office/drawing/2014/main" id="{4F93258C-A373-4A72-8D76-37BF36B7DAC5}"/>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AEFB9538-CE15-4C63-AC84-5352E688E0D4}"/>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F803CD23-0AA9-4649-BC6F-AF45EB68A46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84ECAFE6-DED3-4180-88B3-AB1AF2AE9E8A}"/>
              </a:ext>
            </a:extLst>
          </p:cNvPr>
          <p:cNvSpPr>
            <a:spLocks noGrp="1"/>
          </p:cNvSpPr>
          <p:nvPr>
            <p:ph type="dt" sz="half" idx="10"/>
          </p:nvPr>
        </p:nvSpPr>
        <p:spPr/>
        <p:txBody>
          <a:bodyPr/>
          <a:lstStyle/>
          <a:p>
            <a:fld id="{1240BC81-90C7-4034-841A-62432A0701C4}" type="datetime1">
              <a:rPr lang="en-US" smtClean="0"/>
              <a:t>8/31/2023</a:t>
            </a:fld>
            <a:endParaRPr lang="en-US"/>
          </a:p>
        </p:txBody>
      </p:sp>
      <p:sp>
        <p:nvSpPr>
          <p:cNvPr id="7" name="Slide Number Placeholder 6">
            <a:extLst>
              <a:ext uri="{FF2B5EF4-FFF2-40B4-BE49-F238E27FC236}">
                <a16:creationId xmlns:a16="http://schemas.microsoft.com/office/drawing/2014/main" id="{3EAEF087-6D43-4EAE-9B1B-CEB9C3AC5C11}"/>
              </a:ext>
            </a:extLst>
          </p:cNvPr>
          <p:cNvSpPr>
            <a:spLocks noGrp="1"/>
          </p:cNvSpPr>
          <p:nvPr>
            <p:ph type="sldNum" sz="quarter" idx="12"/>
          </p:nvPr>
        </p:nvSpPr>
        <p:spPr/>
        <p:txBody>
          <a:bodyPr/>
          <a:lstStyle/>
          <a:p>
            <a:fld id="{E2D56C8B-F564-4051-AFED-A78F1C6A2F0E}" type="slidenum">
              <a:rPr lang="en-US" smtClean="0"/>
              <a:t>‹#›</a:t>
            </a:fld>
            <a:endParaRPr lang="en-US"/>
          </a:p>
        </p:txBody>
      </p:sp>
    </p:spTree>
    <p:extLst>
      <p:ext uri="{BB962C8B-B14F-4D97-AF65-F5344CB8AC3E}">
        <p14:creationId xmlns:p14="http://schemas.microsoft.com/office/powerpoint/2010/main" val="33914904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Picture with Caption">
    <p:spTree>
      <p:nvGrpSpPr>
        <p:cNvPr id="1" name=""/>
        <p:cNvGrpSpPr/>
        <p:nvPr/>
      </p:nvGrpSpPr>
      <p:grpSpPr>
        <a:xfrm>
          <a:off x="0" y="0"/>
          <a:ext cx="0" cy="0"/>
          <a:chOff x="0" y="0"/>
          <a:chExt cx="0" cy="0"/>
        </a:xfrm>
      </p:grpSpPr>
      <p:pic>
        <p:nvPicPr>
          <p:cNvPr id="9" name="Picture 8" descr="Icon&#10;&#10;This is TEA's E&amp;T logo.">
            <a:extLst>
              <a:ext uri="{FF2B5EF4-FFF2-40B4-BE49-F238E27FC236}">
                <a16:creationId xmlns:a16="http://schemas.microsoft.com/office/drawing/2014/main" id="{E0EEECB2-4807-41E3-B2D3-991EE641007B}"/>
              </a:ext>
            </a:extLst>
          </p:cNvPr>
          <p:cNvPicPr>
            <a:picLocks noChangeAspect="1"/>
          </p:cNvPicPr>
          <p:nvPr userDrawn="1"/>
        </p:nvPicPr>
        <p:blipFill>
          <a:blip r:embed="rId2">
            <a:alphaModFix amt="35000"/>
            <a:extLst>
              <a:ext uri="{28A0092B-C50C-407E-A947-70E740481C1C}">
                <a14:useLocalDpi xmlns:a14="http://schemas.microsoft.com/office/drawing/2010/main" val="0"/>
              </a:ext>
            </a:extLst>
          </a:blip>
          <a:stretch>
            <a:fillRect/>
          </a:stretch>
        </p:blipFill>
        <p:spPr>
          <a:xfrm>
            <a:off x="11053548" y="5545525"/>
            <a:ext cx="600503" cy="1005840"/>
          </a:xfrm>
          <a:prstGeom prst="rect">
            <a:avLst/>
          </a:prstGeom>
        </p:spPr>
      </p:pic>
      <p:pic>
        <p:nvPicPr>
          <p:cNvPr id="8" name="Picture 7" descr="Icon.&#10;&#10;This is TEA's logo.">
            <a:extLst>
              <a:ext uri="{FF2B5EF4-FFF2-40B4-BE49-F238E27FC236}">
                <a16:creationId xmlns:a16="http://schemas.microsoft.com/office/drawing/2014/main" id="{25C4FCAD-219B-4F99-A83E-DA5126B57DE5}"/>
              </a:ext>
            </a:extLst>
          </p:cNvPr>
          <p:cNvPicPr>
            <a:picLocks noChangeAspect="1"/>
          </p:cNvPicPr>
          <p:nvPr userDrawn="1"/>
        </p:nvPicPr>
        <p:blipFill>
          <a:blip r:embed="rId3">
            <a:alphaModFix amt="35000"/>
            <a:extLst>
              <a:ext uri="{28A0092B-C50C-407E-A947-70E740481C1C}">
                <a14:useLocalDpi xmlns:a14="http://schemas.microsoft.com/office/drawing/2010/main" val="0"/>
              </a:ext>
            </a:extLst>
          </a:blip>
          <a:srcRect/>
          <a:stretch>
            <a:fillRect/>
          </a:stretch>
        </p:blipFill>
        <p:spPr bwMode="auto">
          <a:xfrm>
            <a:off x="10668000" y="306635"/>
            <a:ext cx="1085126" cy="532906"/>
          </a:xfrm>
          <a:prstGeom prst="rect">
            <a:avLst/>
          </a:prstGeom>
          <a:noFill/>
          <a:ln>
            <a:noFill/>
          </a:ln>
        </p:spPr>
      </p:pic>
      <p:sp>
        <p:nvSpPr>
          <p:cNvPr id="2" name="Title 1">
            <a:extLst>
              <a:ext uri="{FF2B5EF4-FFF2-40B4-BE49-F238E27FC236}">
                <a16:creationId xmlns:a16="http://schemas.microsoft.com/office/drawing/2014/main" id="{5AAB400A-C810-4485-886B-EBBC5DD6CC76}"/>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Picture Placeholder 2">
            <a:extLst>
              <a:ext uri="{FF2B5EF4-FFF2-40B4-BE49-F238E27FC236}">
                <a16:creationId xmlns:a16="http://schemas.microsoft.com/office/drawing/2014/main" id="{61684E1D-A07E-43A4-9566-78EC65CF04B8}"/>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a:extLst>
              <a:ext uri="{FF2B5EF4-FFF2-40B4-BE49-F238E27FC236}">
                <a16:creationId xmlns:a16="http://schemas.microsoft.com/office/drawing/2014/main" id="{ADBF354A-AAF6-40F3-97E9-EACCAB858EB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0D092308-4B6B-4A76-A68F-BE16B13E121A}"/>
              </a:ext>
            </a:extLst>
          </p:cNvPr>
          <p:cNvSpPr>
            <a:spLocks noGrp="1"/>
          </p:cNvSpPr>
          <p:nvPr>
            <p:ph type="dt" sz="half" idx="10"/>
          </p:nvPr>
        </p:nvSpPr>
        <p:spPr/>
        <p:txBody>
          <a:bodyPr/>
          <a:lstStyle/>
          <a:p>
            <a:fld id="{0194B010-5EDA-416E-B5AB-AEBD814FEF92}" type="datetime1">
              <a:rPr lang="en-US" smtClean="0"/>
              <a:t>8/31/2023</a:t>
            </a:fld>
            <a:endParaRPr lang="en-US"/>
          </a:p>
        </p:txBody>
      </p:sp>
      <p:sp>
        <p:nvSpPr>
          <p:cNvPr id="7" name="Slide Number Placeholder 6">
            <a:extLst>
              <a:ext uri="{FF2B5EF4-FFF2-40B4-BE49-F238E27FC236}">
                <a16:creationId xmlns:a16="http://schemas.microsoft.com/office/drawing/2014/main" id="{A07AFB43-88EB-4A6C-AB03-405A03ABEC82}"/>
              </a:ext>
            </a:extLst>
          </p:cNvPr>
          <p:cNvSpPr>
            <a:spLocks noGrp="1"/>
          </p:cNvSpPr>
          <p:nvPr>
            <p:ph type="sldNum" sz="quarter" idx="12"/>
          </p:nvPr>
        </p:nvSpPr>
        <p:spPr/>
        <p:txBody>
          <a:bodyPr/>
          <a:lstStyle/>
          <a:p>
            <a:fld id="{E2D56C8B-F564-4051-AFED-A78F1C6A2F0E}" type="slidenum">
              <a:rPr lang="en-US" smtClean="0"/>
              <a:t>‹#›</a:t>
            </a:fld>
            <a:endParaRPr lang="en-US"/>
          </a:p>
        </p:txBody>
      </p:sp>
    </p:spTree>
    <p:extLst>
      <p:ext uri="{BB962C8B-B14F-4D97-AF65-F5344CB8AC3E}">
        <p14:creationId xmlns:p14="http://schemas.microsoft.com/office/powerpoint/2010/main" val="3819197707"/>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7E9192C8-5397-4FC4-85A7-05CFC353289E}"/>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62EC8621-C852-47CD-A118-D24B6AC3DDC1}"/>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61DE9C7-0406-4194-A53C-344BADD62F88}"/>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2D86C95F-23BA-4339-9C8C-C90EF96A4C91}" type="datetime1">
              <a:rPr lang="en-US" smtClean="0"/>
              <a:t>8/31/2023</a:t>
            </a:fld>
            <a:endParaRPr lang="en-US"/>
          </a:p>
        </p:txBody>
      </p:sp>
      <p:sp>
        <p:nvSpPr>
          <p:cNvPr id="5" name="Footer Placeholder 4">
            <a:extLst>
              <a:ext uri="{FF2B5EF4-FFF2-40B4-BE49-F238E27FC236}">
                <a16:creationId xmlns:a16="http://schemas.microsoft.com/office/drawing/2014/main" id="{280D1EDA-3944-4DA5-A7A2-1ACE2385338C}"/>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a:t>1.02: Exploring the Impact of Teachers on Student Lives</a:t>
            </a:r>
          </a:p>
        </p:txBody>
      </p:sp>
      <p:sp>
        <p:nvSpPr>
          <p:cNvPr id="6" name="Slide Number Placeholder 5">
            <a:extLst>
              <a:ext uri="{FF2B5EF4-FFF2-40B4-BE49-F238E27FC236}">
                <a16:creationId xmlns:a16="http://schemas.microsoft.com/office/drawing/2014/main" id="{55111E65-8042-49F9-8B63-5DF8961B324C}"/>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E2D56C8B-F564-4051-AFED-A78F1C6A2F0E}" type="slidenum">
              <a:rPr lang="en-US" smtClean="0"/>
              <a:t>‹#›</a:t>
            </a:fld>
            <a:endParaRPr lang="en-US"/>
          </a:p>
        </p:txBody>
      </p:sp>
    </p:spTree>
    <p:extLst>
      <p:ext uri="{BB962C8B-B14F-4D97-AF65-F5344CB8AC3E}">
        <p14:creationId xmlns:p14="http://schemas.microsoft.com/office/powerpoint/2010/main" val="395507745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2" r:id="rId3"/>
    <p:sldLayoutId id="2147483654" r:id="rId4"/>
    <p:sldLayoutId id="2147483656" r:id="rId5"/>
    <p:sldLayoutId id="2147483657" r:id="rId6"/>
  </p:sldLayoutIdLst>
  <p:hf hd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hyperlink" Target="https://creativecommons.org/licenses/by-nc-sa/4.0/" TargetMode="Externa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hyperlink" Target="https://www.youtube.com/watch?v=VglVcku1Ris" TargetMode="Externa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FCF5BD-F8FF-4A67-A8B6-EBB21E79279B}"/>
              </a:ext>
            </a:extLst>
          </p:cNvPr>
          <p:cNvSpPr>
            <a:spLocks noGrp="1"/>
          </p:cNvSpPr>
          <p:nvPr>
            <p:ph type="ctrTitle"/>
          </p:nvPr>
        </p:nvSpPr>
        <p:spPr>
          <a:xfrm>
            <a:off x="0" y="6068250"/>
            <a:ext cx="9144000" cy="370300"/>
          </a:xfrm>
        </p:spPr>
        <p:txBody>
          <a:bodyPr>
            <a:normAutofit/>
          </a:bodyPr>
          <a:lstStyle/>
          <a:p>
            <a:pPr algn="l"/>
            <a:r>
              <a:rPr lang="en-US" sz="1800" dirty="0"/>
              <a:t>Instructional Practices| Unit 8: Planning for Diverse Learners| Lesson 8.14</a:t>
            </a:r>
          </a:p>
        </p:txBody>
      </p:sp>
      <p:sp>
        <p:nvSpPr>
          <p:cNvPr id="3" name="Subtitle 2">
            <a:extLst>
              <a:ext uri="{FF2B5EF4-FFF2-40B4-BE49-F238E27FC236}">
                <a16:creationId xmlns:a16="http://schemas.microsoft.com/office/drawing/2014/main" id="{E0FBD98F-3A67-498E-8174-652040DD7B60}"/>
              </a:ext>
            </a:extLst>
          </p:cNvPr>
          <p:cNvSpPr>
            <a:spLocks noGrp="1"/>
          </p:cNvSpPr>
          <p:nvPr>
            <p:ph type="subTitle" idx="1"/>
          </p:nvPr>
        </p:nvSpPr>
        <p:spPr>
          <a:xfrm>
            <a:off x="1338469" y="2321719"/>
            <a:ext cx="9515061" cy="2214561"/>
          </a:xfrm>
        </p:spPr>
        <p:txBody>
          <a:bodyPr>
            <a:normAutofit fontScale="92500" lnSpcReduction="10000"/>
          </a:bodyPr>
          <a:lstStyle/>
          <a:p>
            <a:r>
              <a:rPr lang="en-US" sz="6000" dirty="0"/>
              <a:t>Putting It All Together | Multiple Means of Action &amp; Expression </a:t>
            </a:r>
          </a:p>
        </p:txBody>
      </p:sp>
      <p:sp>
        <p:nvSpPr>
          <p:cNvPr id="4" name="TextBox 3">
            <a:extLst>
              <a:ext uri="{FF2B5EF4-FFF2-40B4-BE49-F238E27FC236}">
                <a16:creationId xmlns:a16="http://schemas.microsoft.com/office/drawing/2014/main" id="{5B32DFAD-F277-7051-EB22-E32192FCA177}"/>
              </a:ext>
            </a:extLst>
          </p:cNvPr>
          <p:cNvSpPr txBox="1"/>
          <p:nvPr/>
        </p:nvSpPr>
        <p:spPr>
          <a:xfrm>
            <a:off x="0" y="6438550"/>
            <a:ext cx="11814494" cy="338554"/>
          </a:xfrm>
          <a:prstGeom prst="rect">
            <a:avLst/>
          </a:prstGeom>
          <a:noFill/>
        </p:spPr>
        <p:txBody>
          <a:bodyPr wrap="square">
            <a:spAutoFit/>
          </a:bodyPr>
          <a:lstStyle/>
          <a:p>
            <a:pPr marL="0" marR="0">
              <a:spcBef>
                <a:spcPts val="0"/>
              </a:spcBef>
              <a:spcAft>
                <a:spcPts val="0"/>
              </a:spcAft>
              <a:tabLst>
                <a:tab pos="2971800" algn="ctr"/>
                <a:tab pos="5943600" algn="r"/>
              </a:tabLst>
            </a:pPr>
            <a:r>
              <a:rPr lang="en-US" sz="1600" dirty="0">
                <a:solidFill>
                  <a:srgbClr val="464646"/>
                </a:solidFill>
                <a:effectLst/>
                <a:latin typeface="Calibri" panose="020F0502020204030204" pitchFamily="34" charset="0"/>
                <a:ea typeface="Calibri" panose="020F0502020204030204" pitchFamily="34" charset="0"/>
                <a:cs typeface="Calibri" panose="020F0502020204030204" pitchFamily="34" charset="0"/>
              </a:rPr>
              <a:t>This work is licensed under a </a:t>
            </a:r>
            <a:r>
              <a:rPr lang="en-US" sz="1600" u="sng" dirty="0">
                <a:solidFill>
                  <a:srgbClr val="0070C0"/>
                </a:solidFill>
                <a:effectLst/>
                <a:latin typeface="Calibri" panose="020F0502020204030204" pitchFamily="34" charset="0"/>
                <a:ea typeface="Calibri" panose="020F0502020204030204" pitchFamily="34" charset="0"/>
                <a:cs typeface="Calibri" panose="020F0502020204030204" pitchFamily="34" charset="0"/>
                <a:hlinkClick r:id="rId2"/>
              </a:rPr>
              <a:t>Creative Commons Attribution-Noncommercial-Share Alike 4.0 International License</a:t>
            </a:r>
            <a:r>
              <a:rPr lang="en-US" sz="1600" dirty="0">
                <a:solidFill>
                  <a:srgbClr val="0070C0"/>
                </a:solidFill>
                <a:effectLst/>
                <a:latin typeface="Calibri" panose="020F0502020204030204" pitchFamily="34" charset="0"/>
                <a:ea typeface="Calibri" panose="020F0502020204030204" pitchFamily="34" charset="0"/>
                <a:cs typeface="Calibri" panose="020F0502020204030204" pitchFamily="34" charset="0"/>
              </a:rPr>
              <a:t>.</a:t>
            </a:r>
            <a:endParaRPr lang="en-US" sz="1600" dirty="0">
              <a:effectLst/>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148227702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A3C58C-DC1D-4BDF-8706-48D86266F7FD}"/>
              </a:ext>
            </a:extLst>
          </p:cNvPr>
          <p:cNvSpPr>
            <a:spLocks noGrp="1"/>
          </p:cNvSpPr>
          <p:nvPr>
            <p:ph type="title"/>
          </p:nvPr>
        </p:nvSpPr>
        <p:spPr/>
        <p:txBody>
          <a:bodyPr/>
          <a:lstStyle/>
          <a:p>
            <a:r>
              <a:rPr lang="en-US" dirty="0"/>
              <a:t>TEKS Standards &amp; Objectives</a:t>
            </a:r>
          </a:p>
        </p:txBody>
      </p:sp>
      <p:sp>
        <p:nvSpPr>
          <p:cNvPr id="3" name="Content Placeholder 2">
            <a:extLst>
              <a:ext uri="{FF2B5EF4-FFF2-40B4-BE49-F238E27FC236}">
                <a16:creationId xmlns:a16="http://schemas.microsoft.com/office/drawing/2014/main" id="{8CE08C7F-0286-423B-92F7-DEB89F31111A}"/>
              </a:ext>
            </a:extLst>
          </p:cNvPr>
          <p:cNvSpPr>
            <a:spLocks noGrp="1"/>
          </p:cNvSpPr>
          <p:nvPr>
            <p:ph idx="1"/>
          </p:nvPr>
        </p:nvSpPr>
        <p:spPr/>
        <p:txBody>
          <a:bodyPr>
            <a:normAutofit/>
          </a:bodyPr>
          <a:lstStyle/>
          <a:p>
            <a:pPr marL="0" indent="0">
              <a:buNone/>
            </a:pPr>
            <a:r>
              <a:rPr lang="en-US" dirty="0"/>
              <a:t>TEKS 3B, 7A, 7D, 10A, 10B</a:t>
            </a:r>
          </a:p>
          <a:p>
            <a:pPr marL="0" indent="0">
              <a:buNone/>
            </a:pPr>
            <a:endParaRPr lang="en-US" dirty="0"/>
          </a:p>
          <a:p>
            <a:pPr marL="0" indent="0">
              <a:buNone/>
            </a:pPr>
            <a:r>
              <a:rPr lang="en-US" dirty="0"/>
              <a:t>The student will:</a:t>
            </a:r>
          </a:p>
          <a:p>
            <a:pPr marL="342900" marR="0" lvl="0" indent="-342900" fontAlgn="base">
              <a:lnSpc>
                <a:spcPct val="107000"/>
              </a:lnSpc>
              <a:spcBef>
                <a:spcPts val="0"/>
              </a:spcBef>
              <a:spcAft>
                <a:spcPts val="800"/>
              </a:spcAft>
              <a:buFont typeface="Symbol" panose="05050102010706020507" pitchFamily="18" charset="2"/>
              <a:buChar char=""/>
            </a:pPr>
            <a:r>
              <a:rPr lang="en-US" sz="2800" dirty="0">
                <a:effectLst/>
                <a:latin typeface="Calibri" panose="020F0502020204030204" pitchFamily="34" charset="0"/>
                <a:ea typeface="Times New Roman" panose="02020603050405020304" pitchFamily="18" charset="0"/>
                <a:cs typeface="Calibri" panose="020F0502020204030204" pitchFamily="34" charset="0"/>
              </a:rPr>
              <a:t>Identify strategies for providing multiple means of action and expression</a:t>
            </a:r>
            <a:endParaRPr lang="en-US" dirty="0">
              <a:latin typeface="Calibri" panose="020F0502020204030204" pitchFamily="34" charset="0"/>
              <a:ea typeface="Times New Roman" panose="02020603050405020304" pitchFamily="18" charset="0"/>
              <a:cs typeface="Times New Roman" panose="02020603050405020304" pitchFamily="18" charset="0"/>
            </a:endParaRPr>
          </a:p>
          <a:p>
            <a:pPr marL="342900" marR="0" lvl="0" indent="-342900" fontAlgn="base">
              <a:lnSpc>
                <a:spcPct val="107000"/>
              </a:lnSpc>
              <a:spcBef>
                <a:spcPts val="0"/>
              </a:spcBef>
              <a:spcAft>
                <a:spcPts val="800"/>
              </a:spcAft>
              <a:buFont typeface="Symbol" panose="05050102010706020507" pitchFamily="18" charset="2"/>
              <a:buChar char=""/>
            </a:pPr>
            <a:r>
              <a:rPr lang="en-US" sz="2800" dirty="0">
                <a:effectLst/>
                <a:latin typeface="Calibri" panose="020F0502020204030204" pitchFamily="34" charset="0"/>
                <a:ea typeface="Times New Roman" panose="02020603050405020304" pitchFamily="18" charset="0"/>
              </a:rPr>
              <a:t>Analyze a lesson to evaluate its use of multiple means of action and expression to provide access to rigorous content for all students </a:t>
            </a:r>
            <a:endParaRPr lang="en-US" dirty="0"/>
          </a:p>
        </p:txBody>
      </p:sp>
      <p:sp>
        <p:nvSpPr>
          <p:cNvPr id="4" name="Slide Number Placeholder 3">
            <a:extLst>
              <a:ext uri="{FF2B5EF4-FFF2-40B4-BE49-F238E27FC236}">
                <a16:creationId xmlns:a16="http://schemas.microsoft.com/office/drawing/2014/main" id="{FD0EEDDD-3DDC-4909-AF99-60870B25C0CC}"/>
              </a:ext>
            </a:extLst>
          </p:cNvPr>
          <p:cNvSpPr>
            <a:spLocks noGrp="1"/>
          </p:cNvSpPr>
          <p:nvPr>
            <p:ph type="sldNum" sz="quarter" idx="12"/>
          </p:nvPr>
        </p:nvSpPr>
        <p:spPr/>
        <p:txBody>
          <a:bodyPr/>
          <a:lstStyle/>
          <a:p>
            <a:fld id="{E2D56C8B-F564-4051-AFED-A78F1C6A2F0E}" type="slidenum">
              <a:rPr lang="en-US" smtClean="0"/>
              <a:pPr/>
              <a:t>2</a:t>
            </a:fld>
            <a:endParaRPr lang="en-US" dirty="0"/>
          </a:p>
        </p:txBody>
      </p:sp>
    </p:spTree>
    <p:extLst>
      <p:ext uri="{BB962C8B-B14F-4D97-AF65-F5344CB8AC3E}">
        <p14:creationId xmlns:p14="http://schemas.microsoft.com/office/powerpoint/2010/main" val="277252711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03F004-EE4F-44F2-AA0E-56B8CFF11342}"/>
              </a:ext>
            </a:extLst>
          </p:cNvPr>
          <p:cNvSpPr>
            <a:spLocks noGrp="1"/>
          </p:cNvSpPr>
          <p:nvPr>
            <p:ph type="title"/>
          </p:nvPr>
        </p:nvSpPr>
        <p:spPr/>
        <p:txBody>
          <a:bodyPr/>
          <a:lstStyle/>
          <a:p>
            <a:r>
              <a:rPr lang="en-US" dirty="0"/>
              <a:t>Bellringer</a:t>
            </a:r>
          </a:p>
        </p:txBody>
      </p:sp>
      <p:sp>
        <p:nvSpPr>
          <p:cNvPr id="3" name="Content Placeholder 2">
            <a:extLst>
              <a:ext uri="{FF2B5EF4-FFF2-40B4-BE49-F238E27FC236}">
                <a16:creationId xmlns:a16="http://schemas.microsoft.com/office/drawing/2014/main" id="{392BE286-77A6-49DD-B15D-7E4718D52FE7}"/>
              </a:ext>
            </a:extLst>
          </p:cNvPr>
          <p:cNvSpPr>
            <a:spLocks noGrp="1"/>
          </p:cNvSpPr>
          <p:nvPr>
            <p:ph idx="1"/>
          </p:nvPr>
        </p:nvSpPr>
        <p:spPr/>
        <p:txBody>
          <a:bodyPr>
            <a:noAutofit/>
          </a:bodyPr>
          <a:lstStyle/>
          <a:p>
            <a:pPr marL="0" marR="0" indent="0">
              <a:lnSpc>
                <a:spcPct val="107000"/>
              </a:lnSpc>
              <a:spcBef>
                <a:spcPts val="600"/>
              </a:spcBef>
              <a:spcAft>
                <a:spcPts val="600"/>
              </a:spcAft>
              <a:buNone/>
            </a:pPr>
            <a:r>
              <a:rPr lang="en-US" sz="2400" dirty="0">
                <a:effectLst/>
                <a:latin typeface="Calibri" panose="020F0502020204030204" pitchFamily="34" charset="0"/>
                <a:ea typeface="Calibri" panose="020F0502020204030204" pitchFamily="34" charset="0"/>
                <a:cs typeface="Arial" panose="020B0604020202020204" pitchFamily="34" charset="0"/>
              </a:rPr>
              <a:t>Match the guideline with its correct description.</a:t>
            </a:r>
          </a:p>
          <a:p>
            <a:pPr marL="0" marR="0" indent="0">
              <a:lnSpc>
                <a:spcPct val="107000"/>
              </a:lnSpc>
              <a:spcBef>
                <a:spcPts val="600"/>
              </a:spcBef>
              <a:spcAft>
                <a:spcPts val="600"/>
              </a:spcAft>
              <a:buNone/>
            </a:pPr>
            <a:r>
              <a:rPr lang="en-US" sz="2400" dirty="0">
                <a:effectLst/>
                <a:latin typeface="Calibri" panose="020F0502020204030204" pitchFamily="34" charset="0"/>
                <a:ea typeface="SimSun" panose="02010600030101010101" pitchFamily="2" charset="-122"/>
                <a:cs typeface="Arial" panose="020B0604020202020204" pitchFamily="34" charset="0"/>
              </a:rPr>
              <a:t>Which of the following is NOT an example of one of the guidelines for multiple means of action and expression?</a:t>
            </a:r>
            <a:endParaRPr lang="en-US" sz="2400" dirty="0">
              <a:effectLst/>
              <a:latin typeface="Calibri" panose="020F0502020204030204" pitchFamily="34" charset="0"/>
              <a:ea typeface="Calibri" panose="020F0502020204030204" pitchFamily="34" charset="0"/>
              <a:cs typeface="Times New Roman" panose="02020603050405020304" pitchFamily="18" charset="0"/>
            </a:endParaRPr>
          </a:p>
          <a:p>
            <a:pPr marL="800100" lvl="1" indent="-342900">
              <a:lnSpc>
                <a:spcPct val="107000"/>
              </a:lnSpc>
              <a:spcBef>
                <a:spcPts val="0"/>
              </a:spcBef>
              <a:buFont typeface="+mj-lt"/>
              <a:buAutoNum type="alphaLcParenR"/>
            </a:pPr>
            <a:r>
              <a:rPr lang="en-US" sz="2000" dirty="0">
                <a:effectLst/>
                <a:latin typeface="Calibri" panose="020F0502020204030204" pitchFamily="34" charset="0"/>
                <a:ea typeface="Calibri" panose="020F0502020204030204" pitchFamily="34" charset="0"/>
                <a:cs typeface="Arial" panose="020B0604020202020204" pitchFamily="34" charset="0"/>
              </a:rPr>
              <a:t>Students have flexibility with time, pacing, and range of motor action required to interact with instruction materials. </a:t>
            </a:r>
            <a:endParaRPr lang="en-US" sz="2000" dirty="0">
              <a:effectLst/>
              <a:latin typeface="Calibri" panose="020F0502020204030204" pitchFamily="34" charset="0"/>
              <a:ea typeface="Calibri" panose="020F0502020204030204" pitchFamily="34" charset="0"/>
              <a:cs typeface="Times New Roman" panose="02020603050405020304" pitchFamily="18" charset="0"/>
            </a:endParaRPr>
          </a:p>
          <a:p>
            <a:pPr marL="800100" lvl="1" indent="-342900">
              <a:lnSpc>
                <a:spcPct val="107000"/>
              </a:lnSpc>
              <a:spcBef>
                <a:spcPts val="0"/>
              </a:spcBef>
              <a:buFont typeface="+mj-lt"/>
              <a:buAutoNum type="alphaLcParenR"/>
            </a:pPr>
            <a:r>
              <a:rPr lang="en-US" sz="2000" dirty="0">
                <a:effectLst/>
                <a:latin typeface="Calibri" panose="020F0502020204030204" pitchFamily="34" charset="0"/>
                <a:ea typeface="Calibri" panose="020F0502020204030204" pitchFamily="34" charset="0"/>
                <a:cs typeface="Arial" panose="020B0604020202020204" pitchFamily="34" charset="0"/>
              </a:rPr>
              <a:t>Students to communicate using multiple forms of media.</a:t>
            </a:r>
            <a:endParaRPr lang="en-US" sz="2000" dirty="0">
              <a:effectLst/>
              <a:latin typeface="Calibri" panose="020F0502020204030204" pitchFamily="34" charset="0"/>
              <a:ea typeface="Calibri" panose="020F0502020204030204" pitchFamily="34" charset="0"/>
              <a:cs typeface="Times New Roman" panose="02020603050405020304" pitchFamily="18" charset="0"/>
            </a:endParaRPr>
          </a:p>
          <a:p>
            <a:pPr marL="800100" lvl="1" indent="-342900">
              <a:lnSpc>
                <a:spcPct val="107000"/>
              </a:lnSpc>
              <a:spcBef>
                <a:spcPts val="0"/>
              </a:spcBef>
              <a:buFont typeface="+mj-lt"/>
              <a:buAutoNum type="alphaLcParenR"/>
            </a:pPr>
            <a:r>
              <a:rPr lang="en-US" sz="2000" dirty="0">
                <a:latin typeface="Calibri" panose="020F0502020204030204" pitchFamily="34" charset="0"/>
                <a:ea typeface="Calibri" panose="020F0502020204030204" pitchFamily="34" charset="0"/>
                <a:cs typeface="Arial" panose="020B0604020202020204" pitchFamily="34" charset="0"/>
              </a:rPr>
              <a:t>Students share their learning through writing a summary</a:t>
            </a:r>
            <a:endParaRPr lang="en-US" sz="2000" dirty="0">
              <a:latin typeface="Calibri" panose="020F0502020204030204" pitchFamily="34" charset="0"/>
              <a:ea typeface="Calibri" panose="020F0502020204030204" pitchFamily="34" charset="0"/>
              <a:cs typeface="Times New Roman" panose="02020603050405020304" pitchFamily="18" charset="0"/>
            </a:endParaRPr>
          </a:p>
          <a:p>
            <a:pPr marL="800100" lvl="1" indent="-342900">
              <a:lnSpc>
                <a:spcPct val="107000"/>
              </a:lnSpc>
              <a:spcBef>
                <a:spcPts val="0"/>
              </a:spcBef>
              <a:buFont typeface="+mj-lt"/>
              <a:buAutoNum type="alphaLcParenR"/>
            </a:pPr>
            <a:r>
              <a:rPr lang="en-US" sz="2000" dirty="0">
                <a:effectLst/>
                <a:latin typeface="Calibri" panose="020F0502020204030204" pitchFamily="34" charset="0"/>
                <a:ea typeface="Calibri" panose="020F0502020204030204" pitchFamily="34" charset="0"/>
                <a:cs typeface="Arial" panose="020B0604020202020204" pitchFamily="34" charset="0"/>
              </a:rPr>
              <a:t> Teacher supports students in developing reasonable plans for reaching their goals</a:t>
            </a:r>
            <a:endParaRPr lang="en-US" sz="2000" dirty="0">
              <a:effectLst/>
              <a:latin typeface="Calibri" panose="020F0502020204030204" pitchFamily="34" charset="0"/>
              <a:ea typeface="Calibri" panose="020F0502020204030204" pitchFamily="34" charset="0"/>
              <a:cs typeface="Times New Roman" panose="02020603050405020304" pitchFamily="18" charset="0"/>
            </a:endParaRPr>
          </a:p>
          <a:p>
            <a:pPr marL="0" marR="0" indent="0">
              <a:lnSpc>
                <a:spcPct val="107000"/>
              </a:lnSpc>
              <a:spcBef>
                <a:spcPts val="0"/>
              </a:spcBef>
              <a:spcAft>
                <a:spcPts val="800"/>
              </a:spcAft>
              <a:buNone/>
            </a:pPr>
            <a:endParaRPr lang="en-US" sz="1600" dirty="0">
              <a:effectLst/>
              <a:latin typeface="Calibri" panose="020F0502020204030204" pitchFamily="34" charset="0"/>
              <a:ea typeface="SimSun" panose="02010600030101010101" pitchFamily="2" charset="-122"/>
              <a:cs typeface="Arial" panose="020B0604020202020204" pitchFamily="34" charset="0"/>
            </a:endParaRPr>
          </a:p>
          <a:p>
            <a:pPr marL="0" marR="0" indent="0">
              <a:lnSpc>
                <a:spcPct val="107000"/>
              </a:lnSpc>
              <a:spcBef>
                <a:spcPts val="0"/>
              </a:spcBef>
              <a:spcAft>
                <a:spcPts val="800"/>
              </a:spcAft>
              <a:buNone/>
            </a:pPr>
            <a:r>
              <a:rPr lang="en-US" sz="2400" dirty="0">
                <a:effectLst/>
                <a:latin typeface="Calibri" panose="020F0502020204030204" pitchFamily="34" charset="0"/>
                <a:ea typeface="SimSun" panose="02010600030101010101" pitchFamily="2" charset="-122"/>
                <a:cs typeface="Arial" panose="020B0604020202020204" pitchFamily="34" charset="0"/>
              </a:rPr>
              <a:t>Why is this a nonexample of providing multiple means of action and expression?</a:t>
            </a:r>
            <a:endParaRPr lang="en-US" sz="2400" dirty="0">
              <a:effectLst/>
              <a:latin typeface="Calibri" panose="020F0502020204030204" pitchFamily="34" charset="0"/>
              <a:ea typeface="Calibri" panose="020F0502020204030204" pitchFamily="34" charset="0"/>
              <a:cs typeface="Times New Roman" panose="02020603050405020304" pitchFamily="18" charset="0"/>
            </a:endParaRPr>
          </a:p>
          <a:p>
            <a:pPr marL="0" marR="0" indent="0">
              <a:lnSpc>
                <a:spcPct val="107000"/>
              </a:lnSpc>
              <a:spcBef>
                <a:spcPts val="600"/>
              </a:spcBef>
              <a:spcAft>
                <a:spcPts val="600"/>
              </a:spcAft>
              <a:buNone/>
            </a:pPr>
            <a:endParaRPr lang="en-US" dirty="0">
              <a:highlight>
                <a:srgbClr val="FFFF00"/>
              </a:highlight>
            </a:endParaRPr>
          </a:p>
        </p:txBody>
      </p:sp>
      <p:sp>
        <p:nvSpPr>
          <p:cNvPr id="4" name="Slide Number Placeholder 3">
            <a:extLst>
              <a:ext uri="{FF2B5EF4-FFF2-40B4-BE49-F238E27FC236}">
                <a16:creationId xmlns:a16="http://schemas.microsoft.com/office/drawing/2014/main" id="{2DC7D18A-F106-4CA1-A59B-DE4084E585CF}"/>
              </a:ext>
            </a:extLst>
          </p:cNvPr>
          <p:cNvSpPr>
            <a:spLocks noGrp="1"/>
          </p:cNvSpPr>
          <p:nvPr>
            <p:ph type="sldNum" sz="quarter" idx="12"/>
          </p:nvPr>
        </p:nvSpPr>
        <p:spPr/>
        <p:txBody>
          <a:bodyPr/>
          <a:lstStyle/>
          <a:p>
            <a:fld id="{E2D56C8B-F564-4051-AFED-A78F1C6A2F0E}" type="slidenum">
              <a:rPr lang="en-US" smtClean="0"/>
              <a:pPr/>
              <a:t>3</a:t>
            </a:fld>
            <a:endParaRPr lang="en-US" dirty="0"/>
          </a:p>
        </p:txBody>
      </p:sp>
    </p:spTree>
    <p:extLst>
      <p:ext uri="{BB962C8B-B14F-4D97-AF65-F5344CB8AC3E}">
        <p14:creationId xmlns:p14="http://schemas.microsoft.com/office/powerpoint/2010/main" val="407130568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E9912CB-4D9B-49DE-F576-C045EDE30F9B}"/>
              </a:ext>
            </a:extLst>
          </p:cNvPr>
          <p:cNvSpPr>
            <a:spLocks noGrp="1"/>
          </p:cNvSpPr>
          <p:nvPr>
            <p:ph type="title"/>
          </p:nvPr>
        </p:nvSpPr>
        <p:spPr/>
        <p:txBody>
          <a:bodyPr/>
          <a:lstStyle/>
          <a:p>
            <a:r>
              <a:rPr lang="en-US" dirty="0"/>
              <a:t>Multiple Means of Action and Expression</a:t>
            </a:r>
          </a:p>
        </p:txBody>
      </p:sp>
      <p:pic>
        <p:nvPicPr>
          <p:cNvPr id="6" name="Picture 5" descr="Text: Provide Multiple Means of Action and Expression&#10;Options for Physical Action&#10;Options for Expressive Skills/Fluency&#10;Options for Executive Functions">
            <a:extLst>
              <a:ext uri="{FF2B5EF4-FFF2-40B4-BE49-F238E27FC236}">
                <a16:creationId xmlns:a16="http://schemas.microsoft.com/office/drawing/2014/main" id="{63B5A83E-3FA8-C59A-3788-7EA6F66E6E91}"/>
              </a:ext>
            </a:extLst>
          </p:cNvPr>
          <p:cNvPicPr>
            <a:picLocks noChangeAspect="1"/>
          </p:cNvPicPr>
          <p:nvPr/>
        </p:nvPicPr>
        <p:blipFill rotWithShape="1">
          <a:blip r:embed="rId2">
            <a:extLst>
              <a:ext uri="{28A0092B-C50C-407E-A947-70E740481C1C}">
                <a14:useLocalDpi xmlns:a14="http://schemas.microsoft.com/office/drawing/2010/main" val="0"/>
              </a:ext>
            </a:extLst>
          </a:blip>
          <a:srcRect t="38924" b="34994"/>
          <a:stretch/>
        </p:blipFill>
        <p:spPr bwMode="auto">
          <a:xfrm>
            <a:off x="838200" y="2400496"/>
            <a:ext cx="10515600" cy="2057008"/>
          </a:xfrm>
          <a:prstGeom prst="rect">
            <a:avLst/>
          </a:prstGeom>
          <a:noFill/>
          <a:ln>
            <a:noFill/>
          </a:ln>
          <a:extLst>
            <a:ext uri="{53640926-AAD7-44D8-BBD7-CCE9431645EC}">
              <a14:shadowObscured xmlns:a14="http://schemas.microsoft.com/office/drawing/2010/main"/>
            </a:ext>
          </a:extLst>
        </p:spPr>
      </p:pic>
      <p:sp>
        <p:nvSpPr>
          <p:cNvPr id="4" name="Slide Number Placeholder 3">
            <a:extLst>
              <a:ext uri="{FF2B5EF4-FFF2-40B4-BE49-F238E27FC236}">
                <a16:creationId xmlns:a16="http://schemas.microsoft.com/office/drawing/2014/main" id="{A071A007-43B3-444C-A468-0BC1B73EE5D2}"/>
              </a:ext>
            </a:extLst>
          </p:cNvPr>
          <p:cNvSpPr>
            <a:spLocks noGrp="1"/>
          </p:cNvSpPr>
          <p:nvPr>
            <p:ph type="sldNum" sz="quarter" idx="12"/>
          </p:nvPr>
        </p:nvSpPr>
        <p:spPr>
          <a:xfrm>
            <a:off x="8610600" y="6356350"/>
            <a:ext cx="2743200" cy="365125"/>
          </a:xfrm>
        </p:spPr>
        <p:txBody>
          <a:bodyPr anchor="ctr">
            <a:normAutofit/>
          </a:bodyPr>
          <a:lstStyle/>
          <a:p>
            <a:pPr>
              <a:spcAft>
                <a:spcPts val="600"/>
              </a:spcAft>
            </a:pPr>
            <a:fld id="{E2D56C8B-F564-4051-AFED-A78F1C6A2F0E}" type="slidenum">
              <a:rPr lang="en-US" smtClean="0"/>
              <a:pPr>
                <a:spcAft>
                  <a:spcPts val="600"/>
                </a:spcAft>
              </a:pPr>
              <a:t>4</a:t>
            </a:fld>
            <a:endParaRPr lang="en-US"/>
          </a:p>
        </p:txBody>
      </p:sp>
    </p:spTree>
    <p:extLst>
      <p:ext uri="{BB962C8B-B14F-4D97-AF65-F5344CB8AC3E}">
        <p14:creationId xmlns:p14="http://schemas.microsoft.com/office/powerpoint/2010/main" val="25833257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36EE02F-38AB-4299-50F0-BC21026DFA45}"/>
              </a:ext>
            </a:extLst>
          </p:cNvPr>
          <p:cNvSpPr>
            <a:spLocks noGrp="1"/>
          </p:cNvSpPr>
          <p:nvPr>
            <p:ph type="title"/>
          </p:nvPr>
        </p:nvSpPr>
        <p:spPr/>
        <p:txBody>
          <a:bodyPr/>
          <a:lstStyle/>
          <a:p>
            <a:r>
              <a:rPr lang="en-US" dirty="0"/>
              <a:t>Video: UDL Multiple Means of  Action &amp; Expression in 5</a:t>
            </a:r>
            <a:r>
              <a:rPr lang="en-US" baseline="30000" dirty="0"/>
              <a:t>th</a:t>
            </a:r>
            <a:r>
              <a:rPr lang="en-US" dirty="0"/>
              <a:t> Grade</a:t>
            </a:r>
          </a:p>
        </p:txBody>
      </p:sp>
      <p:sp>
        <p:nvSpPr>
          <p:cNvPr id="3" name="Content Placeholder 2">
            <a:extLst>
              <a:ext uri="{FF2B5EF4-FFF2-40B4-BE49-F238E27FC236}">
                <a16:creationId xmlns:a16="http://schemas.microsoft.com/office/drawing/2014/main" id="{410F0BAD-8135-FF10-B753-6FEFB97DCFEC}"/>
              </a:ext>
            </a:extLst>
          </p:cNvPr>
          <p:cNvSpPr>
            <a:spLocks noGrp="1"/>
          </p:cNvSpPr>
          <p:nvPr>
            <p:ph idx="1"/>
          </p:nvPr>
        </p:nvSpPr>
        <p:spPr/>
        <p:txBody>
          <a:bodyPr>
            <a:normAutofit/>
          </a:bodyPr>
          <a:lstStyle/>
          <a:p>
            <a:pPr marL="0" indent="0">
              <a:buNone/>
            </a:pPr>
            <a:r>
              <a:rPr lang="en-US" sz="3200" dirty="0">
                <a:hlinkClick r:id="rId2"/>
              </a:rPr>
              <a:t>https://www.youtube.com/watch?v=VglVcku1Ris</a:t>
            </a:r>
            <a:r>
              <a:rPr lang="en-US" sz="3200" dirty="0"/>
              <a:t> </a:t>
            </a:r>
          </a:p>
        </p:txBody>
      </p:sp>
      <p:sp>
        <p:nvSpPr>
          <p:cNvPr id="4" name="Slide Number Placeholder 3">
            <a:extLst>
              <a:ext uri="{FF2B5EF4-FFF2-40B4-BE49-F238E27FC236}">
                <a16:creationId xmlns:a16="http://schemas.microsoft.com/office/drawing/2014/main" id="{8891DFC2-336D-058E-32E2-397607468D4C}"/>
              </a:ext>
            </a:extLst>
          </p:cNvPr>
          <p:cNvSpPr>
            <a:spLocks noGrp="1"/>
          </p:cNvSpPr>
          <p:nvPr>
            <p:ph type="sldNum" sz="quarter" idx="12"/>
          </p:nvPr>
        </p:nvSpPr>
        <p:spPr/>
        <p:txBody>
          <a:bodyPr/>
          <a:lstStyle/>
          <a:p>
            <a:fld id="{E2D56C8B-F564-4051-AFED-A78F1C6A2F0E}" type="slidenum">
              <a:rPr lang="en-US" smtClean="0"/>
              <a:pPr/>
              <a:t>5</a:t>
            </a:fld>
            <a:endParaRPr lang="en-US" dirty="0"/>
          </a:p>
        </p:txBody>
      </p:sp>
    </p:spTree>
    <p:extLst>
      <p:ext uri="{BB962C8B-B14F-4D97-AF65-F5344CB8AC3E}">
        <p14:creationId xmlns:p14="http://schemas.microsoft.com/office/powerpoint/2010/main" val="107618943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FB837C-3E07-4129-B371-9F5CA97D5605}"/>
              </a:ext>
            </a:extLst>
          </p:cNvPr>
          <p:cNvSpPr>
            <a:spLocks noGrp="1"/>
          </p:cNvSpPr>
          <p:nvPr>
            <p:ph type="title"/>
          </p:nvPr>
        </p:nvSpPr>
        <p:spPr/>
        <p:txBody>
          <a:bodyPr/>
          <a:lstStyle/>
          <a:p>
            <a:r>
              <a:rPr lang="en-US" dirty="0"/>
              <a:t>Exit Ticket</a:t>
            </a:r>
          </a:p>
        </p:txBody>
      </p:sp>
      <p:sp>
        <p:nvSpPr>
          <p:cNvPr id="3" name="Content Placeholder 2">
            <a:extLst>
              <a:ext uri="{FF2B5EF4-FFF2-40B4-BE49-F238E27FC236}">
                <a16:creationId xmlns:a16="http://schemas.microsoft.com/office/drawing/2014/main" id="{49F2A5AF-3C0B-4968-A438-E435325199EA}"/>
              </a:ext>
            </a:extLst>
          </p:cNvPr>
          <p:cNvSpPr>
            <a:spLocks noGrp="1"/>
          </p:cNvSpPr>
          <p:nvPr>
            <p:ph idx="1"/>
          </p:nvPr>
        </p:nvSpPr>
        <p:spPr/>
        <p:txBody>
          <a:bodyPr>
            <a:normAutofit/>
          </a:bodyPr>
          <a:lstStyle/>
          <a:p>
            <a:pPr marL="0" indent="0">
              <a:lnSpc>
                <a:spcPct val="107000"/>
              </a:lnSpc>
              <a:spcBef>
                <a:spcPts val="0"/>
              </a:spcBef>
              <a:spcAft>
                <a:spcPts val="800"/>
              </a:spcAft>
              <a:buNone/>
            </a:pPr>
            <a:r>
              <a:rPr lang="en-US" dirty="0">
                <a:effectLst/>
                <a:latin typeface="Calibri" panose="020F0502020204030204" pitchFamily="34" charset="0"/>
                <a:ea typeface="Calibri" panose="020F0502020204030204" pitchFamily="34" charset="0"/>
                <a:cs typeface="Arial" panose="020B0604020202020204" pitchFamily="34" charset="0"/>
              </a:rPr>
              <a:t>Examine the lesson plan to evaluate its use of multiple means of action and expression. Use the graphic organizer below to identify evidence of multiple means of action and expression from the lesson OR make suggestions of additional ways to incorporate action and expression. </a:t>
            </a:r>
            <a:endParaRPr lang="en-US" dirty="0">
              <a:effectLst/>
              <a:latin typeface="Calibri" panose="020F0502020204030204" pitchFamily="34" charset="0"/>
              <a:ea typeface="Calibri" panose="020F0502020204030204" pitchFamily="34" charset="0"/>
              <a:cs typeface="Times New Roman" panose="02020603050405020304" pitchFamily="18" charset="0"/>
            </a:endParaRPr>
          </a:p>
          <a:p>
            <a:pPr marL="0" marR="0" lvl="0" indent="0">
              <a:lnSpc>
                <a:spcPct val="107000"/>
              </a:lnSpc>
              <a:spcBef>
                <a:spcPts val="0"/>
              </a:spcBef>
              <a:spcAft>
                <a:spcPts val="800"/>
              </a:spcAft>
              <a:buNone/>
            </a:pPr>
            <a:endParaRPr lang="en-US"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4" name="Slide Number Placeholder 3">
            <a:extLst>
              <a:ext uri="{FF2B5EF4-FFF2-40B4-BE49-F238E27FC236}">
                <a16:creationId xmlns:a16="http://schemas.microsoft.com/office/drawing/2014/main" id="{00210221-3F4A-4187-A674-5BB2A5218FDE}"/>
              </a:ext>
            </a:extLst>
          </p:cNvPr>
          <p:cNvSpPr>
            <a:spLocks noGrp="1"/>
          </p:cNvSpPr>
          <p:nvPr>
            <p:ph type="sldNum" sz="quarter" idx="12"/>
          </p:nvPr>
        </p:nvSpPr>
        <p:spPr/>
        <p:txBody>
          <a:bodyPr/>
          <a:lstStyle/>
          <a:p>
            <a:fld id="{E2D56C8B-F564-4051-AFED-A78F1C6A2F0E}" type="slidenum">
              <a:rPr lang="en-US" smtClean="0"/>
              <a:pPr/>
              <a:t>6</a:t>
            </a:fld>
            <a:endParaRPr lang="en-US" dirty="0"/>
          </a:p>
        </p:txBody>
      </p:sp>
    </p:spTree>
    <p:extLst>
      <p:ext uri="{BB962C8B-B14F-4D97-AF65-F5344CB8AC3E}">
        <p14:creationId xmlns:p14="http://schemas.microsoft.com/office/powerpoint/2010/main" val="2147408764"/>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CXUX_Lesson X.XX_PPT_TEMPLATE" id="{F292ABBA-735D-46DE-9B1C-1ED03EE23A6F}" vid="{47570F0D-54DB-4FC7-92A5-A7A883415BC9}"/>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CXUX_Lesson X.XX_PPT_TEMPLATE</Template>
  <TotalTime>110</TotalTime>
  <Words>266</Words>
  <Application>Microsoft Office PowerPoint</Application>
  <PresentationFormat>Widescreen</PresentationFormat>
  <Paragraphs>28</Paragraphs>
  <Slides>6</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6</vt:i4>
      </vt:variant>
    </vt:vector>
  </HeadingPairs>
  <TitlesOfParts>
    <vt:vector size="11" baseType="lpstr">
      <vt:lpstr>Arial</vt:lpstr>
      <vt:lpstr>Calibri</vt:lpstr>
      <vt:lpstr>Calibri Light</vt:lpstr>
      <vt:lpstr>Symbol</vt:lpstr>
      <vt:lpstr>Office Theme</vt:lpstr>
      <vt:lpstr>Instructional Practices| Unit 8: Planning for Diverse Learners| Lesson 8.14</vt:lpstr>
      <vt:lpstr>TEKS Standards &amp; Objectives</vt:lpstr>
      <vt:lpstr>Bellringer</vt:lpstr>
      <vt:lpstr>Multiple Means of Action and Expression</vt:lpstr>
      <vt:lpstr>Video: UDL Multiple Means of  Action &amp; Expression in 5th Grade</vt:lpstr>
      <vt:lpstr>Exit Ticket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Lesson 8.14:Putting It All Together | Multiple Means of Action &amp; Expression </dc:title>
  <dc:subject>Lesson 8.14:Putting It All Together | Multiple Means of Action &amp; Expression </dc:subject>
  <dc:creator>Texas Education Agency</dc:creator>
  <cp:lastModifiedBy>London White</cp:lastModifiedBy>
  <cp:revision>2</cp:revision>
  <dcterms:created xsi:type="dcterms:W3CDTF">2022-09-17T16:30:16Z</dcterms:created>
  <dcterms:modified xsi:type="dcterms:W3CDTF">2023-08-31T05:21:38Z</dcterms:modified>
</cp:coreProperties>
</file>
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9" r:id="rId3"/>
    <p:sldId id="271" r:id="rId4"/>
    <p:sldId id="258" r:id="rId5"/>
    <p:sldId id="272" r:id="rId6"/>
    <p:sldId id="273" r:id="rId7"/>
    <p:sldId id="274" r:id="rId8"/>
    <p:sldId id="275" r:id="rId9"/>
    <p:sldId id="263" r:id="rId10"/>
    <p:sldId id="268" r:id="rId11"/>
    <p:sldId id="276" r:id="rId12"/>
    <p:sldId id="277" r:id="rId13"/>
    <p:sldId id="278" r:id="rId14"/>
    <p:sldId id="2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E000ABC9-E9F5-430F-B087-F09C6DF407C1}">
          <p14:sldIdLst>
            <p14:sldId id="256"/>
            <p14:sldId id="259"/>
            <p14:sldId id="271"/>
            <p14:sldId id="258"/>
            <p14:sldId id="272"/>
            <p14:sldId id="273"/>
            <p14:sldId id="274"/>
            <p14:sldId id="275"/>
            <p14:sldId id="263"/>
            <p14:sldId id="268"/>
            <p14:sldId id="276"/>
            <p14:sldId id="277"/>
            <p14:sldId id="278"/>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490C0-EC31-4D5A-857D-B30248D704AD}" v="11" dt="2023-01-25T15:42:11.181"/>
    <p1510:client id="{590480D1-D213-43E9-96E8-8D9EE0D4E4AE}" v="3" dt="2023-01-25T16:09:48.576"/>
    <p1510:client id="{97A8789F-27EC-493A-B13E-DB853CC06DF7}" v="4" dt="2023-01-25T15:58:05.898"/>
    <p1510:client id="{D76660F9-19AF-4756-8FEE-F361A9B54C4F}" v="50" dt="2023-01-25T18:56:08.8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63" autoAdjust="0"/>
    <p:restoredTop sz="96370" autoAdjust="0"/>
  </p:normalViewPr>
  <p:slideViewPr>
    <p:cSldViewPr snapToGrid="0">
      <p:cViewPr varScale="1">
        <p:scale>
          <a:sx n="110" d="100"/>
          <a:sy n="110" d="100"/>
        </p:scale>
        <p:origin x="426" y="13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590480D1-D213-43E9-96E8-8D9EE0D4E4AE}"/>
    <pc:docChg chg="modSld">
      <pc:chgData name="White (she/her), Whitney" userId="65f39021-2f1d-4d8b-87dc-b123826f65bf" providerId="ADAL" clId="{590480D1-D213-43E9-96E8-8D9EE0D4E4AE}" dt="2023-01-25T16:06:28.426" v="1" actId="20577"/>
      <pc:docMkLst>
        <pc:docMk/>
      </pc:docMkLst>
      <pc:sldChg chg="modSp mod">
        <pc:chgData name="White (she/her), Whitney" userId="65f39021-2f1d-4d8b-87dc-b123826f65bf" providerId="ADAL" clId="{590480D1-D213-43E9-96E8-8D9EE0D4E4AE}" dt="2023-01-25T16:06:28.426" v="1" actId="20577"/>
        <pc:sldMkLst>
          <pc:docMk/>
          <pc:sldMk cId="1482277026" sldId="256"/>
        </pc:sldMkLst>
        <pc:spChg chg="mod">
          <ac:chgData name="White (she/her), Whitney" userId="65f39021-2f1d-4d8b-87dc-b123826f65bf" providerId="ADAL" clId="{590480D1-D213-43E9-96E8-8D9EE0D4E4AE}" dt="2023-01-25T16:06:25.208" v="0" actId="20577"/>
          <ac:spMkLst>
            <pc:docMk/>
            <pc:sldMk cId="1482277026" sldId="256"/>
            <ac:spMk id="2" creationId="{BFFCF5BD-F8FF-4A67-A8B6-EBB21E79279B}"/>
          </ac:spMkLst>
        </pc:spChg>
        <pc:spChg chg="mod">
          <ac:chgData name="White (she/her), Whitney" userId="65f39021-2f1d-4d8b-87dc-b123826f65bf" providerId="ADAL" clId="{590480D1-D213-43E9-96E8-8D9EE0D4E4AE}" dt="2023-01-25T16:06:28.426" v="1" actId="20577"/>
          <ac:spMkLst>
            <pc:docMk/>
            <pc:sldMk cId="1482277026" sldId="256"/>
            <ac:spMk id="3" creationId="{E0FBD98F-3A67-498E-8174-652040DD7B60}"/>
          </ac:spMkLst>
        </pc:spChg>
      </pc:sldChg>
    </pc:docChg>
  </pc:docChgLst>
  <pc:docChgLst>
    <pc:chgData name="White (she/her), Whitney" userId="65f39021-2f1d-4d8b-87dc-b123826f65bf" providerId="ADAL" clId="{7DC62D2F-EE24-4487-9929-02D1D00D3CE9}"/>
    <pc:docChg chg="custSel addSld modSld modSection">
      <pc:chgData name="White (she/her), Whitney" userId="65f39021-2f1d-4d8b-87dc-b123826f65bf" providerId="ADAL" clId="{7DC62D2F-EE24-4487-9929-02D1D00D3CE9}" dt="2023-01-17T18:31:53.332" v="185" actId="1076"/>
      <pc:docMkLst>
        <pc:docMk/>
      </pc:docMkLst>
      <pc:sldChg chg="modSp mod">
        <pc:chgData name="White (she/her), Whitney" userId="65f39021-2f1d-4d8b-87dc-b123826f65bf" providerId="ADAL" clId="{7DC62D2F-EE24-4487-9929-02D1D00D3CE9}" dt="2023-01-17T18:26:04.583" v="86" actId="20577"/>
        <pc:sldMkLst>
          <pc:docMk/>
          <pc:sldMk cId="1482277026" sldId="256"/>
        </pc:sldMkLst>
        <pc:spChg chg="mod">
          <ac:chgData name="White (she/her), Whitney" userId="65f39021-2f1d-4d8b-87dc-b123826f65bf" providerId="ADAL" clId="{7DC62D2F-EE24-4487-9929-02D1D00D3CE9}" dt="2023-01-17T18:26:04.583" v="86" actId="20577"/>
          <ac:spMkLst>
            <pc:docMk/>
            <pc:sldMk cId="1482277026" sldId="256"/>
            <ac:spMk id="2" creationId="{BFFCF5BD-F8FF-4A67-A8B6-EBB21E79279B}"/>
          </ac:spMkLst>
        </pc:spChg>
        <pc:spChg chg="mod">
          <ac:chgData name="White (she/her), Whitney" userId="65f39021-2f1d-4d8b-87dc-b123826f65bf" providerId="ADAL" clId="{7DC62D2F-EE24-4487-9929-02D1D00D3CE9}" dt="2023-01-17T18:25:34.332" v="46" actId="20577"/>
          <ac:spMkLst>
            <pc:docMk/>
            <pc:sldMk cId="1482277026" sldId="256"/>
            <ac:spMk id="3" creationId="{E0FBD98F-3A67-498E-8174-652040DD7B60}"/>
          </ac:spMkLst>
        </pc:spChg>
      </pc:sldChg>
      <pc:sldChg chg="modSp mod">
        <pc:chgData name="White (she/her), Whitney" userId="65f39021-2f1d-4d8b-87dc-b123826f65bf" providerId="ADAL" clId="{7DC62D2F-EE24-4487-9929-02D1D00D3CE9}" dt="2023-01-17T18:29:06.181" v="116" actId="403"/>
        <pc:sldMkLst>
          <pc:docMk/>
          <pc:sldMk cId="4071305681" sldId="258"/>
        </pc:sldMkLst>
        <pc:spChg chg="mod">
          <ac:chgData name="White (she/her), Whitney" userId="65f39021-2f1d-4d8b-87dc-b123826f65bf" providerId="ADAL" clId="{7DC62D2F-EE24-4487-9929-02D1D00D3CE9}" dt="2023-01-17T18:29:06.181" v="116" actId="403"/>
          <ac:spMkLst>
            <pc:docMk/>
            <pc:sldMk cId="4071305681" sldId="258"/>
            <ac:spMk id="3" creationId="{392BE286-77A6-49DD-B15D-7E4718D52FE7}"/>
          </ac:spMkLst>
        </pc:spChg>
      </pc:sldChg>
      <pc:sldChg chg="modSp mod">
        <pc:chgData name="White (she/her), Whitney" userId="65f39021-2f1d-4d8b-87dc-b123826f65bf" providerId="ADAL" clId="{7DC62D2F-EE24-4487-9929-02D1D00D3CE9}" dt="2023-01-17T18:27:35.195" v="106" actId="403"/>
        <pc:sldMkLst>
          <pc:docMk/>
          <pc:sldMk cId="2772527113" sldId="259"/>
        </pc:sldMkLst>
        <pc:spChg chg="mod">
          <ac:chgData name="White (she/her), Whitney" userId="65f39021-2f1d-4d8b-87dc-b123826f65bf" providerId="ADAL" clId="{7DC62D2F-EE24-4487-9929-02D1D00D3CE9}" dt="2023-01-17T18:27:35.195" v="106" actId="403"/>
          <ac:spMkLst>
            <pc:docMk/>
            <pc:sldMk cId="2772527113" sldId="259"/>
            <ac:spMk id="3" creationId="{8CE08C7F-0286-423B-92F7-DEB89F31111A}"/>
          </ac:spMkLst>
        </pc:spChg>
      </pc:sldChg>
      <pc:sldChg chg="modSp mod">
        <pc:chgData name="White (she/her), Whitney" userId="65f39021-2f1d-4d8b-87dc-b123826f65bf" providerId="ADAL" clId="{7DC62D2F-EE24-4487-9929-02D1D00D3CE9}" dt="2023-01-17T18:28:20.545" v="111" actId="403"/>
        <pc:sldMkLst>
          <pc:docMk/>
          <pc:sldMk cId="2147408764" sldId="260"/>
        </pc:sldMkLst>
        <pc:spChg chg="mod">
          <ac:chgData name="White (she/her), Whitney" userId="65f39021-2f1d-4d8b-87dc-b123826f65bf" providerId="ADAL" clId="{7DC62D2F-EE24-4487-9929-02D1D00D3CE9}" dt="2023-01-17T18:28:20.545" v="111" actId="403"/>
          <ac:spMkLst>
            <pc:docMk/>
            <pc:sldMk cId="2147408764" sldId="260"/>
            <ac:spMk id="3" creationId="{49F2A5AF-3C0B-4968-A438-E435325199EA}"/>
          </ac:spMkLst>
        </pc:spChg>
      </pc:sldChg>
      <pc:sldChg chg="modSp mod">
        <pc:chgData name="White (she/her), Whitney" userId="65f39021-2f1d-4d8b-87dc-b123826f65bf" providerId="ADAL" clId="{7DC62D2F-EE24-4487-9929-02D1D00D3CE9}" dt="2023-01-17T18:29:51.513" v="125" actId="403"/>
        <pc:sldMkLst>
          <pc:docMk/>
          <pc:sldMk cId="3054216349" sldId="261"/>
        </pc:sldMkLst>
        <pc:spChg chg="mod">
          <ac:chgData name="White (she/her), Whitney" userId="65f39021-2f1d-4d8b-87dc-b123826f65bf" providerId="ADAL" clId="{7DC62D2F-EE24-4487-9929-02D1D00D3CE9}" dt="2023-01-17T18:29:51.513" v="125" actId="403"/>
          <ac:spMkLst>
            <pc:docMk/>
            <pc:sldMk cId="3054216349" sldId="261"/>
            <ac:spMk id="3" creationId="{AE13FDB6-F093-4D9E-B14E-3D7DB894C34C}"/>
          </ac:spMkLst>
        </pc:spChg>
      </pc:sldChg>
      <pc:sldChg chg="modSp new mod">
        <pc:chgData name="White (she/her), Whitney" userId="65f39021-2f1d-4d8b-87dc-b123826f65bf" providerId="ADAL" clId="{7DC62D2F-EE24-4487-9929-02D1D00D3CE9}" dt="2023-01-17T18:30:49.902" v="142" actId="403"/>
        <pc:sldMkLst>
          <pc:docMk/>
          <pc:sldMk cId="258332572" sldId="262"/>
        </pc:sldMkLst>
        <pc:spChg chg="mod">
          <ac:chgData name="White (she/her), Whitney" userId="65f39021-2f1d-4d8b-87dc-b123826f65bf" providerId="ADAL" clId="{7DC62D2F-EE24-4487-9929-02D1D00D3CE9}" dt="2023-01-17T18:30:39.016" v="136" actId="20577"/>
          <ac:spMkLst>
            <pc:docMk/>
            <pc:sldMk cId="258332572" sldId="262"/>
            <ac:spMk id="2" creationId="{570D72F3-79E4-4001-9748-B7FC67079A57}"/>
          </ac:spMkLst>
        </pc:spChg>
        <pc:spChg chg="mod">
          <ac:chgData name="White (she/her), Whitney" userId="65f39021-2f1d-4d8b-87dc-b123826f65bf" providerId="ADAL" clId="{7DC62D2F-EE24-4487-9929-02D1D00D3CE9}" dt="2023-01-17T18:30:49.902" v="142" actId="403"/>
          <ac:spMkLst>
            <pc:docMk/>
            <pc:sldMk cId="258332572" sldId="262"/>
            <ac:spMk id="3" creationId="{0E82C669-9955-4209-B20C-3F3A754CDA3C}"/>
          </ac:spMkLst>
        </pc:spChg>
      </pc:sldChg>
      <pc:sldChg chg="addSp delSp modSp new mod">
        <pc:chgData name="White (she/her), Whitney" userId="65f39021-2f1d-4d8b-87dc-b123826f65bf" providerId="ADAL" clId="{7DC62D2F-EE24-4487-9929-02D1D00D3CE9}" dt="2023-01-17T18:31:53.332" v="185" actId="1076"/>
        <pc:sldMkLst>
          <pc:docMk/>
          <pc:sldMk cId="498985592" sldId="263"/>
        </pc:sldMkLst>
        <pc:spChg chg="mod">
          <ac:chgData name="White (she/her), Whitney" userId="65f39021-2f1d-4d8b-87dc-b123826f65bf" providerId="ADAL" clId="{7DC62D2F-EE24-4487-9929-02D1D00D3CE9}" dt="2023-01-17T18:31:53.332" v="185" actId="1076"/>
          <ac:spMkLst>
            <pc:docMk/>
            <pc:sldMk cId="498985592" sldId="263"/>
            <ac:spMk id="2" creationId="{67E8180B-6498-44E5-AD81-0674C51652BA}"/>
          </ac:spMkLst>
        </pc:spChg>
        <pc:spChg chg="del mod">
          <ac:chgData name="White (she/her), Whitney" userId="65f39021-2f1d-4d8b-87dc-b123826f65bf" providerId="ADAL" clId="{7DC62D2F-EE24-4487-9929-02D1D00D3CE9}" dt="2023-01-17T18:31:12.625" v="145"/>
          <ac:spMkLst>
            <pc:docMk/>
            <pc:sldMk cId="498985592" sldId="263"/>
            <ac:spMk id="3" creationId="{B5D47964-DA24-4793-B602-9850F1CB377F}"/>
          </ac:spMkLst>
        </pc:spChg>
        <pc:spChg chg="mod ord">
          <ac:chgData name="White (she/her), Whitney" userId="65f39021-2f1d-4d8b-87dc-b123826f65bf" providerId="ADAL" clId="{7DC62D2F-EE24-4487-9929-02D1D00D3CE9}" dt="2023-01-17T18:31:29.183" v="177" actId="26606"/>
          <ac:spMkLst>
            <pc:docMk/>
            <pc:sldMk cId="498985592" sldId="263"/>
            <ac:spMk id="4" creationId="{AE9B95AA-02D0-4645-A751-287261502606}"/>
          </ac:spMkLst>
        </pc:spChg>
        <pc:picChg chg="add mod">
          <ac:chgData name="White (she/her), Whitney" userId="65f39021-2f1d-4d8b-87dc-b123826f65bf" providerId="ADAL" clId="{7DC62D2F-EE24-4487-9929-02D1D00D3CE9}" dt="2023-01-17T18:31:47.521" v="184" actId="1076"/>
          <ac:picMkLst>
            <pc:docMk/>
            <pc:sldMk cId="498985592" sldId="263"/>
            <ac:picMk id="5" creationId="{63239C00-4576-4356-885C-80F8C6E20940}"/>
          </ac:picMkLst>
        </pc:picChg>
      </pc:sldChg>
    </pc:docChg>
  </pc:docChgLst>
  <pc:docChgLst>
    <pc:chgData name="White (she/her), Whitney" userId="65f39021-2f1d-4d8b-87dc-b123826f65bf" providerId="ADAL" clId="{2C5490C0-EC31-4D5A-857D-B30248D704AD}"/>
    <pc:docChg chg="undo custSel addSld delSld modSld modSection">
      <pc:chgData name="White (she/her), Whitney" userId="65f39021-2f1d-4d8b-87dc-b123826f65bf" providerId="ADAL" clId="{2C5490C0-EC31-4D5A-857D-B30248D704AD}" dt="2023-01-25T15:41:36.742" v="244" actId="20577"/>
      <pc:docMkLst>
        <pc:docMk/>
      </pc:docMkLst>
      <pc:sldChg chg="modSp mod">
        <pc:chgData name="White (she/her), Whitney" userId="65f39021-2f1d-4d8b-87dc-b123826f65bf" providerId="ADAL" clId="{2C5490C0-EC31-4D5A-857D-B30248D704AD}" dt="2023-01-25T15:18:55.560" v="33" actId="20577"/>
        <pc:sldMkLst>
          <pc:docMk/>
          <pc:sldMk cId="1482277026" sldId="256"/>
        </pc:sldMkLst>
        <pc:spChg chg="mod">
          <ac:chgData name="White (she/her), Whitney" userId="65f39021-2f1d-4d8b-87dc-b123826f65bf" providerId="ADAL" clId="{2C5490C0-EC31-4D5A-857D-B30248D704AD}" dt="2023-01-25T15:18:37.032" v="5" actId="20577"/>
          <ac:spMkLst>
            <pc:docMk/>
            <pc:sldMk cId="1482277026" sldId="256"/>
            <ac:spMk id="2" creationId="{BFFCF5BD-F8FF-4A67-A8B6-EBB21E79279B}"/>
          </ac:spMkLst>
        </pc:spChg>
        <pc:spChg chg="mod">
          <ac:chgData name="White (she/her), Whitney" userId="65f39021-2f1d-4d8b-87dc-b123826f65bf" providerId="ADAL" clId="{2C5490C0-EC31-4D5A-857D-B30248D704AD}" dt="2023-01-25T15:18:55.560" v="33" actId="20577"/>
          <ac:spMkLst>
            <pc:docMk/>
            <pc:sldMk cId="1482277026" sldId="256"/>
            <ac:spMk id="3" creationId="{E0FBD98F-3A67-498E-8174-652040DD7B60}"/>
          </ac:spMkLst>
        </pc:spChg>
      </pc:sldChg>
      <pc:sldChg chg="modSp mod">
        <pc:chgData name="White (she/her), Whitney" userId="65f39021-2f1d-4d8b-87dc-b123826f65bf" providerId="ADAL" clId="{2C5490C0-EC31-4D5A-857D-B30248D704AD}" dt="2023-01-25T15:21:20.149" v="59" actId="20577"/>
        <pc:sldMkLst>
          <pc:docMk/>
          <pc:sldMk cId="4071305681" sldId="258"/>
        </pc:sldMkLst>
        <pc:spChg chg="mod">
          <ac:chgData name="White (she/her), Whitney" userId="65f39021-2f1d-4d8b-87dc-b123826f65bf" providerId="ADAL" clId="{2C5490C0-EC31-4D5A-857D-B30248D704AD}" dt="2023-01-25T15:21:20.149" v="59" actId="20577"/>
          <ac:spMkLst>
            <pc:docMk/>
            <pc:sldMk cId="4071305681" sldId="258"/>
            <ac:spMk id="3" creationId="{392BE286-77A6-49DD-B15D-7E4718D52FE7}"/>
          </ac:spMkLst>
        </pc:spChg>
      </pc:sldChg>
      <pc:sldChg chg="modSp mod">
        <pc:chgData name="White (she/her), Whitney" userId="65f39021-2f1d-4d8b-87dc-b123826f65bf" providerId="ADAL" clId="{2C5490C0-EC31-4D5A-857D-B30248D704AD}" dt="2023-01-25T15:19:21.934" v="42" actId="255"/>
        <pc:sldMkLst>
          <pc:docMk/>
          <pc:sldMk cId="2772527113" sldId="259"/>
        </pc:sldMkLst>
        <pc:spChg chg="mod">
          <ac:chgData name="White (she/her), Whitney" userId="65f39021-2f1d-4d8b-87dc-b123826f65bf" providerId="ADAL" clId="{2C5490C0-EC31-4D5A-857D-B30248D704AD}" dt="2023-01-25T15:19:21.934" v="42" actId="255"/>
          <ac:spMkLst>
            <pc:docMk/>
            <pc:sldMk cId="2772527113" sldId="259"/>
            <ac:spMk id="3" creationId="{8CE08C7F-0286-423B-92F7-DEB89F31111A}"/>
          </ac:spMkLst>
        </pc:spChg>
      </pc:sldChg>
      <pc:sldChg chg="modSp mod">
        <pc:chgData name="White (she/her), Whitney" userId="65f39021-2f1d-4d8b-87dc-b123826f65bf" providerId="ADAL" clId="{2C5490C0-EC31-4D5A-857D-B30248D704AD}" dt="2023-01-25T15:41:36.742" v="244" actId="20577"/>
        <pc:sldMkLst>
          <pc:docMk/>
          <pc:sldMk cId="2147408764" sldId="260"/>
        </pc:sldMkLst>
        <pc:spChg chg="mod">
          <ac:chgData name="White (she/her), Whitney" userId="65f39021-2f1d-4d8b-87dc-b123826f65bf" providerId="ADAL" clId="{2C5490C0-EC31-4D5A-857D-B30248D704AD}" dt="2023-01-25T15:41:36.742" v="244" actId="20577"/>
          <ac:spMkLst>
            <pc:docMk/>
            <pc:sldMk cId="2147408764" sldId="260"/>
            <ac:spMk id="3" creationId="{49F2A5AF-3C0B-4968-A438-E435325199EA}"/>
          </ac:spMkLst>
        </pc:spChg>
      </pc:sldChg>
      <pc:sldChg chg="addSp delSp modSp mod">
        <pc:chgData name="White (she/her), Whitney" userId="65f39021-2f1d-4d8b-87dc-b123826f65bf" providerId="ADAL" clId="{2C5490C0-EC31-4D5A-857D-B30248D704AD}" dt="2023-01-25T15:25:43.300" v="71" actId="14100"/>
        <pc:sldMkLst>
          <pc:docMk/>
          <pc:sldMk cId="3054216349" sldId="261"/>
        </pc:sldMkLst>
        <pc:spChg chg="del mod">
          <ac:chgData name="White (she/her), Whitney" userId="65f39021-2f1d-4d8b-87dc-b123826f65bf" providerId="ADAL" clId="{2C5490C0-EC31-4D5A-857D-B30248D704AD}" dt="2023-01-25T15:25:15.998" v="61"/>
          <ac:spMkLst>
            <pc:docMk/>
            <pc:sldMk cId="3054216349" sldId="261"/>
            <ac:spMk id="3" creationId="{AE13FDB6-F093-4D9E-B14E-3D7DB894C34C}"/>
          </ac:spMkLst>
        </pc:spChg>
        <pc:graphicFrameChg chg="add mod modGraphic">
          <ac:chgData name="White (she/her), Whitney" userId="65f39021-2f1d-4d8b-87dc-b123826f65bf" providerId="ADAL" clId="{2C5490C0-EC31-4D5A-857D-B30248D704AD}" dt="2023-01-25T15:25:43.300" v="71" actId="14100"/>
          <ac:graphicFrameMkLst>
            <pc:docMk/>
            <pc:sldMk cId="3054216349" sldId="261"/>
            <ac:graphicFrameMk id="5" creationId="{A4957574-645A-47DA-BD7C-77BE31A01943}"/>
          </ac:graphicFrameMkLst>
        </pc:graphicFrameChg>
      </pc:sldChg>
      <pc:sldChg chg="addSp delSp modSp mod">
        <pc:chgData name="White (she/her), Whitney" userId="65f39021-2f1d-4d8b-87dc-b123826f65bf" providerId="ADAL" clId="{2C5490C0-EC31-4D5A-857D-B30248D704AD}" dt="2023-01-25T15:26:48.440" v="81" actId="1076"/>
        <pc:sldMkLst>
          <pc:docMk/>
          <pc:sldMk cId="258332572" sldId="262"/>
        </pc:sldMkLst>
        <pc:spChg chg="del mod">
          <ac:chgData name="White (she/her), Whitney" userId="65f39021-2f1d-4d8b-87dc-b123826f65bf" providerId="ADAL" clId="{2C5490C0-EC31-4D5A-857D-B30248D704AD}" dt="2023-01-25T15:26:46.398" v="80" actId="21"/>
          <ac:spMkLst>
            <pc:docMk/>
            <pc:sldMk cId="258332572" sldId="262"/>
            <ac:spMk id="2" creationId="{570D72F3-79E4-4001-9748-B7FC67079A57}"/>
          </ac:spMkLst>
        </pc:spChg>
        <pc:spChg chg="del mod">
          <ac:chgData name="White (she/her), Whitney" userId="65f39021-2f1d-4d8b-87dc-b123826f65bf" providerId="ADAL" clId="{2C5490C0-EC31-4D5A-857D-B30248D704AD}" dt="2023-01-25T15:26:14.533" v="73"/>
          <ac:spMkLst>
            <pc:docMk/>
            <pc:sldMk cId="258332572" sldId="262"/>
            <ac:spMk id="3" creationId="{0E82C669-9955-4209-B20C-3F3A754CDA3C}"/>
          </ac:spMkLst>
        </pc:spChg>
        <pc:picChg chg="add mod">
          <ac:chgData name="White (she/her), Whitney" userId="65f39021-2f1d-4d8b-87dc-b123826f65bf" providerId="ADAL" clId="{2C5490C0-EC31-4D5A-857D-B30248D704AD}" dt="2023-01-25T15:26:48.440" v="81" actId="1076"/>
          <ac:picMkLst>
            <pc:docMk/>
            <pc:sldMk cId="258332572" sldId="262"/>
            <ac:picMk id="5" creationId="{DC7D3B62-46B2-43FE-B87C-3AED60C836B8}"/>
          </ac:picMkLst>
        </pc:picChg>
      </pc:sldChg>
      <pc:sldChg chg="addSp delSp modSp mod">
        <pc:chgData name="White (she/her), Whitney" userId="65f39021-2f1d-4d8b-87dc-b123826f65bf" providerId="ADAL" clId="{2C5490C0-EC31-4D5A-857D-B30248D704AD}" dt="2023-01-25T15:28:56.060" v="133" actId="403"/>
        <pc:sldMkLst>
          <pc:docMk/>
          <pc:sldMk cId="498985592" sldId="263"/>
        </pc:sldMkLst>
        <pc:spChg chg="mod">
          <ac:chgData name="White (she/her), Whitney" userId="65f39021-2f1d-4d8b-87dc-b123826f65bf" providerId="ADAL" clId="{2C5490C0-EC31-4D5A-857D-B30248D704AD}" dt="2023-01-25T15:28:00.254" v="118" actId="1076"/>
          <ac:spMkLst>
            <pc:docMk/>
            <pc:sldMk cId="498985592" sldId="263"/>
            <ac:spMk id="2" creationId="{67E8180B-6498-44E5-AD81-0674C51652BA}"/>
          </ac:spMkLst>
        </pc:spChg>
        <pc:spChg chg="add del mod">
          <ac:chgData name="White (she/her), Whitney" userId="65f39021-2f1d-4d8b-87dc-b123826f65bf" providerId="ADAL" clId="{2C5490C0-EC31-4D5A-857D-B30248D704AD}" dt="2023-01-25T15:28:07.039" v="120"/>
          <ac:spMkLst>
            <pc:docMk/>
            <pc:sldMk cId="498985592" sldId="263"/>
            <ac:spMk id="6" creationId="{60CC13CC-9F80-4130-81D3-549F69C61675}"/>
          </ac:spMkLst>
        </pc:spChg>
        <pc:graphicFrameChg chg="add mod modGraphic">
          <ac:chgData name="White (she/her), Whitney" userId="65f39021-2f1d-4d8b-87dc-b123826f65bf" providerId="ADAL" clId="{2C5490C0-EC31-4D5A-857D-B30248D704AD}" dt="2023-01-25T15:28:56.060" v="133" actId="403"/>
          <ac:graphicFrameMkLst>
            <pc:docMk/>
            <pc:sldMk cId="498985592" sldId="263"/>
            <ac:graphicFrameMk id="7" creationId="{5FDD475B-C6CC-4B8A-BF1E-CC6CB3E6FF61}"/>
          </ac:graphicFrameMkLst>
        </pc:graphicFrameChg>
        <pc:picChg chg="del">
          <ac:chgData name="White (she/her), Whitney" userId="65f39021-2f1d-4d8b-87dc-b123826f65bf" providerId="ADAL" clId="{2C5490C0-EC31-4D5A-857D-B30248D704AD}" dt="2023-01-25T15:27:27.959" v="83" actId="21"/>
          <ac:picMkLst>
            <pc:docMk/>
            <pc:sldMk cId="498985592" sldId="263"/>
            <ac:picMk id="5" creationId="{63239C00-4576-4356-885C-80F8C6E20940}"/>
          </ac:picMkLst>
        </pc:picChg>
      </pc:sldChg>
      <pc:sldChg chg="modSp add mod">
        <pc:chgData name="White (she/her), Whitney" userId="65f39021-2f1d-4d8b-87dc-b123826f65bf" providerId="ADAL" clId="{2C5490C0-EC31-4D5A-857D-B30248D704AD}" dt="2023-01-25T15:29:21.296" v="136" actId="255"/>
        <pc:sldMkLst>
          <pc:docMk/>
          <pc:sldMk cId="2234076779" sldId="264"/>
        </pc:sldMkLst>
        <pc:graphicFrameChg chg="mod modGraphic">
          <ac:chgData name="White (she/her), Whitney" userId="65f39021-2f1d-4d8b-87dc-b123826f65bf" providerId="ADAL" clId="{2C5490C0-EC31-4D5A-857D-B30248D704AD}" dt="2023-01-25T15:29:21.296" v="136" actId="255"/>
          <ac:graphicFrameMkLst>
            <pc:docMk/>
            <pc:sldMk cId="2234076779" sldId="264"/>
            <ac:graphicFrameMk id="7" creationId="{5FDD475B-C6CC-4B8A-BF1E-CC6CB3E6FF61}"/>
          </ac:graphicFrameMkLst>
        </pc:graphicFrameChg>
      </pc:sldChg>
      <pc:sldChg chg="modSp add mod">
        <pc:chgData name="White (she/her), Whitney" userId="65f39021-2f1d-4d8b-87dc-b123826f65bf" providerId="ADAL" clId="{2C5490C0-EC31-4D5A-857D-B30248D704AD}" dt="2023-01-25T15:29:44.019" v="139" actId="255"/>
        <pc:sldMkLst>
          <pc:docMk/>
          <pc:sldMk cId="3746039917" sldId="265"/>
        </pc:sldMkLst>
        <pc:graphicFrameChg chg="mod modGraphic">
          <ac:chgData name="White (she/her), Whitney" userId="65f39021-2f1d-4d8b-87dc-b123826f65bf" providerId="ADAL" clId="{2C5490C0-EC31-4D5A-857D-B30248D704AD}" dt="2023-01-25T15:29:44.019" v="139" actId="255"/>
          <ac:graphicFrameMkLst>
            <pc:docMk/>
            <pc:sldMk cId="3746039917" sldId="265"/>
            <ac:graphicFrameMk id="7" creationId="{5FDD475B-C6CC-4B8A-BF1E-CC6CB3E6FF61}"/>
          </ac:graphicFrameMkLst>
        </pc:graphicFrameChg>
      </pc:sldChg>
      <pc:sldChg chg="modSp new mod">
        <pc:chgData name="White (she/her), Whitney" userId="65f39021-2f1d-4d8b-87dc-b123826f65bf" providerId="ADAL" clId="{2C5490C0-EC31-4D5A-857D-B30248D704AD}" dt="2023-01-25T15:33:05.023" v="200" actId="20577"/>
        <pc:sldMkLst>
          <pc:docMk/>
          <pc:sldMk cId="2877505278" sldId="266"/>
        </pc:sldMkLst>
        <pc:spChg chg="mod">
          <ac:chgData name="White (she/her), Whitney" userId="65f39021-2f1d-4d8b-87dc-b123826f65bf" providerId="ADAL" clId="{2C5490C0-EC31-4D5A-857D-B30248D704AD}" dt="2023-01-25T15:33:05.023" v="200" actId="20577"/>
          <ac:spMkLst>
            <pc:docMk/>
            <pc:sldMk cId="2877505278" sldId="266"/>
            <ac:spMk id="2" creationId="{CECF6631-6CAC-42C0-B2F9-C75B06FDDEA7}"/>
          </ac:spMkLst>
        </pc:spChg>
        <pc:spChg chg="mod">
          <ac:chgData name="White (she/her), Whitney" userId="65f39021-2f1d-4d8b-87dc-b123826f65bf" providerId="ADAL" clId="{2C5490C0-EC31-4D5A-857D-B30248D704AD}" dt="2023-01-25T15:30:19.617" v="167" actId="403"/>
          <ac:spMkLst>
            <pc:docMk/>
            <pc:sldMk cId="2877505278" sldId="266"/>
            <ac:spMk id="3" creationId="{A7B3D956-96C0-497F-85BA-4332DFF84C2F}"/>
          </ac:spMkLst>
        </pc:spChg>
      </pc:sldChg>
      <pc:sldChg chg="addSp delSp modSp new mod">
        <pc:chgData name="White (she/her), Whitney" userId="65f39021-2f1d-4d8b-87dc-b123826f65bf" providerId="ADAL" clId="{2C5490C0-EC31-4D5A-857D-B30248D704AD}" dt="2023-01-25T15:32:00.991" v="186" actId="1076"/>
        <pc:sldMkLst>
          <pc:docMk/>
          <pc:sldMk cId="3055683484" sldId="267"/>
        </pc:sldMkLst>
        <pc:spChg chg="mod">
          <ac:chgData name="White (she/her), Whitney" userId="65f39021-2f1d-4d8b-87dc-b123826f65bf" providerId="ADAL" clId="{2C5490C0-EC31-4D5A-857D-B30248D704AD}" dt="2023-01-25T15:31:42.562" v="181" actId="20577"/>
          <ac:spMkLst>
            <pc:docMk/>
            <pc:sldMk cId="3055683484" sldId="267"/>
            <ac:spMk id="2" creationId="{8B2EB68F-78A0-49ED-8653-187AD2088682}"/>
          </ac:spMkLst>
        </pc:spChg>
        <pc:spChg chg="del mod">
          <ac:chgData name="White (she/her), Whitney" userId="65f39021-2f1d-4d8b-87dc-b123826f65bf" providerId="ADAL" clId="{2C5490C0-EC31-4D5A-857D-B30248D704AD}" dt="2023-01-25T15:31:45.440" v="183"/>
          <ac:spMkLst>
            <pc:docMk/>
            <pc:sldMk cId="3055683484" sldId="267"/>
            <ac:spMk id="3" creationId="{E508AEE9-105F-4DAD-BFBB-1188A026AC9A}"/>
          </ac:spMkLst>
        </pc:spChg>
        <pc:picChg chg="add mod">
          <ac:chgData name="White (she/her), Whitney" userId="65f39021-2f1d-4d8b-87dc-b123826f65bf" providerId="ADAL" clId="{2C5490C0-EC31-4D5A-857D-B30248D704AD}" dt="2023-01-25T15:32:00.991" v="186" actId="1076"/>
          <ac:picMkLst>
            <pc:docMk/>
            <pc:sldMk cId="3055683484" sldId="267"/>
            <ac:picMk id="5" creationId="{A1B7D056-B3B7-4442-9111-1D7A6BD01157}"/>
          </ac:picMkLst>
        </pc:picChg>
      </pc:sldChg>
      <pc:sldChg chg="new del">
        <pc:chgData name="White (she/her), Whitney" userId="65f39021-2f1d-4d8b-87dc-b123826f65bf" providerId="ADAL" clId="{2C5490C0-EC31-4D5A-857D-B30248D704AD}" dt="2023-01-25T15:37:13.929" v="202" actId="2696"/>
        <pc:sldMkLst>
          <pc:docMk/>
          <pc:sldMk cId="3765266163" sldId="268"/>
        </pc:sldMkLst>
      </pc:sldChg>
    </pc:docChg>
  </pc:docChgLst>
  <pc:docChgLst>
    <pc:chgData name="White (she/her), Whitney" userId="65f39021-2f1d-4d8b-87dc-b123826f65bf" providerId="ADAL" clId="{D76660F9-19AF-4756-8FEE-F361A9B54C4F}"/>
    <pc:docChg chg="undo custSel addSld delSld modSld sldOrd modSection">
      <pc:chgData name="White (she/her), Whitney" userId="65f39021-2f1d-4d8b-87dc-b123826f65bf" providerId="ADAL" clId="{D76660F9-19AF-4756-8FEE-F361A9B54C4F}" dt="2023-01-25T18:56:17.038" v="654" actId="20577"/>
      <pc:docMkLst>
        <pc:docMk/>
      </pc:docMkLst>
      <pc:sldChg chg="modSp mod">
        <pc:chgData name="White (she/her), Whitney" userId="65f39021-2f1d-4d8b-87dc-b123826f65bf" providerId="ADAL" clId="{D76660F9-19AF-4756-8FEE-F361A9B54C4F}" dt="2023-01-25T18:56:17.038" v="654" actId="20577"/>
        <pc:sldMkLst>
          <pc:docMk/>
          <pc:sldMk cId="1482277026" sldId="256"/>
        </pc:sldMkLst>
        <pc:spChg chg="mod">
          <ac:chgData name="White (she/her), Whitney" userId="65f39021-2f1d-4d8b-87dc-b123826f65bf" providerId="ADAL" clId="{D76660F9-19AF-4756-8FEE-F361A9B54C4F}" dt="2023-01-25T18:56:17.038" v="654" actId="20577"/>
          <ac:spMkLst>
            <pc:docMk/>
            <pc:sldMk cId="1482277026" sldId="256"/>
            <ac:spMk id="2" creationId="{BFFCF5BD-F8FF-4A67-A8B6-EBB21E79279B}"/>
          </ac:spMkLst>
        </pc:spChg>
        <pc:spChg chg="mod">
          <ac:chgData name="White (she/her), Whitney" userId="65f39021-2f1d-4d8b-87dc-b123826f65bf" providerId="ADAL" clId="{D76660F9-19AF-4756-8FEE-F361A9B54C4F}" dt="2023-01-25T17:54:22.538" v="82" actId="20577"/>
          <ac:spMkLst>
            <pc:docMk/>
            <pc:sldMk cId="1482277026" sldId="256"/>
            <ac:spMk id="3" creationId="{E0FBD98F-3A67-498E-8174-652040DD7B60}"/>
          </ac:spMkLst>
        </pc:spChg>
      </pc:sldChg>
      <pc:sldChg chg="modSp mod">
        <pc:chgData name="White (she/her), Whitney" userId="65f39021-2f1d-4d8b-87dc-b123826f65bf" providerId="ADAL" clId="{D76660F9-19AF-4756-8FEE-F361A9B54C4F}" dt="2023-01-25T17:55:16.096" v="89" actId="113"/>
        <pc:sldMkLst>
          <pc:docMk/>
          <pc:sldMk cId="4071305681" sldId="258"/>
        </pc:sldMkLst>
        <pc:spChg chg="mod">
          <ac:chgData name="White (she/her), Whitney" userId="65f39021-2f1d-4d8b-87dc-b123826f65bf" providerId="ADAL" clId="{D76660F9-19AF-4756-8FEE-F361A9B54C4F}" dt="2023-01-25T17:55:16.096" v="89" actId="113"/>
          <ac:spMkLst>
            <pc:docMk/>
            <pc:sldMk cId="4071305681" sldId="258"/>
            <ac:spMk id="3" creationId="{392BE286-77A6-49DD-B15D-7E4718D52FE7}"/>
          </ac:spMkLst>
        </pc:spChg>
      </pc:sldChg>
      <pc:sldChg chg="modSp mod">
        <pc:chgData name="White (she/her), Whitney" userId="65f39021-2f1d-4d8b-87dc-b123826f65bf" providerId="ADAL" clId="{D76660F9-19AF-4756-8FEE-F361A9B54C4F}" dt="2023-01-25T18:33:28.637" v="131" actId="255"/>
        <pc:sldMkLst>
          <pc:docMk/>
          <pc:sldMk cId="2772527113" sldId="259"/>
        </pc:sldMkLst>
        <pc:spChg chg="mod">
          <ac:chgData name="White (she/her), Whitney" userId="65f39021-2f1d-4d8b-87dc-b123826f65bf" providerId="ADAL" clId="{D76660F9-19AF-4756-8FEE-F361A9B54C4F}" dt="2023-01-25T18:33:28.637" v="131" actId="255"/>
          <ac:spMkLst>
            <pc:docMk/>
            <pc:sldMk cId="2772527113" sldId="259"/>
            <ac:spMk id="3" creationId="{8CE08C7F-0286-423B-92F7-DEB89F31111A}"/>
          </ac:spMkLst>
        </pc:spChg>
      </pc:sldChg>
      <pc:sldChg chg="modSp mod">
        <pc:chgData name="White (she/her), Whitney" userId="65f39021-2f1d-4d8b-87dc-b123826f65bf" providerId="ADAL" clId="{D76660F9-19AF-4756-8FEE-F361A9B54C4F}" dt="2023-01-25T18:55:48.113" v="653" actId="255"/>
        <pc:sldMkLst>
          <pc:docMk/>
          <pc:sldMk cId="2147408764" sldId="260"/>
        </pc:sldMkLst>
        <pc:spChg chg="mod">
          <ac:chgData name="White (she/her), Whitney" userId="65f39021-2f1d-4d8b-87dc-b123826f65bf" providerId="ADAL" clId="{D76660F9-19AF-4756-8FEE-F361A9B54C4F}" dt="2023-01-25T18:55:48.113" v="653" actId="255"/>
          <ac:spMkLst>
            <pc:docMk/>
            <pc:sldMk cId="2147408764" sldId="260"/>
            <ac:spMk id="3" creationId="{49F2A5AF-3C0B-4968-A438-E435325199EA}"/>
          </ac:spMkLst>
        </pc:spChg>
      </pc:sldChg>
      <pc:sldChg chg="del">
        <pc:chgData name="White (she/her), Whitney" userId="65f39021-2f1d-4d8b-87dc-b123826f65bf" providerId="ADAL" clId="{D76660F9-19AF-4756-8FEE-F361A9B54C4F}" dt="2023-01-25T18:36:33.953" v="132" actId="47"/>
        <pc:sldMkLst>
          <pc:docMk/>
          <pc:sldMk cId="258332572" sldId="262"/>
        </pc:sldMkLst>
      </pc:sldChg>
      <pc:sldChg chg="modSp mod">
        <pc:chgData name="White (she/her), Whitney" userId="65f39021-2f1d-4d8b-87dc-b123826f65bf" providerId="ADAL" clId="{D76660F9-19AF-4756-8FEE-F361A9B54C4F}" dt="2023-01-25T18:43:19.947" v="319" actId="404"/>
        <pc:sldMkLst>
          <pc:docMk/>
          <pc:sldMk cId="498985592" sldId="263"/>
        </pc:sldMkLst>
        <pc:spChg chg="mod">
          <ac:chgData name="White (she/her), Whitney" userId="65f39021-2f1d-4d8b-87dc-b123826f65bf" providerId="ADAL" clId="{D76660F9-19AF-4756-8FEE-F361A9B54C4F}" dt="2023-01-25T18:43:07.210" v="316" actId="20577"/>
          <ac:spMkLst>
            <pc:docMk/>
            <pc:sldMk cId="498985592" sldId="263"/>
            <ac:spMk id="2" creationId="{67E8180B-6498-44E5-AD81-0674C51652BA}"/>
          </ac:spMkLst>
        </pc:spChg>
        <pc:graphicFrameChg chg="mod modGraphic">
          <ac:chgData name="White (she/her), Whitney" userId="65f39021-2f1d-4d8b-87dc-b123826f65bf" providerId="ADAL" clId="{D76660F9-19AF-4756-8FEE-F361A9B54C4F}" dt="2023-01-25T18:43:19.947" v="319" actId="404"/>
          <ac:graphicFrameMkLst>
            <pc:docMk/>
            <pc:sldMk cId="498985592" sldId="263"/>
            <ac:graphicFrameMk id="7" creationId="{5FDD475B-C6CC-4B8A-BF1E-CC6CB3E6FF61}"/>
          </ac:graphicFrameMkLst>
        </pc:graphicFrameChg>
      </pc:sldChg>
      <pc:sldChg chg="modSp mod">
        <pc:chgData name="White (she/her), Whitney" userId="65f39021-2f1d-4d8b-87dc-b123826f65bf" providerId="ADAL" clId="{D76660F9-19AF-4756-8FEE-F361A9B54C4F}" dt="2023-01-25T18:43:49.267" v="342" actId="313"/>
        <pc:sldMkLst>
          <pc:docMk/>
          <pc:sldMk cId="4157156871" sldId="268"/>
        </pc:sldMkLst>
        <pc:spChg chg="mod">
          <ac:chgData name="White (she/her), Whitney" userId="65f39021-2f1d-4d8b-87dc-b123826f65bf" providerId="ADAL" clId="{D76660F9-19AF-4756-8FEE-F361A9B54C4F}" dt="2023-01-25T18:43:49.267" v="342" actId="313"/>
          <ac:spMkLst>
            <pc:docMk/>
            <pc:sldMk cId="4157156871" sldId="268"/>
            <ac:spMk id="2" creationId="{67E8180B-6498-44E5-AD81-0674C51652BA}"/>
          </ac:spMkLst>
        </pc:spChg>
        <pc:graphicFrameChg chg="mod modGraphic">
          <ac:chgData name="White (she/her), Whitney" userId="65f39021-2f1d-4d8b-87dc-b123826f65bf" providerId="ADAL" clId="{D76660F9-19AF-4756-8FEE-F361A9B54C4F}" dt="2023-01-25T18:43:40.984" v="331" actId="20577"/>
          <ac:graphicFrameMkLst>
            <pc:docMk/>
            <pc:sldMk cId="4157156871" sldId="268"/>
            <ac:graphicFrameMk id="7" creationId="{5FDD475B-C6CC-4B8A-BF1E-CC6CB3E6FF61}"/>
          </ac:graphicFrameMkLst>
        </pc:graphicFrameChg>
      </pc:sldChg>
      <pc:sldChg chg="del">
        <pc:chgData name="White (she/her), Whitney" userId="65f39021-2f1d-4d8b-87dc-b123826f65bf" providerId="ADAL" clId="{D76660F9-19AF-4756-8FEE-F361A9B54C4F}" dt="2023-01-25T18:44:05.281" v="346" actId="47"/>
        <pc:sldMkLst>
          <pc:docMk/>
          <pc:sldMk cId="818675080" sldId="269"/>
        </pc:sldMkLst>
      </pc:sldChg>
      <pc:sldChg chg="del">
        <pc:chgData name="White (she/her), Whitney" userId="65f39021-2f1d-4d8b-87dc-b123826f65bf" providerId="ADAL" clId="{D76660F9-19AF-4756-8FEE-F361A9B54C4F}" dt="2023-01-25T18:44:06.314" v="347" actId="47"/>
        <pc:sldMkLst>
          <pc:docMk/>
          <pc:sldMk cId="3968532148" sldId="270"/>
        </pc:sldMkLst>
      </pc:sldChg>
      <pc:sldChg chg="addSp delSp modSp new mod ord">
        <pc:chgData name="White (she/her), Whitney" userId="65f39021-2f1d-4d8b-87dc-b123826f65bf" providerId="ADAL" clId="{D76660F9-19AF-4756-8FEE-F361A9B54C4F}" dt="2023-01-25T17:55:55.341" v="109" actId="14734"/>
        <pc:sldMkLst>
          <pc:docMk/>
          <pc:sldMk cId="955543824" sldId="271"/>
        </pc:sldMkLst>
        <pc:spChg chg="mod">
          <ac:chgData name="White (she/her), Whitney" userId="65f39021-2f1d-4d8b-87dc-b123826f65bf" providerId="ADAL" clId="{D76660F9-19AF-4756-8FEE-F361A9B54C4F}" dt="2023-01-25T17:55:29.444" v="104" actId="20577"/>
          <ac:spMkLst>
            <pc:docMk/>
            <pc:sldMk cId="955543824" sldId="271"/>
            <ac:spMk id="2" creationId="{5D3E9861-6D97-4E46-8AFC-B8E9B6438923}"/>
          </ac:spMkLst>
        </pc:spChg>
        <pc:spChg chg="del mod">
          <ac:chgData name="White (she/her), Whitney" userId="65f39021-2f1d-4d8b-87dc-b123826f65bf" providerId="ADAL" clId="{D76660F9-19AF-4756-8FEE-F361A9B54C4F}" dt="2023-01-25T17:55:47.324" v="106"/>
          <ac:spMkLst>
            <pc:docMk/>
            <pc:sldMk cId="955543824" sldId="271"/>
            <ac:spMk id="3" creationId="{29366391-0484-4FC6-9CB1-CC01801E8885}"/>
          </ac:spMkLst>
        </pc:spChg>
        <pc:graphicFrameChg chg="add mod modGraphic">
          <ac:chgData name="White (she/her), Whitney" userId="65f39021-2f1d-4d8b-87dc-b123826f65bf" providerId="ADAL" clId="{D76660F9-19AF-4756-8FEE-F361A9B54C4F}" dt="2023-01-25T17:55:55.341" v="109" actId="14734"/>
          <ac:graphicFrameMkLst>
            <pc:docMk/>
            <pc:sldMk cId="955543824" sldId="271"/>
            <ac:graphicFrameMk id="5" creationId="{1D424793-1A6C-4566-8549-55E1CB1BBC34}"/>
          </ac:graphicFrameMkLst>
        </pc:graphicFrameChg>
      </pc:sldChg>
      <pc:sldChg chg="addSp delSp modSp new add del mod">
        <pc:chgData name="White (she/her), Whitney" userId="65f39021-2f1d-4d8b-87dc-b123826f65bf" providerId="ADAL" clId="{D76660F9-19AF-4756-8FEE-F361A9B54C4F}" dt="2023-01-25T18:40:24.980" v="221" actId="2696"/>
        <pc:sldMkLst>
          <pc:docMk/>
          <pc:sldMk cId="278440160" sldId="272"/>
        </pc:sldMkLst>
        <pc:spChg chg="mod">
          <ac:chgData name="White (she/her), Whitney" userId="65f39021-2f1d-4d8b-87dc-b123826f65bf" providerId="ADAL" clId="{D76660F9-19AF-4756-8FEE-F361A9B54C4F}" dt="2023-01-25T18:36:50.801" v="204" actId="20577"/>
          <ac:spMkLst>
            <pc:docMk/>
            <pc:sldMk cId="278440160" sldId="272"/>
            <ac:spMk id="2" creationId="{0468D3D8-F654-4539-852B-F4408E9BC52F}"/>
          </ac:spMkLst>
        </pc:spChg>
        <pc:spChg chg="del mod">
          <ac:chgData name="White (she/her), Whitney" userId="65f39021-2f1d-4d8b-87dc-b123826f65bf" providerId="ADAL" clId="{D76660F9-19AF-4756-8FEE-F361A9B54C4F}" dt="2023-01-25T18:38:46.338" v="206"/>
          <ac:spMkLst>
            <pc:docMk/>
            <pc:sldMk cId="278440160" sldId="272"/>
            <ac:spMk id="3" creationId="{1594CCE6-1C2B-4E67-81C9-A87AA9392C4A}"/>
          </ac:spMkLst>
        </pc:spChg>
        <pc:picChg chg="add mod">
          <ac:chgData name="White (she/her), Whitney" userId="65f39021-2f1d-4d8b-87dc-b123826f65bf" providerId="ADAL" clId="{D76660F9-19AF-4756-8FEE-F361A9B54C4F}" dt="2023-01-25T18:39:35.709" v="217" actId="1076"/>
          <ac:picMkLst>
            <pc:docMk/>
            <pc:sldMk cId="278440160" sldId="272"/>
            <ac:picMk id="5" creationId="{59E50D36-303C-4EC1-9A44-CAFB5267D34C}"/>
          </ac:picMkLst>
        </pc:picChg>
        <pc:picChg chg="add mod">
          <ac:chgData name="White (she/her), Whitney" userId="65f39021-2f1d-4d8b-87dc-b123826f65bf" providerId="ADAL" clId="{D76660F9-19AF-4756-8FEE-F361A9B54C4F}" dt="2023-01-25T18:39:37.827" v="218" actId="1076"/>
          <ac:picMkLst>
            <pc:docMk/>
            <pc:sldMk cId="278440160" sldId="272"/>
            <ac:picMk id="6" creationId="{83E0209A-6489-485D-B1BE-6BF176651343}"/>
          </ac:picMkLst>
        </pc:picChg>
        <pc:picChg chg="add mod">
          <ac:chgData name="White (she/her), Whitney" userId="65f39021-2f1d-4d8b-87dc-b123826f65bf" providerId="ADAL" clId="{D76660F9-19AF-4756-8FEE-F361A9B54C4F}" dt="2023-01-25T18:39:40.147" v="219" actId="1076"/>
          <ac:picMkLst>
            <pc:docMk/>
            <pc:sldMk cId="278440160" sldId="272"/>
            <ac:picMk id="7" creationId="{63656231-36D1-45E3-9F8E-31F0FF4445E2}"/>
          </ac:picMkLst>
        </pc:picChg>
      </pc:sldChg>
      <pc:sldChg chg="addSp delSp modSp add mod">
        <pc:chgData name="White (she/her), Whitney" userId="65f39021-2f1d-4d8b-87dc-b123826f65bf" providerId="ADAL" clId="{D76660F9-19AF-4756-8FEE-F361A9B54C4F}" dt="2023-01-25T18:40:42.728" v="228" actId="1076"/>
        <pc:sldMkLst>
          <pc:docMk/>
          <pc:sldMk cId="533492381" sldId="273"/>
        </pc:sldMkLst>
        <pc:spChg chg="add del mod">
          <ac:chgData name="White (she/her), Whitney" userId="65f39021-2f1d-4d8b-87dc-b123826f65bf" providerId="ADAL" clId="{D76660F9-19AF-4756-8FEE-F361A9B54C4F}" dt="2023-01-25T18:40:33.512" v="227"/>
          <ac:spMkLst>
            <pc:docMk/>
            <pc:sldMk cId="533492381" sldId="273"/>
            <ac:spMk id="8" creationId="{1C9C92E9-C5C6-4F67-9438-A5D97B89F75C}"/>
          </ac:spMkLst>
        </pc:spChg>
        <pc:picChg chg="del">
          <ac:chgData name="White (she/her), Whitney" userId="65f39021-2f1d-4d8b-87dc-b123826f65bf" providerId="ADAL" clId="{D76660F9-19AF-4756-8FEE-F361A9B54C4F}" dt="2023-01-25T18:40:31.048" v="225" actId="478"/>
          <ac:picMkLst>
            <pc:docMk/>
            <pc:sldMk cId="533492381" sldId="273"/>
            <ac:picMk id="5" creationId="{59E50D36-303C-4EC1-9A44-CAFB5267D34C}"/>
          </ac:picMkLst>
        </pc:picChg>
        <pc:picChg chg="del">
          <ac:chgData name="White (she/her), Whitney" userId="65f39021-2f1d-4d8b-87dc-b123826f65bf" providerId="ADAL" clId="{D76660F9-19AF-4756-8FEE-F361A9B54C4F}" dt="2023-01-25T18:40:30.402" v="224" actId="478"/>
          <ac:picMkLst>
            <pc:docMk/>
            <pc:sldMk cId="533492381" sldId="273"/>
            <ac:picMk id="6" creationId="{83E0209A-6489-485D-B1BE-6BF176651343}"/>
          </ac:picMkLst>
        </pc:picChg>
        <pc:picChg chg="del">
          <ac:chgData name="White (she/her), Whitney" userId="65f39021-2f1d-4d8b-87dc-b123826f65bf" providerId="ADAL" clId="{D76660F9-19AF-4756-8FEE-F361A9B54C4F}" dt="2023-01-25T18:40:29.790" v="223" actId="478"/>
          <ac:picMkLst>
            <pc:docMk/>
            <pc:sldMk cId="533492381" sldId="273"/>
            <ac:picMk id="7" creationId="{63656231-36D1-45E3-9F8E-31F0FF4445E2}"/>
          </ac:picMkLst>
        </pc:picChg>
        <pc:picChg chg="add mod">
          <ac:chgData name="White (she/her), Whitney" userId="65f39021-2f1d-4d8b-87dc-b123826f65bf" providerId="ADAL" clId="{D76660F9-19AF-4756-8FEE-F361A9B54C4F}" dt="2023-01-25T18:40:42.728" v="228" actId="1076"/>
          <ac:picMkLst>
            <pc:docMk/>
            <pc:sldMk cId="533492381" sldId="273"/>
            <ac:picMk id="9" creationId="{E4E27E14-2E9A-4D86-AC31-969C41C602B9}"/>
          </ac:picMkLst>
        </pc:picChg>
      </pc:sldChg>
      <pc:sldChg chg="addSp delSp modSp new mod">
        <pc:chgData name="White (she/her), Whitney" userId="65f39021-2f1d-4d8b-87dc-b123826f65bf" providerId="ADAL" clId="{D76660F9-19AF-4756-8FEE-F361A9B54C4F}" dt="2023-01-25T18:41:19.397" v="237" actId="1076"/>
        <pc:sldMkLst>
          <pc:docMk/>
          <pc:sldMk cId="2870903153" sldId="274"/>
        </pc:sldMkLst>
        <pc:spChg chg="del">
          <ac:chgData name="White (she/her), Whitney" userId="65f39021-2f1d-4d8b-87dc-b123826f65bf" providerId="ADAL" clId="{D76660F9-19AF-4756-8FEE-F361A9B54C4F}" dt="2023-01-25T18:40:59.817" v="230" actId="21"/>
          <ac:spMkLst>
            <pc:docMk/>
            <pc:sldMk cId="2870903153" sldId="274"/>
            <ac:spMk id="2" creationId="{0D38CF35-104C-4130-886B-5C3F163C3FEB}"/>
          </ac:spMkLst>
        </pc:spChg>
        <pc:spChg chg="del mod">
          <ac:chgData name="White (she/her), Whitney" userId="65f39021-2f1d-4d8b-87dc-b123826f65bf" providerId="ADAL" clId="{D76660F9-19AF-4756-8FEE-F361A9B54C4F}" dt="2023-01-25T18:41:08.825" v="232"/>
          <ac:spMkLst>
            <pc:docMk/>
            <pc:sldMk cId="2870903153" sldId="274"/>
            <ac:spMk id="3" creationId="{D4B98F3F-16D9-4FDD-B614-B70A06816004}"/>
          </ac:spMkLst>
        </pc:spChg>
        <pc:picChg chg="add mod">
          <ac:chgData name="White (she/her), Whitney" userId="65f39021-2f1d-4d8b-87dc-b123826f65bf" providerId="ADAL" clId="{D76660F9-19AF-4756-8FEE-F361A9B54C4F}" dt="2023-01-25T18:41:19.397" v="237" actId="1076"/>
          <ac:picMkLst>
            <pc:docMk/>
            <pc:sldMk cId="2870903153" sldId="274"/>
            <ac:picMk id="5" creationId="{1D801A57-4180-468D-9727-9A5D766D148C}"/>
          </ac:picMkLst>
        </pc:picChg>
      </pc:sldChg>
      <pc:sldChg chg="modSp new mod">
        <pc:chgData name="White (she/her), Whitney" userId="65f39021-2f1d-4d8b-87dc-b123826f65bf" providerId="ADAL" clId="{D76660F9-19AF-4756-8FEE-F361A9B54C4F}" dt="2023-01-25T18:42:08.563" v="296" actId="403"/>
        <pc:sldMkLst>
          <pc:docMk/>
          <pc:sldMk cId="547651833" sldId="275"/>
        </pc:sldMkLst>
        <pc:spChg chg="mod">
          <ac:chgData name="White (she/her), Whitney" userId="65f39021-2f1d-4d8b-87dc-b123826f65bf" providerId="ADAL" clId="{D76660F9-19AF-4756-8FEE-F361A9B54C4F}" dt="2023-01-25T18:42:00.304" v="291" actId="20577"/>
          <ac:spMkLst>
            <pc:docMk/>
            <pc:sldMk cId="547651833" sldId="275"/>
            <ac:spMk id="2" creationId="{E3CACCED-705F-4EAD-94CA-DFB04C7D1B11}"/>
          </ac:spMkLst>
        </pc:spChg>
        <pc:spChg chg="mod">
          <ac:chgData name="White (she/her), Whitney" userId="65f39021-2f1d-4d8b-87dc-b123826f65bf" providerId="ADAL" clId="{D76660F9-19AF-4756-8FEE-F361A9B54C4F}" dt="2023-01-25T18:42:08.563" v="296" actId="403"/>
          <ac:spMkLst>
            <pc:docMk/>
            <pc:sldMk cId="547651833" sldId="275"/>
            <ac:spMk id="3" creationId="{705DC997-28D4-4515-B199-D25C5ECF4257}"/>
          </ac:spMkLst>
        </pc:spChg>
      </pc:sldChg>
      <pc:sldChg chg="modSp add mod">
        <pc:chgData name="White (she/her), Whitney" userId="65f39021-2f1d-4d8b-87dc-b123826f65bf" providerId="ADAL" clId="{D76660F9-19AF-4756-8FEE-F361A9B54C4F}" dt="2023-01-25T18:44:02.226" v="345" actId="255"/>
        <pc:sldMkLst>
          <pc:docMk/>
          <pc:sldMk cId="253534371" sldId="276"/>
        </pc:sldMkLst>
        <pc:graphicFrameChg chg="mod modGraphic">
          <ac:chgData name="White (she/her), Whitney" userId="65f39021-2f1d-4d8b-87dc-b123826f65bf" providerId="ADAL" clId="{D76660F9-19AF-4756-8FEE-F361A9B54C4F}" dt="2023-01-25T18:44:02.226" v="345" actId="255"/>
          <ac:graphicFrameMkLst>
            <pc:docMk/>
            <pc:sldMk cId="253534371" sldId="276"/>
            <ac:graphicFrameMk id="7" creationId="{5FDD475B-C6CC-4B8A-BF1E-CC6CB3E6FF61}"/>
          </ac:graphicFrameMkLst>
        </pc:graphicFrameChg>
      </pc:sldChg>
      <pc:sldChg chg="addSp delSp modSp new mod ord modClrScheme chgLayout">
        <pc:chgData name="White (she/her), Whitney" userId="65f39021-2f1d-4d8b-87dc-b123826f65bf" providerId="ADAL" clId="{D76660F9-19AF-4756-8FEE-F361A9B54C4F}" dt="2023-01-25T18:54:16.785" v="593"/>
        <pc:sldMkLst>
          <pc:docMk/>
          <pc:sldMk cId="1621391055" sldId="277"/>
        </pc:sldMkLst>
        <pc:spChg chg="mod ord">
          <ac:chgData name="White (she/her), Whitney" userId="65f39021-2f1d-4d8b-87dc-b123826f65bf" providerId="ADAL" clId="{D76660F9-19AF-4756-8FEE-F361A9B54C4F}" dt="2023-01-25T18:47:07.759" v="451" actId="700"/>
          <ac:spMkLst>
            <pc:docMk/>
            <pc:sldMk cId="1621391055" sldId="277"/>
            <ac:spMk id="2" creationId="{2119229E-F3DE-4DA2-9FBA-46A7E8D2181D}"/>
          </ac:spMkLst>
        </pc:spChg>
        <pc:spChg chg="add del mod">
          <ac:chgData name="White (she/her), Whitney" userId="65f39021-2f1d-4d8b-87dc-b123826f65bf" providerId="ADAL" clId="{D76660F9-19AF-4756-8FEE-F361A9B54C4F}" dt="2023-01-25T18:46:21.942" v="441"/>
          <ac:spMkLst>
            <pc:docMk/>
            <pc:sldMk cId="1621391055" sldId="277"/>
            <ac:spMk id="3" creationId="{CAC7C467-648F-420B-94CB-7232E3EB5CC2}"/>
          </ac:spMkLst>
        </pc:spChg>
        <pc:spChg chg="mod ord">
          <ac:chgData name="White (she/her), Whitney" userId="65f39021-2f1d-4d8b-87dc-b123826f65bf" providerId="ADAL" clId="{D76660F9-19AF-4756-8FEE-F361A9B54C4F}" dt="2023-01-25T18:47:07.759" v="451" actId="700"/>
          <ac:spMkLst>
            <pc:docMk/>
            <pc:sldMk cId="1621391055" sldId="277"/>
            <ac:spMk id="4" creationId="{EC70F5C8-8FE9-4BE4-A1E0-B7FC978BE4A9}"/>
          </ac:spMkLst>
        </pc:spChg>
        <pc:spChg chg="add del mod ord">
          <ac:chgData name="White (she/her), Whitney" userId="65f39021-2f1d-4d8b-87dc-b123826f65bf" providerId="ADAL" clId="{D76660F9-19AF-4756-8FEE-F361A9B54C4F}" dt="2023-01-25T18:47:34.962" v="459"/>
          <ac:spMkLst>
            <pc:docMk/>
            <pc:sldMk cId="1621391055" sldId="277"/>
            <ac:spMk id="8" creationId="{F5F618D1-AF18-47A1-B535-A1E41B920C87}"/>
          </ac:spMkLst>
        </pc:spChg>
        <pc:spChg chg="add mod">
          <ac:chgData name="White (she/her), Whitney" userId="65f39021-2f1d-4d8b-87dc-b123826f65bf" providerId="ADAL" clId="{D76660F9-19AF-4756-8FEE-F361A9B54C4F}" dt="2023-01-25T18:49:31.379" v="493" actId="1076"/>
          <ac:spMkLst>
            <pc:docMk/>
            <pc:sldMk cId="1621391055" sldId="277"/>
            <ac:spMk id="9" creationId="{3BDA3B08-04EC-4E3E-878B-9A7330C5E93D}"/>
          </ac:spMkLst>
        </pc:spChg>
        <pc:spChg chg="add mod">
          <ac:chgData name="White (she/her), Whitney" userId="65f39021-2f1d-4d8b-87dc-b123826f65bf" providerId="ADAL" clId="{D76660F9-19AF-4756-8FEE-F361A9B54C4F}" dt="2023-01-25T18:49:36.967" v="498" actId="20577"/>
          <ac:spMkLst>
            <pc:docMk/>
            <pc:sldMk cId="1621391055" sldId="277"/>
            <ac:spMk id="36" creationId="{FC95E01F-4E67-4FDB-8AE0-037BE3D6E3E3}"/>
          </ac:spMkLst>
        </pc:spChg>
        <pc:spChg chg="add mod">
          <ac:chgData name="White (she/her), Whitney" userId="65f39021-2f1d-4d8b-87dc-b123826f65bf" providerId="ADAL" clId="{D76660F9-19AF-4756-8FEE-F361A9B54C4F}" dt="2023-01-25T18:49:55.685" v="547" actId="14100"/>
          <ac:spMkLst>
            <pc:docMk/>
            <pc:sldMk cId="1621391055" sldId="277"/>
            <ac:spMk id="37" creationId="{F1531ADB-AA6E-4CB9-A654-4E0C58FF6F4E}"/>
          </ac:spMkLst>
        </pc:spChg>
        <pc:spChg chg="add mod">
          <ac:chgData name="White (she/her), Whitney" userId="65f39021-2f1d-4d8b-87dc-b123826f65bf" providerId="ADAL" clId="{D76660F9-19AF-4756-8FEE-F361A9B54C4F}" dt="2023-01-25T18:50:00.025" v="548" actId="14100"/>
          <ac:spMkLst>
            <pc:docMk/>
            <pc:sldMk cId="1621391055" sldId="277"/>
            <ac:spMk id="38" creationId="{965759A5-4D9F-4A36-848A-0C865A2DB0C6}"/>
          </ac:spMkLst>
        </pc:spChg>
        <pc:spChg chg="add mod">
          <ac:chgData name="White (she/her), Whitney" userId="65f39021-2f1d-4d8b-87dc-b123826f65bf" providerId="ADAL" clId="{D76660F9-19AF-4756-8FEE-F361A9B54C4F}" dt="2023-01-25T18:50:20.800" v="591" actId="20577"/>
          <ac:spMkLst>
            <pc:docMk/>
            <pc:sldMk cId="1621391055" sldId="277"/>
            <ac:spMk id="39" creationId="{B300C942-B526-4E1A-836F-7D63CFD17E75}"/>
          </ac:spMkLst>
        </pc:spChg>
        <pc:spChg chg="add mod">
          <ac:chgData name="White (she/her), Whitney" userId="65f39021-2f1d-4d8b-87dc-b123826f65bf" providerId="ADAL" clId="{D76660F9-19AF-4756-8FEE-F361A9B54C4F}" dt="2023-01-25T18:50:17.296" v="582" actId="20577"/>
          <ac:spMkLst>
            <pc:docMk/>
            <pc:sldMk cId="1621391055" sldId="277"/>
            <ac:spMk id="40" creationId="{3AA0EC53-4C65-4225-9F86-B532C3973A3A}"/>
          </ac:spMkLst>
        </pc:spChg>
        <pc:spChg chg="add mod">
          <ac:chgData name="White (she/her), Whitney" userId="65f39021-2f1d-4d8b-87dc-b123826f65bf" providerId="ADAL" clId="{D76660F9-19AF-4756-8FEE-F361A9B54C4F}" dt="2023-01-25T18:50:14.705" v="577" actId="14100"/>
          <ac:spMkLst>
            <pc:docMk/>
            <pc:sldMk cId="1621391055" sldId="277"/>
            <ac:spMk id="41" creationId="{AB9D7DA1-7A11-4441-B782-F87CC676CC9F}"/>
          </ac:spMkLst>
        </pc:spChg>
        <pc:spChg chg="add mod">
          <ac:chgData name="White (she/her), Whitney" userId="65f39021-2f1d-4d8b-87dc-b123826f65bf" providerId="ADAL" clId="{D76660F9-19AF-4756-8FEE-F361A9B54C4F}" dt="2023-01-25T18:50:08.768" v="570" actId="14100"/>
          <ac:spMkLst>
            <pc:docMk/>
            <pc:sldMk cId="1621391055" sldId="277"/>
            <ac:spMk id="42" creationId="{57BDE430-41A1-4CFF-9C06-70FF9E54781E}"/>
          </ac:spMkLst>
        </pc:spChg>
        <pc:graphicFrameChg chg="add del mod">
          <ac:chgData name="White (she/her), Whitney" userId="65f39021-2f1d-4d8b-87dc-b123826f65bf" providerId="ADAL" clId="{D76660F9-19AF-4756-8FEE-F361A9B54C4F}" dt="2023-01-25T18:45:02.130" v="434"/>
          <ac:graphicFrameMkLst>
            <pc:docMk/>
            <pc:sldMk cId="1621391055" sldId="277"/>
            <ac:graphicFrameMk id="5" creationId="{2543B2C7-5120-4EB1-9DAF-A23C342128BE}"/>
          </ac:graphicFrameMkLst>
        </pc:graphicFrameChg>
        <pc:graphicFrameChg chg="add del mod">
          <ac:chgData name="White (she/her), Whitney" userId="65f39021-2f1d-4d8b-87dc-b123826f65bf" providerId="ADAL" clId="{D76660F9-19AF-4756-8FEE-F361A9B54C4F}" dt="2023-01-25T18:45:53.813" v="436"/>
          <ac:graphicFrameMkLst>
            <pc:docMk/>
            <pc:sldMk cId="1621391055" sldId="277"/>
            <ac:graphicFrameMk id="6" creationId="{115706EF-DF69-4974-A5C3-587CCF410A29}"/>
          </ac:graphicFrameMkLst>
        </pc:graphicFrameChg>
        <pc:graphicFrameChg chg="add del mod">
          <ac:chgData name="White (she/her), Whitney" userId="65f39021-2f1d-4d8b-87dc-b123826f65bf" providerId="ADAL" clId="{D76660F9-19AF-4756-8FEE-F361A9B54C4F}" dt="2023-01-25T18:46:14.706" v="440"/>
          <ac:graphicFrameMkLst>
            <pc:docMk/>
            <pc:sldMk cId="1621391055" sldId="277"/>
            <ac:graphicFrameMk id="7" creationId="{0DE475C8-1057-4CB2-AFAF-08F75EA04F8C}"/>
          </ac:graphicFrameMkLst>
        </pc:graphicFrameChg>
        <pc:picChg chg="add del mod">
          <ac:chgData name="White (she/her), Whitney" userId="65f39021-2f1d-4d8b-87dc-b123826f65bf" providerId="ADAL" clId="{D76660F9-19AF-4756-8FEE-F361A9B54C4F}" dt="2023-01-25T18:45:02.130" v="434"/>
          <ac:picMkLst>
            <pc:docMk/>
            <pc:sldMk cId="1621391055" sldId="277"/>
            <ac:picMk id="12" creationId="{14FB218D-30C1-44BA-9B44-40F5EA30FE28}"/>
          </ac:picMkLst>
        </pc:picChg>
        <pc:picChg chg="add del mod">
          <ac:chgData name="White (she/her), Whitney" userId="65f39021-2f1d-4d8b-87dc-b123826f65bf" providerId="ADAL" clId="{D76660F9-19AF-4756-8FEE-F361A9B54C4F}" dt="2023-01-25T18:45:53.813" v="436"/>
          <ac:picMkLst>
            <pc:docMk/>
            <pc:sldMk cId="1621391055" sldId="277"/>
            <ac:picMk id="21" creationId="{F72374EB-EA66-4157-9062-78D8BE101DA9}"/>
          </ac:picMkLst>
        </pc:picChg>
        <pc:picChg chg="add mod ord">
          <ac:chgData name="White (she/her), Whitney" userId="65f39021-2f1d-4d8b-87dc-b123826f65bf" providerId="ADAL" clId="{D76660F9-19AF-4756-8FEE-F361A9B54C4F}" dt="2023-01-25T18:47:27.866" v="457" actId="1076"/>
          <ac:picMkLst>
            <pc:docMk/>
            <pc:sldMk cId="1621391055" sldId="277"/>
            <ac:picMk id="25" creationId="{2E7A5BED-41BD-4B6C-8148-37352B8C8051}"/>
          </ac:picMkLst>
        </pc:picChg>
        <pc:picChg chg="add mod">
          <ac:chgData name="White (she/her), Whitney" userId="65f39021-2f1d-4d8b-87dc-b123826f65bf" providerId="ADAL" clId="{D76660F9-19AF-4756-8FEE-F361A9B54C4F}" dt="2023-01-25T18:47:25.333" v="456" actId="1076"/>
          <ac:picMkLst>
            <pc:docMk/>
            <pc:sldMk cId="1621391055" sldId="277"/>
            <ac:picMk id="26" creationId="{707FFA0D-E15A-4023-9293-FC3067CA718C}"/>
          </ac:picMkLst>
        </pc:picChg>
        <pc:picChg chg="add mod">
          <ac:chgData name="White (she/her), Whitney" userId="65f39021-2f1d-4d8b-87dc-b123826f65bf" providerId="ADAL" clId="{D76660F9-19AF-4756-8FEE-F361A9B54C4F}" dt="2023-01-25T18:47:20.492" v="455" actId="1076"/>
          <ac:picMkLst>
            <pc:docMk/>
            <pc:sldMk cId="1621391055" sldId="277"/>
            <ac:picMk id="27" creationId="{F86C6633-E07F-4005-8CC6-059936C8E856}"/>
          </ac:picMkLst>
        </pc:picChg>
        <pc:picChg chg="add mod">
          <ac:chgData name="White (she/her), Whitney" userId="65f39021-2f1d-4d8b-87dc-b123826f65bf" providerId="ADAL" clId="{D76660F9-19AF-4756-8FEE-F361A9B54C4F}" dt="2023-01-25T18:46:53.036" v="448"/>
          <ac:picMkLst>
            <pc:docMk/>
            <pc:sldMk cId="1621391055" sldId="277"/>
            <ac:picMk id="28" creationId="{67A9A777-EFD0-47AE-9C80-541FCE728334}"/>
          </ac:picMkLst>
        </pc:picChg>
        <pc:picChg chg="add mod">
          <ac:chgData name="White (she/her), Whitney" userId="65f39021-2f1d-4d8b-87dc-b123826f65bf" providerId="ADAL" clId="{D76660F9-19AF-4756-8FEE-F361A9B54C4F}" dt="2023-01-25T18:47:18.274" v="454" actId="1076"/>
          <ac:picMkLst>
            <pc:docMk/>
            <pc:sldMk cId="1621391055" sldId="277"/>
            <ac:picMk id="29" creationId="{D03551FE-5A71-44EF-BE35-DC907A9D4BD6}"/>
          </ac:picMkLst>
        </pc:picChg>
        <pc:picChg chg="add mod">
          <ac:chgData name="White (she/her), Whitney" userId="65f39021-2f1d-4d8b-87dc-b123826f65bf" providerId="ADAL" clId="{D76660F9-19AF-4756-8FEE-F361A9B54C4F}" dt="2023-01-25T18:47:38.586" v="460" actId="1076"/>
          <ac:picMkLst>
            <pc:docMk/>
            <pc:sldMk cId="1621391055" sldId="277"/>
            <ac:picMk id="31" creationId="{7FAC8533-210C-4AD1-B930-FFDF109D3EE0}"/>
          </ac:picMkLst>
        </pc:picChg>
        <pc:picChg chg="add mod">
          <ac:chgData name="White (she/her), Whitney" userId="65f39021-2f1d-4d8b-87dc-b123826f65bf" providerId="ADAL" clId="{D76660F9-19AF-4756-8FEE-F361A9B54C4F}" dt="2023-01-25T18:47:53.574" v="465" actId="1076"/>
          <ac:picMkLst>
            <pc:docMk/>
            <pc:sldMk cId="1621391055" sldId="277"/>
            <ac:picMk id="32" creationId="{389D450C-24C5-42DC-9EAE-0DAF5CB2A7BB}"/>
          </ac:picMkLst>
        </pc:picChg>
        <pc:picChg chg="add mod">
          <ac:chgData name="White (she/her), Whitney" userId="65f39021-2f1d-4d8b-87dc-b123826f65bf" providerId="ADAL" clId="{D76660F9-19AF-4756-8FEE-F361A9B54C4F}" dt="2023-01-25T18:47:58.751" v="466" actId="1076"/>
          <ac:picMkLst>
            <pc:docMk/>
            <pc:sldMk cId="1621391055" sldId="277"/>
            <ac:picMk id="33" creationId="{319E75FC-C603-4BBC-BDF7-8DFB1FC15965}"/>
          </ac:picMkLst>
        </pc:picChg>
        <pc:picChg chg="add mod">
          <ac:chgData name="White (she/her), Whitney" userId="65f39021-2f1d-4d8b-87dc-b123826f65bf" providerId="ADAL" clId="{D76660F9-19AF-4756-8FEE-F361A9B54C4F}" dt="2023-01-25T18:48:12.403" v="469" actId="1076"/>
          <ac:picMkLst>
            <pc:docMk/>
            <pc:sldMk cId="1621391055" sldId="277"/>
            <ac:picMk id="34" creationId="{CFF12DEA-09D6-4AE7-9D23-8853FC1768E6}"/>
          </ac:picMkLst>
        </pc:picChg>
        <pc:picChg chg="add del mod">
          <ac:chgData name="White (she/her), Whitney" userId="65f39021-2f1d-4d8b-87dc-b123826f65bf" providerId="ADAL" clId="{D76660F9-19AF-4756-8FEE-F361A9B54C4F}" dt="2023-01-25T18:45:02.130" v="434"/>
          <ac:picMkLst>
            <pc:docMk/>
            <pc:sldMk cId="1621391055" sldId="277"/>
            <ac:picMk id="2049" creationId="{FD7E690D-D0F3-45C4-9225-0DA3B5592B5C}"/>
          </ac:picMkLst>
        </pc:picChg>
        <pc:picChg chg="add del mod">
          <ac:chgData name="White (she/her), Whitney" userId="65f39021-2f1d-4d8b-87dc-b123826f65bf" providerId="ADAL" clId="{D76660F9-19AF-4756-8FEE-F361A9B54C4F}" dt="2023-01-25T18:45:02.130" v="434"/>
          <ac:picMkLst>
            <pc:docMk/>
            <pc:sldMk cId="1621391055" sldId="277"/>
            <ac:picMk id="2051" creationId="{A21DF431-3E2B-4A34-9498-F4A862791E95}"/>
          </ac:picMkLst>
        </pc:picChg>
        <pc:picChg chg="add del mod">
          <ac:chgData name="White (she/her), Whitney" userId="65f39021-2f1d-4d8b-87dc-b123826f65bf" providerId="ADAL" clId="{D76660F9-19AF-4756-8FEE-F361A9B54C4F}" dt="2023-01-25T18:45:02.130" v="434"/>
          <ac:picMkLst>
            <pc:docMk/>
            <pc:sldMk cId="1621391055" sldId="277"/>
            <ac:picMk id="2052" creationId="{BAA88A75-7873-4751-A577-5D4487FF606A}"/>
          </ac:picMkLst>
        </pc:picChg>
        <pc:picChg chg="add del mod">
          <ac:chgData name="White (she/her), Whitney" userId="65f39021-2f1d-4d8b-87dc-b123826f65bf" providerId="ADAL" clId="{D76660F9-19AF-4756-8FEE-F361A9B54C4F}" dt="2023-01-25T18:45:02.130" v="434"/>
          <ac:picMkLst>
            <pc:docMk/>
            <pc:sldMk cId="1621391055" sldId="277"/>
            <ac:picMk id="2053" creationId="{85F43393-51B1-4F97-9025-7BA9DC263CE4}"/>
          </ac:picMkLst>
        </pc:picChg>
        <pc:picChg chg="add del mod">
          <ac:chgData name="White (she/her), Whitney" userId="65f39021-2f1d-4d8b-87dc-b123826f65bf" providerId="ADAL" clId="{D76660F9-19AF-4756-8FEE-F361A9B54C4F}" dt="2023-01-25T18:45:02.130" v="434"/>
          <ac:picMkLst>
            <pc:docMk/>
            <pc:sldMk cId="1621391055" sldId="277"/>
            <ac:picMk id="2054" creationId="{E1A30C74-45D8-4B78-87C6-90E9381D3088}"/>
          </ac:picMkLst>
        </pc:picChg>
        <pc:picChg chg="add del mod">
          <ac:chgData name="White (she/her), Whitney" userId="65f39021-2f1d-4d8b-87dc-b123826f65bf" providerId="ADAL" clId="{D76660F9-19AF-4756-8FEE-F361A9B54C4F}" dt="2023-01-25T18:45:02.130" v="434"/>
          <ac:picMkLst>
            <pc:docMk/>
            <pc:sldMk cId="1621391055" sldId="277"/>
            <ac:picMk id="2055" creationId="{F15A23D7-E227-4675-9E97-1ED6B8AA47B6}"/>
          </ac:picMkLst>
        </pc:picChg>
        <pc:picChg chg="add del mod">
          <ac:chgData name="White (she/her), Whitney" userId="65f39021-2f1d-4d8b-87dc-b123826f65bf" providerId="ADAL" clId="{D76660F9-19AF-4756-8FEE-F361A9B54C4F}" dt="2023-01-25T18:45:02.130" v="434"/>
          <ac:picMkLst>
            <pc:docMk/>
            <pc:sldMk cId="1621391055" sldId="277"/>
            <ac:picMk id="2056" creationId="{B8FD39C1-B9E7-40F4-9DDD-C12AC974C2BF}"/>
          </ac:picMkLst>
        </pc:picChg>
        <pc:picChg chg="add del mod">
          <ac:chgData name="White (she/her), Whitney" userId="65f39021-2f1d-4d8b-87dc-b123826f65bf" providerId="ADAL" clId="{D76660F9-19AF-4756-8FEE-F361A9B54C4F}" dt="2023-01-25T18:45:53.813" v="436"/>
          <ac:picMkLst>
            <pc:docMk/>
            <pc:sldMk cId="1621391055" sldId="277"/>
            <ac:picMk id="2057" creationId="{4EC57FFD-DFEB-45F0-B954-D6E06F1BF888}"/>
          </ac:picMkLst>
        </pc:picChg>
        <pc:picChg chg="add del mod">
          <ac:chgData name="White (she/her), Whitney" userId="65f39021-2f1d-4d8b-87dc-b123826f65bf" providerId="ADAL" clId="{D76660F9-19AF-4756-8FEE-F361A9B54C4F}" dt="2023-01-25T18:45:53.813" v="436"/>
          <ac:picMkLst>
            <pc:docMk/>
            <pc:sldMk cId="1621391055" sldId="277"/>
            <ac:picMk id="2059" creationId="{7BFA77FA-BEB9-4146-B1DA-8BD0874EE474}"/>
          </ac:picMkLst>
        </pc:picChg>
        <pc:picChg chg="add del mod">
          <ac:chgData name="White (she/her), Whitney" userId="65f39021-2f1d-4d8b-87dc-b123826f65bf" providerId="ADAL" clId="{D76660F9-19AF-4756-8FEE-F361A9B54C4F}" dt="2023-01-25T18:45:53.813" v="436"/>
          <ac:picMkLst>
            <pc:docMk/>
            <pc:sldMk cId="1621391055" sldId="277"/>
            <ac:picMk id="2060" creationId="{784EA076-A7E7-4509-B97B-FED254FA4069}"/>
          </ac:picMkLst>
        </pc:picChg>
        <pc:picChg chg="add del mod">
          <ac:chgData name="White (she/her), Whitney" userId="65f39021-2f1d-4d8b-87dc-b123826f65bf" providerId="ADAL" clId="{D76660F9-19AF-4756-8FEE-F361A9B54C4F}" dt="2023-01-25T18:45:53.813" v="436"/>
          <ac:picMkLst>
            <pc:docMk/>
            <pc:sldMk cId="1621391055" sldId="277"/>
            <ac:picMk id="2061" creationId="{0393D4B9-F026-4AA4-80D7-005EB65EB43C}"/>
          </ac:picMkLst>
        </pc:picChg>
        <pc:picChg chg="add del mod">
          <ac:chgData name="White (she/her), Whitney" userId="65f39021-2f1d-4d8b-87dc-b123826f65bf" providerId="ADAL" clId="{D76660F9-19AF-4756-8FEE-F361A9B54C4F}" dt="2023-01-25T18:45:53.813" v="436"/>
          <ac:picMkLst>
            <pc:docMk/>
            <pc:sldMk cId="1621391055" sldId="277"/>
            <ac:picMk id="2062" creationId="{B62CFD05-3E68-432E-A5B4-19D080CF763C}"/>
          </ac:picMkLst>
        </pc:picChg>
        <pc:picChg chg="add del mod">
          <ac:chgData name="White (she/her), Whitney" userId="65f39021-2f1d-4d8b-87dc-b123826f65bf" providerId="ADAL" clId="{D76660F9-19AF-4756-8FEE-F361A9B54C4F}" dt="2023-01-25T18:45:53.813" v="436"/>
          <ac:picMkLst>
            <pc:docMk/>
            <pc:sldMk cId="1621391055" sldId="277"/>
            <ac:picMk id="2063" creationId="{C2D7A38B-F60C-4223-AE5F-395CF7921897}"/>
          </ac:picMkLst>
        </pc:picChg>
        <pc:picChg chg="add del mod">
          <ac:chgData name="White (she/her), Whitney" userId="65f39021-2f1d-4d8b-87dc-b123826f65bf" providerId="ADAL" clId="{D76660F9-19AF-4756-8FEE-F361A9B54C4F}" dt="2023-01-25T18:45:53.813" v="436"/>
          <ac:picMkLst>
            <pc:docMk/>
            <pc:sldMk cId="1621391055" sldId="277"/>
            <ac:picMk id="2064" creationId="{9B915602-B822-4C75-884E-C0EBA74CFDF6}"/>
          </ac:picMkLst>
        </pc:picChg>
        <pc:picChg chg="add del mod">
          <ac:chgData name="White (she/her), Whitney" userId="65f39021-2f1d-4d8b-87dc-b123826f65bf" providerId="ADAL" clId="{D76660F9-19AF-4756-8FEE-F361A9B54C4F}" dt="2023-01-25T18:46:14.706" v="440"/>
          <ac:picMkLst>
            <pc:docMk/>
            <pc:sldMk cId="1621391055" sldId="277"/>
            <ac:picMk id="2065" creationId="{048AE977-3E29-489E-B904-5F235287D580}"/>
          </ac:picMkLst>
        </pc:picChg>
      </pc:sldChg>
      <pc:sldChg chg="addSp delSp modSp new mod modClrScheme chgLayout">
        <pc:chgData name="White (she/her), Whitney" userId="65f39021-2f1d-4d8b-87dc-b123826f65bf" providerId="ADAL" clId="{D76660F9-19AF-4756-8FEE-F361A9B54C4F}" dt="2023-01-25T18:54:40.652" v="637" actId="404"/>
        <pc:sldMkLst>
          <pc:docMk/>
          <pc:sldMk cId="2141373875" sldId="278"/>
        </pc:sldMkLst>
        <pc:spChg chg="del mod ord">
          <ac:chgData name="White (she/her), Whitney" userId="65f39021-2f1d-4d8b-87dc-b123826f65bf" providerId="ADAL" clId="{D76660F9-19AF-4756-8FEE-F361A9B54C4F}" dt="2023-01-25T18:54:23.229" v="595" actId="700"/>
          <ac:spMkLst>
            <pc:docMk/>
            <pc:sldMk cId="2141373875" sldId="278"/>
            <ac:spMk id="2" creationId="{77D9F31F-CC64-44F8-AFA8-C7B0DF2F1518}"/>
          </ac:spMkLst>
        </pc:spChg>
        <pc:spChg chg="del mod ord">
          <ac:chgData name="White (she/her), Whitney" userId="65f39021-2f1d-4d8b-87dc-b123826f65bf" providerId="ADAL" clId="{D76660F9-19AF-4756-8FEE-F361A9B54C4F}" dt="2023-01-25T18:54:23.229" v="595" actId="700"/>
          <ac:spMkLst>
            <pc:docMk/>
            <pc:sldMk cId="2141373875" sldId="278"/>
            <ac:spMk id="3" creationId="{E7D1BFBF-C59A-4B47-AFE0-BBB3B91BBF6B}"/>
          </ac:spMkLst>
        </pc:spChg>
        <pc:spChg chg="del">
          <ac:chgData name="White (she/her), Whitney" userId="65f39021-2f1d-4d8b-87dc-b123826f65bf" providerId="ADAL" clId="{D76660F9-19AF-4756-8FEE-F361A9B54C4F}" dt="2023-01-25T18:54:23.229" v="595" actId="700"/>
          <ac:spMkLst>
            <pc:docMk/>
            <pc:sldMk cId="2141373875" sldId="278"/>
            <ac:spMk id="4" creationId="{CB520799-C8F6-4D38-9EF0-7ED54A99CDA7}"/>
          </ac:spMkLst>
        </pc:spChg>
        <pc:spChg chg="mod ord">
          <ac:chgData name="White (she/her), Whitney" userId="65f39021-2f1d-4d8b-87dc-b123826f65bf" providerId="ADAL" clId="{D76660F9-19AF-4756-8FEE-F361A9B54C4F}" dt="2023-01-25T18:54:23.229" v="595" actId="700"/>
          <ac:spMkLst>
            <pc:docMk/>
            <pc:sldMk cId="2141373875" sldId="278"/>
            <ac:spMk id="5" creationId="{25933B98-2587-4E5D-A5FA-9639004CFD8E}"/>
          </ac:spMkLst>
        </pc:spChg>
        <pc:spChg chg="add mod ord">
          <ac:chgData name="White (she/her), Whitney" userId="65f39021-2f1d-4d8b-87dc-b123826f65bf" providerId="ADAL" clId="{D76660F9-19AF-4756-8FEE-F361A9B54C4F}" dt="2023-01-25T18:54:31.736" v="630" actId="20577"/>
          <ac:spMkLst>
            <pc:docMk/>
            <pc:sldMk cId="2141373875" sldId="278"/>
            <ac:spMk id="6" creationId="{DA167991-EA4B-4E3C-A244-0463C97B984A}"/>
          </ac:spMkLst>
        </pc:spChg>
        <pc:spChg chg="add mod ord">
          <ac:chgData name="White (she/her), Whitney" userId="65f39021-2f1d-4d8b-87dc-b123826f65bf" providerId="ADAL" clId="{D76660F9-19AF-4756-8FEE-F361A9B54C4F}" dt="2023-01-25T18:54:40.652" v="637" actId="404"/>
          <ac:spMkLst>
            <pc:docMk/>
            <pc:sldMk cId="2141373875" sldId="278"/>
            <ac:spMk id="7" creationId="{A7EF175F-8B9B-4BDF-B979-4F010DD2CBF6}"/>
          </ac:spMkLst>
        </pc:spChg>
      </pc:sldChg>
    </pc:docChg>
  </pc:docChgLst>
  <pc:docChgLst>
    <pc:chgData name="White (she/her), Whitney" userId="65f39021-2f1d-4d8b-87dc-b123826f65bf" providerId="ADAL" clId="{38F44297-F94C-4991-BC7E-AAD79838D019}"/>
    <pc:docChg chg="custSel delSld modSld modSection">
      <pc:chgData name="White (she/her), Whitney" userId="65f39021-2f1d-4d8b-87dc-b123826f65bf" providerId="ADAL" clId="{38F44297-F94C-4991-BC7E-AAD79838D019}" dt="2023-01-17T03:44:30.772" v="117" actId="20577"/>
      <pc:docMkLst>
        <pc:docMk/>
      </pc:docMkLst>
      <pc:sldChg chg="modSp mod">
        <pc:chgData name="White (she/her), Whitney" userId="65f39021-2f1d-4d8b-87dc-b123826f65bf" providerId="ADAL" clId="{38F44297-F94C-4991-BC7E-AAD79838D019}" dt="2023-01-17T03:44:30.772" v="117" actId="20577"/>
        <pc:sldMkLst>
          <pc:docMk/>
          <pc:sldMk cId="1482277026" sldId="256"/>
        </pc:sldMkLst>
        <pc:spChg chg="mod">
          <ac:chgData name="White (she/her), Whitney" userId="65f39021-2f1d-4d8b-87dc-b123826f65bf" providerId="ADAL" clId="{38F44297-F94C-4991-BC7E-AAD79838D019}" dt="2023-01-17T03:44:30.772" v="117" actId="20577"/>
          <ac:spMkLst>
            <pc:docMk/>
            <pc:sldMk cId="1482277026" sldId="256"/>
            <ac:spMk id="2" creationId="{BFFCF5BD-F8FF-4A67-A8B6-EBB21E79279B}"/>
          </ac:spMkLst>
        </pc:spChg>
        <pc:spChg chg="mod">
          <ac:chgData name="White (she/her), Whitney" userId="65f39021-2f1d-4d8b-87dc-b123826f65bf" providerId="ADAL" clId="{38F44297-F94C-4991-BC7E-AAD79838D019}" dt="2023-01-17T03:43:15.507" v="113" actId="20577"/>
          <ac:spMkLst>
            <pc:docMk/>
            <pc:sldMk cId="1482277026" sldId="256"/>
            <ac:spMk id="3" creationId="{E0FBD98F-3A67-498E-8174-652040DD7B60}"/>
          </ac:spMkLst>
        </pc:spChg>
      </pc:sldChg>
      <pc:sldChg chg="del">
        <pc:chgData name="White (she/her), Whitney" userId="65f39021-2f1d-4d8b-87dc-b123826f65bf" providerId="ADAL" clId="{38F44297-F94C-4991-BC7E-AAD79838D019}" dt="2023-01-17T03:43:47.911" v="116" actId="47"/>
        <pc:sldMkLst>
          <pc:docMk/>
          <pc:sldMk cId="1163931679" sldId="263"/>
        </pc:sldMkLst>
      </pc:sldChg>
      <pc:sldChg chg="del">
        <pc:chgData name="White (she/her), Whitney" userId="65f39021-2f1d-4d8b-87dc-b123826f65bf" providerId="ADAL" clId="{38F44297-F94C-4991-BC7E-AAD79838D019}" dt="2023-01-17T03:43:40.476" v="114" actId="47"/>
        <pc:sldMkLst>
          <pc:docMk/>
          <pc:sldMk cId="3493109116" sldId="264"/>
        </pc:sldMkLst>
      </pc:sldChg>
      <pc:sldChg chg="del">
        <pc:chgData name="White (she/her), Whitney" userId="65f39021-2f1d-4d8b-87dc-b123826f65bf" providerId="ADAL" clId="{38F44297-F94C-4991-BC7E-AAD79838D019}" dt="2023-01-17T03:43:45.323" v="115" actId="47"/>
        <pc:sldMkLst>
          <pc:docMk/>
          <pc:sldMk cId="2571717539" sldId="265"/>
        </pc:sldMkLst>
      </pc:sldChg>
    </pc:docChg>
  </pc:docChgLst>
  <pc:docChgLst>
    <pc:chgData name="White (she/her), Whitney" userId="65f39021-2f1d-4d8b-87dc-b123826f65bf" providerId="ADAL" clId="{97A8789F-27EC-493A-B13E-DB853CC06DF7}"/>
    <pc:docChg chg="undo custSel addSld delSld modSld modSection">
      <pc:chgData name="White (she/her), Whitney" userId="65f39021-2f1d-4d8b-87dc-b123826f65bf" providerId="ADAL" clId="{97A8789F-27EC-493A-B13E-DB853CC06DF7}" dt="2023-01-25T16:02:09.847" v="153" actId="255"/>
      <pc:docMkLst>
        <pc:docMk/>
      </pc:docMkLst>
      <pc:sldChg chg="modSp mod">
        <pc:chgData name="White (she/her), Whitney" userId="65f39021-2f1d-4d8b-87dc-b123826f65bf" providerId="ADAL" clId="{97A8789F-27EC-493A-B13E-DB853CC06DF7}" dt="2023-01-25T15:50:48.729" v="41" actId="20577"/>
        <pc:sldMkLst>
          <pc:docMk/>
          <pc:sldMk cId="1482277026" sldId="256"/>
        </pc:sldMkLst>
        <pc:spChg chg="mod">
          <ac:chgData name="White (she/her), Whitney" userId="65f39021-2f1d-4d8b-87dc-b123826f65bf" providerId="ADAL" clId="{97A8789F-27EC-493A-B13E-DB853CC06DF7}" dt="2023-01-25T15:50:48.729" v="41" actId="20577"/>
          <ac:spMkLst>
            <pc:docMk/>
            <pc:sldMk cId="1482277026" sldId="256"/>
            <ac:spMk id="2" creationId="{BFFCF5BD-F8FF-4A67-A8B6-EBB21E79279B}"/>
          </ac:spMkLst>
        </pc:spChg>
        <pc:spChg chg="mod">
          <ac:chgData name="White (she/her), Whitney" userId="65f39021-2f1d-4d8b-87dc-b123826f65bf" providerId="ADAL" clId="{97A8789F-27EC-493A-B13E-DB853CC06DF7}" dt="2023-01-25T15:50:46.145" v="39" actId="313"/>
          <ac:spMkLst>
            <pc:docMk/>
            <pc:sldMk cId="1482277026" sldId="256"/>
            <ac:spMk id="3" creationId="{E0FBD98F-3A67-498E-8174-652040DD7B60}"/>
          </ac:spMkLst>
        </pc:spChg>
      </pc:sldChg>
      <pc:sldChg chg="modSp mod">
        <pc:chgData name="White (she/her), Whitney" userId="65f39021-2f1d-4d8b-87dc-b123826f65bf" providerId="ADAL" clId="{97A8789F-27EC-493A-B13E-DB853CC06DF7}" dt="2023-01-25T15:55:39.745" v="55" actId="115"/>
        <pc:sldMkLst>
          <pc:docMk/>
          <pc:sldMk cId="4071305681" sldId="258"/>
        </pc:sldMkLst>
        <pc:spChg chg="mod">
          <ac:chgData name="White (she/her), Whitney" userId="65f39021-2f1d-4d8b-87dc-b123826f65bf" providerId="ADAL" clId="{97A8789F-27EC-493A-B13E-DB853CC06DF7}" dt="2023-01-25T15:55:39.745" v="55" actId="115"/>
          <ac:spMkLst>
            <pc:docMk/>
            <pc:sldMk cId="4071305681" sldId="258"/>
            <ac:spMk id="3" creationId="{392BE286-77A6-49DD-B15D-7E4718D52FE7}"/>
          </ac:spMkLst>
        </pc:spChg>
      </pc:sldChg>
      <pc:sldChg chg="modSp mod">
        <pc:chgData name="White (she/her), Whitney" userId="65f39021-2f1d-4d8b-87dc-b123826f65bf" providerId="ADAL" clId="{97A8789F-27EC-493A-B13E-DB853CC06DF7}" dt="2023-01-25T15:55:13.133" v="46" actId="255"/>
        <pc:sldMkLst>
          <pc:docMk/>
          <pc:sldMk cId="2772527113" sldId="259"/>
        </pc:sldMkLst>
        <pc:spChg chg="mod">
          <ac:chgData name="White (she/her), Whitney" userId="65f39021-2f1d-4d8b-87dc-b123826f65bf" providerId="ADAL" clId="{97A8789F-27EC-493A-B13E-DB853CC06DF7}" dt="2023-01-25T15:55:13.133" v="46" actId="255"/>
          <ac:spMkLst>
            <pc:docMk/>
            <pc:sldMk cId="2772527113" sldId="259"/>
            <ac:spMk id="3" creationId="{8CE08C7F-0286-423B-92F7-DEB89F31111A}"/>
          </ac:spMkLst>
        </pc:spChg>
      </pc:sldChg>
      <pc:sldChg chg="modSp mod">
        <pc:chgData name="White (she/her), Whitney" userId="65f39021-2f1d-4d8b-87dc-b123826f65bf" providerId="ADAL" clId="{97A8789F-27EC-493A-B13E-DB853CC06DF7}" dt="2023-01-25T16:02:09.847" v="153" actId="255"/>
        <pc:sldMkLst>
          <pc:docMk/>
          <pc:sldMk cId="2147408764" sldId="260"/>
        </pc:sldMkLst>
        <pc:spChg chg="mod">
          <ac:chgData name="White (she/her), Whitney" userId="65f39021-2f1d-4d8b-87dc-b123826f65bf" providerId="ADAL" clId="{97A8789F-27EC-493A-B13E-DB853CC06DF7}" dt="2023-01-25T16:02:09.847" v="153" actId="255"/>
          <ac:spMkLst>
            <pc:docMk/>
            <pc:sldMk cId="2147408764" sldId="260"/>
            <ac:spMk id="3" creationId="{49F2A5AF-3C0B-4968-A438-E435325199EA}"/>
          </ac:spMkLst>
        </pc:spChg>
      </pc:sldChg>
      <pc:sldChg chg="del">
        <pc:chgData name="White (she/her), Whitney" userId="65f39021-2f1d-4d8b-87dc-b123826f65bf" providerId="ADAL" clId="{97A8789F-27EC-493A-B13E-DB853CC06DF7}" dt="2023-01-25T15:56:07.346" v="56" actId="2696"/>
        <pc:sldMkLst>
          <pc:docMk/>
          <pc:sldMk cId="3054216349" sldId="261"/>
        </pc:sldMkLst>
      </pc:sldChg>
      <pc:sldChg chg="modSp mod">
        <pc:chgData name="White (she/her), Whitney" userId="65f39021-2f1d-4d8b-87dc-b123826f65bf" providerId="ADAL" clId="{97A8789F-27EC-493A-B13E-DB853CC06DF7}" dt="2023-01-25T15:57:06.140" v="127" actId="1076"/>
        <pc:sldMkLst>
          <pc:docMk/>
          <pc:sldMk cId="498985592" sldId="263"/>
        </pc:sldMkLst>
        <pc:spChg chg="mod">
          <ac:chgData name="White (she/her), Whitney" userId="65f39021-2f1d-4d8b-87dc-b123826f65bf" providerId="ADAL" clId="{97A8789F-27EC-493A-B13E-DB853CC06DF7}" dt="2023-01-25T15:56:37.477" v="91" actId="20577"/>
          <ac:spMkLst>
            <pc:docMk/>
            <pc:sldMk cId="498985592" sldId="263"/>
            <ac:spMk id="2" creationId="{67E8180B-6498-44E5-AD81-0674C51652BA}"/>
          </ac:spMkLst>
        </pc:spChg>
        <pc:graphicFrameChg chg="mod modGraphic">
          <ac:chgData name="White (she/her), Whitney" userId="65f39021-2f1d-4d8b-87dc-b123826f65bf" providerId="ADAL" clId="{97A8789F-27EC-493A-B13E-DB853CC06DF7}" dt="2023-01-25T15:57:06.140" v="127" actId="1076"/>
          <ac:graphicFrameMkLst>
            <pc:docMk/>
            <pc:sldMk cId="498985592" sldId="263"/>
            <ac:graphicFrameMk id="7" creationId="{5FDD475B-C6CC-4B8A-BF1E-CC6CB3E6FF61}"/>
          </ac:graphicFrameMkLst>
        </pc:graphicFrameChg>
      </pc:sldChg>
      <pc:sldChg chg="del">
        <pc:chgData name="White (she/her), Whitney" userId="65f39021-2f1d-4d8b-87dc-b123826f65bf" providerId="ADAL" clId="{97A8789F-27EC-493A-B13E-DB853CC06DF7}" dt="2023-01-25T15:57:09.888" v="128" actId="47"/>
        <pc:sldMkLst>
          <pc:docMk/>
          <pc:sldMk cId="2234076779" sldId="264"/>
        </pc:sldMkLst>
      </pc:sldChg>
      <pc:sldChg chg="del">
        <pc:chgData name="White (she/her), Whitney" userId="65f39021-2f1d-4d8b-87dc-b123826f65bf" providerId="ADAL" clId="{97A8789F-27EC-493A-B13E-DB853CC06DF7}" dt="2023-01-25T15:57:11.200" v="129" actId="47"/>
        <pc:sldMkLst>
          <pc:docMk/>
          <pc:sldMk cId="3746039917" sldId="265"/>
        </pc:sldMkLst>
      </pc:sldChg>
      <pc:sldChg chg="del">
        <pc:chgData name="White (she/her), Whitney" userId="65f39021-2f1d-4d8b-87dc-b123826f65bf" providerId="ADAL" clId="{97A8789F-27EC-493A-B13E-DB853CC06DF7}" dt="2023-01-25T16:01:47.111" v="141" actId="47"/>
        <pc:sldMkLst>
          <pc:docMk/>
          <pc:sldMk cId="2877505278" sldId="266"/>
        </pc:sldMkLst>
      </pc:sldChg>
      <pc:sldChg chg="del">
        <pc:chgData name="White (she/her), Whitney" userId="65f39021-2f1d-4d8b-87dc-b123826f65bf" providerId="ADAL" clId="{97A8789F-27EC-493A-B13E-DB853CC06DF7}" dt="2023-01-25T16:01:47.573" v="142" actId="47"/>
        <pc:sldMkLst>
          <pc:docMk/>
          <pc:sldMk cId="3055683484" sldId="267"/>
        </pc:sldMkLst>
      </pc:sldChg>
      <pc:sldChg chg="modSp add mod">
        <pc:chgData name="White (she/her), Whitney" userId="65f39021-2f1d-4d8b-87dc-b123826f65bf" providerId="ADAL" clId="{97A8789F-27EC-493A-B13E-DB853CC06DF7}" dt="2023-01-25T15:57:26.871" v="133" actId="255"/>
        <pc:sldMkLst>
          <pc:docMk/>
          <pc:sldMk cId="4157156871" sldId="268"/>
        </pc:sldMkLst>
        <pc:graphicFrameChg chg="mod modGraphic">
          <ac:chgData name="White (she/her), Whitney" userId="65f39021-2f1d-4d8b-87dc-b123826f65bf" providerId="ADAL" clId="{97A8789F-27EC-493A-B13E-DB853CC06DF7}" dt="2023-01-25T15:57:26.871" v="133" actId="255"/>
          <ac:graphicFrameMkLst>
            <pc:docMk/>
            <pc:sldMk cId="4157156871" sldId="268"/>
            <ac:graphicFrameMk id="7" creationId="{5FDD475B-C6CC-4B8A-BF1E-CC6CB3E6FF61}"/>
          </ac:graphicFrameMkLst>
        </pc:graphicFrameChg>
      </pc:sldChg>
      <pc:sldChg chg="modSp add mod">
        <pc:chgData name="White (she/her), Whitney" userId="65f39021-2f1d-4d8b-87dc-b123826f65bf" providerId="ADAL" clId="{97A8789F-27EC-493A-B13E-DB853CC06DF7}" dt="2023-01-25T15:57:52.991" v="135" actId="255"/>
        <pc:sldMkLst>
          <pc:docMk/>
          <pc:sldMk cId="818675080" sldId="269"/>
        </pc:sldMkLst>
        <pc:graphicFrameChg chg="mod modGraphic">
          <ac:chgData name="White (she/her), Whitney" userId="65f39021-2f1d-4d8b-87dc-b123826f65bf" providerId="ADAL" clId="{97A8789F-27EC-493A-B13E-DB853CC06DF7}" dt="2023-01-25T15:57:52.991" v="135" actId="255"/>
          <ac:graphicFrameMkLst>
            <pc:docMk/>
            <pc:sldMk cId="818675080" sldId="269"/>
            <ac:graphicFrameMk id="7" creationId="{5FDD475B-C6CC-4B8A-BF1E-CC6CB3E6FF61}"/>
          </ac:graphicFrameMkLst>
        </pc:graphicFrameChg>
      </pc:sldChg>
      <pc:sldChg chg="new del">
        <pc:chgData name="White (she/her), Whitney" userId="65f39021-2f1d-4d8b-87dc-b123826f65bf" providerId="ADAL" clId="{97A8789F-27EC-493A-B13E-DB853CC06DF7}" dt="2023-01-25T15:57:57.447" v="137" actId="680"/>
        <pc:sldMkLst>
          <pc:docMk/>
          <pc:sldMk cId="3626793949" sldId="270"/>
        </pc:sldMkLst>
      </pc:sldChg>
      <pc:sldChg chg="modSp add mod">
        <pc:chgData name="White (she/her), Whitney" userId="65f39021-2f1d-4d8b-87dc-b123826f65bf" providerId="ADAL" clId="{97A8789F-27EC-493A-B13E-DB853CC06DF7}" dt="2023-01-25T15:58:08.941" v="140" actId="255"/>
        <pc:sldMkLst>
          <pc:docMk/>
          <pc:sldMk cId="3968532148" sldId="270"/>
        </pc:sldMkLst>
        <pc:graphicFrameChg chg="mod modGraphic">
          <ac:chgData name="White (she/her), Whitney" userId="65f39021-2f1d-4d8b-87dc-b123826f65bf" providerId="ADAL" clId="{97A8789F-27EC-493A-B13E-DB853CC06DF7}" dt="2023-01-25T15:58:08.941" v="140" actId="255"/>
          <ac:graphicFrameMkLst>
            <pc:docMk/>
            <pc:sldMk cId="3968532148" sldId="270"/>
            <ac:graphicFrameMk id="7" creationId="{5FDD475B-C6CC-4B8A-BF1E-CC6CB3E6FF61}"/>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watch?v=AK5xMZYnf24"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hyperlink" Target="http://www.codingday.com/page/2/" TargetMode="External"/><Relationship Id="rId18" Type="http://schemas.openxmlformats.org/officeDocument/2006/relationships/hyperlink" Target="https://introtocollegeresearch.pressbooks.com/chapter/information-sources-traditional-formats/" TargetMode="External"/><Relationship Id="rId3" Type="http://schemas.openxmlformats.org/officeDocument/2006/relationships/hyperlink" Target="https://openclipart.org/detail/20264/audioicon" TargetMode="External"/><Relationship Id="rId7" Type="http://schemas.openxmlformats.org/officeDocument/2006/relationships/hyperlink" Target="https://commons.wikimedia.org/wiki/Category:Closed_captioning" TargetMode="External"/><Relationship Id="rId12" Type="http://schemas.openxmlformats.org/officeDocument/2006/relationships/image" Target="../media/image13.jpeg"/><Relationship Id="rId17" Type="http://schemas.openxmlformats.org/officeDocument/2006/relationships/image" Target="../media/image16.png"/><Relationship Id="rId2" Type="http://schemas.openxmlformats.org/officeDocument/2006/relationships/image" Target="../media/image8.png"/><Relationship Id="rId16" Type="http://schemas.openxmlformats.org/officeDocument/2006/relationships/hyperlink" Target="https://svgsilh.com/3f51b5/image/831052.html" TargetMode="External"/><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hyperlink" Target="https://en.wikipedia.org/wiki/Microsoft_PowerPoint" TargetMode="External"/><Relationship Id="rId5" Type="http://schemas.openxmlformats.org/officeDocument/2006/relationships/hyperlink" Target="https://kapn.net/support/" TargetMode="External"/><Relationship Id="rId15" Type="http://schemas.openxmlformats.org/officeDocument/2006/relationships/image" Target="../media/image15.svg"/><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hyperlink" Target="https://pixabay.com/en/chart-graph-graphic-statistics-35773/" TargetMode="External"/><Relationship Id="rId1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hyperlink" Target="https://drive.google.com/file/d/1StbECa101F8OFt3-TkABmDDVjKgx7f9I/view?usp=sharin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8: Planning for Diverse Learners| Lesson 8.07</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lnSpcReduction="10000"/>
          </a:bodyPr>
          <a:lstStyle/>
          <a:p>
            <a:r>
              <a:rPr lang="en-US" sz="6000" dirty="0"/>
              <a:t>Multiple Means of Representation and Options for Perception</a:t>
            </a:r>
          </a:p>
        </p:txBody>
      </p:sp>
      <p:sp>
        <p:nvSpPr>
          <p:cNvPr id="4" name="TextBox 3">
            <a:extLst>
              <a:ext uri="{FF2B5EF4-FFF2-40B4-BE49-F238E27FC236}">
                <a16:creationId xmlns:a16="http://schemas.microsoft.com/office/drawing/2014/main" id="{8F4121C7-C5BA-17B0-DF1A-4EB26BC897EE}"/>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7A, 7D, 10A, 10B</a:t>
            </a:r>
          </a:p>
          <a:p>
            <a:pPr marL="0" indent="0">
              <a:buNone/>
            </a:pPr>
            <a:endParaRPr lang="en-US" dirty="0"/>
          </a:p>
          <a:p>
            <a:pPr marL="0" indent="0">
              <a:buNone/>
            </a:pPr>
            <a:r>
              <a:rPr lang="en-US" dirty="0"/>
              <a:t>The student will:</a:t>
            </a:r>
          </a:p>
          <a:p>
            <a:pPr marL="342900" marR="0" lvl="0" indent="-342900" fontAlgn="base">
              <a:lnSpc>
                <a:spcPct val="107000"/>
              </a:lnSpc>
              <a:spcBef>
                <a:spcPts val="0"/>
              </a:spcBef>
              <a:spcAft>
                <a:spcPts val="800"/>
              </a:spcAft>
              <a:buFont typeface="Symbol" panose="05050102010706020507" pitchFamily="18" charset="2"/>
              <a:buChar char=""/>
            </a:pPr>
            <a:r>
              <a:rPr lang="en-US" dirty="0">
                <a:effectLst/>
                <a:latin typeface="Calibri" panose="020F0502020204030204" pitchFamily="34" charset="0"/>
                <a:ea typeface="Times New Roman" panose="02020603050405020304" pitchFamily="18" charset="0"/>
                <a:cs typeface="Calibri" panose="020F0502020204030204" pitchFamily="34" charset="0"/>
              </a:rPr>
              <a:t>Identify strategies for providing multiple means of representation</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fontAlgn="base">
              <a:lnSpc>
                <a:spcPct val="107000"/>
              </a:lnSpc>
              <a:spcBef>
                <a:spcPts val="0"/>
              </a:spcBef>
              <a:spcAft>
                <a:spcPts val="800"/>
              </a:spcAft>
              <a:buFont typeface="Symbol" panose="05050102010706020507" pitchFamily="18" charset="2"/>
              <a:buChar char=""/>
            </a:pPr>
            <a:r>
              <a:rPr lang="en-US" dirty="0">
                <a:effectLst/>
                <a:latin typeface="Calibri" panose="020F0502020204030204" pitchFamily="34" charset="0"/>
                <a:ea typeface="Times New Roman" panose="02020603050405020304" pitchFamily="18" charset="0"/>
              </a:rPr>
              <a:t>Brainstorm options for providing multiple means of representation </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E9861-6D97-4E46-8AFC-B8E9B6438923}"/>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1D424793-1A6C-4566-8549-55E1CB1BBC34}"/>
              </a:ext>
            </a:extLst>
          </p:cNvPr>
          <p:cNvGraphicFramePr>
            <a:graphicFrameLocks noGrp="1"/>
          </p:cNvGraphicFramePr>
          <p:nvPr>
            <p:ph idx="1"/>
            <p:extLst>
              <p:ext uri="{D42A27DB-BD31-4B8C-83A1-F6EECF244321}">
                <p14:modId xmlns:p14="http://schemas.microsoft.com/office/powerpoint/2010/main" val="3008416086"/>
              </p:ext>
            </p:extLst>
          </p:nvPr>
        </p:nvGraphicFramePr>
        <p:xfrm>
          <a:off x="897622" y="2055303"/>
          <a:ext cx="10456178" cy="2361652"/>
        </p:xfrm>
        <a:graphic>
          <a:graphicData uri="http://schemas.openxmlformats.org/drawingml/2006/table">
            <a:tbl>
              <a:tblPr firstRow="1" firstCol="1" bandRow="1"/>
              <a:tblGrid>
                <a:gridCol w="2877424">
                  <a:extLst>
                    <a:ext uri="{9D8B030D-6E8A-4147-A177-3AD203B41FA5}">
                      <a16:colId xmlns:a16="http://schemas.microsoft.com/office/drawing/2014/main" val="2681300130"/>
                    </a:ext>
                  </a:extLst>
                </a:gridCol>
                <a:gridCol w="7578754">
                  <a:extLst>
                    <a:ext uri="{9D8B030D-6E8A-4147-A177-3AD203B41FA5}">
                      <a16:colId xmlns:a16="http://schemas.microsoft.com/office/drawing/2014/main" val="2316412657"/>
                    </a:ext>
                  </a:extLst>
                </a:gridCol>
              </a:tblGrid>
              <a:tr h="734389">
                <a:tc>
                  <a:txBody>
                    <a:bodyPr/>
                    <a:lstStyle/>
                    <a:p>
                      <a:pPr marL="0" marR="0">
                        <a:lnSpc>
                          <a:spcPct val="107000"/>
                        </a:lnSpc>
                        <a:spcBef>
                          <a:spcPts val="600"/>
                        </a:spcBef>
                        <a:spcAft>
                          <a:spcPts val="600"/>
                        </a:spcAft>
                      </a:pPr>
                      <a:r>
                        <a:rPr lang="en-US" sz="2800">
                          <a:effectLst/>
                          <a:latin typeface="Calibri" panose="020F0502020204030204" pitchFamily="34" charset="0"/>
                          <a:ea typeface="Calibri" panose="020F0502020204030204" pitchFamily="34" charset="0"/>
                          <a:cs typeface="Arial" panose="020B0604020202020204" pitchFamily="34" charset="0"/>
                        </a:rPr>
                        <a:t>Multiple Means of Representation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600"/>
                        </a:spcBef>
                        <a:spcAft>
                          <a:spcPts val="600"/>
                        </a:spcAft>
                      </a:pPr>
                      <a:r>
                        <a:rPr lang="en-US" sz="2800">
                          <a:effectLst/>
                          <a:latin typeface="Calibri" panose="020F0502020204030204" pitchFamily="34" charset="0"/>
                          <a:ea typeface="Calibri" panose="020F0502020204030204" pitchFamily="34" charset="0"/>
                          <a:cs typeface="Arial" panose="020B0604020202020204" pitchFamily="34" charset="0"/>
                        </a:rPr>
                        <a:t>Presenting information and content in different ways to support learning for all students.</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6626921"/>
                  </a:ext>
                </a:extLst>
              </a:tr>
              <a:tr h="734389">
                <a:tc>
                  <a:txBody>
                    <a:bodyPr/>
                    <a:lstStyle/>
                    <a:p>
                      <a:pPr marL="0" marR="0">
                        <a:lnSpc>
                          <a:spcPct val="107000"/>
                        </a:lnSpc>
                        <a:spcBef>
                          <a:spcPts val="600"/>
                        </a:spcBef>
                        <a:spcAft>
                          <a:spcPts val="600"/>
                        </a:spcAft>
                      </a:pPr>
                      <a:r>
                        <a:rPr lang="en-US" sz="2800">
                          <a:effectLst/>
                          <a:latin typeface="Calibri" panose="020F0502020204030204" pitchFamily="34" charset="0"/>
                          <a:ea typeface="Calibri" panose="020F0502020204030204" pitchFamily="34" charset="0"/>
                          <a:cs typeface="Arial" panose="020B0604020202020204" pitchFamily="34" charset="0"/>
                        </a:rPr>
                        <a:t>Perception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600"/>
                        </a:spcBef>
                        <a:spcAft>
                          <a:spcPts val="600"/>
                        </a:spcAft>
                      </a:pPr>
                      <a:r>
                        <a:rPr lang="en-US" sz="2800">
                          <a:effectLst/>
                          <a:latin typeface="Calibri" panose="020F0502020204030204" pitchFamily="34" charset="0"/>
                          <a:ea typeface="Calibri" panose="020F0502020204030204" pitchFamily="34" charset="0"/>
                          <a:cs typeface="Arial" panose="020B0604020202020204" pitchFamily="34" charset="0"/>
                        </a:rPr>
                        <a:t>A way of understanding or interpreting information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9940270"/>
                  </a:ext>
                </a:extLst>
              </a:tr>
              <a:tr h="734389">
                <a:tc>
                  <a:txBody>
                    <a:bodyPr/>
                    <a:lstStyle/>
                    <a:p>
                      <a:pPr marL="0" marR="0">
                        <a:lnSpc>
                          <a:spcPct val="107000"/>
                        </a:lnSpc>
                        <a:spcBef>
                          <a:spcPts val="600"/>
                        </a:spcBef>
                        <a:spcAft>
                          <a:spcPts val="600"/>
                        </a:spcAft>
                      </a:pPr>
                      <a:r>
                        <a:rPr lang="en-US" sz="2800">
                          <a:effectLst/>
                          <a:latin typeface="Calibri" panose="020F0502020204030204" pitchFamily="34" charset="0"/>
                          <a:ea typeface="Calibri" panose="020F0502020204030204" pitchFamily="34" charset="0"/>
                          <a:cs typeface="Arial" panose="020B0604020202020204" pitchFamily="34" charset="0"/>
                        </a:rPr>
                        <a:t>Modality</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A form of sensory perception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5034372"/>
                  </a:ext>
                </a:extLst>
              </a:tr>
            </a:tbl>
          </a:graphicData>
        </a:graphic>
      </p:graphicFrame>
      <p:sp>
        <p:nvSpPr>
          <p:cNvPr id="4" name="Slide Number Placeholder 3">
            <a:extLst>
              <a:ext uri="{FF2B5EF4-FFF2-40B4-BE49-F238E27FC236}">
                <a16:creationId xmlns:a16="http://schemas.microsoft.com/office/drawing/2014/main" id="{6E8BF638-F877-406D-A721-5333073FA06B}"/>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955543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Autofit/>
          </a:bodyPr>
          <a:lstStyle/>
          <a:p>
            <a:pPr marL="0" marR="0" indent="0">
              <a:lnSpc>
                <a:spcPct val="107000"/>
              </a:lnSpc>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A second-grade science teacher uses pictures and music to introduce new vocabulary related to the learning objective. She reads each word aloud and has the students practice their pronunciation. During the lesson, students watch a video, read or listen to an article on their iPads, and play a game that matches pictures, vocabulary, and real-world scenarios related to the objective.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600"/>
              </a:spcBef>
              <a:spcAft>
                <a:spcPts val="600"/>
              </a:spcAft>
              <a:buNone/>
            </a:pPr>
            <a:r>
              <a:rPr lang="en-US" b="1" dirty="0">
                <a:effectLst/>
                <a:latin typeface="Calibri" panose="020F0502020204030204" pitchFamily="34" charset="0"/>
                <a:ea typeface="Calibri" panose="020F0502020204030204" pitchFamily="34" charset="0"/>
                <a:cs typeface="Arial" panose="020B0604020202020204" pitchFamily="34" charset="0"/>
              </a:rPr>
              <a:t>How might this approach to introducing new vocabulary benefit students?</a:t>
            </a:r>
            <a:endParaRPr lang="en-US" b="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8D3D8-F654-4539-852B-F4408E9BC52F}"/>
              </a:ext>
            </a:extLst>
          </p:cNvPr>
          <p:cNvSpPr>
            <a:spLocks noGrp="1"/>
          </p:cNvSpPr>
          <p:nvPr>
            <p:ph type="title"/>
          </p:nvPr>
        </p:nvSpPr>
        <p:spPr/>
        <p:txBody>
          <a:bodyPr/>
          <a:lstStyle/>
          <a:p>
            <a:r>
              <a:rPr lang="en-US" dirty="0"/>
              <a:t>Introduction to Multiple Means of Representation</a:t>
            </a:r>
          </a:p>
        </p:txBody>
      </p:sp>
      <p:pic>
        <p:nvPicPr>
          <p:cNvPr id="5" name="Content Placeholder 4" descr="A photo of the Alamo">
            <a:extLst>
              <a:ext uri="{FF2B5EF4-FFF2-40B4-BE49-F238E27FC236}">
                <a16:creationId xmlns:a16="http://schemas.microsoft.com/office/drawing/2014/main" id="{59E50D36-303C-4EC1-9A44-CAFB5267D34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2630" y="2224007"/>
            <a:ext cx="3733800" cy="1736387"/>
          </a:xfrm>
          <a:prstGeom prst="rect">
            <a:avLst/>
          </a:prstGeom>
          <a:noFill/>
          <a:ln>
            <a:noFill/>
          </a:ln>
        </p:spPr>
      </p:pic>
      <p:pic>
        <p:nvPicPr>
          <p:cNvPr id="6" name="Picture 5" descr="A map showing the cross-streets around The Alamo">
            <a:extLst>
              <a:ext uri="{FF2B5EF4-FFF2-40B4-BE49-F238E27FC236}">
                <a16:creationId xmlns:a16="http://schemas.microsoft.com/office/drawing/2014/main" id="{83E0209A-6489-485D-B1BE-6BF176651343}"/>
              </a:ext>
            </a:extLst>
          </p:cNvPr>
          <p:cNvPicPr>
            <a:picLocks noChangeAspect="1"/>
          </p:cNvPicPr>
          <p:nvPr/>
        </p:nvPicPr>
        <p:blipFill>
          <a:blip r:embed="rId3"/>
          <a:stretch>
            <a:fillRect/>
          </a:stretch>
        </p:blipFill>
        <p:spPr>
          <a:xfrm>
            <a:off x="4540786" y="1991598"/>
            <a:ext cx="3110428" cy="2201203"/>
          </a:xfrm>
          <a:prstGeom prst="rect">
            <a:avLst/>
          </a:prstGeom>
        </p:spPr>
      </p:pic>
      <p:pic>
        <p:nvPicPr>
          <p:cNvPr id="7" name="Picture 6" descr="Directions from US-281 S to the Alamo">
            <a:extLst>
              <a:ext uri="{FF2B5EF4-FFF2-40B4-BE49-F238E27FC236}">
                <a16:creationId xmlns:a16="http://schemas.microsoft.com/office/drawing/2014/main" id="{63656231-36D1-45E3-9F8E-31F0FF4445E2}"/>
              </a:ext>
            </a:extLst>
          </p:cNvPr>
          <p:cNvPicPr>
            <a:picLocks noChangeAspect="1"/>
          </p:cNvPicPr>
          <p:nvPr/>
        </p:nvPicPr>
        <p:blipFill>
          <a:blip r:embed="rId4"/>
          <a:stretch>
            <a:fillRect/>
          </a:stretch>
        </p:blipFill>
        <p:spPr>
          <a:xfrm>
            <a:off x="8372213" y="1910715"/>
            <a:ext cx="2794000" cy="3036570"/>
          </a:xfrm>
          <a:prstGeom prst="rect">
            <a:avLst/>
          </a:prstGeom>
        </p:spPr>
      </p:pic>
      <p:sp>
        <p:nvSpPr>
          <p:cNvPr id="4" name="Slide Number Placeholder 3">
            <a:extLst>
              <a:ext uri="{FF2B5EF4-FFF2-40B4-BE49-F238E27FC236}">
                <a16:creationId xmlns:a16="http://schemas.microsoft.com/office/drawing/2014/main" id="{63E298A7-7891-464A-8E43-E0916EDA1F07}"/>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78440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8D3D8-F654-4539-852B-F4408E9BC52F}"/>
              </a:ext>
            </a:extLst>
          </p:cNvPr>
          <p:cNvSpPr>
            <a:spLocks noGrp="1"/>
          </p:cNvSpPr>
          <p:nvPr>
            <p:ph type="title"/>
          </p:nvPr>
        </p:nvSpPr>
        <p:spPr/>
        <p:txBody>
          <a:bodyPr/>
          <a:lstStyle/>
          <a:p>
            <a:r>
              <a:rPr lang="en-US" dirty="0"/>
              <a:t>Introduction to Multiple Means of Representation </a:t>
            </a:r>
          </a:p>
        </p:txBody>
      </p:sp>
      <p:pic>
        <p:nvPicPr>
          <p:cNvPr id="9" name="Content Placeholder 8" descr="A map showing a highlighted route from an unknown starting point to the Alamo">
            <a:extLst>
              <a:ext uri="{FF2B5EF4-FFF2-40B4-BE49-F238E27FC236}">
                <a16:creationId xmlns:a16="http://schemas.microsoft.com/office/drawing/2014/main" id="{E4E27E14-2E9A-4D86-AC31-969C41C602B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973376" y="1795580"/>
            <a:ext cx="3154680" cy="4243647"/>
          </a:xfrm>
          <a:prstGeom prst="rect">
            <a:avLst/>
          </a:prstGeom>
          <a:noFill/>
          <a:ln>
            <a:noFill/>
          </a:ln>
        </p:spPr>
      </p:pic>
      <p:sp>
        <p:nvSpPr>
          <p:cNvPr id="4" name="Slide Number Placeholder 3">
            <a:extLst>
              <a:ext uri="{FF2B5EF4-FFF2-40B4-BE49-F238E27FC236}">
                <a16:creationId xmlns:a16="http://schemas.microsoft.com/office/drawing/2014/main" id="{63E298A7-7891-464A-8E43-E0916EDA1F07}"/>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533492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CE05A-DB95-21D9-D11E-7860A3F8FBF0}"/>
              </a:ext>
            </a:extLst>
          </p:cNvPr>
          <p:cNvSpPr>
            <a:spLocks noGrp="1"/>
          </p:cNvSpPr>
          <p:nvPr>
            <p:ph type="title"/>
          </p:nvPr>
        </p:nvSpPr>
        <p:spPr/>
        <p:txBody>
          <a:bodyPr/>
          <a:lstStyle/>
          <a:p>
            <a:r>
              <a:rPr lang="en-US" dirty="0"/>
              <a:t>Multiple Means of Representation</a:t>
            </a:r>
          </a:p>
        </p:txBody>
      </p:sp>
      <p:pic>
        <p:nvPicPr>
          <p:cNvPr id="5" name="Content Placeholder 4" descr="Text: Provide Multiple Means of Representation&#10;Options for Perception&#10;Options for Language/Symbols&#10;Options for Comprehension">
            <a:extLst>
              <a:ext uri="{FF2B5EF4-FFF2-40B4-BE49-F238E27FC236}">
                <a16:creationId xmlns:a16="http://schemas.microsoft.com/office/drawing/2014/main" id="{1D801A57-4180-468D-9727-9A5D766D148C}"/>
              </a:ext>
            </a:extLst>
          </p:cNvPr>
          <p:cNvPicPr>
            <a:picLocks noGrp="1" noChangeAspect="1"/>
          </p:cNvPicPr>
          <p:nvPr>
            <p:ph idx="1"/>
          </p:nvPr>
        </p:nvPicPr>
        <p:blipFill>
          <a:blip r:embed="rId2"/>
          <a:stretch>
            <a:fillRect/>
          </a:stretch>
        </p:blipFill>
        <p:spPr>
          <a:xfrm>
            <a:off x="1611183" y="2155971"/>
            <a:ext cx="8969634" cy="1887523"/>
          </a:xfrm>
          <a:prstGeom prst="rect">
            <a:avLst/>
          </a:prstGeom>
        </p:spPr>
      </p:pic>
      <p:sp>
        <p:nvSpPr>
          <p:cNvPr id="4" name="Slide Number Placeholder 3">
            <a:extLst>
              <a:ext uri="{FF2B5EF4-FFF2-40B4-BE49-F238E27FC236}">
                <a16:creationId xmlns:a16="http://schemas.microsoft.com/office/drawing/2014/main" id="{9B2B5369-491E-4D94-AC79-B95F6D9F5994}"/>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870903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ACCED-705F-4EAD-94CA-DFB04C7D1B11}"/>
              </a:ext>
            </a:extLst>
          </p:cNvPr>
          <p:cNvSpPr>
            <a:spLocks noGrp="1"/>
          </p:cNvSpPr>
          <p:nvPr>
            <p:ph type="title"/>
          </p:nvPr>
        </p:nvSpPr>
        <p:spPr/>
        <p:txBody>
          <a:bodyPr/>
          <a:lstStyle/>
          <a:p>
            <a:r>
              <a:rPr lang="en-US" dirty="0"/>
              <a:t>Video: UDLA Representation Perception</a:t>
            </a:r>
          </a:p>
        </p:txBody>
      </p:sp>
      <p:sp>
        <p:nvSpPr>
          <p:cNvPr id="3" name="Content Placeholder 2">
            <a:extLst>
              <a:ext uri="{FF2B5EF4-FFF2-40B4-BE49-F238E27FC236}">
                <a16:creationId xmlns:a16="http://schemas.microsoft.com/office/drawing/2014/main" id="{705DC997-28D4-4515-B199-D25C5ECF4257}"/>
              </a:ext>
            </a:extLst>
          </p:cNvPr>
          <p:cNvSpPr>
            <a:spLocks noGrp="1"/>
          </p:cNvSpPr>
          <p:nvPr>
            <p:ph idx="1"/>
          </p:nvPr>
        </p:nvSpPr>
        <p:spPr/>
        <p:txBody>
          <a:bodyPr>
            <a:normAutofit/>
          </a:bodyPr>
          <a:lstStyle/>
          <a:p>
            <a:pPr marL="0" indent="0">
              <a:buNone/>
            </a:pPr>
            <a:r>
              <a:rPr lang="en-US" u="sng" dirty="0">
                <a:solidFill>
                  <a:srgbClr val="0D6CB9"/>
                </a:solidFill>
                <a:effectLst/>
                <a:latin typeface="Calibri" panose="020F0502020204030204" pitchFamily="34" charset="0"/>
                <a:ea typeface="Calibri" panose="020F0502020204030204" pitchFamily="34" charset="0"/>
                <a:cs typeface="Arial" panose="020B0604020202020204" pitchFamily="34" charset="0"/>
                <a:hlinkClick r:id="rId2"/>
              </a:rPr>
              <a:t>https://www.youtube.com/watch?v=AK5xMZYnf24</a:t>
            </a:r>
            <a:endParaRPr lang="en-US" sz="4000" dirty="0"/>
          </a:p>
        </p:txBody>
      </p:sp>
      <p:sp>
        <p:nvSpPr>
          <p:cNvPr id="4" name="Slide Number Placeholder 3">
            <a:extLst>
              <a:ext uri="{FF2B5EF4-FFF2-40B4-BE49-F238E27FC236}">
                <a16:creationId xmlns:a16="http://schemas.microsoft.com/office/drawing/2014/main" id="{4890444D-ADCF-4399-A949-813C3D7BAB1D}"/>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547651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180B-6498-44E5-AD81-0674C51652BA}"/>
              </a:ext>
            </a:extLst>
          </p:cNvPr>
          <p:cNvSpPr>
            <a:spLocks noGrp="1"/>
          </p:cNvSpPr>
          <p:nvPr>
            <p:ph type="title"/>
          </p:nvPr>
        </p:nvSpPr>
        <p:spPr>
          <a:xfrm>
            <a:off x="838200" y="320675"/>
            <a:ext cx="10515600" cy="1325563"/>
          </a:xfrm>
        </p:spPr>
        <p:txBody>
          <a:bodyPr anchor="ctr">
            <a:normAutofit/>
          </a:bodyPr>
          <a:lstStyle/>
          <a:p>
            <a:r>
              <a:rPr lang="en-US" dirty="0"/>
              <a:t>Guideline: Perception</a:t>
            </a:r>
          </a:p>
        </p:txBody>
      </p:sp>
      <p:graphicFrame>
        <p:nvGraphicFramePr>
          <p:cNvPr id="7" name="Content Placeholder 6">
            <a:extLst>
              <a:ext uri="{FF2B5EF4-FFF2-40B4-BE49-F238E27FC236}">
                <a16:creationId xmlns:a16="http://schemas.microsoft.com/office/drawing/2014/main" id="{5FDD475B-C6CC-4B8A-BF1E-CC6CB3E6FF61}"/>
              </a:ext>
            </a:extLst>
          </p:cNvPr>
          <p:cNvGraphicFramePr>
            <a:graphicFrameLocks noGrp="1"/>
          </p:cNvGraphicFramePr>
          <p:nvPr>
            <p:ph idx="1"/>
            <p:extLst>
              <p:ext uri="{D42A27DB-BD31-4B8C-83A1-F6EECF244321}">
                <p14:modId xmlns:p14="http://schemas.microsoft.com/office/powerpoint/2010/main" val="3370196628"/>
              </p:ext>
            </p:extLst>
          </p:nvPr>
        </p:nvGraphicFramePr>
        <p:xfrm>
          <a:off x="1285409" y="1770730"/>
          <a:ext cx="8529710" cy="4630674"/>
        </p:xfrm>
        <a:graphic>
          <a:graphicData uri="http://schemas.openxmlformats.org/drawingml/2006/table">
            <a:tbl>
              <a:tblPr firstRow="1" firstCol="1" bandRow="1"/>
              <a:tblGrid>
                <a:gridCol w="2516712">
                  <a:extLst>
                    <a:ext uri="{9D8B030D-6E8A-4147-A177-3AD203B41FA5}">
                      <a16:colId xmlns:a16="http://schemas.microsoft.com/office/drawing/2014/main" val="2796544661"/>
                    </a:ext>
                  </a:extLst>
                </a:gridCol>
                <a:gridCol w="3005220">
                  <a:extLst>
                    <a:ext uri="{9D8B030D-6E8A-4147-A177-3AD203B41FA5}">
                      <a16:colId xmlns:a16="http://schemas.microsoft.com/office/drawing/2014/main" val="3357621136"/>
                    </a:ext>
                  </a:extLst>
                </a:gridCol>
                <a:gridCol w="3007778">
                  <a:extLst>
                    <a:ext uri="{9D8B030D-6E8A-4147-A177-3AD203B41FA5}">
                      <a16:colId xmlns:a16="http://schemas.microsoft.com/office/drawing/2014/main" val="407027584"/>
                    </a:ext>
                  </a:extLst>
                </a:gridCol>
              </a:tblGrid>
              <a:tr h="281949">
                <a:tc gridSpan="3">
                  <a:txBody>
                    <a:bodyPr/>
                    <a:lstStyle/>
                    <a:p>
                      <a:pPr marL="0" marR="0" indent="0" algn="ctr">
                        <a:spcBef>
                          <a:spcPts val="600"/>
                        </a:spcBef>
                        <a:spcAft>
                          <a:spcPts val="6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Perception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7084112"/>
                  </a:ext>
                </a:extLst>
              </a:tr>
              <a:tr h="281949">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Guideline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Nonexamples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4310895"/>
                  </a:ext>
                </a:extLst>
              </a:tr>
              <a:tr h="3101438">
                <a:tc>
                  <a:txBody>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cs typeface="Arial" panose="020B0604020202020204" pitchFamily="34" charset="0"/>
                        </a:rPr>
                        <a:t>Offer options for customizing the display of information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000">
                          <a:effectLst/>
                          <a:latin typeface="Calibri" panose="020F0502020204030204" pitchFamily="34" charset="0"/>
                          <a:ea typeface="Calibri" panose="020F0502020204030204" pitchFamily="34" charset="0"/>
                          <a:cs typeface="Arial" panose="020B0604020202020204" pitchFamily="34" charset="0"/>
                        </a:rPr>
                        <a:t>Provide materials that allow students to modify the size of texts and graphics, colors, and layout</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000">
                          <a:effectLst/>
                          <a:latin typeface="Calibri" panose="020F0502020204030204" pitchFamily="34" charset="0"/>
                          <a:ea typeface="Calibri" panose="020F0502020204030204" pitchFamily="34" charset="0"/>
                          <a:cs typeface="Arial" panose="020B0604020202020204" pitchFamily="34" charset="0"/>
                        </a:rPr>
                        <a:t>Provide materials that allow students to change the rate of speech or sound and vary the pace and sequence of information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Arial" panose="020B0604020202020204" pitchFamily="34" charset="0"/>
                        </a:rPr>
                        <a:t>Provide all students with the same written text to read.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Arial" panose="020B0604020202020204" pitchFamily="34" charset="0"/>
                        </a:rPr>
                        <a:t>Require students to read an eBook without a read-aloud function or options to modify the size of the font.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5640811"/>
                  </a:ext>
                </a:extLst>
              </a:tr>
            </a:tbl>
          </a:graphicData>
        </a:graphic>
      </p:graphicFrame>
      <p:sp>
        <p:nvSpPr>
          <p:cNvPr id="4" name="Slide Number Placeholder 3">
            <a:extLst>
              <a:ext uri="{FF2B5EF4-FFF2-40B4-BE49-F238E27FC236}">
                <a16:creationId xmlns:a16="http://schemas.microsoft.com/office/drawing/2014/main" id="{AE9B95AA-02D0-4645-A751-287261502606}"/>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9</a:t>
            </a:fld>
            <a:endParaRPr lang="en-US"/>
          </a:p>
        </p:txBody>
      </p:sp>
    </p:spTree>
    <p:extLst>
      <p:ext uri="{BB962C8B-B14F-4D97-AF65-F5344CB8AC3E}">
        <p14:creationId xmlns:p14="http://schemas.microsoft.com/office/powerpoint/2010/main" val="498985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180B-6498-44E5-AD81-0674C51652BA}"/>
              </a:ext>
            </a:extLst>
          </p:cNvPr>
          <p:cNvSpPr>
            <a:spLocks noGrp="1"/>
          </p:cNvSpPr>
          <p:nvPr>
            <p:ph type="title"/>
          </p:nvPr>
        </p:nvSpPr>
        <p:spPr>
          <a:xfrm>
            <a:off x="838200" y="320675"/>
            <a:ext cx="10515600" cy="1325563"/>
          </a:xfrm>
        </p:spPr>
        <p:txBody>
          <a:bodyPr anchor="ctr">
            <a:normAutofit/>
          </a:bodyPr>
          <a:lstStyle/>
          <a:p>
            <a:r>
              <a:rPr lang="en-US" dirty="0"/>
              <a:t>Guideline: Perception </a:t>
            </a:r>
          </a:p>
        </p:txBody>
      </p:sp>
      <p:graphicFrame>
        <p:nvGraphicFramePr>
          <p:cNvPr id="7" name="Content Placeholder 6">
            <a:extLst>
              <a:ext uri="{FF2B5EF4-FFF2-40B4-BE49-F238E27FC236}">
                <a16:creationId xmlns:a16="http://schemas.microsoft.com/office/drawing/2014/main" id="{5FDD475B-C6CC-4B8A-BF1E-CC6CB3E6FF61}"/>
              </a:ext>
            </a:extLst>
          </p:cNvPr>
          <p:cNvGraphicFramePr>
            <a:graphicFrameLocks noGrp="1"/>
          </p:cNvGraphicFramePr>
          <p:nvPr>
            <p:ph idx="1"/>
            <p:extLst>
              <p:ext uri="{D42A27DB-BD31-4B8C-83A1-F6EECF244321}">
                <p14:modId xmlns:p14="http://schemas.microsoft.com/office/powerpoint/2010/main" val="1908998960"/>
              </p:ext>
            </p:extLst>
          </p:nvPr>
        </p:nvGraphicFramePr>
        <p:xfrm>
          <a:off x="1285409" y="1770730"/>
          <a:ext cx="8529710" cy="4236339"/>
        </p:xfrm>
        <a:graphic>
          <a:graphicData uri="http://schemas.openxmlformats.org/drawingml/2006/table">
            <a:tbl>
              <a:tblPr firstRow="1" firstCol="1" bandRow="1"/>
              <a:tblGrid>
                <a:gridCol w="2516712">
                  <a:extLst>
                    <a:ext uri="{9D8B030D-6E8A-4147-A177-3AD203B41FA5}">
                      <a16:colId xmlns:a16="http://schemas.microsoft.com/office/drawing/2014/main" val="2796544661"/>
                    </a:ext>
                  </a:extLst>
                </a:gridCol>
                <a:gridCol w="3005220">
                  <a:extLst>
                    <a:ext uri="{9D8B030D-6E8A-4147-A177-3AD203B41FA5}">
                      <a16:colId xmlns:a16="http://schemas.microsoft.com/office/drawing/2014/main" val="3357621136"/>
                    </a:ext>
                  </a:extLst>
                </a:gridCol>
                <a:gridCol w="3007778">
                  <a:extLst>
                    <a:ext uri="{9D8B030D-6E8A-4147-A177-3AD203B41FA5}">
                      <a16:colId xmlns:a16="http://schemas.microsoft.com/office/drawing/2014/main" val="407027584"/>
                    </a:ext>
                  </a:extLst>
                </a:gridCol>
              </a:tblGrid>
              <a:tr h="281949">
                <a:tc gridSpan="3">
                  <a:txBody>
                    <a:bodyPr/>
                    <a:lstStyle/>
                    <a:p>
                      <a:pPr marL="0" marR="0" indent="0" algn="ctr">
                        <a:spcBef>
                          <a:spcPts val="600"/>
                        </a:spcBef>
                        <a:spcAft>
                          <a:spcPts val="6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Perception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7084112"/>
                  </a:ext>
                </a:extLst>
              </a:tr>
              <a:tr h="281949">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Guideline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Nonexamples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4310895"/>
                  </a:ext>
                </a:extLst>
              </a:tr>
              <a:tr h="3101438">
                <a:tc>
                  <a:txBody>
                    <a:bodyPr/>
                    <a:lstStyle/>
                    <a:p>
                      <a:pPr marL="0" marR="0">
                        <a:lnSpc>
                          <a:spcPct val="107000"/>
                        </a:lnSpc>
                        <a:spcBef>
                          <a:spcPts val="0"/>
                        </a:spcBef>
                        <a:spcAft>
                          <a:spcPts val="0"/>
                        </a:spcAft>
                      </a:pPr>
                      <a:r>
                        <a:rPr lang="en-US" sz="2400">
                          <a:effectLst/>
                          <a:latin typeface="Calibri" panose="020F0502020204030204" pitchFamily="34" charset="0"/>
                          <a:ea typeface="Calibri" panose="020F0502020204030204" pitchFamily="34" charset="0"/>
                          <a:cs typeface="Arial" panose="020B0604020202020204" pitchFamily="34" charset="0"/>
                        </a:rPr>
                        <a:t>Offer alternatives for auditory information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400">
                          <a:effectLst/>
                          <a:latin typeface="Calibri" panose="020F0502020204030204" pitchFamily="34" charset="0"/>
                          <a:ea typeface="Calibri" panose="020F0502020204030204" pitchFamily="34" charset="0"/>
                          <a:cs typeface="Arial" panose="020B0604020202020204" pitchFamily="34" charset="0"/>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Show visuals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Provide closed captioning</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Provide written transcripts from videos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Offer tactile alternatives for sound effects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Arial" panose="020B0604020202020204" pitchFamily="34" charset="0"/>
                        </a:rPr>
                        <a:t>Present information through a lecture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Arial" panose="020B0604020202020204" pitchFamily="34" charset="0"/>
                        </a:rPr>
                        <a:t>Share videos without closed captioning or written transcripts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5640811"/>
                  </a:ext>
                </a:extLst>
              </a:tr>
            </a:tbl>
          </a:graphicData>
        </a:graphic>
      </p:graphicFrame>
      <p:sp>
        <p:nvSpPr>
          <p:cNvPr id="4" name="Slide Number Placeholder 3">
            <a:extLst>
              <a:ext uri="{FF2B5EF4-FFF2-40B4-BE49-F238E27FC236}">
                <a16:creationId xmlns:a16="http://schemas.microsoft.com/office/drawing/2014/main" id="{AE9B95AA-02D0-4645-A751-287261502606}"/>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10</a:t>
            </a:fld>
            <a:endParaRPr lang="en-US"/>
          </a:p>
        </p:txBody>
      </p:sp>
    </p:spTree>
    <p:extLst>
      <p:ext uri="{BB962C8B-B14F-4D97-AF65-F5344CB8AC3E}">
        <p14:creationId xmlns:p14="http://schemas.microsoft.com/office/powerpoint/2010/main" val="4157156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180B-6498-44E5-AD81-0674C51652BA}"/>
              </a:ext>
            </a:extLst>
          </p:cNvPr>
          <p:cNvSpPr>
            <a:spLocks noGrp="1"/>
          </p:cNvSpPr>
          <p:nvPr>
            <p:ph type="title"/>
          </p:nvPr>
        </p:nvSpPr>
        <p:spPr>
          <a:xfrm>
            <a:off x="838200" y="320675"/>
            <a:ext cx="10515600" cy="1325563"/>
          </a:xfrm>
        </p:spPr>
        <p:txBody>
          <a:bodyPr anchor="ctr">
            <a:normAutofit/>
          </a:bodyPr>
          <a:lstStyle/>
          <a:p>
            <a:r>
              <a:rPr lang="en-US" dirty="0"/>
              <a:t>Guideline</a:t>
            </a:r>
            <a:r>
              <a:rPr lang="en-US"/>
              <a:t>: Perception  </a:t>
            </a:r>
            <a:endParaRPr lang="en-US" dirty="0"/>
          </a:p>
        </p:txBody>
      </p:sp>
      <p:graphicFrame>
        <p:nvGraphicFramePr>
          <p:cNvPr id="7" name="Content Placeholder 6">
            <a:extLst>
              <a:ext uri="{FF2B5EF4-FFF2-40B4-BE49-F238E27FC236}">
                <a16:creationId xmlns:a16="http://schemas.microsoft.com/office/drawing/2014/main" id="{5FDD475B-C6CC-4B8A-BF1E-CC6CB3E6FF61}"/>
              </a:ext>
            </a:extLst>
          </p:cNvPr>
          <p:cNvGraphicFramePr>
            <a:graphicFrameLocks noGrp="1"/>
          </p:cNvGraphicFramePr>
          <p:nvPr>
            <p:ph idx="1"/>
            <p:extLst>
              <p:ext uri="{D42A27DB-BD31-4B8C-83A1-F6EECF244321}">
                <p14:modId xmlns:p14="http://schemas.microsoft.com/office/powerpoint/2010/main" val="2284109913"/>
              </p:ext>
            </p:extLst>
          </p:nvPr>
        </p:nvGraphicFramePr>
        <p:xfrm>
          <a:off x="1285409" y="1770730"/>
          <a:ext cx="8529710" cy="4236339"/>
        </p:xfrm>
        <a:graphic>
          <a:graphicData uri="http://schemas.openxmlformats.org/drawingml/2006/table">
            <a:tbl>
              <a:tblPr firstRow="1" firstCol="1" bandRow="1"/>
              <a:tblGrid>
                <a:gridCol w="2516712">
                  <a:extLst>
                    <a:ext uri="{9D8B030D-6E8A-4147-A177-3AD203B41FA5}">
                      <a16:colId xmlns:a16="http://schemas.microsoft.com/office/drawing/2014/main" val="2796544661"/>
                    </a:ext>
                  </a:extLst>
                </a:gridCol>
                <a:gridCol w="3005220">
                  <a:extLst>
                    <a:ext uri="{9D8B030D-6E8A-4147-A177-3AD203B41FA5}">
                      <a16:colId xmlns:a16="http://schemas.microsoft.com/office/drawing/2014/main" val="3357621136"/>
                    </a:ext>
                  </a:extLst>
                </a:gridCol>
                <a:gridCol w="3007778">
                  <a:extLst>
                    <a:ext uri="{9D8B030D-6E8A-4147-A177-3AD203B41FA5}">
                      <a16:colId xmlns:a16="http://schemas.microsoft.com/office/drawing/2014/main" val="407027584"/>
                    </a:ext>
                  </a:extLst>
                </a:gridCol>
              </a:tblGrid>
              <a:tr h="281949">
                <a:tc gridSpan="3">
                  <a:txBody>
                    <a:bodyPr/>
                    <a:lstStyle/>
                    <a:p>
                      <a:pPr marL="0" marR="0" indent="0" algn="ctr">
                        <a:spcBef>
                          <a:spcPts val="600"/>
                        </a:spcBef>
                        <a:spcAft>
                          <a:spcPts val="6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Perception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7084112"/>
                  </a:ext>
                </a:extLst>
              </a:tr>
              <a:tr h="281949">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Guideline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Nonexamples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4310895"/>
                  </a:ext>
                </a:extLst>
              </a:tr>
              <a:tr h="3101438">
                <a:tc>
                  <a:txBody>
                    <a:bodyPr/>
                    <a:lstStyle/>
                    <a:p>
                      <a:pPr marL="0" marR="0">
                        <a:lnSpc>
                          <a:spcPct val="107000"/>
                        </a:lnSpc>
                        <a:spcBef>
                          <a:spcPts val="0"/>
                        </a:spcBef>
                        <a:spcAft>
                          <a:spcPts val="0"/>
                        </a:spcAft>
                      </a:pPr>
                      <a:r>
                        <a:rPr lang="en-US" sz="2400">
                          <a:effectLst/>
                          <a:latin typeface="Calibri" panose="020F0502020204030204" pitchFamily="34" charset="0"/>
                          <a:ea typeface="Calibri" panose="020F0502020204030204" pitchFamily="34" charset="0"/>
                          <a:cs typeface="Arial" panose="020B0604020202020204" pitchFamily="34" charset="0"/>
                        </a:rPr>
                        <a:t>Offer alternatives for visual information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Use audio</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Provide descriptions for images and graphics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Provide tactile resources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Arial" panose="020B0604020202020204" pitchFamily="34" charset="0"/>
                        </a:rPr>
                        <a:t>Present a graph without a description of what the graph is about.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Arial" panose="020B0604020202020204" pitchFamily="34" charset="0"/>
                        </a:rPr>
                        <a:t>Share picture of a globe without access to a tactile representation of a globe.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5640811"/>
                  </a:ext>
                </a:extLst>
              </a:tr>
            </a:tbl>
          </a:graphicData>
        </a:graphic>
      </p:graphicFrame>
      <p:sp>
        <p:nvSpPr>
          <p:cNvPr id="4" name="Slide Number Placeholder 3">
            <a:extLst>
              <a:ext uri="{FF2B5EF4-FFF2-40B4-BE49-F238E27FC236}">
                <a16:creationId xmlns:a16="http://schemas.microsoft.com/office/drawing/2014/main" id="{AE9B95AA-02D0-4645-A751-287261502606}"/>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11</a:t>
            </a:fld>
            <a:endParaRPr lang="en-US"/>
          </a:p>
        </p:txBody>
      </p:sp>
    </p:spTree>
    <p:extLst>
      <p:ext uri="{BB962C8B-B14F-4D97-AF65-F5344CB8AC3E}">
        <p14:creationId xmlns:p14="http://schemas.microsoft.com/office/powerpoint/2010/main" val="253534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9229E-F3DE-4DA2-9FBA-46A7E8D2181D}"/>
              </a:ext>
            </a:extLst>
          </p:cNvPr>
          <p:cNvSpPr>
            <a:spLocks noGrp="1"/>
          </p:cNvSpPr>
          <p:nvPr>
            <p:ph type="title"/>
          </p:nvPr>
        </p:nvSpPr>
        <p:spPr>
          <a:xfrm>
            <a:off x="627951" y="323865"/>
            <a:ext cx="10515600" cy="1325563"/>
          </a:xfrm>
        </p:spPr>
        <p:txBody>
          <a:bodyPr/>
          <a:lstStyle/>
          <a:p>
            <a:r>
              <a:rPr lang="en-US" dirty="0"/>
              <a:t>How to Present Information to Students</a:t>
            </a:r>
          </a:p>
        </p:txBody>
      </p:sp>
      <p:pic>
        <p:nvPicPr>
          <p:cNvPr id="25" name="Content Placeholder 24" descr="Sound icon&#10;">
            <a:extLst>
              <a:ext uri="{FF2B5EF4-FFF2-40B4-BE49-F238E27FC236}">
                <a16:creationId xmlns:a16="http://schemas.microsoft.com/office/drawing/2014/main" id="{2E7A5BED-41BD-4B6C-8148-37352B8C8051}"/>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85568" y="2351715"/>
            <a:ext cx="656737" cy="656737"/>
          </a:xfrm>
          <a:prstGeom prst="rect">
            <a:avLst/>
          </a:prstGeom>
        </p:spPr>
      </p:pic>
      <p:sp>
        <p:nvSpPr>
          <p:cNvPr id="9" name="TextBox 8">
            <a:extLst>
              <a:ext uri="{FF2B5EF4-FFF2-40B4-BE49-F238E27FC236}">
                <a16:creationId xmlns:a16="http://schemas.microsoft.com/office/drawing/2014/main" id="{3BDA3B08-04EC-4E3E-878B-9A7330C5E93D}"/>
              </a:ext>
            </a:extLst>
          </p:cNvPr>
          <p:cNvSpPr txBox="1"/>
          <p:nvPr/>
        </p:nvSpPr>
        <p:spPr>
          <a:xfrm>
            <a:off x="2174452" y="2471849"/>
            <a:ext cx="1476462" cy="369332"/>
          </a:xfrm>
          <a:prstGeom prst="rect">
            <a:avLst/>
          </a:prstGeom>
          <a:noFill/>
        </p:spPr>
        <p:txBody>
          <a:bodyPr wrap="square" rtlCol="0">
            <a:spAutoFit/>
          </a:bodyPr>
          <a:lstStyle/>
          <a:p>
            <a:r>
              <a:rPr lang="en-US" dirty="0"/>
              <a:t>Sound</a:t>
            </a:r>
          </a:p>
        </p:txBody>
      </p:sp>
      <p:pic>
        <p:nvPicPr>
          <p:cNvPr id="26" name="Picture 25" descr="Zoom Icon&#10;">
            <a:extLst>
              <a:ext uri="{FF2B5EF4-FFF2-40B4-BE49-F238E27FC236}">
                <a16:creationId xmlns:a16="http://schemas.microsoft.com/office/drawing/2014/main" id="{707FFA0D-E15A-4023-9293-FC3067CA718C}"/>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59607" y="3370333"/>
            <a:ext cx="708660" cy="609600"/>
          </a:xfrm>
          <a:prstGeom prst="rect">
            <a:avLst/>
          </a:prstGeom>
        </p:spPr>
      </p:pic>
      <p:sp>
        <p:nvSpPr>
          <p:cNvPr id="36" name="TextBox 35">
            <a:extLst>
              <a:ext uri="{FF2B5EF4-FFF2-40B4-BE49-F238E27FC236}">
                <a16:creationId xmlns:a16="http://schemas.microsoft.com/office/drawing/2014/main" id="{FC95E01F-4E67-4FDB-8AE0-037BE3D6E3E3}"/>
              </a:ext>
            </a:extLst>
          </p:cNvPr>
          <p:cNvSpPr txBox="1"/>
          <p:nvPr/>
        </p:nvSpPr>
        <p:spPr>
          <a:xfrm>
            <a:off x="2174452" y="3409319"/>
            <a:ext cx="1476462" cy="369332"/>
          </a:xfrm>
          <a:prstGeom prst="rect">
            <a:avLst/>
          </a:prstGeom>
          <a:noFill/>
        </p:spPr>
        <p:txBody>
          <a:bodyPr wrap="square" rtlCol="0">
            <a:spAutoFit/>
          </a:bodyPr>
          <a:lstStyle/>
          <a:p>
            <a:r>
              <a:rPr lang="en-US" dirty="0"/>
              <a:t>Video</a:t>
            </a:r>
          </a:p>
        </p:txBody>
      </p:sp>
      <p:pic>
        <p:nvPicPr>
          <p:cNvPr id="27" name="Picture 26" descr="Closed Captioning icon">
            <a:extLst>
              <a:ext uri="{FF2B5EF4-FFF2-40B4-BE49-F238E27FC236}">
                <a16:creationId xmlns:a16="http://schemas.microsoft.com/office/drawing/2014/main" id="{F86C6633-E07F-4005-8CC6-059936C8E856}"/>
              </a:ext>
            </a:extLst>
          </p:cNvPr>
          <p:cNvPicPr>
            <a:picLocks noChangeAspect="1"/>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838200" y="4341814"/>
            <a:ext cx="561975" cy="561975"/>
          </a:xfrm>
          <a:prstGeom prst="rect">
            <a:avLst/>
          </a:prstGeom>
        </p:spPr>
      </p:pic>
      <p:sp>
        <p:nvSpPr>
          <p:cNvPr id="37" name="TextBox 36">
            <a:extLst>
              <a:ext uri="{FF2B5EF4-FFF2-40B4-BE49-F238E27FC236}">
                <a16:creationId xmlns:a16="http://schemas.microsoft.com/office/drawing/2014/main" id="{F1531ADB-AA6E-4CB9-A654-4E0C58FF6F4E}"/>
              </a:ext>
            </a:extLst>
          </p:cNvPr>
          <p:cNvSpPr txBox="1"/>
          <p:nvPr/>
        </p:nvSpPr>
        <p:spPr>
          <a:xfrm>
            <a:off x="2178324" y="4419543"/>
            <a:ext cx="1974226" cy="369332"/>
          </a:xfrm>
          <a:prstGeom prst="rect">
            <a:avLst/>
          </a:prstGeom>
          <a:noFill/>
        </p:spPr>
        <p:txBody>
          <a:bodyPr wrap="square" rtlCol="0">
            <a:spAutoFit/>
          </a:bodyPr>
          <a:lstStyle/>
          <a:p>
            <a:r>
              <a:rPr lang="en-US" dirty="0"/>
              <a:t>Closed Captioning</a:t>
            </a:r>
          </a:p>
        </p:txBody>
      </p:sp>
      <p:pic>
        <p:nvPicPr>
          <p:cNvPr id="29" name="Picture 28" descr="Basic bar graph with no data">
            <a:extLst>
              <a:ext uri="{FF2B5EF4-FFF2-40B4-BE49-F238E27FC236}">
                <a16:creationId xmlns:a16="http://schemas.microsoft.com/office/drawing/2014/main" id="{D03551FE-5A71-44EF-BE35-DC907A9D4BD6}"/>
              </a:ext>
            </a:extLst>
          </p:cNvPr>
          <p:cNvPicPr>
            <a:picLocks noChangeAspect="1"/>
          </p:cNvPicPr>
          <p:nvPr/>
        </p:nvPicPr>
        <p:blipFill>
          <a:blip r:embed="rId8" cstate="print">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759607" y="5265670"/>
            <a:ext cx="735330" cy="638175"/>
          </a:xfrm>
          <a:prstGeom prst="rect">
            <a:avLst/>
          </a:prstGeom>
        </p:spPr>
      </p:pic>
      <p:sp>
        <p:nvSpPr>
          <p:cNvPr id="38" name="TextBox 37">
            <a:extLst>
              <a:ext uri="{FF2B5EF4-FFF2-40B4-BE49-F238E27FC236}">
                <a16:creationId xmlns:a16="http://schemas.microsoft.com/office/drawing/2014/main" id="{965759A5-4D9F-4A36-848A-0C865A2DB0C6}"/>
              </a:ext>
            </a:extLst>
          </p:cNvPr>
          <p:cNvSpPr txBox="1"/>
          <p:nvPr/>
        </p:nvSpPr>
        <p:spPr>
          <a:xfrm>
            <a:off x="2178323" y="5307291"/>
            <a:ext cx="2704069" cy="369332"/>
          </a:xfrm>
          <a:prstGeom prst="rect">
            <a:avLst/>
          </a:prstGeom>
          <a:noFill/>
        </p:spPr>
        <p:txBody>
          <a:bodyPr wrap="square" rtlCol="0">
            <a:spAutoFit/>
          </a:bodyPr>
          <a:lstStyle/>
          <a:p>
            <a:r>
              <a:rPr lang="en-US" dirty="0"/>
              <a:t>Graphs, Charts, Diagrams</a:t>
            </a:r>
          </a:p>
        </p:txBody>
      </p:sp>
      <p:pic>
        <p:nvPicPr>
          <p:cNvPr id="31" name="Content Placeholder 30" descr="PowerPoint logo">
            <a:extLst>
              <a:ext uri="{FF2B5EF4-FFF2-40B4-BE49-F238E27FC236}">
                <a16:creationId xmlns:a16="http://schemas.microsoft.com/office/drawing/2014/main" id="{7FAC8533-210C-4AD1-B930-FFDF109D3EE0}"/>
              </a:ext>
            </a:extLst>
          </p:cNvPr>
          <p:cNvPicPr>
            <a:picLocks noGrp="1" noChangeAspect="1"/>
          </p:cNvPicPr>
          <p:nvPr>
            <p:ph sz="half" idx="2"/>
          </p:nvPr>
        </p:nvPicPr>
        <p:blipFill>
          <a:blip r:embed="rId10" cstate="print">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7572264" y="2416141"/>
            <a:ext cx="569449" cy="527884"/>
          </a:xfrm>
          <a:prstGeom prst="rect">
            <a:avLst/>
          </a:prstGeom>
        </p:spPr>
      </p:pic>
      <p:sp>
        <p:nvSpPr>
          <p:cNvPr id="42" name="TextBox 41">
            <a:extLst>
              <a:ext uri="{FF2B5EF4-FFF2-40B4-BE49-F238E27FC236}">
                <a16:creationId xmlns:a16="http://schemas.microsoft.com/office/drawing/2014/main" id="{57BDE430-41A1-4CFF-9C06-70FF9E54781E}"/>
              </a:ext>
            </a:extLst>
          </p:cNvPr>
          <p:cNvSpPr txBox="1"/>
          <p:nvPr/>
        </p:nvSpPr>
        <p:spPr>
          <a:xfrm>
            <a:off x="8758107" y="2471849"/>
            <a:ext cx="2290194" cy="369332"/>
          </a:xfrm>
          <a:prstGeom prst="rect">
            <a:avLst/>
          </a:prstGeom>
          <a:noFill/>
        </p:spPr>
        <p:txBody>
          <a:bodyPr wrap="square" rtlCol="0">
            <a:spAutoFit/>
          </a:bodyPr>
          <a:lstStyle/>
          <a:p>
            <a:r>
              <a:rPr lang="en-US" dirty="0"/>
              <a:t>PowerPoint or Lecture</a:t>
            </a:r>
          </a:p>
        </p:txBody>
      </p:sp>
      <p:pic>
        <p:nvPicPr>
          <p:cNvPr id="32" name="Picture 31" descr="Closed book with play symbol on the front">
            <a:extLst>
              <a:ext uri="{FF2B5EF4-FFF2-40B4-BE49-F238E27FC236}">
                <a16:creationId xmlns:a16="http://schemas.microsoft.com/office/drawing/2014/main" id="{389D450C-24C5-42DC-9EAE-0DAF5CB2A7BB}"/>
              </a:ext>
            </a:extLst>
          </p:cNvPr>
          <p:cNvPicPr>
            <a:picLocks noChangeAspect="1"/>
          </p:cNvPicPr>
          <p:nvPr/>
        </p:nvPicPr>
        <p:blipFill rotWithShape="1">
          <a:blip r:embed="rId12" cstate="print">
            <a:extLst>
              <a:ext uri="{28A0092B-C50C-407E-A947-70E740481C1C}">
                <a14:useLocalDpi xmlns:a14="http://schemas.microsoft.com/office/drawing/2010/main" val="0"/>
              </a:ext>
              <a:ext uri="{837473B0-CC2E-450A-ABE3-18F120FF3D39}">
                <a1611:picAttrSrcUrl xmlns:a1611="http://schemas.microsoft.com/office/drawing/2016/11/main" r:id="rId13"/>
              </a:ext>
            </a:extLst>
          </a:blip>
          <a:srcRect l="17821" t="9901" r="11551" b="8911"/>
          <a:stretch/>
        </p:blipFill>
        <p:spPr bwMode="auto">
          <a:xfrm>
            <a:off x="7572264" y="3400178"/>
            <a:ext cx="504825" cy="579755"/>
          </a:xfrm>
          <a:prstGeom prst="rect">
            <a:avLst/>
          </a:prstGeom>
          <a:ln>
            <a:noFill/>
          </a:ln>
          <a:extLst>
            <a:ext uri="{53640926-AAD7-44D8-BBD7-CCE9431645EC}">
              <a14:shadowObscured xmlns:a14="http://schemas.microsoft.com/office/drawing/2010/main"/>
            </a:ext>
          </a:extLst>
        </p:spPr>
      </p:pic>
      <p:sp>
        <p:nvSpPr>
          <p:cNvPr id="41" name="TextBox 40">
            <a:extLst>
              <a:ext uri="{FF2B5EF4-FFF2-40B4-BE49-F238E27FC236}">
                <a16:creationId xmlns:a16="http://schemas.microsoft.com/office/drawing/2014/main" id="{AB9D7DA1-7A11-4441-B782-F87CC676CC9F}"/>
              </a:ext>
            </a:extLst>
          </p:cNvPr>
          <p:cNvSpPr txBox="1"/>
          <p:nvPr/>
        </p:nvSpPr>
        <p:spPr>
          <a:xfrm>
            <a:off x="8758107" y="3490467"/>
            <a:ext cx="1476461" cy="369332"/>
          </a:xfrm>
          <a:prstGeom prst="rect">
            <a:avLst/>
          </a:prstGeom>
          <a:noFill/>
        </p:spPr>
        <p:txBody>
          <a:bodyPr wrap="square" rtlCol="0">
            <a:spAutoFit/>
          </a:bodyPr>
          <a:lstStyle/>
          <a:p>
            <a:r>
              <a:rPr lang="en-US" dirty="0"/>
              <a:t>eBooks</a:t>
            </a:r>
          </a:p>
        </p:txBody>
      </p:sp>
      <p:pic>
        <p:nvPicPr>
          <p:cNvPr id="33" name="Graphic 48" descr="Outline of an open book">
            <a:extLst>
              <a:ext uri="{FF2B5EF4-FFF2-40B4-BE49-F238E27FC236}">
                <a16:creationId xmlns:a16="http://schemas.microsoft.com/office/drawing/2014/main" id="{319E75FC-C603-4BBC-BDF7-8DFB1FC15965}"/>
              </a:ext>
            </a:extLst>
          </p:cNvPr>
          <p:cNvPicPr>
            <a:picLocks noChangeAspect="1"/>
          </p:cNvPicPr>
          <p:nvPr/>
        </p:nvPicPr>
        <p:blipFill rotWithShape="1">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 uri="{837473B0-CC2E-450A-ABE3-18F120FF3D39}">
                <a1611:picAttrSrcUrl xmlns:a1611="http://schemas.microsoft.com/office/drawing/2016/11/main" r:id="rId16"/>
              </a:ext>
            </a:extLst>
          </a:blip>
          <a:srcRect l="10321" t="20641" b="19152"/>
          <a:stretch/>
        </p:blipFill>
        <p:spPr bwMode="auto">
          <a:xfrm>
            <a:off x="7465438" y="4373519"/>
            <a:ext cx="676275" cy="453390"/>
          </a:xfrm>
          <a:prstGeom prst="rect">
            <a:avLst/>
          </a:prstGeom>
          <a:ln>
            <a:noFill/>
          </a:ln>
          <a:extLst>
            <a:ext uri="{53640926-AAD7-44D8-BBD7-CCE9431645EC}">
              <a14:shadowObscured xmlns:a14="http://schemas.microsoft.com/office/drawing/2010/main"/>
            </a:ext>
          </a:extLst>
        </p:spPr>
      </p:pic>
      <p:sp>
        <p:nvSpPr>
          <p:cNvPr id="40" name="TextBox 39">
            <a:extLst>
              <a:ext uri="{FF2B5EF4-FFF2-40B4-BE49-F238E27FC236}">
                <a16:creationId xmlns:a16="http://schemas.microsoft.com/office/drawing/2014/main" id="{3AA0EC53-4C65-4225-9F86-B532C3973A3A}"/>
              </a:ext>
            </a:extLst>
          </p:cNvPr>
          <p:cNvSpPr txBox="1"/>
          <p:nvPr/>
        </p:nvSpPr>
        <p:spPr>
          <a:xfrm>
            <a:off x="8758107" y="4415548"/>
            <a:ext cx="1476462" cy="369332"/>
          </a:xfrm>
          <a:prstGeom prst="rect">
            <a:avLst/>
          </a:prstGeom>
          <a:noFill/>
        </p:spPr>
        <p:txBody>
          <a:bodyPr wrap="square" rtlCol="0">
            <a:spAutoFit/>
          </a:bodyPr>
          <a:lstStyle/>
          <a:p>
            <a:r>
              <a:rPr lang="en-US" dirty="0"/>
              <a:t>Books</a:t>
            </a:r>
          </a:p>
        </p:txBody>
      </p:sp>
      <p:pic>
        <p:nvPicPr>
          <p:cNvPr id="34" name="Picture 33" descr="Outline of an open magazine">
            <a:extLst>
              <a:ext uri="{FF2B5EF4-FFF2-40B4-BE49-F238E27FC236}">
                <a16:creationId xmlns:a16="http://schemas.microsoft.com/office/drawing/2014/main" id="{CFF12DEA-09D6-4AE7-9D23-8853FC1768E6}"/>
              </a:ext>
            </a:extLst>
          </p:cNvPr>
          <p:cNvPicPr>
            <a:picLocks noChangeAspect="1"/>
          </p:cNvPicPr>
          <p:nvPr/>
        </p:nvPicPr>
        <p:blipFill>
          <a:blip r:embed="rId17" cstate="print">
            <a:extLst>
              <a:ext uri="{28A0092B-C50C-407E-A947-70E740481C1C}">
                <a14:useLocalDpi xmlns:a14="http://schemas.microsoft.com/office/drawing/2010/main" val="0"/>
              </a:ext>
              <a:ext uri="{837473B0-CC2E-450A-ABE3-18F120FF3D39}">
                <a1611:picAttrSrcUrl xmlns:a1611="http://schemas.microsoft.com/office/drawing/2016/11/main" r:id="rId18"/>
              </a:ext>
            </a:extLst>
          </a:blip>
          <a:stretch>
            <a:fillRect/>
          </a:stretch>
        </p:blipFill>
        <p:spPr>
          <a:xfrm>
            <a:off x="7532430" y="5220495"/>
            <a:ext cx="542290" cy="542925"/>
          </a:xfrm>
          <a:prstGeom prst="rect">
            <a:avLst/>
          </a:prstGeom>
        </p:spPr>
      </p:pic>
      <p:sp>
        <p:nvSpPr>
          <p:cNvPr id="39" name="TextBox 38">
            <a:extLst>
              <a:ext uri="{FF2B5EF4-FFF2-40B4-BE49-F238E27FC236}">
                <a16:creationId xmlns:a16="http://schemas.microsoft.com/office/drawing/2014/main" id="{B300C942-B526-4E1A-836F-7D63CFD17E75}"/>
              </a:ext>
            </a:extLst>
          </p:cNvPr>
          <p:cNvSpPr txBox="1"/>
          <p:nvPr/>
        </p:nvSpPr>
        <p:spPr>
          <a:xfrm>
            <a:off x="8758107" y="5265670"/>
            <a:ext cx="1476462" cy="369332"/>
          </a:xfrm>
          <a:prstGeom prst="rect">
            <a:avLst/>
          </a:prstGeom>
          <a:noFill/>
        </p:spPr>
        <p:txBody>
          <a:bodyPr wrap="square" rtlCol="0">
            <a:spAutoFit/>
          </a:bodyPr>
          <a:lstStyle/>
          <a:p>
            <a:r>
              <a:rPr lang="en-US" dirty="0"/>
              <a:t>Magazines</a:t>
            </a:r>
          </a:p>
        </p:txBody>
      </p:sp>
      <p:sp>
        <p:nvSpPr>
          <p:cNvPr id="4" name="Slide Number Placeholder 3">
            <a:extLst>
              <a:ext uri="{FF2B5EF4-FFF2-40B4-BE49-F238E27FC236}">
                <a16:creationId xmlns:a16="http://schemas.microsoft.com/office/drawing/2014/main" id="{EC70F5C8-8FE9-4BE4-A1E0-B7FC978BE4A9}"/>
              </a:ext>
            </a:extLst>
          </p:cNvPr>
          <p:cNvSpPr>
            <a:spLocks noGrp="1"/>
          </p:cNvSpPr>
          <p:nvPr>
            <p:ph type="sldNum" sz="quarter" idx="12"/>
          </p:nvPr>
        </p:nvSpPr>
        <p:spPr/>
        <p:txBody>
          <a:bodyPr/>
          <a:lstStyle/>
          <a:p>
            <a:fld id="{E2D56C8B-F564-4051-AFED-A78F1C6A2F0E}" type="slidenum">
              <a:rPr lang="en-US" smtClean="0"/>
              <a:pPr/>
              <a:t>12</a:t>
            </a:fld>
            <a:endParaRPr lang="en-US" dirty="0"/>
          </a:p>
        </p:txBody>
      </p:sp>
    </p:spTree>
    <p:extLst>
      <p:ext uri="{BB962C8B-B14F-4D97-AF65-F5344CB8AC3E}">
        <p14:creationId xmlns:p14="http://schemas.microsoft.com/office/powerpoint/2010/main" val="1621391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A167991-EA4B-4E3C-A244-0463C97B984A}"/>
              </a:ext>
            </a:extLst>
          </p:cNvPr>
          <p:cNvSpPr>
            <a:spLocks noGrp="1"/>
          </p:cNvSpPr>
          <p:nvPr>
            <p:ph type="title"/>
          </p:nvPr>
        </p:nvSpPr>
        <p:spPr/>
        <p:txBody>
          <a:bodyPr/>
          <a:lstStyle/>
          <a:p>
            <a:r>
              <a:rPr lang="en-US" dirty="0"/>
              <a:t>Video: 4</a:t>
            </a:r>
            <a:r>
              <a:rPr lang="en-US" baseline="30000" dirty="0"/>
              <a:t>th</a:t>
            </a:r>
            <a:r>
              <a:rPr lang="en-US" dirty="0"/>
              <a:t> Grade Bilingual ELA 	</a:t>
            </a:r>
          </a:p>
        </p:txBody>
      </p:sp>
      <p:sp>
        <p:nvSpPr>
          <p:cNvPr id="7" name="Content Placeholder 6">
            <a:extLst>
              <a:ext uri="{FF2B5EF4-FFF2-40B4-BE49-F238E27FC236}">
                <a16:creationId xmlns:a16="http://schemas.microsoft.com/office/drawing/2014/main" id="{A7EF175F-8B9B-4BDF-B979-4F010DD2CBF6}"/>
              </a:ext>
            </a:extLst>
          </p:cNvPr>
          <p:cNvSpPr>
            <a:spLocks noGrp="1"/>
          </p:cNvSpPr>
          <p:nvPr>
            <p:ph idx="1"/>
          </p:nvPr>
        </p:nvSpPr>
        <p:spPr/>
        <p:txBody>
          <a:bodyPr>
            <a:normAutofit/>
          </a:bodyPr>
          <a:lstStyle/>
          <a:p>
            <a:pPr marL="0" indent="0">
              <a:buNone/>
            </a:pPr>
            <a:r>
              <a:rPr lang="en-US"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2"/>
              </a:rPr>
              <a:t>Video Example</a:t>
            </a:r>
            <a:endParaRPr lang="en-US" sz="4000" dirty="0"/>
          </a:p>
        </p:txBody>
      </p:sp>
      <p:sp>
        <p:nvSpPr>
          <p:cNvPr id="5" name="Slide Number Placeholder 4">
            <a:extLst>
              <a:ext uri="{FF2B5EF4-FFF2-40B4-BE49-F238E27FC236}">
                <a16:creationId xmlns:a16="http://schemas.microsoft.com/office/drawing/2014/main" id="{25933B98-2587-4E5D-A5FA-9639004CFD8E}"/>
              </a:ext>
            </a:extLst>
          </p:cNvPr>
          <p:cNvSpPr>
            <a:spLocks noGrp="1"/>
          </p:cNvSpPr>
          <p:nvPr>
            <p:ph type="sldNum" sz="quarter" idx="12"/>
          </p:nvPr>
        </p:nvSpPr>
        <p:spPr/>
        <p:txBody>
          <a:bodyPr/>
          <a:lstStyle/>
          <a:p>
            <a:fld id="{E2D56C8B-F564-4051-AFED-A78F1C6A2F0E}" type="slidenum">
              <a:rPr lang="en-US" smtClean="0"/>
              <a:t>13</a:t>
            </a:fld>
            <a:endParaRPr lang="en-US"/>
          </a:p>
        </p:txBody>
      </p:sp>
    </p:spTree>
    <p:extLst>
      <p:ext uri="{BB962C8B-B14F-4D97-AF65-F5344CB8AC3E}">
        <p14:creationId xmlns:p14="http://schemas.microsoft.com/office/powerpoint/2010/main" val="2141373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marR="0" indent="0">
              <a:lnSpc>
                <a:spcPct val="107000"/>
              </a:lnSpc>
              <a:spcBef>
                <a:spcPts val="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A PE teacher demonstrates how to effectively complete a free throw in basketball while explaining his process out loud.</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dirty="0">
                <a:effectLst/>
                <a:latin typeface="Calibri" panose="020F0502020204030204" pitchFamily="34" charset="0"/>
                <a:ea typeface="Calibri" panose="020F0502020204030204" pitchFamily="34" charset="0"/>
                <a:cs typeface="Arial" panose="020B0604020202020204" pitchFamily="34" charset="0"/>
              </a:rPr>
              <a:t>What modalities were used in the lesson? </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dirty="0">
                <a:effectLst/>
                <a:latin typeface="Calibri" panose="020F0502020204030204" pitchFamily="34" charset="0"/>
                <a:ea typeface="Calibri" panose="020F0502020204030204" pitchFamily="34" charset="0"/>
                <a:cs typeface="Arial" panose="020B0604020202020204" pitchFamily="34" charset="0"/>
              </a:rPr>
              <a:t>How might the teacher add two additional modalities to the lesson?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14</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XUX_Lesson X.XX_PPT_TEMPLATE" id="{F292ABBA-735D-46DE-9B1C-1ED03EE23A6F}" vid="{47570F0D-54DB-4FC7-92A5-A7A883415B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CXUX_Lesson X.XX_PPT_TEMPLATE</Template>
  <TotalTime>158</TotalTime>
  <Words>479</Words>
  <Application>Microsoft Office PowerPoint</Application>
  <PresentationFormat>Widescreen</PresentationFormat>
  <Paragraphs>86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Symbol</vt:lpstr>
      <vt:lpstr>Office Theme</vt:lpstr>
      <vt:lpstr>Instructional Practices| Unit 8: Planning for Diverse Learners| Lesson 8.07</vt:lpstr>
      <vt:lpstr>TEKS Standards &amp; Objectives</vt:lpstr>
      <vt:lpstr>Vocabulary</vt:lpstr>
      <vt:lpstr>Bellringer</vt:lpstr>
      <vt:lpstr>Introduction to Multiple Means of Representation</vt:lpstr>
      <vt:lpstr>Introduction to Multiple Means of Representation </vt:lpstr>
      <vt:lpstr>Multiple Means of Representation</vt:lpstr>
      <vt:lpstr>Video: UDLA Representation Perception</vt:lpstr>
      <vt:lpstr>Guideline: Perception</vt:lpstr>
      <vt:lpstr>Guideline: Perception </vt:lpstr>
      <vt:lpstr>Guideline: Perception  </vt:lpstr>
      <vt:lpstr>How to Present Information to Students</vt:lpstr>
      <vt:lpstr>Video: 4th Grade Bilingual ELA  </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8.07: Multiple Means of Representation and Options for Perception</dc:title>
  <dc:subject>Lesson 8.07: Multiple Means of Representation and Options for Perception</dc:subject>
  <dc:creator>Texas Education Agency</dc:creator>
  <cp:lastModifiedBy>London White</cp:lastModifiedBy>
  <cp:revision>2</cp:revision>
  <dcterms:created xsi:type="dcterms:W3CDTF">2022-09-17T16:30:16Z</dcterms:created>
  <dcterms:modified xsi:type="dcterms:W3CDTF">2023-08-31T05:39:42Z</dcterms:modified>
</cp:coreProperties>
</file>
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62" r:id="rId2"/>
    <p:sldId id="259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FB954D-4B36-439F-9FCF-2D3A6CF289AA}" v="5" dt="2022-09-18T05:07:51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60FB954D-4B36-439F-9FCF-2D3A6CF289AA}"/>
    <pc:docChg chg="undo custSel addSld delSld modSld">
      <pc:chgData name="White (she/her), Whitney" userId="65f39021-2f1d-4d8b-87dc-b123826f65bf" providerId="ADAL" clId="{60FB954D-4B36-439F-9FCF-2D3A6CF289AA}" dt="2022-09-18T05:37:54.984" v="20" actId="20577"/>
      <pc:docMkLst>
        <pc:docMk/>
      </pc:docMkLst>
      <pc:sldChg chg="del">
        <pc:chgData name="White (she/her), Whitney" userId="65f39021-2f1d-4d8b-87dc-b123826f65bf" providerId="ADAL" clId="{60FB954D-4B36-439F-9FCF-2D3A6CF289AA}" dt="2022-09-18T05:07:35.115" v="7" actId="2696"/>
        <pc:sldMkLst>
          <pc:docMk/>
          <pc:sldMk cId="1482277026" sldId="256"/>
        </pc:sldMkLst>
      </pc:sldChg>
      <pc:sldChg chg="modSp add mod">
        <pc:chgData name="White (she/her), Whitney" userId="65f39021-2f1d-4d8b-87dc-b123826f65bf" providerId="ADAL" clId="{60FB954D-4B36-439F-9FCF-2D3A6CF289AA}" dt="2022-09-18T05:37:54.984" v="20" actId="20577"/>
        <pc:sldMkLst>
          <pc:docMk/>
          <pc:sldMk cId="1499101298" sldId="262"/>
        </pc:sldMkLst>
        <pc:spChg chg="mod">
          <ac:chgData name="White (she/her), Whitney" userId="65f39021-2f1d-4d8b-87dc-b123826f65bf" providerId="ADAL" clId="{60FB954D-4B36-439F-9FCF-2D3A6CF289AA}" dt="2022-09-18T05:07:32.172" v="6" actId="20577"/>
          <ac:spMkLst>
            <pc:docMk/>
            <pc:sldMk cId="1499101298" sldId="262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60FB954D-4B36-439F-9FCF-2D3A6CF289AA}" dt="2022-09-18T05:37:54.984" v="20" actId="20577"/>
          <ac:spMkLst>
            <pc:docMk/>
            <pc:sldMk cId="1499101298" sldId="262"/>
            <ac:spMk id="3" creationId="{E0FBD98F-3A67-498E-8174-652040DD7B60}"/>
          </ac:spMkLst>
        </pc:spChg>
      </pc:sldChg>
    </pc:docChg>
  </pc:docChgLst>
  <pc:docChgLst>
    <pc:chgData name="White, Whitney" userId="65f39021-2f1d-4d8b-87dc-b123826f65bf" providerId="ADAL" clId="{1B5009BF-6B2E-495C-A0C2-D315EED74030}"/>
    <pc:docChg chg="undo redo custSel addSld delSld modSld sldOrd">
      <pc:chgData name="White, Whitney" userId="65f39021-2f1d-4d8b-87dc-b123826f65bf" providerId="ADAL" clId="{1B5009BF-6B2E-495C-A0C2-D315EED74030}" dt="2022-06-13T05:28:05.869" v="1720" actId="20577"/>
      <pc:docMkLst>
        <pc:docMk/>
      </pc:docMkLst>
      <pc:sldChg chg="modSp mod">
        <pc:chgData name="White, Whitney" userId="65f39021-2f1d-4d8b-87dc-b123826f65bf" providerId="ADAL" clId="{1B5009BF-6B2E-495C-A0C2-D315EED74030}" dt="2022-06-13T05:16:28.875" v="112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1B5009BF-6B2E-495C-A0C2-D315EED74030}" dt="2022-06-13T05:16:08.699" v="44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B5009BF-6B2E-495C-A0C2-D315EED74030}" dt="2022-06-13T05:16:28.875" v="11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Sp modSp mod">
        <pc:chgData name="White, Whitney" userId="65f39021-2f1d-4d8b-87dc-b123826f65bf" providerId="ADAL" clId="{1B5009BF-6B2E-495C-A0C2-D315EED74030}" dt="2022-06-13T05:20:47.940" v="656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1B5009BF-6B2E-495C-A0C2-D315EED74030}" dt="2022-06-13T05:20:47.940" v="656" actId="20577"/>
          <ac:spMkLst>
            <pc:docMk/>
            <pc:sldMk cId="4071305681" sldId="258"/>
            <ac:spMk id="3" creationId="{392BE286-77A6-49DD-B15D-7E4718D52FE7}"/>
          </ac:spMkLst>
        </pc:spChg>
        <pc:spChg chg="del">
          <ac:chgData name="White, Whitney" userId="65f39021-2f1d-4d8b-87dc-b123826f65bf" providerId="ADAL" clId="{1B5009BF-6B2E-495C-A0C2-D315EED74030}" dt="2022-06-13T05:17:51.612" v="359" actId="478"/>
          <ac:spMkLst>
            <pc:docMk/>
            <pc:sldMk cId="4071305681" sldId="258"/>
            <ac:spMk id="4" creationId="{86451B0D-5AB4-49BF-9B29-498829F37A5E}"/>
          </ac:spMkLst>
        </pc:spChg>
      </pc:sldChg>
      <pc:sldChg chg="delSp modSp mod ord">
        <pc:chgData name="White, Whitney" userId="65f39021-2f1d-4d8b-87dc-b123826f65bf" providerId="ADAL" clId="{1B5009BF-6B2E-495C-A0C2-D315EED74030}" dt="2022-06-13T05:17:48.949" v="358" actId="478"/>
        <pc:sldMkLst>
          <pc:docMk/>
          <pc:sldMk cId="2772527113" sldId="259"/>
        </pc:sldMkLst>
        <pc:spChg chg="mod">
          <ac:chgData name="White, Whitney" userId="65f39021-2f1d-4d8b-87dc-b123826f65bf" providerId="ADAL" clId="{1B5009BF-6B2E-495C-A0C2-D315EED74030}" dt="2022-06-13T05:17:43.606" v="357" actId="20577"/>
          <ac:spMkLst>
            <pc:docMk/>
            <pc:sldMk cId="2772527113" sldId="259"/>
            <ac:spMk id="3" creationId="{8CE08C7F-0286-423B-92F7-DEB89F31111A}"/>
          </ac:spMkLst>
        </pc:spChg>
        <pc:spChg chg="del">
          <ac:chgData name="White, Whitney" userId="65f39021-2f1d-4d8b-87dc-b123826f65bf" providerId="ADAL" clId="{1B5009BF-6B2E-495C-A0C2-D315EED74030}" dt="2022-06-13T05:17:48.949" v="358" actId="478"/>
          <ac:spMkLst>
            <pc:docMk/>
            <pc:sldMk cId="2772527113" sldId="259"/>
            <ac:spMk id="4" creationId="{6156ADCE-AD69-4BAF-A0B5-1FBCA650BF7B}"/>
          </ac:spMkLst>
        </pc:spChg>
      </pc:sldChg>
      <pc:sldChg chg="delSp modSp mod">
        <pc:chgData name="White, Whitney" userId="65f39021-2f1d-4d8b-87dc-b123826f65bf" providerId="ADAL" clId="{1B5009BF-6B2E-495C-A0C2-D315EED74030}" dt="2022-06-13T05:28:05.869" v="1720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B5009BF-6B2E-495C-A0C2-D315EED74030}" dt="2022-06-13T05:28:05.869" v="1720" actId="20577"/>
          <ac:spMkLst>
            <pc:docMk/>
            <pc:sldMk cId="2147408764" sldId="260"/>
            <ac:spMk id="3" creationId="{49F2A5AF-3C0B-4968-A438-E435325199EA}"/>
          </ac:spMkLst>
        </pc:spChg>
        <pc:spChg chg="del">
          <ac:chgData name="White, Whitney" userId="65f39021-2f1d-4d8b-87dc-b123826f65bf" providerId="ADAL" clId="{1B5009BF-6B2E-495C-A0C2-D315EED74030}" dt="2022-06-13T05:17:54.980" v="360" actId="478"/>
          <ac:spMkLst>
            <pc:docMk/>
            <pc:sldMk cId="2147408764" sldId="260"/>
            <ac:spMk id="4" creationId="{096A50DB-6BBE-470E-8204-84AB046317B8}"/>
          </ac:spMkLst>
        </pc:spChg>
      </pc:sldChg>
      <pc:sldChg chg="modSp add mod">
        <pc:chgData name="White, Whitney" userId="65f39021-2f1d-4d8b-87dc-b123826f65bf" providerId="ADAL" clId="{1B5009BF-6B2E-495C-A0C2-D315EED74030}" dt="2022-06-13T05:24:12.070" v="1217" actId="113"/>
        <pc:sldMkLst>
          <pc:docMk/>
          <pc:sldMk cId="2030810029" sldId="261"/>
        </pc:sldMkLst>
        <pc:spChg chg="mod">
          <ac:chgData name="White, Whitney" userId="65f39021-2f1d-4d8b-87dc-b123826f65bf" providerId="ADAL" clId="{1B5009BF-6B2E-495C-A0C2-D315EED74030}" dt="2022-06-13T05:21:16.565" v="712" actId="20577"/>
          <ac:spMkLst>
            <pc:docMk/>
            <pc:sldMk cId="2030810029" sldId="261"/>
            <ac:spMk id="2" creationId="{2F03F004-EE4F-44F2-AA0E-56B8CFF11342}"/>
          </ac:spMkLst>
        </pc:spChg>
        <pc:spChg chg="mod">
          <ac:chgData name="White, Whitney" userId="65f39021-2f1d-4d8b-87dc-b123826f65bf" providerId="ADAL" clId="{1B5009BF-6B2E-495C-A0C2-D315EED74030}" dt="2022-06-13T05:24:12.070" v="1217" actId="113"/>
          <ac:spMkLst>
            <pc:docMk/>
            <pc:sldMk cId="2030810029" sldId="261"/>
            <ac:spMk id="3" creationId="{392BE286-77A6-49DD-B15D-7E4718D52FE7}"/>
          </ac:spMkLst>
        </pc:spChg>
      </pc:sldChg>
      <pc:sldChg chg="modSp add del mod">
        <pc:chgData name="White, Whitney" userId="65f39021-2f1d-4d8b-87dc-b123826f65bf" providerId="ADAL" clId="{1B5009BF-6B2E-495C-A0C2-D315EED74030}" dt="2022-06-13T05:27:14.465" v="1464" actId="47"/>
        <pc:sldMkLst>
          <pc:docMk/>
          <pc:sldMk cId="3381871751" sldId="262"/>
        </pc:sldMkLst>
        <pc:spChg chg="mod">
          <ac:chgData name="White, Whitney" userId="65f39021-2f1d-4d8b-87dc-b123826f65bf" providerId="ADAL" clId="{1B5009BF-6B2E-495C-A0C2-D315EED74030}" dt="2022-06-13T05:25:29.293" v="1266" actId="20577"/>
          <ac:spMkLst>
            <pc:docMk/>
            <pc:sldMk cId="3381871751" sldId="262"/>
            <ac:spMk id="2" creationId="{2F03F004-EE4F-44F2-AA0E-56B8CFF11342}"/>
          </ac:spMkLst>
        </pc:spChg>
        <pc:spChg chg="mod">
          <ac:chgData name="White, Whitney" userId="65f39021-2f1d-4d8b-87dc-b123826f65bf" providerId="ADAL" clId="{1B5009BF-6B2E-495C-A0C2-D315EED74030}" dt="2022-06-13T05:26:24.123" v="1463" actId="20577"/>
          <ac:spMkLst>
            <pc:docMk/>
            <pc:sldMk cId="3381871751" sldId="262"/>
            <ac:spMk id="3" creationId="{392BE286-77A6-49DD-B15D-7E4718D52FE7}"/>
          </ac:spMkLst>
        </pc:spChg>
      </pc:sldChg>
      <pc:sldChg chg="add del">
        <pc:chgData name="White, Whitney" userId="65f39021-2f1d-4d8b-87dc-b123826f65bf" providerId="ADAL" clId="{1B5009BF-6B2E-495C-A0C2-D315EED74030}" dt="2022-06-13T05:27:15.765" v="1465" actId="47"/>
        <pc:sldMkLst>
          <pc:docMk/>
          <pc:sldMk cId="2101300230" sldId="263"/>
        </pc:sldMkLst>
      </pc:sldChg>
      <pc:sldChg chg="add del">
        <pc:chgData name="White, Whitney" userId="65f39021-2f1d-4d8b-87dc-b123826f65bf" providerId="ADAL" clId="{1B5009BF-6B2E-495C-A0C2-D315EED74030}" dt="2022-06-13T05:27:20.483" v="1466" actId="47"/>
        <pc:sldMkLst>
          <pc:docMk/>
          <pc:sldMk cId="4136757628" sldId="264"/>
        </pc:sldMkLst>
      </pc:sldChg>
    </pc:docChg>
  </pc:docChgLst>
  <pc:docChgLst>
    <pc:chgData name="Gupta, Swati" userId="a3cadf42-9970-41e5-bb67-4a4dd3e8759e" providerId="ADAL" clId="{1175A794-129F-4030-93E7-B2CD18F3DFB3}"/>
    <pc:docChg chg="undo custSel addSld delSld modSld modMainMaster">
      <pc:chgData name="Gupta, Swati" userId="a3cadf42-9970-41e5-bb67-4a4dd3e8759e" providerId="ADAL" clId="{1175A794-129F-4030-93E7-B2CD18F3DFB3}" dt="2022-05-09T20:48:02.166" v="449" actId="47"/>
      <pc:docMkLst>
        <pc:docMk/>
      </pc:docMkLst>
      <pc:sldChg chg="modSp">
        <pc:chgData name="Gupta, Swati" userId="a3cadf42-9970-41e5-bb67-4a4dd3e8759e" providerId="ADAL" clId="{1175A794-129F-4030-93E7-B2CD18F3DFB3}" dt="2022-05-09T20:34:28.647" v="376"/>
        <pc:sldMkLst>
          <pc:docMk/>
          <pc:sldMk cId="1482277026" sldId="256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3" creationId="{E0FBD98F-3A67-498E-8174-652040DD7B60}"/>
          </ac:spMkLst>
        </pc:spChg>
      </pc:sldChg>
      <pc:sldChg chg="modSp new mod">
        <pc:chgData name="Gupta, Swati" userId="a3cadf42-9970-41e5-bb67-4a4dd3e8759e" providerId="ADAL" clId="{1175A794-129F-4030-93E7-B2CD18F3DFB3}" dt="2022-05-09T20:47:15.084" v="447" actId="20577"/>
        <pc:sldMkLst>
          <pc:docMk/>
          <pc:sldMk cId="2875402532" sldId="257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2" creationId="{CA1EE61B-138F-43A4-8B56-5EF03A58679B}"/>
          </ac:spMkLst>
        </pc:spChg>
        <pc:spChg chg="mod">
          <ac:chgData name="Gupta, Swati" userId="a3cadf42-9970-41e5-bb67-4a4dd3e8759e" providerId="ADAL" clId="{1175A794-129F-4030-93E7-B2CD18F3DFB3}" dt="2022-05-09T20:47:15.084" v="447" actId="20577"/>
          <ac:spMkLst>
            <pc:docMk/>
            <pc:sldMk cId="2875402532" sldId="257"/>
            <ac:spMk id="3" creationId="{81FE1C6D-F36E-48C2-992F-AFB21F6BE7E7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4" creationId="{65501AFF-23E0-4DC7-A670-5487F12FC4DF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5" creationId="{E771288C-B13A-490D-9B00-790E8D5BC0CB}"/>
          </ac:spMkLst>
        </pc:spChg>
      </pc:sldChg>
      <pc:sldChg chg="new del">
        <pc:chgData name="Gupta, Swati" userId="a3cadf42-9970-41e5-bb67-4a4dd3e8759e" providerId="ADAL" clId="{1175A794-129F-4030-93E7-B2CD18F3DFB3}" dt="2022-05-09T20:48:02.166" v="449" actId="47"/>
        <pc:sldMkLst>
          <pc:docMk/>
          <pc:sldMk cId="1059394166" sldId="258"/>
        </pc:sldMkLst>
      </pc:sldChg>
      <pc:sldChg chg="new del">
        <pc:chgData name="Gupta, Swati" userId="a3cadf42-9970-41e5-bb67-4a4dd3e8759e" providerId="ADAL" clId="{1175A794-129F-4030-93E7-B2CD18F3DFB3}" dt="2022-05-09T20:37:32.625" v="397" actId="47"/>
        <pc:sldMkLst>
          <pc:docMk/>
          <pc:sldMk cId="2138312952" sldId="258"/>
        </pc:sldMkLst>
      </pc:sldChg>
      <pc:sldMasterChg chg="delSldLayout modSldLayout">
        <pc:chgData name="Gupta, Swati" userId="a3cadf42-9970-41e5-bb67-4a4dd3e8759e" providerId="ADAL" clId="{1175A794-129F-4030-93E7-B2CD18F3DFB3}" dt="2022-05-09T20:36:37.876" v="395" actId="170"/>
        <pc:sldMasterMkLst>
          <pc:docMk/>
          <pc:sldMasterMk cId="3955077458" sldId="2147483648"/>
        </pc:sldMasterMkLst>
        <pc:sldLayoutChg chg="modSp mod">
          <pc:chgData name="Gupta, Swati" userId="a3cadf42-9970-41e5-bb67-4a4dd3e8759e" providerId="ADAL" clId="{1175A794-129F-4030-93E7-B2CD18F3DFB3}" dt="2022-05-09T20:36:37.876" v="395" actId="170"/>
          <pc:sldLayoutMkLst>
            <pc:docMk/>
            <pc:sldMasterMk cId="3955077458" sldId="2147483648"/>
            <pc:sldLayoutMk cId="1960563727" sldId="2147483649"/>
          </pc:sldLayoutMkLst>
          <pc:spChg chg="mod">
            <ac:chgData name="Gupta, Swati" userId="a3cadf42-9970-41e5-bb67-4a4dd3e8759e" providerId="ADAL" clId="{1175A794-129F-4030-93E7-B2CD18F3DFB3}" dt="2022-05-09T20:26:50.607" v="47" actId="6549"/>
            <ac:spMkLst>
              <pc:docMk/>
              <pc:sldMasterMk cId="3955077458" sldId="2147483648"/>
              <pc:sldLayoutMk cId="1960563727" sldId="2147483649"/>
              <ac:spMk id="2" creationId="{550E4FD1-C863-4F6C-BC67-9529A3DF2F59}"/>
            </ac:spMkLst>
          </pc:spChg>
          <pc:spChg chg="mod">
            <ac:chgData name="Gupta, Swati" userId="a3cadf42-9970-41e5-bb67-4a4dd3e8759e" providerId="ADAL" clId="{1175A794-129F-4030-93E7-B2CD18F3DFB3}" dt="2022-05-09T20:26:38.010" v="46" actId="20577"/>
            <ac:spMkLst>
              <pc:docMk/>
              <pc:sldMasterMk cId="3955077458" sldId="2147483648"/>
              <pc:sldLayoutMk cId="1960563727" sldId="2147483649"/>
              <ac:spMk id="3" creationId="{5F02A33A-B5BD-43C3-902B-F6F09D5D238A}"/>
            </ac:spMkLst>
          </pc:spChg>
          <pc:spChg chg="mod">
            <ac:chgData name="Gupta, Swati" userId="a3cadf42-9970-41e5-bb67-4a4dd3e8759e" providerId="ADAL" clId="{1175A794-129F-4030-93E7-B2CD18F3DFB3}" dt="2022-05-09T20:27:13.169" v="69" actId="20577"/>
            <ac:spMkLst>
              <pc:docMk/>
              <pc:sldMasterMk cId="3955077458" sldId="2147483648"/>
              <pc:sldLayoutMk cId="1960563727" sldId="2147483649"/>
              <ac:spMk id="4" creationId="{AD677D06-A159-4AA2-93DA-1C52F18ECBD7}"/>
            </ac:spMkLst>
          </pc:spChg>
          <pc:picChg chg="mod ord">
            <ac:chgData name="Gupta, Swati" userId="a3cadf42-9970-41e5-bb67-4a4dd3e8759e" providerId="ADAL" clId="{1175A794-129F-4030-93E7-B2CD18F3DFB3}" dt="2022-05-09T20:36:37.876" v="395" actId="170"/>
            <ac:picMkLst>
              <pc:docMk/>
              <pc:sldMasterMk cId="3955077458" sldId="2147483648"/>
              <pc:sldLayoutMk cId="1960563727" sldId="2147483649"/>
              <ac:picMk id="8" creationId="{253E1ECF-C55D-47F6-BD1B-E5CFD8AC6DC2}"/>
            </ac:picMkLst>
          </pc:picChg>
          <pc:picChg chg="mod">
            <ac:chgData name="Gupta, Swati" userId="a3cadf42-9970-41e5-bb67-4a4dd3e8759e" providerId="ADAL" clId="{1175A794-129F-4030-93E7-B2CD18F3DFB3}" dt="2022-05-09T20:31:00.660" v="279" actId="962"/>
            <ac:picMkLst>
              <pc:docMk/>
              <pc:sldMasterMk cId="3955077458" sldId="2147483648"/>
              <pc:sldLayoutMk cId="1960563727" sldId="2147483649"/>
              <ac:picMk id="9" creationId="{659EBB25-66A1-4A3B-BD33-7EA229672757}"/>
            </ac:picMkLst>
          </pc:picChg>
        </pc:sldLayoutChg>
        <pc:sldLayoutChg chg="delSp modSp mod">
          <pc:chgData name="Gupta, Swati" userId="a3cadf42-9970-41e5-bb67-4a4dd3e8759e" providerId="ADAL" clId="{1175A794-129F-4030-93E7-B2CD18F3DFB3}" dt="2022-05-09T20:36:28.380" v="394" actId="167"/>
          <pc:sldLayoutMkLst>
            <pc:docMk/>
            <pc:sldMasterMk cId="3955077458" sldId="2147483648"/>
            <pc:sldLayoutMk cId="866395689" sldId="2147483650"/>
          </pc:sldLayoutMkLst>
          <pc:spChg chg="mod">
            <ac:chgData name="Gupta, Swati" userId="a3cadf42-9970-41e5-bb67-4a4dd3e8759e" providerId="ADAL" clId="{1175A794-129F-4030-93E7-B2CD18F3DFB3}" dt="2022-05-09T20:27:29.071" v="76" actId="20577"/>
            <ac:spMkLst>
              <pc:docMk/>
              <pc:sldMasterMk cId="3955077458" sldId="2147483648"/>
              <pc:sldLayoutMk cId="866395689" sldId="2147483650"/>
              <ac:spMk id="4" creationId="{1D2676C1-1BAD-4C95-93B1-0521C6096717}"/>
            </ac:spMkLst>
          </pc:spChg>
          <pc:spChg chg="del">
            <ac:chgData name="Gupta, Swati" userId="a3cadf42-9970-41e5-bb67-4a4dd3e8759e" providerId="ADAL" clId="{1175A794-129F-4030-93E7-B2CD18F3DFB3}" dt="2022-05-09T20:27:21.633" v="70" actId="478"/>
            <ac:spMkLst>
              <pc:docMk/>
              <pc:sldMasterMk cId="3955077458" sldId="2147483648"/>
              <pc:sldLayoutMk cId="866395689" sldId="2147483650"/>
              <ac:spMk id="5" creationId="{723DF8FD-2FB5-4F5A-97DC-4D56EFF6E6BB}"/>
            </ac:spMkLst>
          </pc:spChg>
          <pc:spChg chg="mod">
            <ac:chgData name="Gupta, Swati" userId="a3cadf42-9970-41e5-bb67-4a4dd3e8759e" providerId="ADAL" clId="{1175A794-129F-4030-93E7-B2CD18F3DFB3}" dt="2022-05-09T20:25:47.868" v="2" actId="20577"/>
            <ac:spMkLst>
              <pc:docMk/>
              <pc:sldMasterMk cId="3955077458" sldId="2147483648"/>
              <pc:sldLayoutMk cId="866395689" sldId="2147483650"/>
              <ac:spMk id="6" creationId="{46950A59-130A-44A5-9168-67E5241BD61D}"/>
            </ac:spMkLst>
          </pc:spChg>
          <pc:picChg chg="mod ord">
            <ac:chgData name="Gupta, Swati" userId="a3cadf42-9970-41e5-bb67-4a4dd3e8759e" providerId="ADAL" clId="{1175A794-129F-4030-93E7-B2CD18F3DFB3}" dt="2022-05-09T20:36:24.843" v="393" actId="167"/>
            <ac:picMkLst>
              <pc:docMk/>
              <pc:sldMasterMk cId="3955077458" sldId="2147483648"/>
              <pc:sldLayoutMk cId="866395689" sldId="2147483650"/>
              <ac:picMk id="7" creationId="{5E0CFE64-7D39-43D0-AAFE-02B4F49538FD}"/>
            </ac:picMkLst>
          </pc:picChg>
          <pc:picChg chg="mod ord">
            <ac:chgData name="Gupta, Swati" userId="a3cadf42-9970-41e5-bb67-4a4dd3e8759e" providerId="ADAL" clId="{1175A794-129F-4030-93E7-B2CD18F3DFB3}" dt="2022-05-09T20:36:28.380" v="394" actId="167"/>
            <ac:picMkLst>
              <pc:docMk/>
              <pc:sldMasterMk cId="3955077458" sldId="2147483648"/>
              <pc:sldLayoutMk cId="866395689" sldId="2147483650"/>
              <ac:picMk id="9" creationId="{3952EC27-F26B-4322-BE1D-79E86DF93672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29:42.493" v="208" actId="2696"/>
          <pc:sldLayoutMkLst>
            <pc:docMk/>
            <pc:sldMasterMk cId="3955077458" sldId="2147483648"/>
            <pc:sldLayoutMk cId="1065787794" sldId="2147483651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21.009" v="392" actId="167"/>
          <pc:sldLayoutMkLst>
            <pc:docMk/>
            <pc:sldMasterMk cId="3955077458" sldId="2147483648"/>
            <pc:sldLayoutMk cId="6404041" sldId="2147483652"/>
          </pc:sldLayoutMkLst>
          <pc:spChg chg="del">
            <ac:chgData name="Gupta, Swati" userId="a3cadf42-9970-41e5-bb67-4a4dd3e8759e" providerId="ADAL" clId="{1175A794-129F-4030-93E7-B2CD18F3DFB3}" dt="2022-05-09T20:29:47.011" v="209" actId="478"/>
            <ac:spMkLst>
              <pc:docMk/>
              <pc:sldMasterMk cId="3955077458" sldId="2147483648"/>
              <pc:sldLayoutMk cId="6404041" sldId="2147483652"/>
              <ac:spMk id="6" creationId="{834DB673-8E3B-49FA-B8EE-4CA3CCE4267C}"/>
            </ac:spMkLst>
          </pc:spChg>
          <pc:picChg chg="add mod ord">
            <ac:chgData name="Gupta, Swati" userId="a3cadf42-9970-41e5-bb67-4a4dd3e8759e" providerId="ADAL" clId="{1175A794-129F-4030-93E7-B2CD18F3DFB3}" dt="2022-05-09T20:36:17.920" v="391" actId="167"/>
            <ac:picMkLst>
              <pc:docMk/>
              <pc:sldMasterMk cId="3955077458" sldId="2147483648"/>
              <pc:sldLayoutMk cId="6404041" sldId="2147483652"/>
              <ac:picMk id="8" creationId="{007F5972-B8BD-4624-B605-5D7E30461D9B}"/>
            </ac:picMkLst>
          </pc:picChg>
          <pc:picChg chg="add mod ord">
            <ac:chgData name="Gupta, Swati" userId="a3cadf42-9970-41e5-bb67-4a4dd3e8759e" providerId="ADAL" clId="{1175A794-129F-4030-93E7-B2CD18F3DFB3}" dt="2022-05-09T20:36:21.009" v="392" actId="167"/>
            <ac:picMkLst>
              <pc:docMk/>
              <pc:sldMasterMk cId="3955077458" sldId="2147483648"/>
              <pc:sldLayoutMk cId="6404041" sldId="2147483652"/>
              <ac:picMk id="9" creationId="{EB2BA44D-5463-4739-92DD-A12DF6D39EE3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1:58.442" v="368" actId="2696"/>
          <pc:sldLayoutMkLst>
            <pc:docMk/>
            <pc:sldMasterMk cId="3955077458" sldId="2147483648"/>
            <pc:sldLayoutMk cId="251332728" sldId="2147483653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13.905" v="390" actId="167"/>
          <pc:sldLayoutMkLst>
            <pc:docMk/>
            <pc:sldMasterMk cId="3955077458" sldId="2147483648"/>
            <pc:sldLayoutMk cId="2879760363" sldId="2147483654"/>
          </pc:sldLayoutMkLst>
          <pc:spChg chg="del">
            <ac:chgData name="Gupta, Swati" userId="a3cadf42-9970-41e5-bb67-4a4dd3e8759e" providerId="ADAL" clId="{1175A794-129F-4030-93E7-B2CD18F3DFB3}" dt="2022-05-09T20:32:20.943" v="370" actId="478"/>
            <ac:spMkLst>
              <pc:docMk/>
              <pc:sldMasterMk cId="3955077458" sldId="2147483648"/>
              <pc:sldLayoutMk cId="2879760363" sldId="2147483654"/>
              <ac:spMk id="4" creationId="{E602E473-F026-426E-B69B-C75E45BAA16A}"/>
            </ac:spMkLst>
          </pc:spChg>
          <pc:picChg chg="add mod ord">
            <ac:chgData name="Gupta, Swati" userId="a3cadf42-9970-41e5-bb67-4a4dd3e8759e" providerId="ADAL" clId="{1175A794-129F-4030-93E7-B2CD18F3DFB3}" dt="2022-05-09T20:36:11.302" v="389" actId="167"/>
            <ac:picMkLst>
              <pc:docMk/>
              <pc:sldMasterMk cId="3955077458" sldId="2147483648"/>
              <pc:sldLayoutMk cId="2879760363" sldId="2147483654"/>
              <ac:picMk id="6" creationId="{AFD2FB0B-28F4-4754-AC40-6EB57E165198}"/>
            </ac:picMkLst>
          </pc:picChg>
          <pc:picChg chg="add mod ord">
            <ac:chgData name="Gupta, Swati" userId="a3cadf42-9970-41e5-bb67-4a4dd3e8759e" providerId="ADAL" clId="{1175A794-129F-4030-93E7-B2CD18F3DFB3}" dt="2022-05-09T20:36:13.905" v="390" actId="167"/>
            <ac:picMkLst>
              <pc:docMk/>
              <pc:sldMasterMk cId="3955077458" sldId="2147483648"/>
              <pc:sldLayoutMk cId="2879760363" sldId="2147483654"/>
              <ac:picMk id="7" creationId="{ED6DCFE0-29AE-4AD0-BD08-B81AC0B7E71B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2:25.295" v="371" actId="2696"/>
          <pc:sldLayoutMkLst>
            <pc:docMk/>
            <pc:sldMasterMk cId="3955077458" sldId="2147483648"/>
            <pc:sldLayoutMk cId="1780436486" sldId="2147483655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06.828" v="388" actId="167"/>
          <pc:sldLayoutMkLst>
            <pc:docMk/>
            <pc:sldMasterMk cId="3955077458" sldId="2147483648"/>
            <pc:sldLayoutMk cId="339149044" sldId="2147483656"/>
          </pc:sldLayoutMkLst>
          <pc:spChg chg="del">
            <ac:chgData name="Gupta, Swati" userId="a3cadf42-9970-41e5-bb67-4a4dd3e8759e" providerId="ADAL" clId="{1175A794-129F-4030-93E7-B2CD18F3DFB3}" dt="2022-05-09T20:32:36.789" v="373" actId="478"/>
            <ac:spMkLst>
              <pc:docMk/>
              <pc:sldMasterMk cId="3955077458" sldId="2147483648"/>
              <pc:sldLayoutMk cId="339149044" sldId="2147483656"/>
              <ac:spMk id="6" creationId="{6E099699-7372-429C-8D7F-B60702B67CFB}"/>
            </ac:spMkLst>
          </pc:spChg>
          <pc:picChg chg="add mod ord">
            <ac:chgData name="Gupta, Swati" userId="a3cadf42-9970-41e5-bb67-4a4dd3e8759e" providerId="ADAL" clId="{1175A794-129F-4030-93E7-B2CD18F3DFB3}" dt="2022-05-09T20:36:03.969" v="387" actId="167"/>
            <ac:picMkLst>
              <pc:docMk/>
              <pc:sldMasterMk cId="3955077458" sldId="2147483648"/>
              <pc:sldLayoutMk cId="339149044" sldId="2147483656"/>
              <ac:picMk id="8" creationId="{D54A681B-39F8-4AF9-B518-FCFAA5D3B4FA}"/>
            </ac:picMkLst>
          </pc:picChg>
          <pc:picChg chg="add mod ord">
            <ac:chgData name="Gupta, Swati" userId="a3cadf42-9970-41e5-bb67-4a4dd3e8759e" providerId="ADAL" clId="{1175A794-129F-4030-93E7-B2CD18F3DFB3}" dt="2022-05-09T20:36:06.828" v="388" actId="167"/>
            <ac:picMkLst>
              <pc:docMk/>
              <pc:sldMasterMk cId="3955077458" sldId="2147483648"/>
              <pc:sldLayoutMk cId="339149044" sldId="2147483656"/>
              <ac:picMk id="9" creationId="{B5FAF1F7-69D1-48B7-B507-F3B679B89092}"/>
            </ac:picMkLst>
          </pc:picChg>
        </pc:sldLayoutChg>
        <pc:sldLayoutChg chg="addSp delSp modSp mod">
          <pc:chgData name="Gupta, Swati" userId="a3cadf42-9970-41e5-bb67-4a4dd3e8759e" providerId="ADAL" clId="{1175A794-129F-4030-93E7-B2CD18F3DFB3}" dt="2022-05-09T20:36:00.497" v="386" actId="167"/>
          <pc:sldLayoutMkLst>
            <pc:docMk/>
            <pc:sldMasterMk cId="3955077458" sldId="2147483648"/>
            <pc:sldLayoutMk cId="3819197707" sldId="2147483657"/>
          </pc:sldLayoutMkLst>
          <pc:spChg chg="del">
            <ac:chgData name="Gupta, Swati" userId="a3cadf42-9970-41e5-bb67-4a4dd3e8759e" providerId="ADAL" clId="{1175A794-129F-4030-93E7-B2CD18F3DFB3}" dt="2022-05-09T20:33:05.033" v="375" actId="478"/>
            <ac:spMkLst>
              <pc:docMk/>
              <pc:sldMasterMk cId="3955077458" sldId="2147483648"/>
              <pc:sldLayoutMk cId="3819197707" sldId="2147483657"/>
              <ac:spMk id="6" creationId="{45B692AF-B731-4CB6-A811-1DBCAC0E3A4C}"/>
            </ac:spMkLst>
          </pc:spChg>
          <pc:spChg chg="add del">
            <ac:chgData name="Gupta, Swati" userId="a3cadf42-9970-41e5-bb67-4a4dd3e8759e" providerId="ADAL" clId="{1175A794-129F-4030-93E7-B2CD18F3DFB3}" dt="2022-05-09T20:34:54.206" v="377" actId="11529"/>
            <ac:spMkLst>
              <pc:docMk/>
              <pc:sldMasterMk cId="3955077458" sldId="2147483648"/>
              <pc:sldLayoutMk cId="3819197707" sldId="2147483657"/>
              <ac:spMk id="10" creationId="{517E7A4D-2905-4CB8-ACEB-6B64081B6D81}"/>
            </ac:spMkLst>
          </pc:spChg>
          <pc:spChg chg="add del mod">
            <ac:chgData name="Gupta, Swati" userId="a3cadf42-9970-41e5-bb67-4a4dd3e8759e" providerId="ADAL" clId="{1175A794-129F-4030-93E7-B2CD18F3DFB3}" dt="2022-05-09T20:34:58.368" v="378" actId="478"/>
            <ac:spMkLst>
              <pc:docMk/>
              <pc:sldMasterMk cId="3955077458" sldId="2147483648"/>
              <pc:sldLayoutMk cId="3819197707" sldId="2147483657"/>
              <ac:spMk id="11" creationId="{00246E88-1C24-4759-9F70-0A57AAA72023}"/>
            </ac:spMkLst>
          </pc:spChg>
          <pc:picChg chg="add mod ord">
            <ac:chgData name="Gupta, Swati" userId="a3cadf42-9970-41e5-bb67-4a4dd3e8759e" providerId="ADAL" clId="{1175A794-129F-4030-93E7-B2CD18F3DFB3}" dt="2022-05-09T20:35:58.032" v="385" actId="167"/>
            <ac:picMkLst>
              <pc:docMk/>
              <pc:sldMasterMk cId="3955077458" sldId="2147483648"/>
              <pc:sldLayoutMk cId="3819197707" sldId="2147483657"/>
              <ac:picMk id="8" creationId="{25C4FCAD-219B-4F99-A83E-DA5126B57DE5}"/>
            </ac:picMkLst>
          </pc:picChg>
          <pc:picChg chg="add mod ord">
            <ac:chgData name="Gupta, Swati" userId="a3cadf42-9970-41e5-bb67-4a4dd3e8759e" providerId="ADAL" clId="{1175A794-129F-4030-93E7-B2CD18F3DFB3}" dt="2022-05-09T20:36:00.497" v="386" actId="167"/>
            <ac:picMkLst>
              <pc:docMk/>
              <pc:sldMasterMk cId="3955077458" sldId="2147483648"/>
              <pc:sldLayoutMk cId="3819197707" sldId="2147483657"/>
              <ac:picMk id="9" creationId="{E0EEECB2-4807-41E3-B2D3-991EE641007B}"/>
            </ac:picMkLst>
          </pc:picChg>
        </pc:sldLayoutChg>
      </pc:sldMasterChg>
    </pc:docChg>
  </pc:docChgLst>
  <pc:docChgLst>
    <pc:chgData name="White, Whitney" userId="65f39021-2f1d-4d8b-87dc-b123826f65bf" providerId="ADAL" clId="{F54A2E86-6A11-4DAE-84C6-E6AC17D2FBA8}"/>
    <pc:docChg chg="addSld delSld modSld">
      <pc:chgData name="White, Whitney" userId="65f39021-2f1d-4d8b-87dc-b123826f65bf" providerId="ADAL" clId="{F54A2E86-6A11-4DAE-84C6-E6AC17D2FBA8}" dt="2022-06-10T19:06:10.121" v="67" actId="2696"/>
      <pc:docMkLst>
        <pc:docMk/>
      </pc:docMkLst>
      <pc:sldChg chg="del">
        <pc:chgData name="White, Whitney" userId="65f39021-2f1d-4d8b-87dc-b123826f65bf" providerId="ADAL" clId="{F54A2E86-6A11-4DAE-84C6-E6AC17D2FBA8}" dt="2022-06-10T19:06:10.121" v="67" actId="2696"/>
        <pc:sldMkLst>
          <pc:docMk/>
          <pc:sldMk cId="2875402532" sldId="257"/>
        </pc:sldMkLst>
      </pc:sldChg>
      <pc:sldChg chg="modSp new mod">
        <pc:chgData name="White, Whitney" userId="65f39021-2f1d-4d8b-87dc-b123826f65bf" providerId="ADAL" clId="{F54A2E86-6A11-4DAE-84C6-E6AC17D2FBA8}" dt="2022-06-10T19:05:40.920" v="10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F54A2E86-6A11-4DAE-84C6-E6AC17D2FBA8}" dt="2022-06-10T19:05:40.920" v="10" actId="20577"/>
          <ac:spMkLst>
            <pc:docMk/>
            <pc:sldMk cId="4071305681" sldId="258"/>
            <ac:spMk id="2" creationId="{2F03F004-EE4F-44F2-AA0E-56B8CFF11342}"/>
          </ac:spMkLst>
        </pc:spChg>
      </pc:sldChg>
      <pc:sldChg chg="modSp new mod">
        <pc:chgData name="White, Whitney" userId="65f39021-2f1d-4d8b-87dc-b123826f65bf" providerId="ADAL" clId="{F54A2E86-6A11-4DAE-84C6-E6AC17D2FBA8}" dt="2022-06-10T19:05:59.363" v="5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F54A2E86-6A11-4DAE-84C6-E6AC17D2FBA8}" dt="2022-06-10T19:05:59.363" v="54" actId="20577"/>
          <ac:spMkLst>
            <pc:docMk/>
            <pc:sldMk cId="2772527113" sldId="259"/>
            <ac:spMk id="2" creationId="{B4A3C58C-DC1D-4BDF-8706-48D86266F7FD}"/>
          </ac:spMkLst>
        </pc:spChg>
      </pc:sldChg>
      <pc:sldChg chg="modSp new mod">
        <pc:chgData name="White, Whitney" userId="65f39021-2f1d-4d8b-87dc-b123826f65bf" providerId="ADAL" clId="{F54A2E86-6A11-4DAE-84C6-E6AC17D2FBA8}" dt="2022-06-10T19:06:04.598" v="6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F54A2E86-6A11-4DAE-84C6-E6AC17D2FBA8}" dt="2022-06-10T19:06:04.598" v="66" actId="20577"/>
          <ac:spMkLst>
            <pc:docMk/>
            <pc:sldMk cId="2147408764" sldId="260"/>
            <ac:spMk id="2" creationId="{9AFB837C-3E07-4129-B371-9F5CA97D56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45DF0-00B2-468D-ADF1-6351EEFB9CD7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0A4456-6D77-4237-8218-40872579093E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0EFE5-A68C-4E4B-9D40-F26D6ED979C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6.08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Scaffolding a Lesson | Modeling</a:t>
            </a:r>
            <a:r>
              <a:rPr lang="en-US" sz="6000"/>
              <a:t>, Part I</a:t>
            </a:r>
            <a:endParaRPr lang="en-US" sz="6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BA57C-9FE0-467B-3475-85DB3418F3AB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10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TEKS: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0" indent="0">
              <a:buNone/>
            </a:pPr>
            <a:r>
              <a:rPr lang="en-US" dirty="0"/>
              <a:t>…evaluate the modeling within a lesson based on characteristics of effective modeling.</a:t>
            </a:r>
          </a:p>
          <a:p>
            <a:pPr marL="0" indent="0">
              <a:buNone/>
            </a:pPr>
            <a:r>
              <a:rPr lang="en-US" dirty="0"/>
              <a:t>…demonstrate understanding of modeling through practical application.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7D31D-3C4D-4F5C-A388-CC3AF44F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Read the scenario below. Evaluate Mr. Pope’s instruction based on the success criteria for effective modeling and record your findings in the table in your Student Guide.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Criteria for Successful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When modeling a concept or skill, a teacher must: </a:t>
            </a:r>
          </a:p>
          <a:p>
            <a:r>
              <a:rPr lang="en-US" dirty="0"/>
              <a:t>Break down the skill into learnable steps</a:t>
            </a:r>
          </a:p>
          <a:p>
            <a:r>
              <a:rPr lang="en-US" dirty="0"/>
              <a:t>Visually demonstrate the steps as students watch</a:t>
            </a:r>
          </a:p>
          <a:p>
            <a:r>
              <a:rPr lang="en-US" dirty="0"/>
              <a:t>Think Aloud=Verbally explain what the student is seeing as you model</a:t>
            </a:r>
          </a:p>
          <a:p>
            <a:r>
              <a:rPr lang="en-US" dirty="0"/>
              <a:t>Make important connections between the steps</a:t>
            </a:r>
          </a:p>
          <a:p>
            <a:r>
              <a:rPr lang="en-US" dirty="0"/>
              <a:t>Check for student understanding along the way and re-model steps as necessary</a:t>
            </a:r>
          </a:p>
          <a:p>
            <a:r>
              <a:rPr lang="en-US" dirty="0"/>
              <a:t>Ensure pacing is just the right speed</a:t>
            </a:r>
          </a:p>
          <a:p>
            <a:r>
              <a:rPr lang="en-US" dirty="0"/>
              <a:t>Allow opportunities for students to ask questions and get clarification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81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Reflect on your own delivery of instruction. How well do you think your model aligned to the success criteria? Use the graphic organizer in your Student Guide to self-assess your modeling. Support your responses with evidence.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BE154-4C0D-48FA-BB92-9E83DBB9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229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Instructional Practices| Unit 6: Instructional Alignment| Lesson 6.08</vt:lpstr>
      <vt:lpstr>TEKS Standards &amp; Objectives</vt:lpstr>
      <vt:lpstr>Bellringer</vt:lpstr>
      <vt:lpstr>Review: Criteria for Successful Modeling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6.08: Scaffolding a Lesson | Modeling</dc:title>
  <dc:subject>Lesson 6.08: Scaffolding a Lesson | Modeling</dc:subject>
  <dc:creator>Texas Education Agency</dc:creator>
  <cp:lastModifiedBy>London White</cp:lastModifiedBy>
  <cp:revision>3</cp:revision>
  <dcterms:created xsi:type="dcterms:W3CDTF">2022-05-09T19:40:20Z</dcterms:created>
  <dcterms:modified xsi:type="dcterms:W3CDTF">2023-08-31T04:40:16Z</dcterms:modified>
</cp:coreProperties>
</file>
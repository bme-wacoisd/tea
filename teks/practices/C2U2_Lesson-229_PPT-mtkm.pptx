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9" r:id="rId3"/>
    <p:sldId id="258" r:id="rId4"/>
    <p:sldId id="261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4C24BE-651F-425A-802B-F36AF7AA6001}" v="1" dt="2023-08-31T01:25:36.0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 (she/her), Whitney" userId="65f39021-2f1d-4d8b-87dc-b123826f65bf" providerId="ADAL" clId="{A44C24BE-651F-425A-802B-F36AF7AA6001}"/>
    <pc:docChg chg="modSld">
      <pc:chgData name="White (she/her), Whitney" userId="65f39021-2f1d-4d8b-87dc-b123826f65bf" providerId="ADAL" clId="{A44C24BE-651F-425A-802B-F36AF7AA6001}" dt="2023-08-31T01:25:38.751" v="6" actId="1076"/>
      <pc:docMkLst>
        <pc:docMk/>
      </pc:docMkLst>
      <pc:sldChg chg="addSp modSp mod">
        <pc:chgData name="White (she/her), Whitney" userId="65f39021-2f1d-4d8b-87dc-b123826f65bf" providerId="ADAL" clId="{A44C24BE-651F-425A-802B-F36AF7AA6001}" dt="2023-08-31T01:25:38.751" v="6" actId="1076"/>
        <pc:sldMkLst>
          <pc:docMk/>
          <pc:sldMk cId="1482277026" sldId="256"/>
        </pc:sldMkLst>
        <pc:spChg chg="mod">
          <ac:chgData name="White (she/her), Whitney" userId="65f39021-2f1d-4d8b-87dc-b123826f65bf" providerId="ADAL" clId="{A44C24BE-651F-425A-802B-F36AF7AA6001}" dt="2023-08-31T01:25:35.024" v="4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A44C24BE-651F-425A-802B-F36AF7AA6001}" dt="2023-08-31T01:25:38.751" v="6" actId="1076"/>
          <ac:spMkLst>
            <pc:docMk/>
            <pc:sldMk cId="1482277026" sldId="256"/>
            <ac:spMk id="4" creationId="{6F0835A6-41BE-90CF-0819-12F2719E8A9E}"/>
          </ac:spMkLst>
        </pc:spChg>
      </pc:sldChg>
      <pc:sldChg chg="modSp mod">
        <pc:chgData name="White (she/her), Whitney" userId="65f39021-2f1d-4d8b-87dc-b123826f65bf" providerId="ADAL" clId="{A44C24BE-651F-425A-802B-F36AF7AA6001}" dt="2023-08-31T01:25:31.479" v="3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A44C24BE-651F-425A-802B-F36AF7AA6001}" dt="2023-08-31T01:25:31.479" v="3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7CEB527E-410B-4D86-8C99-FBCA761D4699}"/>
    <pc:docChg chg="custSel delSld modSld">
      <pc:chgData name="White, Whitney" userId="65f39021-2f1d-4d8b-87dc-b123826f65bf" providerId="ADAL" clId="{7CEB527E-410B-4D86-8C99-FBCA761D4699}" dt="2022-08-04T01:03:31.170" v="91" actId="47"/>
      <pc:docMkLst>
        <pc:docMk/>
      </pc:docMkLst>
      <pc:sldChg chg="modSp mod">
        <pc:chgData name="White, Whitney" userId="65f39021-2f1d-4d8b-87dc-b123826f65bf" providerId="ADAL" clId="{7CEB527E-410B-4D86-8C99-FBCA761D4699}" dt="2022-08-03T21:04:57.361" v="15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7CEB527E-410B-4D86-8C99-FBCA761D4699}" dt="2022-08-03T21:04:57.361" v="15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7CEB527E-410B-4D86-8C99-FBCA761D4699}" dt="2022-08-03T21:04:52.561" v="11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7CEB527E-410B-4D86-8C99-FBCA761D4699}" dt="2022-08-04T01:01:11.069" v="52" actId="5793"/>
        <pc:sldMkLst>
          <pc:docMk/>
          <pc:sldMk cId="4071305681" sldId="258"/>
        </pc:sldMkLst>
        <pc:spChg chg="mod">
          <ac:chgData name="White, Whitney" userId="65f39021-2f1d-4d8b-87dc-b123826f65bf" providerId="ADAL" clId="{7CEB527E-410B-4D86-8C99-FBCA761D4699}" dt="2022-08-04T01:01:11.069" v="52" actId="5793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7CEB527E-410B-4D86-8C99-FBCA761D4699}" dt="2022-08-04T00:21:40.454" v="50" actId="2711"/>
        <pc:sldMkLst>
          <pc:docMk/>
          <pc:sldMk cId="2772527113" sldId="259"/>
        </pc:sldMkLst>
        <pc:spChg chg="mod">
          <ac:chgData name="White, Whitney" userId="65f39021-2f1d-4d8b-87dc-b123826f65bf" providerId="ADAL" clId="{7CEB527E-410B-4D86-8C99-FBCA761D4699}" dt="2022-08-04T00:21:40.454" v="50" actId="2711"/>
          <ac:spMkLst>
            <pc:docMk/>
            <pc:sldMk cId="2772527113" sldId="259"/>
            <ac:spMk id="3" creationId="{8CE08C7F-0286-423B-92F7-DEB89F31111A}"/>
          </ac:spMkLst>
        </pc:spChg>
      </pc:sldChg>
      <pc:sldChg chg="del">
        <pc:chgData name="White, Whitney" userId="65f39021-2f1d-4d8b-87dc-b123826f65bf" providerId="ADAL" clId="{7CEB527E-410B-4D86-8C99-FBCA761D4699}" dt="2022-08-04T01:03:31.170" v="91" actId="47"/>
        <pc:sldMkLst>
          <pc:docMk/>
          <pc:sldMk cId="2147408764" sldId="260"/>
        </pc:sldMkLst>
      </pc:sldChg>
      <pc:sldChg chg="modSp mod">
        <pc:chgData name="White, Whitney" userId="65f39021-2f1d-4d8b-87dc-b123826f65bf" providerId="ADAL" clId="{7CEB527E-410B-4D86-8C99-FBCA761D4699}" dt="2022-08-04T01:03:26.671" v="87" actId="20577"/>
        <pc:sldMkLst>
          <pc:docMk/>
          <pc:sldMk cId="3054216349" sldId="261"/>
        </pc:sldMkLst>
        <pc:spChg chg="mod">
          <ac:chgData name="White, Whitney" userId="65f39021-2f1d-4d8b-87dc-b123826f65bf" providerId="ADAL" clId="{7CEB527E-410B-4D86-8C99-FBCA761D4699}" dt="2022-08-04T01:03:26.671" v="87" actId="20577"/>
          <ac:spMkLst>
            <pc:docMk/>
            <pc:sldMk cId="3054216349" sldId="261"/>
            <ac:spMk id="2" creationId="{E50E203D-F288-408D-B325-66954BDD332E}"/>
          </ac:spMkLst>
        </pc:spChg>
        <pc:spChg chg="mod">
          <ac:chgData name="White, Whitney" userId="65f39021-2f1d-4d8b-87dc-b123826f65bf" providerId="ADAL" clId="{7CEB527E-410B-4D86-8C99-FBCA761D4699}" dt="2022-08-04T01:03:11.641" v="75" actId="20577"/>
          <ac:spMkLst>
            <pc:docMk/>
            <pc:sldMk cId="3054216349" sldId="261"/>
            <ac:spMk id="3" creationId="{AE13FDB6-F093-4D9E-B14E-3D7DB894C34C}"/>
          </ac:spMkLst>
        </pc:spChg>
      </pc:sldChg>
      <pc:sldChg chg="del">
        <pc:chgData name="White, Whitney" userId="65f39021-2f1d-4d8b-87dc-b123826f65bf" providerId="ADAL" clId="{7CEB527E-410B-4D86-8C99-FBCA761D4699}" dt="2022-08-04T01:03:30.769" v="90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7CEB527E-410B-4D86-8C99-FBCA761D4699}" dt="2022-08-04T01:03:30.429" v="89" actId="47"/>
        <pc:sldMkLst>
          <pc:docMk/>
          <pc:sldMk cId="1163931679" sldId="263"/>
        </pc:sldMkLst>
      </pc:sldChg>
      <pc:sldChg chg="del">
        <pc:chgData name="White, Whitney" userId="65f39021-2f1d-4d8b-87dc-b123826f65bf" providerId="ADAL" clId="{7CEB527E-410B-4D86-8C99-FBCA761D4699}" dt="2022-08-04T01:03:30.214" v="88" actId="47"/>
        <pc:sldMkLst>
          <pc:docMk/>
          <pc:sldMk cId="3493109116" sldId="264"/>
        </pc:sldMkLst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147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2.29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87287" y="2321719"/>
            <a:ext cx="10217426" cy="2214561"/>
          </a:xfrm>
        </p:spPr>
        <p:txBody>
          <a:bodyPr>
            <a:normAutofit/>
          </a:bodyPr>
          <a:lstStyle/>
          <a:p>
            <a:r>
              <a:rPr lang="en-US" sz="6000" dirty="0"/>
              <a:t>Classroom Management Plans Part III</a:t>
            </a:r>
          </a:p>
          <a:p>
            <a:endParaRPr lang="en-US" sz="6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F0835A6-41BE-90CF-0819-12F2719E8A9E}"/>
              </a:ext>
            </a:extLst>
          </p:cNvPr>
          <p:cNvSpPr txBox="1"/>
          <p:nvPr/>
        </p:nvSpPr>
        <p:spPr>
          <a:xfrm>
            <a:off x="0" y="6421772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TEKS 3B, 3C, 4C, 7A,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d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evelop a classroom management plan that addresses all components of effective classroom management.</a:t>
            </a:r>
            <a:endParaRPr lang="en-US" sz="36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resent one component of classroom management plan using behavior management techniques.</a:t>
            </a:r>
            <a:endParaRPr lang="en-US" sz="3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dirty="0">
                <a:ea typeface="Calibri" panose="020F0502020204030204" pitchFamily="34" charset="0"/>
              </a:rPr>
              <a:t>s</a:t>
            </a:r>
            <a:r>
              <a:rPr lang="en-US" sz="2800" dirty="0">
                <a:effectLst/>
                <a:ea typeface="Calibri" panose="020F0502020204030204" pitchFamily="34" charset="0"/>
              </a:rPr>
              <a:t>tudents identify why strong classroom management is essential to the long-term success of students.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indent="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Open Sans" panose="020B0606030504020204" pitchFamily="34" charset="0"/>
              </a:rPr>
              <a:t>Use the Picture Metaphors Protocol to respond to the following prompt: As we conclude this unit of study, describe how you currently feel about classroom management.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Why is 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effective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classroom management so important to student learning?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indent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i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None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What is the impact of</a:t>
            </a:r>
            <a:r>
              <a:rPr lang="en-US" sz="28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ineffective</a:t>
            </a: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classroom management on student outcomes?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145</TotalTime>
  <Words>148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2.29</vt:lpstr>
      <vt:lpstr>TEKS Standards &amp; Objectives</vt:lpstr>
      <vt:lpstr>Bellringer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2.29: Classroom Management Plans, Part III</dc:title>
  <dc:subject>Lesson 2.29: Classroom Management Plans, Part III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2023-08-31T01:25:48Z</dcterms:modified>
</cp:coreProperties>
</file>
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AC098-1C9C-4BC5-A82D-AD7042550640}" v="5" dt="2022-09-18T04:16:04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831AC098-1C9C-4BC5-A82D-AD7042550640}"/>
    <pc:docChg chg="custSel delSld modSld">
      <pc:chgData name="White (she/her), Whitney" userId="65f39021-2f1d-4d8b-87dc-b123826f65bf" providerId="ADAL" clId="{831AC098-1C9C-4BC5-A82D-AD7042550640}" dt="2022-09-18T04:15:40.105" v="96" actId="404"/>
      <pc:docMkLst>
        <pc:docMk/>
      </pc:docMkLst>
      <pc:sldChg chg="modSp mod">
        <pc:chgData name="White (she/her), Whitney" userId="65f39021-2f1d-4d8b-87dc-b123826f65bf" providerId="ADAL" clId="{831AC098-1C9C-4BC5-A82D-AD7042550640}" dt="2022-09-18T04:13:52.292" v="44" actId="13926"/>
        <pc:sldMkLst>
          <pc:docMk/>
          <pc:sldMk cId="1482277026" sldId="256"/>
        </pc:sldMkLst>
        <pc:spChg chg="mod">
          <ac:chgData name="White (she/her), Whitney" userId="65f39021-2f1d-4d8b-87dc-b123826f65bf" providerId="ADAL" clId="{831AC098-1C9C-4BC5-A82D-AD7042550640}" dt="2022-09-18T04:13:52.292" v="44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831AC098-1C9C-4BC5-A82D-AD7042550640}" dt="2022-09-18T04:13:50.528" v="43" actId="1392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831AC098-1C9C-4BC5-A82D-AD7042550640}" dt="2022-09-18T04:14:53.364" v="74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831AC098-1C9C-4BC5-A82D-AD7042550640}" dt="2022-09-18T04:14:53.364" v="74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831AC098-1C9C-4BC5-A82D-AD7042550640}" dt="2022-09-18T04:14:39.045" v="70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831AC098-1C9C-4BC5-A82D-AD7042550640}" dt="2022-09-18T04:14:39.045" v="7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831AC098-1C9C-4BC5-A82D-AD7042550640}" dt="2022-09-18T04:15:40.105" v="96" actId="404"/>
        <pc:sldMkLst>
          <pc:docMk/>
          <pc:sldMk cId="2147408764" sldId="260"/>
        </pc:sldMkLst>
        <pc:spChg chg="mod">
          <ac:chgData name="White (she/her), Whitney" userId="65f39021-2f1d-4d8b-87dc-b123826f65bf" providerId="ADAL" clId="{831AC098-1C9C-4BC5-A82D-AD7042550640}" dt="2022-09-18T04:15:40.105" v="96" actId="404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831AC098-1C9C-4BC5-A82D-AD7042550640}" dt="2022-09-18T04:15:19.582" v="86" actId="403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831AC098-1C9C-4BC5-A82D-AD7042550640}" dt="2022-09-18T04:15:04.453" v="76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831AC098-1C9C-4BC5-A82D-AD7042550640}" dt="2022-09-18T04:15:19.582" v="86" actId="403"/>
          <ac:graphicFrameMkLst>
            <pc:docMk/>
            <pc:sldMk cId="3054216349" sldId="261"/>
            <ac:graphicFrameMk id="5" creationId="{831E2B3B-DEE2-4750-8A40-8F5CEC198191}"/>
          </ac:graphicFrameMkLst>
        </pc:graphicFrameChg>
      </pc:sldChg>
      <pc:sldChg chg="del">
        <pc:chgData name="White (she/her), Whitney" userId="65f39021-2f1d-4d8b-87dc-b123826f65bf" providerId="ADAL" clId="{831AC098-1C9C-4BC5-A82D-AD7042550640}" dt="2022-09-18T04:15:25.034" v="89" actId="47"/>
        <pc:sldMkLst>
          <pc:docMk/>
          <pc:sldMk cId="4170921578" sldId="262"/>
        </pc:sldMkLst>
      </pc:sldChg>
      <pc:sldChg chg="del">
        <pc:chgData name="White (she/her), Whitney" userId="65f39021-2f1d-4d8b-87dc-b123826f65bf" providerId="ADAL" clId="{831AC098-1C9C-4BC5-A82D-AD7042550640}" dt="2022-09-18T04:15:24.601" v="88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831AC098-1C9C-4BC5-A82D-AD7042550640}" dt="2022-09-18T04:15:24.188" v="87" actId="47"/>
        <pc:sldMkLst>
          <pc:docMk/>
          <pc:sldMk cId="3493109116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Putting it Together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18C83-F856-3F83-5CA3-F17536CD2900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 to deliver a lesson from HQIM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Internalize the lesson, preparing to deliver direct instruction, set up practice, and execute lesson components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 the alignment of the components of the lesson students are preparing to teach.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does a teacher need to think about when planning for instruction? You may write your response in paragraph form or create a list.</a:t>
            </a:r>
            <a:endParaRPr lang="en-US" sz="40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31E2B3B-DEE2-4750-8A40-8F5CEC198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720880"/>
              </p:ext>
            </p:extLst>
          </p:nvPr>
        </p:nvGraphicFramePr>
        <p:xfrm>
          <a:off x="1022888" y="1813301"/>
          <a:ext cx="10330912" cy="364201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49418">
                  <a:extLst>
                    <a:ext uri="{9D8B030D-6E8A-4147-A177-3AD203B41FA5}">
                      <a16:colId xmlns:a16="http://schemas.microsoft.com/office/drawing/2014/main" val="685394881"/>
                    </a:ext>
                  </a:extLst>
                </a:gridCol>
                <a:gridCol w="7981494">
                  <a:extLst>
                    <a:ext uri="{9D8B030D-6E8A-4147-A177-3AD203B41FA5}">
                      <a16:colId xmlns:a16="http://schemas.microsoft.com/office/drawing/2014/main" val="1994977692"/>
                    </a:ext>
                  </a:extLst>
                </a:gridCol>
              </a:tblGrid>
              <a:tr h="10663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Curriculum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 year-long, standards-based guide of instructional practices, learning experiences, and assessments used to facilitate student learning of grade-level concepts.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3239799"/>
                  </a:ext>
                </a:extLst>
              </a:tr>
              <a:tr h="8482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Objectives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Brief statements that describe what students will be expected to learn by the end of the unit or lesson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5725350"/>
                  </a:ext>
                </a:extLst>
              </a:tr>
              <a:tr h="8482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Assessment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Any tool used to collect, analyze, and respond to information about student understanding of learning targets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5569935"/>
                  </a:ext>
                </a:extLst>
              </a:tr>
              <a:tr h="8482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Lesson Plan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A teacher’s detailed plan for teaching an individual lesson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647878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how the sections of the lesson you are preparing to practice tomorrow – the direct instruction, practice, and formative assessment – align to the stated objective.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19</TotalTime>
  <Words>222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Instructional Practices| Unit 6: Instructional Alignment| Lesson 6.12</vt:lpstr>
      <vt:lpstr>TEKS Standards &amp; Objectives</vt:lpstr>
      <vt:lpstr>Bellringer</vt:lpstr>
      <vt:lpstr>Vocabulary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6.12: Putting it Together</dc:title>
  <dc:subject>Lesson 6.12: Putting it Together</dc:subject>
  <dc:creator>Texas Education Agency</dc:creator>
  <cp:lastModifiedBy>London White</cp:lastModifiedBy>
  <cp:revision>2</cp:revision>
  <dcterms:created xsi:type="dcterms:W3CDTF">2022-09-18T02:06:42Z</dcterms:created>
  <dcterms:modified xsi:type="dcterms:W3CDTF">2023-08-31T04:46:58Z</dcterms:modified>
</cp:coreProperties>
</file>
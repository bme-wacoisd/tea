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3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63A309-8B1A-42A4-83EA-86DEF069C2F8}" v="1" dt="2023-08-31T01:07:13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12F775FD-D5CE-433F-97F8-23DC5A57577F}"/>
    <pc:docChg chg="custSel delSld modSld">
      <pc:chgData name="White, Whitney" userId="65f39021-2f1d-4d8b-87dc-b123826f65bf" providerId="ADAL" clId="{12F775FD-D5CE-433F-97F8-23DC5A57577F}" dt="2022-07-29T05:10:09.019" v="436" actId="20577"/>
      <pc:docMkLst>
        <pc:docMk/>
      </pc:docMkLst>
      <pc:sldChg chg="modSp mod">
        <pc:chgData name="White, Whitney" userId="65f39021-2f1d-4d8b-87dc-b123826f65bf" providerId="ADAL" clId="{12F775FD-D5CE-433F-97F8-23DC5A57577F}" dt="2022-07-29T05:10:09.019" v="43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12F775FD-D5CE-433F-97F8-23DC5A57577F}" dt="2022-07-29T05:10:02.057" v="40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2F775FD-D5CE-433F-97F8-23DC5A57577F}" dt="2022-07-29T05:10:09.019" v="43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12F775FD-D5CE-433F-97F8-23DC5A57577F}" dt="2022-07-29T05:03:51.161" v="30" actId="403"/>
        <pc:sldMkLst>
          <pc:docMk/>
          <pc:sldMk cId="4071305681" sldId="258"/>
        </pc:sldMkLst>
        <pc:spChg chg="mod">
          <ac:chgData name="White, Whitney" userId="65f39021-2f1d-4d8b-87dc-b123826f65bf" providerId="ADAL" clId="{12F775FD-D5CE-433F-97F8-23DC5A57577F}" dt="2022-07-29T05:03:51.161" v="30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2F775FD-D5CE-433F-97F8-23DC5A57577F}" dt="2022-07-29T05:03:17.643" v="26" actId="403"/>
        <pc:sldMkLst>
          <pc:docMk/>
          <pc:sldMk cId="2772527113" sldId="259"/>
        </pc:sldMkLst>
        <pc:spChg chg="mod">
          <ac:chgData name="White, Whitney" userId="65f39021-2f1d-4d8b-87dc-b123826f65bf" providerId="ADAL" clId="{12F775FD-D5CE-433F-97F8-23DC5A57577F}" dt="2022-07-29T05:03:17.643" v="2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2F775FD-D5CE-433F-97F8-23DC5A57577F}" dt="2022-07-29T05:09:51.460" v="398" actId="12"/>
        <pc:sldMkLst>
          <pc:docMk/>
          <pc:sldMk cId="2147408764" sldId="260"/>
        </pc:sldMkLst>
        <pc:spChg chg="mod">
          <ac:chgData name="White, Whitney" userId="65f39021-2f1d-4d8b-87dc-b123826f65bf" providerId="ADAL" clId="{12F775FD-D5CE-433F-97F8-23DC5A57577F}" dt="2022-07-29T05:09:51.460" v="398" actId="12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, Whitney" userId="65f39021-2f1d-4d8b-87dc-b123826f65bf" providerId="ADAL" clId="{12F775FD-D5CE-433F-97F8-23DC5A57577F}" dt="2022-07-29T05:03:57.417" v="31" actId="2696"/>
        <pc:sldMkLst>
          <pc:docMk/>
          <pc:sldMk cId="3054216349" sldId="261"/>
        </pc:sldMkLst>
      </pc:sldChg>
      <pc:sldChg chg="del">
        <pc:chgData name="White, Whitney" userId="65f39021-2f1d-4d8b-87dc-b123826f65bf" providerId="ADAL" clId="{12F775FD-D5CE-433F-97F8-23DC5A57577F}" dt="2022-07-29T05:09:53.532" v="399" actId="47"/>
        <pc:sldMkLst>
          <pc:docMk/>
          <pc:sldMk cId="4170921578" sldId="262"/>
        </pc:sldMkLst>
      </pc:sldChg>
      <pc:sldChg chg="modSp mod">
        <pc:chgData name="White, Whitney" userId="65f39021-2f1d-4d8b-87dc-b123826f65bf" providerId="ADAL" clId="{12F775FD-D5CE-433F-97F8-23DC5A57577F}" dt="2022-07-29T05:07:27.299" v="393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12F775FD-D5CE-433F-97F8-23DC5A57577F}" dt="2022-07-29T05:06:39.467" v="101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2F775FD-D5CE-433F-97F8-23DC5A57577F}" dt="2022-07-29T05:07:27.299" v="393" actId="20577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">
        <pc:chgData name="White, Whitney" userId="65f39021-2f1d-4d8b-87dc-b123826f65bf" providerId="ADAL" clId="{12F775FD-D5CE-433F-97F8-23DC5A57577F}" dt="2022-07-29T05:06:20.586" v="61" actId="403"/>
        <pc:sldMkLst>
          <pc:docMk/>
          <pc:sldMk cId="3493109116" sldId="264"/>
        </pc:sldMkLst>
        <pc:spChg chg="mod">
          <ac:chgData name="White, Whitney" userId="65f39021-2f1d-4d8b-87dc-b123826f65bf" providerId="ADAL" clId="{12F775FD-D5CE-433F-97F8-23DC5A57577F}" dt="2022-07-29T05:06:13.772" v="5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2F775FD-D5CE-433F-97F8-23DC5A57577F}" dt="2022-07-29T05:06:20.586" v="61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F763A309-8B1A-42A4-83EA-86DEF069C2F8}"/>
    <pc:docChg chg="modSld">
      <pc:chgData name="White (she/her), Whitney" userId="65f39021-2f1d-4d8b-87dc-b123826f65bf" providerId="ADAL" clId="{F763A309-8B1A-42A4-83EA-86DEF069C2F8}" dt="2023-08-31T01:07:15.944" v="2" actId="1076"/>
      <pc:docMkLst>
        <pc:docMk/>
      </pc:docMkLst>
      <pc:sldChg chg="addSp modSp mod">
        <pc:chgData name="White (she/her), Whitney" userId="65f39021-2f1d-4d8b-87dc-b123826f65bf" providerId="ADAL" clId="{F763A309-8B1A-42A4-83EA-86DEF069C2F8}" dt="2023-08-31T01:07:15.944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F763A309-8B1A-42A4-83EA-86DEF069C2F8}" dt="2023-08-31T01:07:11.263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F763A309-8B1A-42A4-83EA-86DEF069C2F8}" dt="2023-08-31T01:07:15.944" v="2" actId="1076"/>
          <ac:spMkLst>
            <pc:docMk/>
            <pc:sldMk cId="1482277026" sldId="256"/>
            <ac:spMk id="4" creationId="{08AA4035-0B15-75A0-22A7-3FCE609020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4O9UnY4OP5IxSqi124EE5IOUtURd8fF/view?usp=sharing" TargetMode="External"/><Relationship Id="rId2" Type="http://schemas.openxmlformats.org/officeDocument/2006/relationships/hyperlink" Target="https://drive.google.com/file/d/17emmf7f0YpYu_Qo6M_HwmClLMxEH9mb5/view?usp=shari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9341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Rolling Out Systems and Routines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A4035-0B15-75A0-22A7-3FCE609020D3}"/>
              </a:ext>
            </a:extLst>
          </p:cNvPr>
          <p:cNvSpPr txBox="1"/>
          <p:nvPr/>
        </p:nvSpPr>
        <p:spPr>
          <a:xfrm>
            <a:off x="-3770" y="6463717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entify the characteristics of effective roll-out speech delivery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ractice delivery of a roll-out speech with both strong content and effective delivery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eflect on delivery of a roll-out speech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 the information that a teacher will include in a well-developed roll-out speech for a classroom routine.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Roll-Out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Kim Iaia</a:t>
            </a:r>
            <a:endParaRPr lang="en-US" u="sng" dirty="0">
              <a:solidFill>
                <a:srgbClr val="0D6CB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Beth Verrilli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Effective Delivery of Roll-Out Speeches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Teachers show they are excited about the routine that students are learning.</a:t>
            </a:r>
          </a:p>
          <a:p>
            <a:r>
              <a:rPr lang="en-US" dirty="0"/>
              <a:t>Teachers are clear in their communication with students.</a:t>
            </a:r>
          </a:p>
          <a:p>
            <a:r>
              <a:rPr lang="en-US" dirty="0"/>
              <a:t>Teachers are concise. They say what they need to say, but they don’t confuse students with a lot of extra words.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how a teacher delivers an effective roll-out speech.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 feedback you received on your group’s roll-out speech, what is one thing you feel you are good at, and what is one thing you will continue to work 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206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1.10</vt:lpstr>
      <vt:lpstr>TEKS Standards &amp; Objectives</vt:lpstr>
      <vt:lpstr>Bellringer</vt:lpstr>
      <vt:lpstr>Roll-Out Videos</vt:lpstr>
      <vt:lpstr>Effective Delivery of Roll-Out Speeches 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1.10: Rolling Out Systems and Routines</dc:title>
  <dc:subject>Lesson 1.10: Rolling Out Systems and Routines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2023-08-31T01:07:16Z</dcterms:modified>
</cp:coreProperties>
</file>
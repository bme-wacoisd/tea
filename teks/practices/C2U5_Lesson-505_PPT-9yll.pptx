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4" r:id="rId5"/>
    <p:sldId id="265"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EA355-53D9-4B45-94AC-C0358E2344F4}" v="1" dt="2022-10-09T20:23:18.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6370" autoAdjust="0"/>
  </p:normalViewPr>
  <p:slideViewPr>
    <p:cSldViewPr snapToGrid="0">
      <p:cViewPr varScale="1">
        <p:scale>
          <a:sx n="110" d="100"/>
          <a:sy n="110" d="100"/>
        </p:scale>
        <p:origin x="432" y="1266"/>
      </p:cViewPr>
      <p:guideLst/>
    </p:cSldViewPr>
  </p:slideViewPr>
  <p:outlineViewPr>
    <p:cViewPr>
      <p:scale>
        <a:sx n="33" d="100"/>
        <a:sy n="33" d="100"/>
      </p:scale>
      <p:origin x="0" y="-12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788EA355-53D9-4B45-94AC-C0358E2344F4}"/>
    <pc:docChg chg="custSel addSld delSld modSld">
      <pc:chgData name="White (she/her), Whitney" userId="65f39021-2f1d-4d8b-87dc-b123826f65bf" providerId="ADAL" clId="{788EA355-53D9-4B45-94AC-C0358E2344F4}" dt="2022-10-09T20:25:15.848" v="1594" actId="403"/>
      <pc:docMkLst>
        <pc:docMk/>
      </pc:docMkLst>
      <pc:sldChg chg="modSp mod">
        <pc:chgData name="White (she/her), Whitney" userId="65f39021-2f1d-4d8b-87dc-b123826f65bf" providerId="ADAL" clId="{788EA355-53D9-4B45-94AC-C0358E2344F4}" dt="2022-10-09T20:11:14.148" v="163" actId="403"/>
        <pc:sldMkLst>
          <pc:docMk/>
          <pc:sldMk cId="4071305681" sldId="258"/>
        </pc:sldMkLst>
        <pc:spChg chg="mod">
          <ac:chgData name="White (she/her), Whitney" userId="65f39021-2f1d-4d8b-87dc-b123826f65bf" providerId="ADAL" clId="{788EA355-53D9-4B45-94AC-C0358E2344F4}" dt="2022-10-09T20:11:14.148" v="163" actId="403"/>
          <ac:spMkLst>
            <pc:docMk/>
            <pc:sldMk cId="4071305681" sldId="258"/>
            <ac:spMk id="3" creationId="{392BE286-77A6-49DD-B15D-7E4718D52FE7}"/>
          </ac:spMkLst>
        </pc:spChg>
      </pc:sldChg>
      <pc:sldChg chg="modSp mod">
        <pc:chgData name="White (she/her), Whitney" userId="65f39021-2f1d-4d8b-87dc-b123826f65bf" providerId="ADAL" clId="{788EA355-53D9-4B45-94AC-C0358E2344F4}" dt="2022-10-09T20:09:28.196" v="22" actId="403"/>
        <pc:sldMkLst>
          <pc:docMk/>
          <pc:sldMk cId="2772527113" sldId="259"/>
        </pc:sldMkLst>
        <pc:spChg chg="mod">
          <ac:chgData name="White (she/her), Whitney" userId="65f39021-2f1d-4d8b-87dc-b123826f65bf" providerId="ADAL" clId="{788EA355-53D9-4B45-94AC-C0358E2344F4}" dt="2022-10-09T20:09:28.196" v="22" actId="403"/>
          <ac:spMkLst>
            <pc:docMk/>
            <pc:sldMk cId="2772527113" sldId="259"/>
            <ac:spMk id="3" creationId="{8CE08C7F-0286-423B-92F7-DEB89F31111A}"/>
          </ac:spMkLst>
        </pc:spChg>
      </pc:sldChg>
      <pc:sldChg chg="modSp mod">
        <pc:chgData name="White (she/her), Whitney" userId="65f39021-2f1d-4d8b-87dc-b123826f65bf" providerId="ADAL" clId="{788EA355-53D9-4B45-94AC-C0358E2344F4}" dt="2022-10-09T20:25:15.848" v="1594" actId="403"/>
        <pc:sldMkLst>
          <pc:docMk/>
          <pc:sldMk cId="2147408764" sldId="260"/>
        </pc:sldMkLst>
        <pc:spChg chg="mod">
          <ac:chgData name="White (she/her), Whitney" userId="65f39021-2f1d-4d8b-87dc-b123826f65bf" providerId="ADAL" clId="{788EA355-53D9-4B45-94AC-C0358E2344F4}" dt="2022-10-09T20:25:15.848" v="1594" actId="403"/>
          <ac:spMkLst>
            <pc:docMk/>
            <pc:sldMk cId="2147408764" sldId="260"/>
            <ac:spMk id="3" creationId="{49F2A5AF-3C0B-4968-A438-E435325199EA}"/>
          </ac:spMkLst>
        </pc:spChg>
      </pc:sldChg>
      <pc:sldChg chg="del">
        <pc:chgData name="White (she/her), Whitney" userId="65f39021-2f1d-4d8b-87dc-b123826f65bf" providerId="ADAL" clId="{788EA355-53D9-4B45-94AC-C0358E2344F4}" dt="2022-10-09T20:11:19.473" v="164" actId="2696"/>
        <pc:sldMkLst>
          <pc:docMk/>
          <pc:sldMk cId="3054216349" sldId="261"/>
        </pc:sldMkLst>
      </pc:sldChg>
      <pc:sldChg chg="del">
        <pc:chgData name="White (she/her), Whitney" userId="65f39021-2f1d-4d8b-87dc-b123826f65bf" providerId="ADAL" clId="{788EA355-53D9-4B45-94AC-C0358E2344F4}" dt="2022-10-09T20:23:51.706" v="1458" actId="2696"/>
        <pc:sldMkLst>
          <pc:docMk/>
          <pc:sldMk cId="4170921578" sldId="262"/>
        </pc:sldMkLst>
      </pc:sldChg>
      <pc:sldChg chg="addSp delSp modSp mod">
        <pc:chgData name="White (she/her), Whitney" userId="65f39021-2f1d-4d8b-87dc-b123826f65bf" providerId="ADAL" clId="{788EA355-53D9-4B45-94AC-C0358E2344F4}" dt="2022-10-09T20:23:46.883" v="1457" actId="1076"/>
        <pc:sldMkLst>
          <pc:docMk/>
          <pc:sldMk cId="1163931679" sldId="263"/>
        </pc:sldMkLst>
        <pc:spChg chg="del mod">
          <ac:chgData name="White (she/her), Whitney" userId="65f39021-2f1d-4d8b-87dc-b123826f65bf" providerId="ADAL" clId="{788EA355-53D9-4B45-94AC-C0358E2344F4}" dt="2022-10-09T20:23:31.809" v="1454" actId="21"/>
          <ac:spMkLst>
            <pc:docMk/>
            <pc:sldMk cId="1163931679" sldId="263"/>
            <ac:spMk id="2" creationId="{531ECDB3-7F62-4124-A1E9-E48D699D2427}"/>
          </ac:spMkLst>
        </pc:spChg>
        <pc:spChg chg="del">
          <ac:chgData name="White (she/her), Whitney" userId="65f39021-2f1d-4d8b-87dc-b123826f65bf" providerId="ADAL" clId="{788EA355-53D9-4B45-94AC-C0358E2344F4}" dt="2022-10-09T20:23:18.800" v="1451"/>
          <ac:spMkLst>
            <pc:docMk/>
            <pc:sldMk cId="1163931679" sldId="263"/>
            <ac:spMk id="3" creationId="{012C84E3-4C09-4253-8964-13B9C34E5E48}"/>
          </ac:spMkLst>
        </pc:spChg>
        <pc:spChg chg="mod ord">
          <ac:chgData name="White (she/her), Whitney" userId="65f39021-2f1d-4d8b-87dc-b123826f65bf" providerId="ADAL" clId="{788EA355-53D9-4B45-94AC-C0358E2344F4}" dt="2022-10-09T20:23:22.779" v="1452" actId="26606"/>
          <ac:spMkLst>
            <pc:docMk/>
            <pc:sldMk cId="1163931679" sldId="263"/>
            <ac:spMk id="4" creationId="{497159D5-CAC3-47F8-8492-7D28C15A3A58}"/>
          </ac:spMkLst>
        </pc:spChg>
        <pc:picChg chg="add mod">
          <ac:chgData name="White (she/her), Whitney" userId="65f39021-2f1d-4d8b-87dc-b123826f65bf" providerId="ADAL" clId="{788EA355-53D9-4B45-94AC-C0358E2344F4}" dt="2022-10-09T20:23:46.883" v="1457" actId="1076"/>
          <ac:picMkLst>
            <pc:docMk/>
            <pc:sldMk cId="1163931679" sldId="263"/>
            <ac:picMk id="5" creationId="{EE694810-CBBC-4C08-9203-E49DE7890D08}"/>
          </ac:picMkLst>
        </pc:picChg>
      </pc:sldChg>
      <pc:sldChg chg="modSp mod">
        <pc:chgData name="White (she/her), Whitney" userId="65f39021-2f1d-4d8b-87dc-b123826f65bf" providerId="ADAL" clId="{788EA355-53D9-4B45-94AC-C0358E2344F4}" dt="2022-10-09T20:19:40.526" v="735" actId="13926"/>
        <pc:sldMkLst>
          <pc:docMk/>
          <pc:sldMk cId="3493109116" sldId="264"/>
        </pc:sldMkLst>
        <pc:spChg chg="mod">
          <ac:chgData name="White (she/her), Whitney" userId="65f39021-2f1d-4d8b-87dc-b123826f65bf" providerId="ADAL" clId="{788EA355-53D9-4B45-94AC-C0358E2344F4}" dt="2022-10-09T20:19:40.526" v="735" actId="13926"/>
          <ac:spMkLst>
            <pc:docMk/>
            <pc:sldMk cId="3493109116" sldId="264"/>
            <ac:spMk id="2" creationId="{D7836664-70C0-47BA-9BFF-496A04EBBFDE}"/>
          </ac:spMkLst>
        </pc:spChg>
        <pc:spChg chg="mod">
          <ac:chgData name="White (she/her), Whitney" userId="65f39021-2f1d-4d8b-87dc-b123826f65bf" providerId="ADAL" clId="{788EA355-53D9-4B45-94AC-C0358E2344F4}" dt="2022-10-09T20:19:34.390" v="734" actId="20577"/>
          <ac:spMkLst>
            <pc:docMk/>
            <pc:sldMk cId="3493109116" sldId="264"/>
            <ac:spMk id="3" creationId="{F64339F5-2F5D-46B5-A25D-C197D73747BD}"/>
          </ac:spMkLst>
        </pc:spChg>
      </pc:sldChg>
      <pc:sldChg chg="modSp add mod">
        <pc:chgData name="White (she/her), Whitney" userId="65f39021-2f1d-4d8b-87dc-b123826f65bf" providerId="ADAL" clId="{788EA355-53D9-4B45-94AC-C0358E2344F4}" dt="2022-10-09T20:22:30.148" v="1450" actId="20577"/>
        <pc:sldMkLst>
          <pc:docMk/>
          <pc:sldMk cId="4099554889" sldId="265"/>
        </pc:sldMkLst>
        <pc:spChg chg="mod">
          <ac:chgData name="White (she/her), Whitney" userId="65f39021-2f1d-4d8b-87dc-b123826f65bf" providerId="ADAL" clId="{788EA355-53D9-4B45-94AC-C0358E2344F4}" dt="2022-10-09T20:20:04.082" v="739" actId="20577"/>
          <ac:spMkLst>
            <pc:docMk/>
            <pc:sldMk cId="4099554889" sldId="265"/>
            <ac:spMk id="2" creationId="{D7836664-70C0-47BA-9BFF-496A04EBBFDE}"/>
          </ac:spMkLst>
        </pc:spChg>
        <pc:spChg chg="mod">
          <ac:chgData name="White (she/her), Whitney" userId="65f39021-2f1d-4d8b-87dc-b123826f65bf" providerId="ADAL" clId="{788EA355-53D9-4B45-94AC-C0358E2344F4}" dt="2022-10-09T20:22:30.148" v="1450" actId="20577"/>
          <ac:spMkLst>
            <pc:docMk/>
            <pc:sldMk cId="4099554889" sldId="265"/>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01806"/>
            <a:ext cx="9144000" cy="370300"/>
          </a:xfrm>
        </p:spPr>
        <p:txBody>
          <a:bodyPr>
            <a:normAutofit/>
          </a:bodyPr>
          <a:lstStyle/>
          <a:p>
            <a:pPr algn="l"/>
            <a:r>
              <a:rPr lang="en-US" sz="1800" dirty="0"/>
              <a:t>Instructional Practices| Unit 5: Planning For and With Assessment | Lesson 5.05</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Introduction to Strategic Questioning</a:t>
            </a:r>
          </a:p>
        </p:txBody>
      </p:sp>
      <p:sp>
        <p:nvSpPr>
          <p:cNvPr id="5" name="TextBox 4">
            <a:extLst>
              <a:ext uri="{FF2B5EF4-FFF2-40B4-BE49-F238E27FC236}">
                <a16:creationId xmlns:a16="http://schemas.microsoft.com/office/drawing/2014/main" id="{762B5748-A784-C84F-36D9-2FF13B7EBD90}"/>
              </a:ext>
            </a:extLst>
          </p:cNvPr>
          <p:cNvSpPr txBox="1"/>
          <p:nvPr/>
        </p:nvSpPr>
        <p:spPr>
          <a:xfrm>
            <a:off x="0" y="6472106"/>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6D, 6F</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Understand the characteristics of effective questions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Evaluate questions according to the characteristics of effective questions</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lnSpc>
                <a:spcPct val="107000"/>
              </a:lnSpc>
              <a:spcBef>
                <a:spcPts val="600"/>
              </a:spcBef>
              <a:spcAft>
                <a:spcPts val="600"/>
              </a:spcAft>
              <a:buNone/>
            </a:pP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Read the scenario below. Analyze the two questions from the lesson using the guiding questions in your Student Guide.</a:t>
            </a:r>
          </a:p>
          <a:p>
            <a:pPr marL="0" marR="0" indent="0">
              <a:lnSpc>
                <a:spcPct val="107000"/>
              </a:lnSpc>
              <a:spcBef>
                <a:spcPts val="600"/>
              </a:spcBef>
              <a:spcAft>
                <a:spcPts val="600"/>
              </a:spcAft>
              <a:buNone/>
            </a:pP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goal of your 4</a:t>
            </a:r>
            <a:r>
              <a:rPr lang="en-US" sz="2400" i="1" baseline="30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a:t>
            </a: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grade science class today is to teach students to analyze data to describe the relationship between characteristics (category of descriptions, like color) and traits (distinct description, like red). The following are two questions from your lesson: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is one characteristic of tomatoes?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would you describe the relationship between characteristics and traits? Provide an example using tomatoes.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Introduction to Strategic Questioning: Characteristics 1 &amp;2</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r>
              <a:rPr lang="en-US" dirty="0"/>
              <a:t>Be meaningful and understandable to students (succinct)</a:t>
            </a:r>
          </a:p>
          <a:p>
            <a:pPr lvl="1"/>
            <a:r>
              <a:rPr lang="en-US" dirty="0"/>
              <a:t>Example: What is one characteristic of this </a:t>
            </a:r>
            <a:r>
              <a:rPr lang="en-US" dirty="0" err="1"/>
              <a:t>tomoato</a:t>
            </a:r>
            <a:r>
              <a:rPr lang="en-US" dirty="0"/>
              <a:t>?</a:t>
            </a:r>
          </a:p>
          <a:p>
            <a:pPr lvl="1"/>
            <a:r>
              <a:rPr lang="en-US" dirty="0"/>
              <a:t>Non-Example: Given this specimen that you see in front of you, what qualities would you attribute to this delectable fruit?</a:t>
            </a:r>
          </a:p>
          <a:p>
            <a:r>
              <a:rPr lang="en-US" dirty="0"/>
              <a:t>Focus on the most important content</a:t>
            </a:r>
          </a:p>
          <a:p>
            <a:pPr lvl="1"/>
            <a:r>
              <a:rPr lang="en-US" dirty="0"/>
              <a:t>Example: What is one word that describes this tomato?</a:t>
            </a:r>
          </a:p>
          <a:p>
            <a:pPr lvl="1"/>
            <a:r>
              <a:rPr lang="en-US" dirty="0"/>
              <a:t>Non-Example: Do you like tomatoes? Why or why not?</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Introduction to Strategic Questioning: Characteristics 3&amp;4</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r>
              <a:rPr lang="en-US" dirty="0"/>
              <a:t>Align to the level of thinking required in the learning target</a:t>
            </a:r>
          </a:p>
          <a:p>
            <a:pPr lvl="1"/>
            <a:r>
              <a:rPr lang="en-US" dirty="0"/>
              <a:t>Example: How would you describe the relationship between characteristics and traits?</a:t>
            </a:r>
          </a:p>
          <a:p>
            <a:pPr lvl="1"/>
            <a:r>
              <a:rPr lang="en-US" dirty="0"/>
              <a:t>Non-Example: What is a characteristic? What is a trait?</a:t>
            </a:r>
          </a:p>
          <a:p>
            <a:r>
              <a:rPr lang="en-US" dirty="0"/>
              <a:t>Increase in complexity and demand as learning progresses</a:t>
            </a:r>
          </a:p>
          <a:p>
            <a:pPr lvl="1"/>
            <a:r>
              <a:rPr lang="en-US" dirty="0"/>
              <a:t>Example: Varying question types throughout the lesson while steadily increasing to get to the highest complexity required by the learning target</a:t>
            </a:r>
          </a:p>
          <a:p>
            <a:pPr lvl="1"/>
            <a:r>
              <a:rPr lang="en-US" dirty="0"/>
              <a:t>Non-Example: Keeping questioning at the same level of complexity throughout a lesson, starting with the hardest questions at the beginning of a lesson</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4099554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97CE6-E4EE-8771-62AF-2246D288F273}"/>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t>Principles of Learning</a:t>
            </a:r>
          </a:p>
        </p:txBody>
      </p:sp>
      <p:pic>
        <p:nvPicPr>
          <p:cNvPr id="5" name="Content Placeholder 4" descr="The Five Science of Learning Principles. &#10;&#10;Top row: Three boxes (Orange: Attending; Green: Prior Knowledge; Red: Avoiding Overload)&#10;&#10;Bottom Row: Two boxes (Blue: Cognitive Engagement; Gray: Practice with Feedback)&#10;&#10;Text:&#10;Attending: Learning requires attending to the most important content.&#10;&#10;Prior Knowledge: Learning builds on prior knowledge.&#10;&#10;Avoiding Overload: Too much information at once can interfere with learning.&#10;&#10;Cognitive Engagement: Learning requires cognitive engagement and should be effortful.&#10;&#10;Practice with Feedback:&#10;Practice and feedback are essential to move ideas permanently into long-term memory.">
            <a:extLst>
              <a:ext uri="{FF2B5EF4-FFF2-40B4-BE49-F238E27FC236}">
                <a16:creationId xmlns:a16="http://schemas.microsoft.com/office/drawing/2014/main" id="{EE694810-CBBC-4C08-9203-E49DE7890D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953" y="1007223"/>
            <a:ext cx="12090047" cy="4654668"/>
          </a:xfrm>
          <a:prstGeom prst="rect">
            <a:avLst/>
          </a:prstGeom>
          <a:noFill/>
        </p:spPr>
      </p:pic>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6</a:t>
            </a:fld>
            <a:endParaRPr lang="en-US"/>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Review the lesson objective and related lesson on your Exit Ticket. Evaluate each question based on the first two criteria for effective questions. If a question does not fit both criteria, revise or make suggestions for improvement. </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Students will demonstrate reading comprehension of fiction texts by comparing and contrasting two texts and finding similarities and differences between them.</a:t>
            </a:r>
            <a:endParaRPr lang="en-US" i="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19</TotalTime>
  <Words>408</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Instructional Practices| Unit 5: Planning For and With Assessment | Lesson 5.05</vt:lpstr>
      <vt:lpstr>TEKS Standards &amp; Objectives</vt:lpstr>
      <vt:lpstr>Bellringer</vt:lpstr>
      <vt:lpstr>Introduction to Strategic Questioning: Characteristics 1 &amp;2</vt:lpstr>
      <vt:lpstr>Introduction to Strategic Questioning: Characteristics 3&amp;4</vt:lpstr>
      <vt:lpstr>Principles of Learning</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5.05: Introduction to Strategic Questioning</dc:title>
  <dc:subject>Lesson 5.05: Introduction to Strategic Questioning</dc:subject>
  <dc:creator>Texas Education Agency</dc:creator>
  <cp:lastModifiedBy>London White</cp:lastModifiedBy>
  <cp:revision>2</cp:revision>
  <dcterms:created xsi:type="dcterms:W3CDTF">2022-09-18T22:46:19Z</dcterms:created>
  <dcterms:modified xsi:type="dcterms:W3CDTF">2023-08-31T04:09:35Z</dcterms:modified>
</cp:coreProperties>
</file>
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8" r:id="rId2"/>
  </p:sldMasterIdLst>
  <p:notesMasterIdLst>
    <p:notesMasterId r:id="rId9"/>
  </p:notesMasterIdLst>
  <p:sldIdLst>
    <p:sldId id="285" r:id="rId3"/>
    <p:sldId id="258" r:id="rId4"/>
    <p:sldId id="259" r:id="rId5"/>
    <p:sldId id="294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oeper, Martha" initials="HM" lastIdx="2" clrIdx="0">
    <p:extLst>
      <p:ext uri="{19B8F6BF-5375-455C-9EA6-DF929625EA0E}">
        <p15:presenceInfo xmlns:p15="http://schemas.microsoft.com/office/powerpoint/2012/main" userId="S::mhoeper@rti.org::ff51605c-305b-4384-af24-13ba70b4092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7800"/>
    <a:srgbClr val="717171"/>
    <a:srgbClr val="FF0000"/>
    <a:srgbClr val="78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A24FAD-6E98-433A-8ACE-6C85A959364A}" v="6" dt="2022-09-15T19:43:31.7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62" d="100"/>
          <a:sy n="62" d="100"/>
        </p:scale>
        <p:origin x="3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D7A24FAD-6E98-433A-8ACE-6C85A959364A}"/>
    <pc:docChg chg="delSld modSld">
      <pc:chgData name="White (she/her), Whitney" userId="65f39021-2f1d-4d8b-87dc-b123826f65bf" providerId="ADAL" clId="{D7A24FAD-6E98-433A-8ACE-6C85A959364A}" dt="2022-09-16T20:05:11.895" v="51" actId="20577"/>
      <pc:docMkLst>
        <pc:docMk/>
      </pc:docMkLst>
      <pc:sldChg chg="del">
        <pc:chgData name="White (she/her), Whitney" userId="65f39021-2f1d-4d8b-87dc-b123826f65bf" providerId="ADAL" clId="{D7A24FAD-6E98-433A-8ACE-6C85A959364A}" dt="2022-09-16T20:04:56.492" v="49" actId="2696"/>
        <pc:sldMkLst>
          <pc:docMk/>
          <pc:sldMk cId="1482277026" sldId="256"/>
        </pc:sldMkLst>
      </pc:sldChg>
      <pc:sldChg chg="modSp mod">
        <pc:chgData name="White (she/her), Whitney" userId="65f39021-2f1d-4d8b-87dc-b123826f65bf" providerId="ADAL" clId="{D7A24FAD-6E98-433A-8ACE-6C85A959364A}" dt="2022-09-16T20:05:11.895" v="51" actId="20577"/>
        <pc:sldMkLst>
          <pc:docMk/>
          <pc:sldMk cId="2407012086" sldId="258"/>
        </pc:sldMkLst>
        <pc:spChg chg="mod">
          <ac:chgData name="White (she/her), Whitney" userId="65f39021-2f1d-4d8b-87dc-b123826f65bf" providerId="ADAL" clId="{D7A24FAD-6E98-433A-8ACE-6C85A959364A}" dt="2022-09-16T20:05:11.895" v="51" actId="20577"/>
          <ac:spMkLst>
            <pc:docMk/>
            <pc:sldMk cId="2407012086" sldId="258"/>
            <ac:spMk id="3" creationId="{C34DBCE4-48F9-47AB-9078-2E2E4DD114BC}"/>
          </ac:spMkLst>
        </pc:spChg>
      </pc:sldChg>
      <pc:sldChg chg="addSp delSp modSp mod">
        <pc:chgData name="White (she/her), Whitney" userId="65f39021-2f1d-4d8b-87dc-b123826f65bf" providerId="ADAL" clId="{D7A24FAD-6E98-433A-8ACE-6C85A959364A}" dt="2022-09-15T19:36:47.157" v="1" actId="1076"/>
        <pc:sldMkLst>
          <pc:docMk/>
          <pc:sldMk cId="3191611581" sldId="260"/>
        </pc:sldMkLst>
        <pc:spChg chg="del">
          <ac:chgData name="White (she/her), Whitney" userId="65f39021-2f1d-4d8b-87dc-b123826f65bf" providerId="ADAL" clId="{D7A24FAD-6E98-433A-8ACE-6C85A959364A}" dt="2022-09-15T19:36:43.572" v="0"/>
          <ac:spMkLst>
            <pc:docMk/>
            <pc:sldMk cId="3191611581" sldId="260"/>
            <ac:spMk id="3" creationId="{30F8056D-DB66-4109-87A2-2F062734A918}"/>
          </ac:spMkLst>
        </pc:spChg>
        <pc:picChg chg="add mod">
          <ac:chgData name="White (she/her), Whitney" userId="65f39021-2f1d-4d8b-87dc-b123826f65bf" providerId="ADAL" clId="{D7A24FAD-6E98-433A-8ACE-6C85A959364A}" dt="2022-09-15T19:36:47.157" v="1" actId="1076"/>
          <ac:picMkLst>
            <pc:docMk/>
            <pc:sldMk cId="3191611581" sldId="260"/>
            <ac:picMk id="7" creationId="{7108EB17-AD56-43BD-B99D-D7510BE80BD0}"/>
          </ac:picMkLst>
        </pc:picChg>
      </pc:sldChg>
      <pc:sldChg chg="modSp mod">
        <pc:chgData name="White (she/her), Whitney" userId="65f39021-2f1d-4d8b-87dc-b123826f65bf" providerId="ADAL" clId="{D7A24FAD-6E98-433A-8ACE-6C85A959364A}" dt="2022-09-15T19:43:09.053" v="48" actId="20577"/>
        <pc:sldMkLst>
          <pc:docMk/>
          <pc:sldMk cId="3976098008" sldId="285"/>
        </pc:sldMkLst>
        <pc:spChg chg="mod">
          <ac:chgData name="White (she/her), Whitney" userId="65f39021-2f1d-4d8b-87dc-b123826f65bf" providerId="ADAL" clId="{D7A24FAD-6E98-433A-8ACE-6C85A959364A}" dt="2022-09-15T19:43:09.053" v="48" actId="20577"/>
          <ac:spMkLst>
            <pc:docMk/>
            <pc:sldMk cId="3976098008" sldId="285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D7A24FAD-6E98-433A-8ACE-6C85A959364A}" dt="2022-09-15T19:43:05.888" v="46" actId="20577"/>
          <ac:spMkLst>
            <pc:docMk/>
            <pc:sldMk cId="3976098008" sldId="285"/>
            <ac:spMk id="3" creationId="{E0FBD98F-3A67-498E-8174-652040DD7B60}"/>
          </ac:spMkLst>
        </pc:spChg>
      </pc:sldChg>
    </pc:docChg>
  </pc:docChgLst>
  <pc:docChgLst>
    <pc:chgData name="White, Whitney" userId="65f39021-2f1d-4d8b-87dc-b123826f65bf" providerId="ADAL" clId="{8E23121E-091D-4C15-B17C-0C50DE3AE791}"/>
    <pc:docChg chg="modSld sldOrd">
      <pc:chgData name="White, Whitney" userId="65f39021-2f1d-4d8b-87dc-b123826f65bf" providerId="ADAL" clId="{8E23121E-091D-4C15-B17C-0C50DE3AE791}" dt="2022-06-13T20:51:07.404" v="1"/>
      <pc:docMkLst>
        <pc:docMk/>
      </pc:docMkLst>
      <pc:sldChg chg="ord">
        <pc:chgData name="White, Whitney" userId="65f39021-2f1d-4d8b-87dc-b123826f65bf" providerId="ADAL" clId="{8E23121E-091D-4C15-B17C-0C50DE3AE791}" dt="2022-06-13T20:51:07.404" v="1"/>
        <pc:sldMkLst>
          <pc:docMk/>
          <pc:sldMk cId="2407012086" sldId="258"/>
        </pc:sldMkLst>
      </pc:sldChg>
    </pc:docChg>
  </pc:docChgLst>
  <pc:docChgLst>
    <pc:chgData name="White, Whitney" userId="65f39021-2f1d-4d8b-87dc-b123826f65bf" providerId="ADAL" clId="{D8C0FB3E-67AF-4718-A17D-7E953079FE2A}"/>
    <pc:docChg chg="custSel addSld delSld modSld sldOrd">
      <pc:chgData name="White, Whitney" userId="65f39021-2f1d-4d8b-87dc-b123826f65bf" providerId="ADAL" clId="{D8C0FB3E-67AF-4718-A17D-7E953079FE2A}" dt="2022-06-10T19:45:32.118" v="817" actId="21"/>
      <pc:docMkLst>
        <pc:docMk/>
      </pc:docMkLst>
      <pc:sldChg chg="modSp mod">
        <pc:chgData name="White, Whitney" userId="65f39021-2f1d-4d8b-87dc-b123826f65bf" providerId="ADAL" clId="{D8C0FB3E-67AF-4718-A17D-7E953079FE2A}" dt="2022-06-09T17:58:17.811" v="162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D8C0FB3E-67AF-4718-A17D-7E953079FE2A}" dt="2022-06-09T17:57:45.932" v="32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D8C0FB3E-67AF-4718-A17D-7E953079FE2A}" dt="2022-06-09T17:58:17.811" v="162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del">
        <pc:chgData name="White, Whitney" userId="65f39021-2f1d-4d8b-87dc-b123826f65bf" providerId="ADAL" clId="{D8C0FB3E-67AF-4718-A17D-7E953079FE2A}" dt="2022-06-10T16:48:48.296" v="813" actId="47"/>
        <pc:sldMkLst>
          <pc:docMk/>
          <pc:sldMk cId="2875402532" sldId="257"/>
        </pc:sldMkLst>
      </pc:sldChg>
      <pc:sldChg chg="delSp modSp new mod">
        <pc:chgData name="White, Whitney" userId="65f39021-2f1d-4d8b-87dc-b123826f65bf" providerId="ADAL" clId="{D8C0FB3E-67AF-4718-A17D-7E953079FE2A}" dt="2022-06-10T16:33:26.997" v="409" actId="21"/>
        <pc:sldMkLst>
          <pc:docMk/>
          <pc:sldMk cId="2407012086" sldId="258"/>
        </pc:sldMkLst>
        <pc:spChg chg="mod">
          <ac:chgData name="White, Whitney" userId="65f39021-2f1d-4d8b-87dc-b123826f65bf" providerId="ADAL" clId="{D8C0FB3E-67AF-4718-A17D-7E953079FE2A}" dt="2022-06-09T17:58:42.058" v="195" actId="20577"/>
          <ac:spMkLst>
            <pc:docMk/>
            <pc:sldMk cId="2407012086" sldId="258"/>
            <ac:spMk id="2" creationId="{5C116F4B-0F4C-4D4C-B182-C745C82A77C1}"/>
          </ac:spMkLst>
        </pc:spChg>
        <pc:spChg chg="mod">
          <ac:chgData name="White, Whitney" userId="65f39021-2f1d-4d8b-87dc-b123826f65bf" providerId="ADAL" clId="{D8C0FB3E-67AF-4718-A17D-7E953079FE2A}" dt="2022-06-09T17:59:42.212" v="266" actId="20577"/>
          <ac:spMkLst>
            <pc:docMk/>
            <pc:sldMk cId="2407012086" sldId="258"/>
            <ac:spMk id="3" creationId="{C34DBCE4-48F9-47AB-9078-2E2E4DD114BC}"/>
          </ac:spMkLst>
        </pc:spChg>
        <pc:spChg chg="del">
          <ac:chgData name="White, Whitney" userId="65f39021-2f1d-4d8b-87dc-b123826f65bf" providerId="ADAL" clId="{D8C0FB3E-67AF-4718-A17D-7E953079FE2A}" dt="2022-06-10T16:33:26.997" v="409" actId="21"/>
          <ac:spMkLst>
            <pc:docMk/>
            <pc:sldMk cId="2407012086" sldId="258"/>
            <ac:spMk id="4" creationId="{A718B03F-CCAA-4658-88AA-FFEF9FEC69F3}"/>
          </ac:spMkLst>
        </pc:spChg>
      </pc:sldChg>
      <pc:sldChg chg="delSp modSp new mod ord">
        <pc:chgData name="White, Whitney" userId="65f39021-2f1d-4d8b-87dc-b123826f65bf" providerId="ADAL" clId="{D8C0FB3E-67AF-4718-A17D-7E953079FE2A}" dt="2022-06-10T19:45:32.118" v="817" actId="21"/>
        <pc:sldMkLst>
          <pc:docMk/>
          <pc:sldMk cId="785198563" sldId="259"/>
        </pc:sldMkLst>
        <pc:spChg chg="mod">
          <ac:chgData name="White, Whitney" userId="65f39021-2f1d-4d8b-87dc-b123826f65bf" providerId="ADAL" clId="{D8C0FB3E-67AF-4718-A17D-7E953079FE2A}" dt="2022-06-10T16:27:20.353" v="278" actId="20577"/>
          <ac:spMkLst>
            <pc:docMk/>
            <pc:sldMk cId="785198563" sldId="259"/>
            <ac:spMk id="2" creationId="{137FFEDB-2FBC-4CEB-9C56-FB6A140A63ED}"/>
          </ac:spMkLst>
        </pc:spChg>
        <pc:spChg chg="mod">
          <ac:chgData name="White, Whitney" userId="65f39021-2f1d-4d8b-87dc-b123826f65bf" providerId="ADAL" clId="{D8C0FB3E-67AF-4718-A17D-7E953079FE2A}" dt="2022-06-10T16:29:53.107" v="387" actId="255"/>
          <ac:spMkLst>
            <pc:docMk/>
            <pc:sldMk cId="785198563" sldId="259"/>
            <ac:spMk id="3" creationId="{5B40A565-6C46-4447-9CEE-75E0DA8A4D73}"/>
          </ac:spMkLst>
        </pc:spChg>
        <pc:spChg chg="del">
          <ac:chgData name="White, Whitney" userId="65f39021-2f1d-4d8b-87dc-b123826f65bf" providerId="ADAL" clId="{D8C0FB3E-67AF-4718-A17D-7E953079FE2A}" dt="2022-06-10T19:45:32.118" v="817" actId="21"/>
          <ac:spMkLst>
            <pc:docMk/>
            <pc:sldMk cId="785198563" sldId="259"/>
            <ac:spMk id="4" creationId="{7D6537EE-6598-4243-9BD7-03577F7428D2}"/>
          </ac:spMkLst>
        </pc:spChg>
      </pc:sldChg>
      <pc:sldChg chg="addSp delSp modSp new mod modClrScheme chgLayout">
        <pc:chgData name="White, Whitney" userId="65f39021-2f1d-4d8b-87dc-b123826f65bf" providerId="ADAL" clId="{D8C0FB3E-67AF-4718-A17D-7E953079FE2A}" dt="2022-06-10T17:50:58.524" v="815" actId="21"/>
        <pc:sldMkLst>
          <pc:docMk/>
          <pc:sldMk cId="3191611581" sldId="260"/>
        </pc:sldMkLst>
        <pc:spChg chg="del mod ord">
          <ac:chgData name="White, Whitney" userId="65f39021-2f1d-4d8b-87dc-b123826f65bf" providerId="ADAL" clId="{D8C0FB3E-67AF-4718-A17D-7E953079FE2A}" dt="2022-06-10T16:35:26.458" v="435" actId="700"/>
          <ac:spMkLst>
            <pc:docMk/>
            <pc:sldMk cId="3191611581" sldId="260"/>
            <ac:spMk id="2" creationId="{618C4F8B-124E-4A97-A82B-1CE8045116D0}"/>
          </ac:spMkLst>
        </pc:spChg>
        <pc:spChg chg="del">
          <ac:chgData name="White, Whitney" userId="65f39021-2f1d-4d8b-87dc-b123826f65bf" providerId="ADAL" clId="{D8C0FB3E-67AF-4718-A17D-7E953079FE2A}" dt="2022-06-10T16:34:59.981" v="434"/>
          <ac:spMkLst>
            <pc:docMk/>
            <pc:sldMk cId="3191611581" sldId="260"/>
            <ac:spMk id="3" creationId="{1479A46C-A461-4C87-89BF-7AC8E9DF2089}"/>
          </ac:spMkLst>
        </pc:spChg>
        <pc:spChg chg="add mod">
          <ac:chgData name="White, Whitney" userId="65f39021-2f1d-4d8b-87dc-b123826f65bf" providerId="ADAL" clId="{D8C0FB3E-67AF-4718-A17D-7E953079FE2A}" dt="2022-06-10T17:50:58.524" v="815" actId="21"/>
          <ac:spMkLst>
            <pc:docMk/>
            <pc:sldMk cId="3191611581" sldId="260"/>
            <ac:spMk id="3" creationId="{30F8056D-DB66-4109-87A2-2F062734A918}"/>
          </ac:spMkLst>
        </pc:spChg>
        <pc:spChg chg="del mod ord">
          <ac:chgData name="White, Whitney" userId="65f39021-2f1d-4d8b-87dc-b123826f65bf" providerId="ADAL" clId="{D8C0FB3E-67AF-4718-A17D-7E953079FE2A}" dt="2022-06-10T16:37:38.081" v="458" actId="21"/>
          <ac:spMkLst>
            <pc:docMk/>
            <pc:sldMk cId="3191611581" sldId="260"/>
            <ac:spMk id="4" creationId="{36A8355F-B555-495B-A147-91C6BECBB400}"/>
          </ac:spMkLst>
        </pc:spChg>
        <pc:spChg chg="mod ord">
          <ac:chgData name="White, Whitney" userId="65f39021-2f1d-4d8b-87dc-b123826f65bf" providerId="ADAL" clId="{D8C0FB3E-67AF-4718-A17D-7E953079FE2A}" dt="2022-06-10T16:35:26.458" v="435" actId="700"/>
          <ac:spMkLst>
            <pc:docMk/>
            <pc:sldMk cId="3191611581" sldId="260"/>
            <ac:spMk id="5" creationId="{4B1D3695-A858-412F-908A-94A64E757182}"/>
          </ac:spMkLst>
        </pc:spChg>
        <pc:spChg chg="add del mod ord">
          <ac:chgData name="White, Whitney" userId="65f39021-2f1d-4d8b-87dc-b123826f65bf" providerId="ADAL" clId="{D8C0FB3E-67AF-4718-A17D-7E953079FE2A}" dt="2022-06-10T16:37:20.431" v="453" actId="21"/>
          <ac:spMkLst>
            <pc:docMk/>
            <pc:sldMk cId="3191611581" sldId="260"/>
            <ac:spMk id="7" creationId="{4A1A957B-55F9-4936-9F8F-642CEAC527D6}"/>
          </ac:spMkLst>
        </pc:spChg>
        <pc:spChg chg="add del mod ord">
          <ac:chgData name="White, Whitney" userId="65f39021-2f1d-4d8b-87dc-b123826f65bf" providerId="ADAL" clId="{D8C0FB3E-67AF-4718-A17D-7E953079FE2A}" dt="2022-06-10T16:35:28.277" v="436"/>
          <ac:spMkLst>
            <pc:docMk/>
            <pc:sldMk cId="3191611581" sldId="260"/>
            <ac:spMk id="8" creationId="{4929D3EE-078F-4E0F-A026-2956FC370EA8}"/>
          </ac:spMkLst>
        </pc:spChg>
        <pc:graphicFrameChg chg="add mod ord modGraphic">
          <ac:chgData name="White, Whitney" userId="65f39021-2f1d-4d8b-87dc-b123826f65bf" providerId="ADAL" clId="{D8C0FB3E-67AF-4718-A17D-7E953079FE2A}" dt="2022-06-10T16:37:50.370" v="462" actId="404"/>
          <ac:graphicFrameMkLst>
            <pc:docMk/>
            <pc:sldMk cId="3191611581" sldId="260"/>
            <ac:graphicFrameMk id="6" creationId="{AE571A66-91B2-4030-92BA-CA6D27F59C93}"/>
          </ac:graphicFrameMkLst>
        </pc:graphicFrameChg>
        <pc:picChg chg="add del mod">
          <ac:chgData name="White, Whitney" userId="65f39021-2f1d-4d8b-87dc-b123826f65bf" providerId="ADAL" clId="{D8C0FB3E-67AF-4718-A17D-7E953079FE2A}" dt="2022-06-10T17:50:58.524" v="815" actId="21"/>
          <ac:picMkLst>
            <pc:docMk/>
            <pc:sldMk cId="3191611581" sldId="260"/>
            <ac:picMk id="9" creationId="{D31CAEF4-3BC9-4A2F-AE54-076874DA3E8E}"/>
          </ac:picMkLst>
        </pc:picChg>
      </pc:sldChg>
      <pc:sldChg chg="modSp new del mod">
        <pc:chgData name="White, Whitney" userId="65f39021-2f1d-4d8b-87dc-b123826f65bf" providerId="ADAL" clId="{D8C0FB3E-67AF-4718-A17D-7E953079FE2A}" dt="2022-06-10T16:39:32.498" v="508" actId="2696"/>
        <pc:sldMkLst>
          <pc:docMk/>
          <pc:sldMk cId="741122331" sldId="261"/>
        </pc:sldMkLst>
        <pc:spChg chg="mod">
          <ac:chgData name="White, Whitney" userId="65f39021-2f1d-4d8b-87dc-b123826f65bf" providerId="ADAL" clId="{D8C0FB3E-67AF-4718-A17D-7E953079FE2A}" dt="2022-06-10T16:39:09.591" v="474" actId="20577"/>
          <ac:spMkLst>
            <pc:docMk/>
            <pc:sldMk cId="741122331" sldId="261"/>
            <ac:spMk id="2" creationId="{B6A08CC7-DB24-4FDA-B0E5-398DFB701594}"/>
          </ac:spMkLst>
        </pc:spChg>
        <pc:spChg chg="mod">
          <ac:chgData name="White, Whitney" userId="65f39021-2f1d-4d8b-87dc-b123826f65bf" providerId="ADAL" clId="{D8C0FB3E-67AF-4718-A17D-7E953079FE2A}" dt="2022-06-10T16:39:28.260" v="507" actId="5793"/>
          <ac:spMkLst>
            <pc:docMk/>
            <pc:sldMk cId="741122331" sldId="261"/>
            <ac:spMk id="3" creationId="{10A3CBA0-A3CB-4F4F-9A46-B4917CC59992}"/>
          </ac:spMkLst>
        </pc:spChg>
      </pc:sldChg>
      <pc:sldChg chg="delSp modSp new mod">
        <pc:chgData name="White, Whitney" userId="65f39021-2f1d-4d8b-87dc-b123826f65bf" providerId="ADAL" clId="{D8C0FB3E-67AF-4718-A17D-7E953079FE2A}" dt="2022-06-10T19:45:26.735" v="816" actId="21"/>
        <pc:sldMkLst>
          <pc:docMk/>
          <pc:sldMk cId="540948184" sldId="262"/>
        </pc:sldMkLst>
        <pc:spChg chg="mod">
          <ac:chgData name="White, Whitney" userId="65f39021-2f1d-4d8b-87dc-b123826f65bf" providerId="ADAL" clId="{D8C0FB3E-67AF-4718-A17D-7E953079FE2A}" dt="2022-06-10T16:40:26.719" v="520" actId="20577"/>
          <ac:spMkLst>
            <pc:docMk/>
            <pc:sldMk cId="540948184" sldId="262"/>
            <ac:spMk id="2" creationId="{D6AF093C-1577-454D-8F03-7091300EB6F9}"/>
          </ac:spMkLst>
        </pc:spChg>
        <pc:spChg chg="mod">
          <ac:chgData name="White, Whitney" userId="65f39021-2f1d-4d8b-87dc-b123826f65bf" providerId="ADAL" clId="{D8C0FB3E-67AF-4718-A17D-7E953079FE2A}" dt="2022-06-10T17:40:44.105" v="814" actId="313"/>
          <ac:spMkLst>
            <pc:docMk/>
            <pc:sldMk cId="540948184" sldId="262"/>
            <ac:spMk id="3" creationId="{5927033D-8B1E-421B-9184-09493907B071}"/>
          </ac:spMkLst>
        </pc:spChg>
        <pc:spChg chg="del">
          <ac:chgData name="White, Whitney" userId="65f39021-2f1d-4d8b-87dc-b123826f65bf" providerId="ADAL" clId="{D8C0FB3E-67AF-4718-A17D-7E953079FE2A}" dt="2022-06-10T19:45:26.735" v="816" actId="21"/>
          <ac:spMkLst>
            <pc:docMk/>
            <pc:sldMk cId="540948184" sldId="262"/>
            <ac:spMk id="4" creationId="{4ED3EE85-E269-496B-84CA-4BC029FE8F31}"/>
          </ac:spMkLst>
        </pc:spChg>
      </pc:sldChg>
      <pc:sldChg chg="addSp delSp modSp add del mod ord modAnim">
        <pc:chgData name="White, Whitney" userId="65f39021-2f1d-4d8b-87dc-b123826f65bf" providerId="ADAL" clId="{D8C0FB3E-67AF-4718-A17D-7E953079FE2A}" dt="2022-06-10T16:38:56.983" v="463" actId="2696"/>
        <pc:sldMkLst>
          <pc:docMk/>
          <pc:sldMk cId="2382311959" sldId="284"/>
        </pc:sldMkLst>
        <pc:spChg chg="add del mod">
          <ac:chgData name="White, Whitney" userId="65f39021-2f1d-4d8b-87dc-b123826f65bf" providerId="ADAL" clId="{D8C0FB3E-67AF-4718-A17D-7E953079FE2A}" dt="2022-06-10T16:34:48.465" v="432"/>
          <ac:spMkLst>
            <pc:docMk/>
            <pc:sldMk cId="2382311959" sldId="284"/>
            <ac:spMk id="4" creationId="{477FE807-D2C9-4850-BB86-EF949ED04F25}"/>
          </ac:spMkLst>
        </pc:spChg>
        <pc:spChg chg="del">
          <ac:chgData name="White, Whitney" userId="65f39021-2f1d-4d8b-87dc-b123826f65bf" providerId="ADAL" clId="{D8C0FB3E-67AF-4718-A17D-7E953079FE2A}" dt="2022-06-10T16:33:32.466" v="410" actId="21"/>
          <ac:spMkLst>
            <pc:docMk/>
            <pc:sldMk cId="2382311959" sldId="284"/>
            <ac:spMk id="5" creationId="{B21A99C4-A753-4B45-9D49-4B39AF1B6D06}"/>
          </ac:spMkLst>
        </pc:spChg>
        <pc:graphicFrameChg chg="add del mod modGraphic">
          <ac:chgData name="White, Whitney" userId="65f39021-2f1d-4d8b-87dc-b123826f65bf" providerId="ADAL" clId="{D8C0FB3E-67AF-4718-A17D-7E953079FE2A}" dt="2022-06-10T16:34:57.643" v="433" actId="21"/>
          <ac:graphicFrameMkLst>
            <pc:docMk/>
            <pc:sldMk cId="2382311959" sldId="284"/>
            <ac:graphicFrameMk id="7" creationId="{5DE65966-9D49-4C77-8665-CD58BC4BF5DB}"/>
          </ac:graphicFrameMkLst>
        </pc:graphicFrameChg>
        <pc:cxnChg chg="mod">
          <ac:chgData name="White, Whitney" userId="65f39021-2f1d-4d8b-87dc-b123826f65bf" providerId="ADAL" clId="{D8C0FB3E-67AF-4718-A17D-7E953079FE2A}" dt="2022-06-10T16:33:46.964" v="414" actId="14100"/>
          <ac:cxnSpMkLst>
            <pc:docMk/>
            <pc:sldMk cId="2382311959" sldId="284"/>
            <ac:cxnSpMk id="54" creationId="{93EBFFEB-1374-4F45-8F49-B25C2457CDA0}"/>
          </ac:cxnSpMkLst>
        </pc:cxnChg>
      </pc:sldChg>
      <pc:sldChg chg="add ord modAnim">
        <pc:chgData name="White, Whitney" userId="65f39021-2f1d-4d8b-87dc-b123826f65bf" providerId="ADAL" clId="{D8C0FB3E-67AF-4718-A17D-7E953079FE2A}" dt="2022-06-10T16:32:48.647" v="405"/>
        <pc:sldMkLst>
          <pc:docMk/>
          <pc:sldMk cId="230325457" sldId="294"/>
        </pc:sldMkLst>
      </pc:sldChg>
    </pc:docChg>
  </pc:docChgLst>
  <pc:docChgLst>
    <pc:chgData name="Gupta, Swati" userId="a3cadf42-9970-41e5-bb67-4a4dd3e8759e" providerId="ADAL" clId="{890CB85C-24BC-4D49-9382-1D7D95E40860}"/>
    <pc:docChg chg="custSel addSld delSld modSld">
      <pc:chgData name="Gupta, Swati" userId="a3cadf42-9970-41e5-bb67-4a4dd3e8759e" providerId="ADAL" clId="{890CB85C-24BC-4D49-9382-1D7D95E40860}" dt="2022-05-10T16:57:31.570" v="24" actId="20577"/>
      <pc:docMkLst>
        <pc:docMk/>
      </pc:docMkLst>
      <pc:sldChg chg="modSp mod delCm modCm">
        <pc:chgData name="Gupta, Swati" userId="a3cadf42-9970-41e5-bb67-4a4dd3e8759e" providerId="ADAL" clId="{890CB85C-24BC-4D49-9382-1D7D95E40860}" dt="2022-05-10T16:57:31.570" v="24" actId="20577"/>
        <pc:sldMkLst>
          <pc:docMk/>
          <pc:sldMk cId="2875402532" sldId="257"/>
        </pc:sldMkLst>
        <pc:spChg chg="mod">
          <ac:chgData name="Gupta, Swati" userId="a3cadf42-9970-41e5-bb67-4a4dd3e8759e" providerId="ADAL" clId="{890CB85C-24BC-4D49-9382-1D7D95E40860}" dt="2022-05-10T16:57:31.570" v="24" actId="20577"/>
          <ac:spMkLst>
            <pc:docMk/>
            <pc:sldMk cId="2875402532" sldId="257"/>
            <ac:spMk id="3" creationId="{81FE1C6D-F36E-48C2-992F-AFB21F6BE7E7}"/>
          </ac:spMkLst>
        </pc:spChg>
      </pc:sldChg>
      <pc:sldChg chg="modSp new del mod">
        <pc:chgData name="Gupta, Swati" userId="a3cadf42-9970-41e5-bb67-4a4dd3e8759e" providerId="ADAL" clId="{890CB85C-24BC-4D49-9382-1D7D95E40860}" dt="2022-05-10T16:57:10.315" v="18" actId="2696"/>
        <pc:sldMkLst>
          <pc:docMk/>
          <pc:sldMk cId="2893024199" sldId="258"/>
        </pc:sldMkLst>
        <pc:spChg chg="mod">
          <ac:chgData name="Gupta, Swati" userId="a3cadf42-9970-41e5-bb67-4a4dd3e8759e" providerId="ADAL" clId="{890CB85C-24BC-4D49-9382-1D7D95E40860}" dt="2022-05-10T16:56:59.001" v="17" actId="207"/>
          <ac:spMkLst>
            <pc:docMk/>
            <pc:sldMk cId="2893024199" sldId="258"/>
            <ac:spMk id="5" creationId="{EAD3D53F-2FE4-4F69-99AE-D4BE8C7CC53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95F45DF0-00B2-468D-ADF1-6351EEFB9CD7}" type="datetime1">
              <a:rPr lang="en-US" smtClean="0"/>
              <a:pPr/>
              <a:t>9/16/2022</a:t>
            </a:fld>
            <a:endParaRPr lang="en-US" dirty="0"/>
          </a:p>
        </p:txBody>
      </p:sp>
      <p:pic>
        <p:nvPicPr>
          <p:cNvPr id="9" name="Picture 8" descr="Logo: Texas Education Agency 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 for Texas Education Agency (TEA) Education and Training 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A50A4456-6D77-4237-8218-40872579093E}" type="datetime1">
              <a:rPr lang="en-US" smtClean="0"/>
              <a:pPr/>
              <a:t>9/16/2022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F0A51-8860-45B4-B3C2-078DBFFE3F11}" type="datetime1">
              <a:rPr lang="en-US" smtClean="0"/>
              <a:t>9/16/2022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E0D3-5DEF-4424-A66B-248169F8979E}" type="datetime1">
              <a:rPr lang="en-US" smtClean="0"/>
              <a:t>9/16/2022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87F3-74DF-4702-8D1B-0BA8CE9CA57F}" type="datetime1">
              <a:rPr lang="en-US" smtClean="0"/>
              <a:t>9/16/2022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42763-A1D0-477C-A610-38D23465485E}" type="datetime1">
              <a:rPr lang="en-US" smtClean="0"/>
              <a:t>9/16/2022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9/16/2022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961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9/16/2022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507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9/16/2022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17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9/16/2022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34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9/16/2022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483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9/16/2022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070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717171"/>
                </a:solidFill>
              </a:defRPr>
            </a:lvl1pPr>
          </a:lstStyle>
          <a:p>
            <a:fld id="{1B00EFE5-A68C-4E4B-9D40-F26D6ED979C1}" type="datetime1">
              <a:rPr lang="en-US" smtClean="0"/>
              <a:pPr/>
              <a:t>9/16/2022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71717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717171"/>
                </a:solidFill>
              </a:defRPr>
            </a:lvl1pPr>
          </a:lstStyle>
          <a:p>
            <a:fld id="{E2D56C8B-F564-4051-AFED-A78F1C6A2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93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8770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4: The Science of Learning| Lesson 4.03</a:t>
            </a:r>
            <a:endParaRPr lang="en-US" sz="1800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Attending to the Most Important Content</a:t>
            </a:r>
          </a:p>
        </p:txBody>
      </p:sp>
    </p:spTree>
    <p:extLst>
      <p:ext uri="{BB962C8B-B14F-4D97-AF65-F5344CB8AC3E}">
        <p14:creationId xmlns:p14="http://schemas.microsoft.com/office/powerpoint/2010/main" val="3976098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16F4B-0F4C-4D4C-B182-C745C82A7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DBCE4-48F9-47AB-9078-2E2E4DD11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4A, 4B, </a:t>
            </a:r>
            <a:r>
              <a:rPr lang="en-US"/>
              <a:t>&amp; 6D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marR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student will…</a:t>
            </a:r>
          </a:p>
          <a:p>
            <a:pPr marL="0" marR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…d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escribe why focusing attention on the most important content is necessary for effective instruction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…analyze examples of learning activities to determine how they focus student attention on the most important content</a:t>
            </a:r>
            <a:endParaRPr lang="en-US" sz="4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2E019F-A046-4544-800B-7510C8269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012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FFEDB-2FBC-4CEB-9C56-FB6A140A6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0A565-6C46-4447-9CEE-75E0DA8A4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social studies teacher’s students need to understand the effects of volcanoes in shaping the landscape. Which learning activity would best do this?  </a:t>
            </a:r>
          </a:p>
          <a:p>
            <a:pPr marL="342900" marR="0" lvl="0" indent="-342900">
              <a:spcBef>
                <a:spcPts val="0"/>
              </a:spcBef>
              <a:spcAft>
                <a:spcPts val="800"/>
              </a:spcAft>
              <a:buFont typeface="+mj-lt"/>
              <a:buAutoNum type="alphaLcParenR"/>
            </a:pP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Students create a paper mâché volcano, paint it, and make it erupt using baking soda and vinegar</a:t>
            </a:r>
          </a:p>
          <a:p>
            <a:pPr marL="342900" marR="0" lvl="0" indent="-342900">
              <a:spcBef>
                <a:spcPts val="0"/>
              </a:spcBef>
              <a:spcAft>
                <a:spcPts val="800"/>
              </a:spcAft>
              <a:buFont typeface="+mj-lt"/>
              <a:buAutoNum type="alphaLcParenR"/>
            </a:pP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Students read a short article about volcanoes, answer five multiple-choice questions, and draw a picture of a volcano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</a:pP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Students choose a region whose geography is affected by volcanoes. They collect research from three different approved sources and give a short presentation about their findings.</a:t>
            </a:r>
            <a:endParaRPr lang="en-US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Use the table in your Student Guide to analyze the three options. </a:t>
            </a:r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D0BFA4-099A-4638-9B53-E1AFB4EA0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198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A330DF-1BCC-4430-B0B0-A887633FD9CC}"/>
              </a:ext>
            </a:extLst>
          </p:cNvPr>
          <p:cNvSpPr txBox="1"/>
          <p:nvPr/>
        </p:nvSpPr>
        <p:spPr>
          <a:xfrm>
            <a:off x="359425" y="688286"/>
            <a:ext cx="11941767" cy="11387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rPr>
              <a:t>Five Principles for Teaching based on the Science of Learning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B885A39-507A-45EE-9196-F8F61826FB9C}"/>
              </a:ext>
            </a:extLst>
          </p:cNvPr>
          <p:cNvSpPr/>
          <p:nvPr/>
        </p:nvSpPr>
        <p:spPr>
          <a:xfrm>
            <a:off x="681682" y="2095178"/>
            <a:ext cx="2809341" cy="56716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Attending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A34B0B-CB57-4F4B-98FF-B76DA4F1326F}"/>
              </a:ext>
            </a:extLst>
          </p:cNvPr>
          <p:cNvSpPr txBox="1"/>
          <p:nvPr/>
        </p:nvSpPr>
        <p:spPr>
          <a:xfrm>
            <a:off x="681682" y="1737314"/>
            <a:ext cx="191809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Calibri" panose="020F0502020204030204" pitchFamily="34" charset="0"/>
                <a:cs typeface="Times New Roman"/>
              </a:rPr>
              <a:t>Principle 1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8594BF-215F-4968-BE88-0831802F07B5}"/>
              </a:ext>
            </a:extLst>
          </p:cNvPr>
          <p:cNvSpPr txBox="1"/>
          <p:nvPr/>
        </p:nvSpPr>
        <p:spPr>
          <a:xfrm>
            <a:off x="681682" y="2766369"/>
            <a:ext cx="3002736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requires attending to the most important content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20AE0D8-3369-446D-8619-05D71A300E5D}"/>
              </a:ext>
            </a:extLst>
          </p:cNvPr>
          <p:cNvSpPr/>
          <p:nvPr/>
        </p:nvSpPr>
        <p:spPr>
          <a:xfrm>
            <a:off x="2558558" y="4229389"/>
            <a:ext cx="2809341" cy="56716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Cognitive Engagement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0A430C-81BB-481D-81D2-2D5CA5063D67}"/>
              </a:ext>
            </a:extLst>
          </p:cNvPr>
          <p:cNvSpPr txBox="1"/>
          <p:nvPr/>
        </p:nvSpPr>
        <p:spPr>
          <a:xfrm>
            <a:off x="4400644" y="1707527"/>
            <a:ext cx="191809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Calibri" panose="020F0502020204030204" pitchFamily="34" charset="0"/>
                <a:cs typeface="Times New Roman"/>
              </a:rPr>
              <a:t>Principle 2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4DBDCB-3A3C-4F9F-BE48-C8B10F45BE83}"/>
              </a:ext>
            </a:extLst>
          </p:cNvPr>
          <p:cNvSpPr txBox="1"/>
          <p:nvPr/>
        </p:nvSpPr>
        <p:spPr>
          <a:xfrm>
            <a:off x="2558558" y="4900580"/>
            <a:ext cx="300273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requires cognitive engagement and should be effortful.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4369FC-BE26-42ED-BF07-FCDED6C6E5DB}"/>
              </a:ext>
            </a:extLst>
          </p:cNvPr>
          <p:cNvSpPr/>
          <p:nvPr/>
        </p:nvSpPr>
        <p:spPr>
          <a:xfrm>
            <a:off x="4474837" y="2089404"/>
            <a:ext cx="2809341" cy="56716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Prior Knowledge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5F8674-35C6-4E0D-B4E1-BC91DEFDE9EE}"/>
              </a:ext>
            </a:extLst>
          </p:cNvPr>
          <p:cNvSpPr txBox="1"/>
          <p:nvPr/>
        </p:nvSpPr>
        <p:spPr>
          <a:xfrm>
            <a:off x="8175429" y="1719841"/>
            <a:ext cx="191809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Calibri" panose="020F0502020204030204" pitchFamily="34" charset="0"/>
                <a:cs typeface="Times New Roman"/>
              </a:rPr>
              <a:t>Principle 3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8A83E4-6B1C-4802-A847-9A43E7EF3575}"/>
              </a:ext>
            </a:extLst>
          </p:cNvPr>
          <p:cNvSpPr txBox="1"/>
          <p:nvPr/>
        </p:nvSpPr>
        <p:spPr>
          <a:xfrm>
            <a:off x="4474837" y="2760595"/>
            <a:ext cx="300273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builds on prior knowledge.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2A3E8E6-1F7C-4312-A94D-33E5D8E775AF}"/>
              </a:ext>
            </a:extLst>
          </p:cNvPr>
          <p:cNvSpPr/>
          <p:nvPr/>
        </p:nvSpPr>
        <p:spPr>
          <a:xfrm>
            <a:off x="6711128" y="4260683"/>
            <a:ext cx="2809341" cy="56716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Practice with Feedback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CA7FF1-C83B-462B-B19D-BC77285B711A}"/>
              </a:ext>
            </a:extLst>
          </p:cNvPr>
          <p:cNvSpPr txBox="1"/>
          <p:nvPr/>
        </p:nvSpPr>
        <p:spPr>
          <a:xfrm>
            <a:off x="2482554" y="3639841"/>
            <a:ext cx="191809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Calibri" panose="020F0502020204030204" pitchFamily="34" charset="0"/>
                <a:cs typeface="Times New Roman"/>
              </a:rPr>
              <a:t>Principle 4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597D05-3955-40B3-AF4E-99CFBA7C4623}"/>
              </a:ext>
            </a:extLst>
          </p:cNvPr>
          <p:cNvSpPr txBox="1"/>
          <p:nvPr/>
        </p:nvSpPr>
        <p:spPr>
          <a:xfrm>
            <a:off x="6711128" y="4931874"/>
            <a:ext cx="3002736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Practice and feedback are essential to move ideas permanently into long-term memory.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3043B92-E3FD-472C-8091-673A2CC07D07}"/>
              </a:ext>
            </a:extLst>
          </p:cNvPr>
          <p:cNvSpPr/>
          <p:nvPr/>
        </p:nvSpPr>
        <p:spPr>
          <a:xfrm>
            <a:off x="8205622" y="2098139"/>
            <a:ext cx="2809341" cy="56716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Avoiding Overload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E6F118-C533-423F-821E-C74599E7B5BD}"/>
              </a:ext>
            </a:extLst>
          </p:cNvPr>
          <p:cNvSpPr txBox="1"/>
          <p:nvPr/>
        </p:nvSpPr>
        <p:spPr>
          <a:xfrm>
            <a:off x="8205622" y="2769330"/>
            <a:ext cx="300273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Too much information at once can interfere with learning.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5F9617-20C4-4ECD-AD0A-793BE7FFD026}"/>
              </a:ext>
            </a:extLst>
          </p:cNvPr>
          <p:cNvSpPr txBox="1"/>
          <p:nvPr/>
        </p:nvSpPr>
        <p:spPr>
          <a:xfrm>
            <a:off x="6680935" y="3784477"/>
            <a:ext cx="191809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Calibri" panose="020F0502020204030204" pitchFamily="34" charset="0"/>
                <a:cs typeface="Times New Roman"/>
              </a:rPr>
              <a:t>Principle 5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325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E571A66-91B2-4030-92BA-CA6D27F59C9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16891507"/>
              </p:ext>
            </p:extLst>
          </p:nvPr>
        </p:nvGraphicFramePr>
        <p:xfrm>
          <a:off x="401781" y="2069923"/>
          <a:ext cx="4488874" cy="29207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88874">
                  <a:extLst>
                    <a:ext uri="{9D8B030D-6E8A-4147-A177-3AD203B41FA5}">
                      <a16:colId xmlns:a16="http://schemas.microsoft.com/office/drawing/2014/main" val="1523744082"/>
                    </a:ext>
                  </a:extLst>
                </a:gridCol>
              </a:tblGrid>
              <a:tr h="2718154">
                <a:tc>
                  <a:txBody>
                    <a:bodyPr/>
                    <a:lstStyle/>
                    <a:p>
                      <a:pPr marL="0" marR="0" fontAlgn="base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Thinking about the simple memory model, what is a math teacher trying to do when she says to her students,</a:t>
                      </a:r>
                      <a:b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</a:br>
                      <a:b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“I always tell you to make sure you put units on your answers to word problems – 4.3 seconds, 900 kilograms, 12 candy bars – why do you think I am such a stickler for that?”</a:t>
                      </a:r>
                      <a:endParaRPr lang="en-US" sz="3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943565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D3695-A858-412F-908A-94A64E757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108EB17-AD56-43BD-B99D-D7510BE80BD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1989962"/>
            <a:ext cx="5181600" cy="287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611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F093C-1577-454D-8F03-7091300EB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7033D-8B1E-421B-9184-09493907B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en-US" dirty="0"/>
              <a:t>Describe why directing student’s attention is vital to helping students learn. Use components of the Simple Memory Model to explain why.</a:t>
            </a:r>
          </a:p>
          <a:p>
            <a:pPr marL="514350" indent="-514350">
              <a:buAutoNum type="arabicParenR"/>
            </a:pPr>
            <a:r>
              <a:rPr lang="en-US" dirty="0"/>
              <a:t>Choose which activity best focuses students’ attention on the most important content. Why did you choose this activity?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24C936-60C4-48C6-B187-2927C8404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948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1734</TotalTime>
  <Words>365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Avenir Next LT Pro</vt:lpstr>
      <vt:lpstr>Calibri</vt:lpstr>
      <vt:lpstr>Calibri Light</vt:lpstr>
      <vt:lpstr>Office Theme</vt:lpstr>
      <vt:lpstr>1_Office Theme</vt:lpstr>
      <vt:lpstr>Instructional Practices| Unit 4: The Science of Learning| Lesson 4.03</vt:lpstr>
      <vt:lpstr>TEKS Standards &amp; Objectives </vt:lpstr>
      <vt:lpstr>Bellringer</vt:lpstr>
      <vt:lpstr>PowerPoint Presentation</vt:lpstr>
      <vt:lpstr>PowerPoint Presentation</vt:lpstr>
      <vt:lpstr>Exit Ticket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4.03: Attending to the Most Important Content</dc:title>
  <dc:subject>Lesson 4.03: Attending to the Most Important Content</dc:subject>
  <dc:creator>Texas Education Agency</dc:creator>
  <cp:lastModifiedBy>White (she/her), Whitney</cp:lastModifiedBy>
  <cp:revision>8</cp:revision>
  <dcterms:created xsi:type="dcterms:W3CDTF">2022-05-09T19:40:20Z</dcterms:created>
  <dcterms:modified xsi:type="dcterms:W3CDTF">2022-09-16T20:05:22Z</dcterms:modified>
</cp:coreProperties>
</file>